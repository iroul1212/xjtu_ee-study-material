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6">
  <p:sldMasterIdLst>
    <p:sldMasterId id="2147483648" r:id="rId1"/>
  </p:sldMasterIdLst>
  <p:notesMasterIdLst>
    <p:notesMasterId r:id="rId11"/>
  </p:notesMasterIdLst>
  <p:sldIdLst>
    <p:sldId id="283" r:id="rId3"/>
    <p:sldId id="285" r:id="rId4"/>
    <p:sldId id="267" r:id="rId5"/>
    <p:sldId id="296" r:id="rId6"/>
    <p:sldId id="287" r:id="rId7"/>
    <p:sldId id="319" r:id="rId8"/>
    <p:sldId id="308" r:id="rId9"/>
    <p:sldId id="28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438" userDrawn="1">
          <p15:clr>
            <a:srgbClr val="A4A3A4"/>
          </p15:clr>
        </p15:guide>
        <p15:guide id="3" pos="72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3FBFF"/>
    <a:srgbClr val="E1F4FF"/>
    <a:srgbClr val="CCECFF"/>
    <a:srgbClr val="AC4243"/>
    <a:srgbClr val="AB1E21"/>
    <a:srgbClr val="308ACA"/>
    <a:srgbClr val="EEF0EF"/>
    <a:srgbClr val="E6E6E6"/>
    <a:srgbClr val="C427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4" autoAdjust="0"/>
    <p:restoredTop sz="92905" autoAdjust="0"/>
  </p:normalViewPr>
  <p:slideViewPr>
    <p:cSldViewPr snapToGrid="0" showGuides="1">
      <p:cViewPr>
        <p:scale>
          <a:sx n="100" d="100"/>
          <a:sy n="100" d="100"/>
        </p:scale>
        <p:origin x="-116" y="744"/>
      </p:cViewPr>
      <p:guideLst>
        <p:guide orient="horz" pos="2069"/>
        <p:guide pos="438"/>
        <p:guide pos="72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49E12-936C-4168-A750-6B81F73359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F934A-2A99-4710-800F-F319DDB5C6D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5CE6B-FF6A-471E-9C4A-73362186D6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22F73-3844-4250-B3F7-C596D703A3B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emf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椭圆 30"/>
          <p:cNvSpPr/>
          <p:nvPr/>
        </p:nvSpPr>
        <p:spPr>
          <a:xfrm>
            <a:off x="10761323" y="1202532"/>
            <a:ext cx="389278" cy="38927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2686018" y="2576650"/>
            <a:ext cx="76888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实验</a:t>
            </a:r>
            <a:r>
              <a:rPr lang="en-US" altLang="zh-CN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3 </a:t>
            </a:r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电磁炮综合实验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2694741" y="3233939"/>
            <a:ext cx="194120" cy="1941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2501709" y="3286582"/>
            <a:ext cx="94318" cy="9431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9311862" y="3222590"/>
            <a:ext cx="194120" cy="1941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9595972" y="3275233"/>
            <a:ext cx="94318" cy="9431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3344523" y="817902"/>
            <a:ext cx="356620" cy="3566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1646350" y="5476986"/>
            <a:ext cx="603363" cy="603363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10333151" y="3059454"/>
            <a:ext cx="452100" cy="452100"/>
          </a:xfrm>
          <a:prstGeom prst="ellipse">
            <a:avLst/>
          </a:prstGeom>
          <a:solidFill>
            <a:schemeClr val="bg1"/>
          </a:solidFill>
          <a:ln>
            <a:solidFill>
              <a:srgbClr val="AC4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2190637" y="1558131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8787379" y="1478302"/>
            <a:ext cx="153420" cy="1534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: 形状 47"/>
          <p:cNvSpPr/>
          <p:nvPr/>
        </p:nvSpPr>
        <p:spPr>
          <a:xfrm rot="2001767">
            <a:off x="10705817" y="1962311"/>
            <a:ext cx="979224" cy="985205"/>
          </a:xfrm>
          <a:custGeom>
            <a:avLst/>
            <a:gdLst>
              <a:gd name="connsiteX0" fmla="*/ 447971 w 1442460"/>
              <a:gd name="connsiteY0" fmla="*/ 1397101 h 1451272"/>
              <a:gd name="connsiteX1" fmla="*/ 994490 w 1442460"/>
              <a:gd name="connsiteY1" fmla="*/ 1397101 h 1451272"/>
              <a:gd name="connsiteX2" fmla="*/ 867471 w 1442460"/>
              <a:gd name="connsiteY2" fmla="*/ 1436530 h 1451272"/>
              <a:gd name="connsiteX3" fmla="*/ 721230 w 1442460"/>
              <a:gd name="connsiteY3" fmla="*/ 1451272 h 1451272"/>
              <a:gd name="connsiteX4" fmla="*/ 574989 w 1442460"/>
              <a:gd name="connsiteY4" fmla="*/ 1436530 h 1451272"/>
              <a:gd name="connsiteX5" fmla="*/ 209854 w 1442460"/>
              <a:gd name="connsiteY5" fmla="*/ 1240162 h 1451272"/>
              <a:gd name="connsiteX6" fmla="*/ 1232607 w 1442460"/>
              <a:gd name="connsiteY6" fmla="*/ 1240162 h 1451272"/>
              <a:gd name="connsiteX7" fmla="*/ 1166640 w 1442460"/>
              <a:gd name="connsiteY7" fmla="*/ 1294590 h 1451272"/>
              <a:gd name="connsiteX8" fmla="*/ 275821 w 1442460"/>
              <a:gd name="connsiteY8" fmla="*/ 1294590 h 1451272"/>
              <a:gd name="connsiteX9" fmla="*/ 93401 w 1442460"/>
              <a:gd name="connsiteY9" fmla="*/ 1083223 h 1451272"/>
              <a:gd name="connsiteX10" fmla="*/ 1349059 w 1442460"/>
              <a:gd name="connsiteY10" fmla="*/ 1083223 h 1451272"/>
              <a:gd name="connsiteX11" fmla="*/ 1322939 w 1442460"/>
              <a:gd name="connsiteY11" fmla="*/ 1131346 h 1451272"/>
              <a:gd name="connsiteX12" fmla="*/ 1317737 w 1442460"/>
              <a:gd name="connsiteY12" fmla="*/ 1137651 h 1451272"/>
              <a:gd name="connsiteX13" fmla="*/ 124723 w 1442460"/>
              <a:gd name="connsiteY13" fmla="*/ 1137651 h 1451272"/>
              <a:gd name="connsiteX14" fmla="*/ 119521 w 1442460"/>
              <a:gd name="connsiteY14" fmla="*/ 1131346 h 1451272"/>
              <a:gd name="connsiteX15" fmla="*/ 27225 w 1442460"/>
              <a:gd name="connsiteY15" fmla="*/ 926284 h 1451272"/>
              <a:gd name="connsiteX16" fmla="*/ 1415235 w 1442460"/>
              <a:gd name="connsiteY16" fmla="*/ 926284 h 1451272"/>
              <a:gd name="connsiteX17" fmla="*/ 1398340 w 1442460"/>
              <a:gd name="connsiteY17" fmla="*/ 980712 h 1451272"/>
              <a:gd name="connsiteX18" fmla="*/ 44121 w 1442460"/>
              <a:gd name="connsiteY18" fmla="*/ 980712 h 1451272"/>
              <a:gd name="connsiteX19" fmla="*/ 0 w 1442460"/>
              <a:gd name="connsiteY19" fmla="*/ 769345 h 1451272"/>
              <a:gd name="connsiteX20" fmla="*/ 1442460 w 1442460"/>
              <a:gd name="connsiteY20" fmla="*/ 769345 h 1451272"/>
              <a:gd name="connsiteX21" fmla="*/ 1436973 w 1442460"/>
              <a:gd name="connsiteY21" fmla="*/ 823773 h 1451272"/>
              <a:gd name="connsiteX22" fmla="*/ 5487 w 1442460"/>
              <a:gd name="connsiteY22" fmla="*/ 823773 h 1451272"/>
              <a:gd name="connsiteX23" fmla="*/ 7009 w 1442460"/>
              <a:gd name="connsiteY23" fmla="*/ 612406 h 1451272"/>
              <a:gd name="connsiteX24" fmla="*/ 1435452 w 1442460"/>
              <a:gd name="connsiteY24" fmla="*/ 612406 h 1451272"/>
              <a:gd name="connsiteX25" fmla="*/ 1440939 w 1442460"/>
              <a:gd name="connsiteY25" fmla="*/ 666834 h 1451272"/>
              <a:gd name="connsiteX26" fmla="*/ 1522 w 1442460"/>
              <a:gd name="connsiteY26" fmla="*/ 666834 h 1451272"/>
              <a:gd name="connsiteX27" fmla="*/ 48806 w 1442460"/>
              <a:gd name="connsiteY27" fmla="*/ 455467 h 1451272"/>
              <a:gd name="connsiteX28" fmla="*/ 1393655 w 1442460"/>
              <a:gd name="connsiteY28" fmla="*/ 455467 h 1451272"/>
              <a:gd name="connsiteX29" fmla="*/ 1410550 w 1442460"/>
              <a:gd name="connsiteY29" fmla="*/ 509895 h 1451272"/>
              <a:gd name="connsiteX30" fmla="*/ 31911 w 1442460"/>
              <a:gd name="connsiteY30" fmla="*/ 509895 h 1451272"/>
              <a:gd name="connsiteX31" fmla="*/ 137176 w 1442460"/>
              <a:gd name="connsiteY31" fmla="*/ 298528 h 1451272"/>
              <a:gd name="connsiteX32" fmla="*/ 1305284 w 1442460"/>
              <a:gd name="connsiteY32" fmla="*/ 298528 h 1451272"/>
              <a:gd name="connsiteX33" fmla="*/ 1322939 w 1442460"/>
              <a:gd name="connsiteY33" fmla="*/ 319926 h 1451272"/>
              <a:gd name="connsiteX34" fmla="*/ 1340867 w 1442460"/>
              <a:gd name="connsiteY34" fmla="*/ 352956 h 1451272"/>
              <a:gd name="connsiteX35" fmla="*/ 101593 w 1442460"/>
              <a:gd name="connsiteY35" fmla="*/ 352956 h 1451272"/>
              <a:gd name="connsiteX36" fmla="*/ 119521 w 1442460"/>
              <a:gd name="connsiteY36" fmla="*/ 319926 h 1451272"/>
              <a:gd name="connsiteX37" fmla="*/ 294114 w 1442460"/>
              <a:gd name="connsiteY37" fmla="*/ 141589 h 1451272"/>
              <a:gd name="connsiteX38" fmla="*/ 1148347 w 1442460"/>
              <a:gd name="connsiteY38" fmla="*/ 141589 h 1451272"/>
              <a:gd name="connsiteX39" fmla="*/ 1214314 w 1442460"/>
              <a:gd name="connsiteY39" fmla="*/ 196017 h 1451272"/>
              <a:gd name="connsiteX40" fmla="*/ 228147 w 1442460"/>
              <a:gd name="connsiteY40" fmla="*/ 196017 h 1451272"/>
              <a:gd name="connsiteX41" fmla="*/ 721230 w 1442460"/>
              <a:gd name="connsiteY41" fmla="*/ 0 h 1451272"/>
              <a:gd name="connsiteX42" fmla="*/ 867471 w 1442460"/>
              <a:gd name="connsiteY42" fmla="*/ 14742 h 1451272"/>
              <a:gd name="connsiteX43" fmla="*/ 945868 w 1442460"/>
              <a:gd name="connsiteY43" fmla="*/ 39078 h 1451272"/>
              <a:gd name="connsiteX44" fmla="*/ 496593 w 1442460"/>
              <a:gd name="connsiteY44" fmla="*/ 39078 h 1451272"/>
              <a:gd name="connsiteX45" fmla="*/ 574989 w 1442460"/>
              <a:gd name="connsiteY45" fmla="*/ 14742 h 1451272"/>
              <a:gd name="connsiteX46" fmla="*/ 721230 w 1442460"/>
              <a:gd name="connsiteY46" fmla="*/ 0 h 14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42460" h="1451272">
                <a:moveTo>
                  <a:pt x="447971" y="1397101"/>
                </a:moveTo>
                <a:lnTo>
                  <a:pt x="994490" y="1397101"/>
                </a:lnTo>
                <a:lnTo>
                  <a:pt x="867471" y="1436530"/>
                </a:lnTo>
                <a:cubicBezTo>
                  <a:pt x="820234" y="1446196"/>
                  <a:pt x="771325" y="1451272"/>
                  <a:pt x="721230" y="1451272"/>
                </a:cubicBezTo>
                <a:cubicBezTo>
                  <a:pt x="671136" y="1451272"/>
                  <a:pt x="622226" y="1446196"/>
                  <a:pt x="574989" y="1436530"/>
                </a:cubicBezTo>
                <a:close/>
                <a:moveTo>
                  <a:pt x="209854" y="1240162"/>
                </a:moveTo>
                <a:lnTo>
                  <a:pt x="1232607" y="1240162"/>
                </a:lnTo>
                <a:lnTo>
                  <a:pt x="1166640" y="1294590"/>
                </a:lnTo>
                <a:lnTo>
                  <a:pt x="275821" y="1294590"/>
                </a:lnTo>
                <a:close/>
                <a:moveTo>
                  <a:pt x="93401" y="1083223"/>
                </a:moveTo>
                <a:lnTo>
                  <a:pt x="1349059" y="1083223"/>
                </a:lnTo>
                <a:lnTo>
                  <a:pt x="1322939" y="1131346"/>
                </a:lnTo>
                <a:lnTo>
                  <a:pt x="1317737" y="1137651"/>
                </a:lnTo>
                <a:lnTo>
                  <a:pt x="124723" y="1137651"/>
                </a:lnTo>
                <a:lnTo>
                  <a:pt x="119521" y="1131346"/>
                </a:lnTo>
                <a:close/>
                <a:moveTo>
                  <a:pt x="27225" y="926284"/>
                </a:moveTo>
                <a:lnTo>
                  <a:pt x="1415235" y="926284"/>
                </a:lnTo>
                <a:lnTo>
                  <a:pt x="1398340" y="980712"/>
                </a:lnTo>
                <a:lnTo>
                  <a:pt x="44121" y="980712"/>
                </a:lnTo>
                <a:close/>
                <a:moveTo>
                  <a:pt x="0" y="769345"/>
                </a:moveTo>
                <a:lnTo>
                  <a:pt x="1442460" y="769345"/>
                </a:lnTo>
                <a:lnTo>
                  <a:pt x="1436973" y="823773"/>
                </a:lnTo>
                <a:lnTo>
                  <a:pt x="5487" y="823773"/>
                </a:lnTo>
                <a:close/>
                <a:moveTo>
                  <a:pt x="7009" y="612406"/>
                </a:moveTo>
                <a:lnTo>
                  <a:pt x="1435452" y="612406"/>
                </a:lnTo>
                <a:lnTo>
                  <a:pt x="1440939" y="666834"/>
                </a:lnTo>
                <a:lnTo>
                  <a:pt x="1522" y="666834"/>
                </a:lnTo>
                <a:close/>
                <a:moveTo>
                  <a:pt x="48806" y="455467"/>
                </a:moveTo>
                <a:lnTo>
                  <a:pt x="1393655" y="455467"/>
                </a:lnTo>
                <a:lnTo>
                  <a:pt x="1410550" y="509895"/>
                </a:lnTo>
                <a:lnTo>
                  <a:pt x="31911" y="509895"/>
                </a:lnTo>
                <a:close/>
                <a:moveTo>
                  <a:pt x="137176" y="298528"/>
                </a:moveTo>
                <a:lnTo>
                  <a:pt x="1305284" y="298528"/>
                </a:lnTo>
                <a:lnTo>
                  <a:pt x="1322939" y="319926"/>
                </a:lnTo>
                <a:lnTo>
                  <a:pt x="1340867" y="352956"/>
                </a:lnTo>
                <a:lnTo>
                  <a:pt x="101593" y="352956"/>
                </a:lnTo>
                <a:lnTo>
                  <a:pt x="119521" y="319926"/>
                </a:lnTo>
                <a:close/>
                <a:moveTo>
                  <a:pt x="294114" y="141589"/>
                </a:moveTo>
                <a:lnTo>
                  <a:pt x="1148347" y="141589"/>
                </a:lnTo>
                <a:lnTo>
                  <a:pt x="1214314" y="196017"/>
                </a:lnTo>
                <a:lnTo>
                  <a:pt x="228147" y="196017"/>
                </a:lnTo>
                <a:close/>
                <a:moveTo>
                  <a:pt x="721230" y="0"/>
                </a:moveTo>
                <a:cubicBezTo>
                  <a:pt x="771325" y="0"/>
                  <a:pt x="820234" y="5076"/>
                  <a:pt x="867471" y="14742"/>
                </a:cubicBezTo>
                <a:lnTo>
                  <a:pt x="945868" y="39078"/>
                </a:lnTo>
                <a:lnTo>
                  <a:pt x="496593" y="39078"/>
                </a:lnTo>
                <a:lnTo>
                  <a:pt x="574989" y="14742"/>
                </a:lnTo>
                <a:cubicBezTo>
                  <a:pt x="622226" y="5076"/>
                  <a:pt x="671136" y="0"/>
                  <a:pt x="721230" y="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任意多边形: 形状 49"/>
          <p:cNvSpPr/>
          <p:nvPr/>
        </p:nvSpPr>
        <p:spPr>
          <a:xfrm rot="2001767">
            <a:off x="8342563" y="399356"/>
            <a:ext cx="471236" cy="474114"/>
          </a:xfrm>
          <a:custGeom>
            <a:avLst/>
            <a:gdLst>
              <a:gd name="connsiteX0" fmla="*/ 447971 w 1442460"/>
              <a:gd name="connsiteY0" fmla="*/ 1397101 h 1451272"/>
              <a:gd name="connsiteX1" fmla="*/ 994490 w 1442460"/>
              <a:gd name="connsiteY1" fmla="*/ 1397101 h 1451272"/>
              <a:gd name="connsiteX2" fmla="*/ 867471 w 1442460"/>
              <a:gd name="connsiteY2" fmla="*/ 1436530 h 1451272"/>
              <a:gd name="connsiteX3" fmla="*/ 721230 w 1442460"/>
              <a:gd name="connsiteY3" fmla="*/ 1451272 h 1451272"/>
              <a:gd name="connsiteX4" fmla="*/ 574989 w 1442460"/>
              <a:gd name="connsiteY4" fmla="*/ 1436530 h 1451272"/>
              <a:gd name="connsiteX5" fmla="*/ 209854 w 1442460"/>
              <a:gd name="connsiteY5" fmla="*/ 1240162 h 1451272"/>
              <a:gd name="connsiteX6" fmla="*/ 1232607 w 1442460"/>
              <a:gd name="connsiteY6" fmla="*/ 1240162 h 1451272"/>
              <a:gd name="connsiteX7" fmla="*/ 1166640 w 1442460"/>
              <a:gd name="connsiteY7" fmla="*/ 1294590 h 1451272"/>
              <a:gd name="connsiteX8" fmla="*/ 275821 w 1442460"/>
              <a:gd name="connsiteY8" fmla="*/ 1294590 h 1451272"/>
              <a:gd name="connsiteX9" fmla="*/ 93401 w 1442460"/>
              <a:gd name="connsiteY9" fmla="*/ 1083223 h 1451272"/>
              <a:gd name="connsiteX10" fmla="*/ 1349059 w 1442460"/>
              <a:gd name="connsiteY10" fmla="*/ 1083223 h 1451272"/>
              <a:gd name="connsiteX11" fmla="*/ 1322939 w 1442460"/>
              <a:gd name="connsiteY11" fmla="*/ 1131346 h 1451272"/>
              <a:gd name="connsiteX12" fmla="*/ 1317737 w 1442460"/>
              <a:gd name="connsiteY12" fmla="*/ 1137651 h 1451272"/>
              <a:gd name="connsiteX13" fmla="*/ 124723 w 1442460"/>
              <a:gd name="connsiteY13" fmla="*/ 1137651 h 1451272"/>
              <a:gd name="connsiteX14" fmla="*/ 119521 w 1442460"/>
              <a:gd name="connsiteY14" fmla="*/ 1131346 h 1451272"/>
              <a:gd name="connsiteX15" fmla="*/ 27225 w 1442460"/>
              <a:gd name="connsiteY15" fmla="*/ 926284 h 1451272"/>
              <a:gd name="connsiteX16" fmla="*/ 1415235 w 1442460"/>
              <a:gd name="connsiteY16" fmla="*/ 926284 h 1451272"/>
              <a:gd name="connsiteX17" fmla="*/ 1398340 w 1442460"/>
              <a:gd name="connsiteY17" fmla="*/ 980712 h 1451272"/>
              <a:gd name="connsiteX18" fmla="*/ 44121 w 1442460"/>
              <a:gd name="connsiteY18" fmla="*/ 980712 h 1451272"/>
              <a:gd name="connsiteX19" fmla="*/ 0 w 1442460"/>
              <a:gd name="connsiteY19" fmla="*/ 769345 h 1451272"/>
              <a:gd name="connsiteX20" fmla="*/ 1442460 w 1442460"/>
              <a:gd name="connsiteY20" fmla="*/ 769345 h 1451272"/>
              <a:gd name="connsiteX21" fmla="*/ 1436973 w 1442460"/>
              <a:gd name="connsiteY21" fmla="*/ 823773 h 1451272"/>
              <a:gd name="connsiteX22" fmla="*/ 5487 w 1442460"/>
              <a:gd name="connsiteY22" fmla="*/ 823773 h 1451272"/>
              <a:gd name="connsiteX23" fmla="*/ 7009 w 1442460"/>
              <a:gd name="connsiteY23" fmla="*/ 612406 h 1451272"/>
              <a:gd name="connsiteX24" fmla="*/ 1435452 w 1442460"/>
              <a:gd name="connsiteY24" fmla="*/ 612406 h 1451272"/>
              <a:gd name="connsiteX25" fmla="*/ 1440939 w 1442460"/>
              <a:gd name="connsiteY25" fmla="*/ 666834 h 1451272"/>
              <a:gd name="connsiteX26" fmla="*/ 1522 w 1442460"/>
              <a:gd name="connsiteY26" fmla="*/ 666834 h 1451272"/>
              <a:gd name="connsiteX27" fmla="*/ 48806 w 1442460"/>
              <a:gd name="connsiteY27" fmla="*/ 455467 h 1451272"/>
              <a:gd name="connsiteX28" fmla="*/ 1393655 w 1442460"/>
              <a:gd name="connsiteY28" fmla="*/ 455467 h 1451272"/>
              <a:gd name="connsiteX29" fmla="*/ 1410550 w 1442460"/>
              <a:gd name="connsiteY29" fmla="*/ 509895 h 1451272"/>
              <a:gd name="connsiteX30" fmla="*/ 31911 w 1442460"/>
              <a:gd name="connsiteY30" fmla="*/ 509895 h 1451272"/>
              <a:gd name="connsiteX31" fmla="*/ 137176 w 1442460"/>
              <a:gd name="connsiteY31" fmla="*/ 298528 h 1451272"/>
              <a:gd name="connsiteX32" fmla="*/ 1305284 w 1442460"/>
              <a:gd name="connsiteY32" fmla="*/ 298528 h 1451272"/>
              <a:gd name="connsiteX33" fmla="*/ 1322939 w 1442460"/>
              <a:gd name="connsiteY33" fmla="*/ 319926 h 1451272"/>
              <a:gd name="connsiteX34" fmla="*/ 1340867 w 1442460"/>
              <a:gd name="connsiteY34" fmla="*/ 352956 h 1451272"/>
              <a:gd name="connsiteX35" fmla="*/ 101593 w 1442460"/>
              <a:gd name="connsiteY35" fmla="*/ 352956 h 1451272"/>
              <a:gd name="connsiteX36" fmla="*/ 119521 w 1442460"/>
              <a:gd name="connsiteY36" fmla="*/ 319926 h 1451272"/>
              <a:gd name="connsiteX37" fmla="*/ 294114 w 1442460"/>
              <a:gd name="connsiteY37" fmla="*/ 141589 h 1451272"/>
              <a:gd name="connsiteX38" fmla="*/ 1148347 w 1442460"/>
              <a:gd name="connsiteY38" fmla="*/ 141589 h 1451272"/>
              <a:gd name="connsiteX39" fmla="*/ 1214314 w 1442460"/>
              <a:gd name="connsiteY39" fmla="*/ 196017 h 1451272"/>
              <a:gd name="connsiteX40" fmla="*/ 228147 w 1442460"/>
              <a:gd name="connsiteY40" fmla="*/ 196017 h 1451272"/>
              <a:gd name="connsiteX41" fmla="*/ 721230 w 1442460"/>
              <a:gd name="connsiteY41" fmla="*/ 0 h 1451272"/>
              <a:gd name="connsiteX42" fmla="*/ 867471 w 1442460"/>
              <a:gd name="connsiteY42" fmla="*/ 14742 h 1451272"/>
              <a:gd name="connsiteX43" fmla="*/ 945868 w 1442460"/>
              <a:gd name="connsiteY43" fmla="*/ 39078 h 1451272"/>
              <a:gd name="connsiteX44" fmla="*/ 496593 w 1442460"/>
              <a:gd name="connsiteY44" fmla="*/ 39078 h 1451272"/>
              <a:gd name="connsiteX45" fmla="*/ 574989 w 1442460"/>
              <a:gd name="connsiteY45" fmla="*/ 14742 h 1451272"/>
              <a:gd name="connsiteX46" fmla="*/ 721230 w 1442460"/>
              <a:gd name="connsiteY46" fmla="*/ 0 h 14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42460" h="1451272">
                <a:moveTo>
                  <a:pt x="447971" y="1397101"/>
                </a:moveTo>
                <a:lnTo>
                  <a:pt x="994490" y="1397101"/>
                </a:lnTo>
                <a:lnTo>
                  <a:pt x="867471" y="1436530"/>
                </a:lnTo>
                <a:cubicBezTo>
                  <a:pt x="820234" y="1446196"/>
                  <a:pt x="771325" y="1451272"/>
                  <a:pt x="721230" y="1451272"/>
                </a:cubicBezTo>
                <a:cubicBezTo>
                  <a:pt x="671136" y="1451272"/>
                  <a:pt x="622226" y="1446196"/>
                  <a:pt x="574989" y="1436530"/>
                </a:cubicBezTo>
                <a:close/>
                <a:moveTo>
                  <a:pt x="209854" y="1240162"/>
                </a:moveTo>
                <a:lnTo>
                  <a:pt x="1232607" y="1240162"/>
                </a:lnTo>
                <a:lnTo>
                  <a:pt x="1166640" y="1294590"/>
                </a:lnTo>
                <a:lnTo>
                  <a:pt x="275821" y="1294590"/>
                </a:lnTo>
                <a:close/>
                <a:moveTo>
                  <a:pt x="93401" y="1083223"/>
                </a:moveTo>
                <a:lnTo>
                  <a:pt x="1349059" y="1083223"/>
                </a:lnTo>
                <a:lnTo>
                  <a:pt x="1322939" y="1131346"/>
                </a:lnTo>
                <a:lnTo>
                  <a:pt x="1317737" y="1137651"/>
                </a:lnTo>
                <a:lnTo>
                  <a:pt x="124723" y="1137651"/>
                </a:lnTo>
                <a:lnTo>
                  <a:pt x="119521" y="1131346"/>
                </a:lnTo>
                <a:close/>
                <a:moveTo>
                  <a:pt x="27225" y="926284"/>
                </a:moveTo>
                <a:lnTo>
                  <a:pt x="1415235" y="926284"/>
                </a:lnTo>
                <a:lnTo>
                  <a:pt x="1398340" y="980712"/>
                </a:lnTo>
                <a:lnTo>
                  <a:pt x="44121" y="980712"/>
                </a:lnTo>
                <a:close/>
                <a:moveTo>
                  <a:pt x="0" y="769345"/>
                </a:moveTo>
                <a:lnTo>
                  <a:pt x="1442460" y="769345"/>
                </a:lnTo>
                <a:lnTo>
                  <a:pt x="1436973" y="823773"/>
                </a:lnTo>
                <a:lnTo>
                  <a:pt x="5487" y="823773"/>
                </a:lnTo>
                <a:close/>
                <a:moveTo>
                  <a:pt x="7009" y="612406"/>
                </a:moveTo>
                <a:lnTo>
                  <a:pt x="1435452" y="612406"/>
                </a:lnTo>
                <a:lnTo>
                  <a:pt x="1440939" y="666834"/>
                </a:lnTo>
                <a:lnTo>
                  <a:pt x="1522" y="666834"/>
                </a:lnTo>
                <a:close/>
                <a:moveTo>
                  <a:pt x="48806" y="455467"/>
                </a:moveTo>
                <a:lnTo>
                  <a:pt x="1393655" y="455467"/>
                </a:lnTo>
                <a:lnTo>
                  <a:pt x="1410550" y="509895"/>
                </a:lnTo>
                <a:lnTo>
                  <a:pt x="31911" y="509895"/>
                </a:lnTo>
                <a:close/>
                <a:moveTo>
                  <a:pt x="137176" y="298528"/>
                </a:moveTo>
                <a:lnTo>
                  <a:pt x="1305284" y="298528"/>
                </a:lnTo>
                <a:lnTo>
                  <a:pt x="1322939" y="319926"/>
                </a:lnTo>
                <a:lnTo>
                  <a:pt x="1340867" y="352956"/>
                </a:lnTo>
                <a:lnTo>
                  <a:pt x="101593" y="352956"/>
                </a:lnTo>
                <a:lnTo>
                  <a:pt x="119521" y="319926"/>
                </a:lnTo>
                <a:close/>
                <a:moveTo>
                  <a:pt x="294114" y="141589"/>
                </a:moveTo>
                <a:lnTo>
                  <a:pt x="1148347" y="141589"/>
                </a:lnTo>
                <a:lnTo>
                  <a:pt x="1214314" y="196017"/>
                </a:lnTo>
                <a:lnTo>
                  <a:pt x="228147" y="196017"/>
                </a:lnTo>
                <a:close/>
                <a:moveTo>
                  <a:pt x="721230" y="0"/>
                </a:moveTo>
                <a:cubicBezTo>
                  <a:pt x="771325" y="0"/>
                  <a:pt x="820234" y="5076"/>
                  <a:pt x="867471" y="14742"/>
                </a:cubicBezTo>
                <a:lnTo>
                  <a:pt x="945868" y="39078"/>
                </a:lnTo>
                <a:lnTo>
                  <a:pt x="496593" y="39078"/>
                </a:lnTo>
                <a:lnTo>
                  <a:pt x="574989" y="14742"/>
                </a:lnTo>
                <a:cubicBezTo>
                  <a:pt x="622226" y="5076"/>
                  <a:pt x="671136" y="0"/>
                  <a:pt x="721230" y="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866" y="1653394"/>
            <a:ext cx="3144268" cy="842042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 flipH="1">
            <a:off x="6362463" y="5188145"/>
            <a:ext cx="52421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电工电子教学实验中心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sp>
        <p:nvSpPr>
          <p:cNvPr id="21" name="任意多边形: 形状 2"/>
          <p:cNvSpPr/>
          <p:nvPr/>
        </p:nvSpPr>
        <p:spPr>
          <a:xfrm>
            <a:off x="-1422399" y="4104616"/>
            <a:ext cx="17613085" cy="1444704"/>
          </a:xfrm>
          <a:custGeom>
            <a:avLst/>
            <a:gdLst>
              <a:gd name="connsiteX0" fmla="*/ 0 w 15210971"/>
              <a:gd name="connsiteY0" fmla="*/ 72097 h 1444704"/>
              <a:gd name="connsiteX1" fmla="*/ 1748971 w 15210971"/>
              <a:gd name="connsiteY1" fmla="*/ 761526 h 1444704"/>
              <a:gd name="connsiteX2" fmla="*/ 3969657 w 15210971"/>
              <a:gd name="connsiteY2" fmla="*/ 188211 h 1444704"/>
              <a:gd name="connsiteX3" fmla="*/ 6328228 w 15210971"/>
              <a:gd name="connsiteY3" fmla="*/ 863126 h 1444704"/>
              <a:gd name="connsiteX4" fmla="*/ 9296400 w 15210971"/>
              <a:gd name="connsiteY4" fmla="*/ 6783 h 1444704"/>
              <a:gd name="connsiteX5" fmla="*/ 11560628 w 15210971"/>
              <a:gd name="connsiteY5" fmla="*/ 1429183 h 1444704"/>
              <a:gd name="connsiteX6" fmla="*/ 15210971 w 15210971"/>
              <a:gd name="connsiteY6" fmla="*/ 638154 h 144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0971" h="1444704">
                <a:moveTo>
                  <a:pt x="0" y="72097"/>
                </a:moveTo>
                <a:cubicBezTo>
                  <a:pt x="543681" y="407135"/>
                  <a:pt x="1087362" y="742174"/>
                  <a:pt x="1748971" y="761526"/>
                </a:cubicBezTo>
                <a:cubicBezTo>
                  <a:pt x="2410580" y="780878"/>
                  <a:pt x="3206448" y="171278"/>
                  <a:pt x="3969657" y="188211"/>
                </a:cubicBezTo>
                <a:cubicBezTo>
                  <a:pt x="4732866" y="205144"/>
                  <a:pt x="5440438" y="893364"/>
                  <a:pt x="6328228" y="863126"/>
                </a:cubicBezTo>
                <a:cubicBezTo>
                  <a:pt x="7216018" y="832888"/>
                  <a:pt x="8424333" y="-87560"/>
                  <a:pt x="9296400" y="6783"/>
                </a:cubicBezTo>
                <a:cubicBezTo>
                  <a:pt x="10168467" y="101126"/>
                  <a:pt x="10574866" y="1323955"/>
                  <a:pt x="11560628" y="1429183"/>
                </a:cubicBezTo>
                <a:cubicBezTo>
                  <a:pt x="12546390" y="1534411"/>
                  <a:pt x="13878680" y="1086282"/>
                  <a:pt x="15210971" y="638154"/>
                </a:cubicBez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: 形状 3"/>
          <p:cNvSpPr/>
          <p:nvPr/>
        </p:nvSpPr>
        <p:spPr>
          <a:xfrm>
            <a:off x="-3047999" y="4133645"/>
            <a:ext cx="17613085" cy="1444704"/>
          </a:xfrm>
          <a:custGeom>
            <a:avLst/>
            <a:gdLst>
              <a:gd name="connsiteX0" fmla="*/ 0 w 15210971"/>
              <a:gd name="connsiteY0" fmla="*/ 72097 h 1444704"/>
              <a:gd name="connsiteX1" fmla="*/ 1748971 w 15210971"/>
              <a:gd name="connsiteY1" fmla="*/ 761526 h 1444704"/>
              <a:gd name="connsiteX2" fmla="*/ 3969657 w 15210971"/>
              <a:gd name="connsiteY2" fmla="*/ 188211 h 1444704"/>
              <a:gd name="connsiteX3" fmla="*/ 6328228 w 15210971"/>
              <a:gd name="connsiteY3" fmla="*/ 863126 h 1444704"/>
              <a:gd name="connsiteX4" fmla="*/ 9296400 w 15210971"/>
              <a:gd name="connsiteY4" fmla="*/ 6783 h 1444704"/>
              <a:gd name="connsiteX5" fmla="*/ 11560628 w 15210971"/>
              <a:gd name="connsiteY5" fmla="*/ 1429183 h 1444704"/>
              <a:gd name="connsiteX6" fmla="*/ 15210971 w 15210971"/>
              <a:gd name="connsiteY6" fmla="*/ 638154 h 144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0971" h="1444704">
                <a:moveTo>
                  <a:pt x="0" y="72097"/>
                </a:moveTo>
                <a:cubicBezTo>
                  <a:pt x="543681" y="407135"/>
                  <a:pt x="1087362" y="742174"/>
                  <a:pt x="1748971" y="761526"/>
                </a:cubicBezTo>
                <a:cubicBezTo>
                  <a:pt x="2410580" y="780878"/>
                  <a:pt x="3206448" y="171278"/>
                  <a:pt x="3969657" y="188211"/>
                </a:cubicBezTo>
                <a:cubicBezTo>
                  <a:pt x="4732866" y="205144"/>
                  <a:pt x="5440438" y="893364"/>
                  <a:pt x="6328228" y="863126"/>
                </a:cubicBezTo>
                <a:cubicBezTo>
                  <a:pt x="7216018" y="832888"/>
                  <a:pt x="8424333" y="-87560"/>
                  <a:pt x="9296400" y="6783"/>
                </a:cubicBezTo>
                <a:cubicBezTo>
                  <a:pt x="10168467" y="101126"/>
                  <a:pt x="10574866" y="1323955"/>
                  <a:pt x="11560628" y="1429183"/>
                </a:cubicBezTo>
                <a:cubicBezTo>
                  <a:pt x="12546390" y="1534411"/>
                  <a:pt x="13878680" y="1086282"/>
                  <a:pt x="15210971" y="638154"/>
                </a:cubicBez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-871877" y="2044360"/>
            <a:ext cx="2976448" cy="297644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10785251" y="4148461"/>
            <a:ext cx="2976448" cy="297644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489481" y="4424051"/>
            <a:ext cx="615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XI'AN JIAOTONG UNIVERSITY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120"/>
          <p:cNvSpPr/>
          <p:nvPr/>
        </p:nvSpPr>
        <p:spPr>
          <a:xfrm rot="2001767">
            <a:off x="10937689" y="471902"/>
            <a:ext cx="979224" cy="985205"/>
          </a:xfrm>
          <a:custGeom>
            <a:avLst/>
            <a:gdLst>
              <a:gd name="connsiteX0" fmla="*/ 447971 w 1442460"/>
              <a:gd name="connsiteY0" fmla="*/ 1397101 h 1451272"/>
              <a:gd name="connsiteX1" fmla="*/ 994490 w 1442460"/>
              <a:gd name="connsiteY1" fmla="*/ 1397101 h 1451272"/>
              <a:gd name="connsiteX2" fmla="*/ 867471 w 1442460"/>
              <a:gd name="connsiteY2" fmla="*/ 1436530 h 1451272"/>
              <a:gd name="connsiteX3" fmla="*/ 721230 w 1442460"/>
              <a:gd name="connsiteY3" fmla="*/ 1451272 h 1451272"/>
              <a:gd name="connsiteX4" fmla="*/ 574989 w 1442460"/>
              <a:gd name="connsiteY4" fmla="*/ 1436530 h 1451272"/>
              <a:gd name="connsiteX5" fmla="*/ 209854 w 1442460"/>
              <a:gd name="connsiteY5" fmla="*/ 1240162 h 1451272"/>
              <a:gd name="connsiteX6" fmla="*/ 1232607 w 1442460"/>
              <a:gd name="connsiteY6" fmla="*/ 1240162 h 1451272"/>
              <a:gd name="connsiteX7" fmla="*/ 1166640 w 1442460"/>
              <a:gd name="connsiteY7" fmla="*/ 1294590 h 1451272"/>
              <a:gd name="connsiteX8" fmla="*/ 275821 w 1442460"/>
              <a:gd name="connsiteY8" fmla="*/ 1294590 h 1451272"/>
              <a:gd name="connsiteX9" fmla="*/ 93401 w 1442460"/>
              <a:gd name="connsiteY9" fmla="*/ 1083223 h 1451272"/>
              <a:gd name="connsiteX10" fmla="*/ 1349059 w 1442460"/>
              <a:gd name="connsiteY10" fmla="*/ 1083223 h 1451272"/>
              <a:gd name="connsiteX11" fmla="*/ 1322939 w 1442460"/>
              <a:gd name="connsiteY11" fmla="*/ 1131346 h 1451272"/>
              <a:gd name="connsiteX12" fmla="*/ 1317737 w 1442460"/>
              <a:gd name="connsiteY12" fmla="*/ 1137651 h 1451272"/>
              <a:gd name="connsiteX13" fmla="*/ 124723 w 1442460"/>
              <a:gd name="connsiteY13" fmla="*/ 1137651 h 1451272"/>
              <a:gd name="connsiteX14" fmla="*/ 119521 w 1442460"/>
              <a:gd name="connsiteY14" fmla="*/ 1131346 h 1451272"/>
              <a:gd name="connsiteX15" fmla="*/ 27225 w 1442460"/>
              <a:gd name="connsiteY15" fmla="*/ 926284 h 1451272"/>
              <a:gd name="connsiteX16" fmla="*/ 1415235 w 1442460"/>
              <a:gd name="connsiteY16" fmla="*/ 926284 h 1451272"/>
              <a:gd name="connsiteX17" fmla="*/ 1398340 w 1442460"/>
              <a:gd name="connsiteY17" fmla="*/ 980712 h 1451272"/>
              <a:gd name="connsiteX18" fmla="*/ 44121 w 1442460"/>
              <a:gd name="connsiteY18" fmla="*/ 980712 h 1451272"/>
              <a:gd name="connsiteX19" fmla="*/ 0 w 1442460"/>
              <a:gd name="connsiteY19" fmla="*/ 769345 h 1451272"/>
              <a:gd name="connsiteX20" fmla="*/ 1442460 w 1442460"/>
              <a:gd name="connsiteY20" fmla="*/ 769345 h 1451272"/>
              <a:gd name="connsiteX21" fmla="*/ 1436973 w 1442460"/>
              <a:gd name="connsiteY21" fmla="*/ 823773 h 1451272"/>
              <a:gd name="connsiteX22" fmla="*/ 5487 w 1442460"/>
              <a:gd name="connsiteY22" fmla="*/ 823773 h 1451272"/>
              <a:gd name="connsiteX23" fmla="*/ 7009 w 1442460"/>
              <a:gd name="connsiteY23" fmla="*/ 612406 h 1451272"/>
              <a:gd name="connsiteX24" fmla="*/ 1435452 w 1442460"/>
              <a:gd name="connsiteY24" fmla="*/ 612406 h 1451272"/>
              <a:gd name="connsiteX25" fmla="*/ 1440939 w 1442460"/>
              <a:gd name="connsiteY25" fmla="*/ 666834 h 1451272"/>
              <a:gd name="connsiteX26" fmla="*/ 1522 w 1442460"/>
              <a:gd name="connsiteY26" fmla="*/ 666834 h 1451272"/>
              <a:gd name="connsiteX27" fmla="*/ 48806 w 1442460"/>
              <a:gd name="connsiteY27" fmla="*/ 455467 h 1451272"/>
              <a:gd name="connsiteX28" fmla="*/ 1393655 w 1442460"/>
              <a:gd name="connsiteY28" fmla="*/ 455467 h 1451272"/>
              <a:gd name="connsiteX29" fmla="*/ 1410550 w 1442460"/>
              <a:gd name="connsiteY29" fmla="*/ 509895 h 1451272"/>
              <a:gd name="connsiteX30" fmla="*/ 31911 w 1442460"/>
              <a:gd name="connsiteY30" fmla="*/ 509895 h 1451272"/>
              <a:gd name="connsiteX31" fmla="*/ 137176 w 1442460"/>
              <a:gd name="connsiteY31" fmla="*/ 298528 h 1451272"/>
              <a:gd name="connsiteX32" fmla="*/ 1305284 w 1442460"/>
              <a:gd name="connsiteY32" fmla="*/ 298528 h 1451272"/>
              <a:gd name="connsiteX33" fmla="*/ 1322939 w 1442460"/>
              <a:gd name="connsiteY33" fmla="*/ 319926 h 1451272"/>
              <a:gd name="connsiteX34" fmla="*/ 1340867 w 1442460"/>
              <a:gd name="connsiteY34" fmla="*/ 352956 h 1451272"/>
              <a:gd name="connsiteX35" fmla="*/ 101593 w 1442460"/>
              <a:gd name="connsiteY35" fmla="*/ 352956 h 1451272"/>
              <a:gd name="connsiteX36" fmla="*/ 119521 w 1442460"/>
              <a:gd name="connsiteY36" fmla="*/ 319926 h 1451272"/>
              <a:gd name="connsiteX37" fmla="*/ 294114 w 1442460"/>
              <a:gd name="connsiteY37" fmla="*/ 141589 h 1451272"/>
              <a:gd name="connsiteX38" fmla="*/ 1148347 w 1442460"/>
              <a:gd name="connsiteY38" fmla="*/ 141589 h 1451272"/>
              <a:gd name="connsiteX39" fmla="*/ 1214314 w 1442460"/>
              <a:gd name="connsiteY39" fmla="*/ 196017 h 1451272"/>
              <a:gd name="connsiteX40" fmla="*/ 228147 w 1442460"/>
              <a:gd name="connsiteY40" fmla="*/ 196017 h 1451272"/>
              <a:gd name="connsiteX41" fmla="*/ 721230 w 1442460"/>
              <a:gd name="connsiteY41" fmla="*/ 0 h 1451272"/>
              <a:gd name="connsiteX42" fmla="*/ 867471 w 1442460"/>
              <a:gd name="connsiteY42" fmla="*/ 14742 h 1451272"/>
              <a:gd name="connsiteX43" fmla="*/ 945868 w 1442460"/>
              <a:gd name="connsiteY43" fmla="*/ 39078 h 1451272"/>
              <a:gd name="connsiteX44" fmla="*/ 496593 w 1442460"/>
              <a:gd name="connsiteY44" fmla="*/ 39078 h 1451272"/>
              <a:gd name="connsiteX45" fmla="*/ 574989 w 1442460"/>
              <a:gd name="connsiteY45" fmla="*/ 14742 h 1451272"/>
              <a:gd name="connsiteX46" fmla="*/ 721230 w 1442460"/>
              <a:gd name="connsiteY46" fmla="*/ 0 h 14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42460" h="1451272">
                <a:moveTo>
                  <a:pt x="447971" y="1397101"/>
                </a:moveTo>
                <a:lnTo>
                  <a:pt x="994490" y="1397101"/>
                </a:lnTo>
                <a:lnTo>
                  <a:pt x="867471" y="1436530"/>
                </a:lnTo>
                <a:cubicBezTo>
                  <a:pt x="820234" y="1446196"/>
                  <a:pt x="771325" y="1451272"/>
                  <a:pt x="721230" y="1451272"/>
                </a:cubicBezTo>
                <a:cubicBezTo>
                  <a:pt x="671136" y="1451272"/>
                  <a:pt x="622226" y="1446196"/>
                  <a:pt x="574989" y="1436530"/>
                </a:cubicBezTo>
                <a:close/>
                <a:moveTo>
                  <a:pt x="209854" y="1240162"/>
                </a:moveTo>
                <a:lnTo>
                  <a:pt x="1232607" y="1240162"/>
                </a:lnTo>
                <a:lnTo>
                  <a:pt x="1166640" y="1294590"/>
                </a:lnTo>
                <a:lnTo>
                  <a:pt x="275821" y="1294590"/>
                </a:lnTo>
                <a:close/>
                <a:moveTo>
                  <a:pt x="93401" y="1083223"/>
                </a:moveTo>
                <a:lnTo>
                  <a:pt x="1349059" y="1083223"/>
                </a:lnTo>
                <a:lnTo>
                  <a:pt x="1322939" y="1131346"/>
                </a:lnTo>
                <a:lnTo>
                  <a:pt x="1317737" y="1137651"/>
                </a:lnTo>
                <a:lnTo>
                  <a:pt x="124723" y="1137651"/>
                </a:lnTo>
                <a:lnTo>
                  <a:pt x="119521" y="1131346"/>
                </a:lnTo>
                <a:close/>
                <a:moveTo>
                  <a:pt x="27225" y="926284"/>
                </a:moveTo>
                <a:lnTo>
                  <a:pt x="1415235" y="926284"/>
                </a:lnTo>
                <a:lnTo>
                  <a:pt x="1398340" y="980712"/>
                </a:lnTo>
                <a:lnTo>
                  <a:pt x="44121" y="980712"/>
                </a:lnTo>
                <a:close/>
                <a:moveTo>
                  <a:pt x="0" y="769345"/>
                </a:moveTo>
                <a:lnTo>
                  <a:pt x="1442460" y="769345"/>
                </a:lnTo>
                <a:lnTo>
                  <a:pt x="1436973" y="823773"/>
                </a:lnTo>
                <a:lnTo>
                  <a:pt x="5487" y="823773"/>
                </a:lnTo>
                <a:close/>
                <a:moveTo>
                  <a:pt x="7009" y="612406"/>
                </a:moveTo>
                <a:lnTo>
                  <a:pt x="1435452" y="612406"/>
                </a:lnTo>
                <a:lnTo>
                  <a:pt x="1440939" y="666834"/>
                </a:lnTo>
                <a:lnTo>
                  <a:pt x="1522" y="666834"/>
                </a:lnTo>
                <a:close/>
                <a:moveTo>
                  <a:pt x="48806" y="455467"/>
                </a:moveTo>
                <a:lnTo>
                  <a:pt x="1393655" y="455467"/>
                </a:lnTo>
                <a:lnTo>
                  <a:pt x="1410550" y="509895"/>
                </a:lnTo>
                <a:lnTo>
                  <a:pt x="31911" y="509895"/>
                </a:lnTo>
                <a:close/>
                <a:moveTo>
                  <a:pt x="137176" y="298528"/>
                </a:moveTo>
                <a:lnTo>
                  <a:pt x="1305284" y="298528"/>
                </a:lnTo>
                <a:lnTo>
                  <a:pt x="1322939" y="319926"/>
                </a:lnTo>
                <a:lnTo>
                  <a:pt x="1340867" y="352956"/>
                </a:lnTo>
                <a:lnTo>
                  <a:pt x="101593" y="352956"/>
                </a:lnTo>
                <a:lnTo>
                  <a:pt x="119521" y="319926"/>
                </a:lnTo>
                <a:close/>
                <a:moveTo>
                  <a:pt x="294114" y="141589"/>
                </a:moveTo>
                <a:lnTo>
                  <a:pt x="1148347" y="141589"/>
                </a:lnTo>
                <a:lnTo>
                  <a:pt x="1214314" y="196017"/>
                </a:lnTo>
                <a:lnTo>
                  <a:pt x="228147" y="196017"/>
                </a:lnTo>
                <a:close/>
                <a:moveTo>
                  <a:pt x="721230" y="0"/>
                </a:moveTo>
                <a:cubicBezTo>
                  <a:pt x="771325" y="0"/>
                  <a:pt x="820234" y="5076"/>
                  <a:pt x="867471" y="14742"/>
                </a:cubicBezTo>
                <a:lnTo>
                  <a:pt x="945868" y="39078"/>
                </a:lnTo>
                <a:lnTo>
                  <a:pt x="496593" y="39078"/>
                </a:lnTo>
                <a:lnTo>
                  <a:pt x="574989" y="14742"/>
                </a:lnTo>
                <a:cubicBezTo>
                  <a:pt x="622226" y="5076"/>
                  <a:pt x="671136" y="0"/>
                  <a:pt x="721230" y="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128186" y="3375818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8787379" y="1478302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185"/>
          <p:cNvSpPr/>
          <p:nvPr/>
        </p:nvSpPr>
        <p:spPr>
          <a:xfrm>
            <a:off x="3805093" y="1"/>
            <a:ext cx="3968423" cy="1933574"/>
          </a:xfrm>
          <a:custGeom>
            <a:avLst/>
            <a:gdLst>
              <a:gd name="connsiteX0" fmla="*/ 0 w 3968423"/>
              <a:gd name="connsiteY0" fmla="*/ 0 h 1933574"/>
              <a:gd name="connsiteX1" fmla="*/ 3968423 w 3968423"/>
              <a:gd name="connsiteY1" fmla="*/ 0 h 1933574"/>
              <a:gd name="connsiteX2" fmla="*/ 3946431 w 3968423"/>
              <a:gd name="connsiteY2" fmla="*/ 161996 h 1933574"/>
              <a:gd name="connsiteX3" fmla="*/ 1984212 w 3968423"/>
              <a:gd name="connsiteY3" fmla="*/ 1933574 h 1933574"/>
              <a:gd name="connsiteX4" fmla="*/ 21992 w 3968423"/>
              <a:gd name="connsiteY4" fmla="*/ 161996 h 1933574"/>
              <a:gd name="connsiteX0-1" fmla="*/ 0 w 3968423"/>
              <a:gd name="connsiteY0-2" fmla="*/ 19051 h 1952625"/>
              <a:gd name="connsiteX1-3" fmla="*/ 304945 w 3968423"/>
              <a:gd name="connsiteY1-4" fmla="*/ 0 h 1952625"/>
              <a:gd name="connsiteX2-5" fmla="*/ 3968423 w 3968423"/>
              <a:gd name="connsiteY2-6" fmla="*/ 19051 h 1952625"/>
              <a:gd name="connsiteX3-7" fmla="*/ 3946431 w 3968423"/>
              <a:gd name="connsiteY3-8" fmla="*/ 181047 h 1952625"/>
              <a:gd name="connsiteX4-9" fmla="*/ 1984212 w 3968423"/>
              <a:gd name="connsiteY4-10" fmla="*/ 1952625 h 1952625"/>
              <a:gd name="connsiteX5" fmla="*/ 21992 w 3968423"/>
              <a:gd name="connsiteY5" fmla="*/ 181047 h 1952625"/>
              <a:gd name="connsiteX6" fmla="*/ 0 w 3968423"/>
              <a:gd name="connsiteY6" fmla="*/ 19051 h 1952625"/>
              <a:gd name="connsiteX0-11" fmla="*/ 0 w 3968423"/>
              <a:gd name="connsiteY0-12" fmla="*/ 0 h 1933574"/>
              <a:gd name="connsiteX1-13" fmla="*/ 3968423 w 3968423"/>
              <a:gd name="connsiteY1-14" fmla="*/ 0 h 1933574"/>
              <a:gd name="connsiteX2-15" fmla="*/ 3946431 w 3968423"/>
              <a:gd name="connsiteY2-16" fmla="*/ 161996 h 1933574"/>
              <a:gd name="connsiteX3-17" fmla="*/ 1984212 w 3968423"/>
              <a:gd name="connsiteY3-18" fmla="*/ 1933574 h 1933574"/>
              <a:gd name="connsiteX4-19" fmla="*/ 21992 w 3968423"/>
              <a:gd name="connsiteY4-20" fmla="*/ 161996 h 1933574"/>
              <a:gd name="connsiteX5-21" fmla="*/ 0 w 3968423"/>
              <a:gd name="connsiteY5-22" fmla="*/ 0 h 1933574"/>
              <a:gd name="connsiteX0-23" fmla="*/ 0 w 3968423"/>
              <a:gd name="connsiteY0-24" fmla="*/ 14289 h 1947863"/>
              <a:gd name="connsiteX1-25" fmla="*/ 328757 w 3968423"/>
              <a:gd name="connsiteY1-26" fmla="*/ 0 h 1947863"/>
              <a:gd name="connsiteX2-27" fmla="*/ 3968423 w 3968423"/>
              <a:gd name="connsiteY2-28" fmla="*/ 14289 h 1947863"/>
              <a:gd name="connsiteX3-29" fmla="*/ 3946431 w 3968423"/>
              <a:gd name="connsiteY3-30" fmla="*/ 176285 h 1947863"/>
              <a:gd name="connsiteX4-31" fmla="*/ 1984212 w 3968423"/>
              <a:gd name="connsiteY4-32" fmla="*/ 1947863 h 1947863"/>
              <a:gd name="connsiteX5-33" fmla="*/ 21992 w 3968423"/>
              <a:gd name="connsiteY5-34" fmla="*/ 176285 h 1947863"/>
              <a:gd name="connsiteX6-35" fmla="*/ 0 w 3968423"/>
              <a:gd name="connsiteY6-36" fmla="*/ 14289 h 1947863"/>
              <a:gd name="connsiteX0-37" fmla="*/ 328757 w 3968423"/>
              <a:gd name="connsiteY0-38" fmla="*/ 0 h 1947863"/>
              <a:gd name="connsiteX1-39" fmla="*/ 3968423 w 3968423"/>
              <a:gd name="connsiteY1-40" fmla="*/ 14289 h 1947863"/>
              <a:gd name="connsiteX2-41" fmla="*/ 3946431 w 3968423"/>
              <a:gd name="connsiteY2-42" fmla="*/ 176285 h 1947863"/>
              <a:gd name="connsiteX3-43" fmla="*/ 1984212 w 3968423"/>
              <a:gd name="connsiteY3-44" fmla="*/ 1947863 h 1947863"/>
              <a:gd name="connsiteX4-45" fmla="*/ 21992 w 3968423"/>
              <a:gd name="connsiteY4-46" fmla="*/ 176285 h 1947863"/>
              <a:gd name="connsiteX5-47" fmla="*/ 0 w 3968423"/>
              <a:gd name="connsiteY5-48" fmla="*/ 14289 h 1947863"/>
              <a:gd name="connsiteX6-49" fmla="*/ 420197 w 3968423"/>
              <a:gd name="connsiteY6-50" fmla="*/ 91440 h 1947863"/>
              <a:gd name="connsiteX0-51" fmla="*/ 328757 w 3968423"/>
              <a:gd name="connsiteY0-52" fmla="*/ 0 h 1947863"/>
              <a:gd name="connsiteX1-53" fmla="*/ 3968423 w 3968423"/>
              <a:gd name="connsiteY1-54" fmla="*/ 14289 h 1947863"/>
              <a:gd name="connsiteX2-55" fmla="*/ 3946431 w 3968423"/>
              <a:gd name="connsiteY2-56" fmla="*/ 176285 h 1947863"/>
              <a:gd name="connsiteX3-57" fmla="*/ 1984212 w 3968423"/>
              <a:gd name="connsiteY3-58" fmla="*/ 1947863 h 1947863"/>
              <a:gd name="connsiteX4-59" fmla="*/ 21992 w 3968423"/>
              <a:gd name="connsiteY4-60" fmla="*/ 176285 h 1947863"/>
              <a:gd name="connsiteX5-61" fmla="*/ 0 w 3968423"/>
              <a:gd name="connsiteY5-62" fmla="*/ 14289 h 1947863"/>
              <a:gd name="connsiteX0-63" fmla="*/ 3968423 w 3968423"/>
              <a:gd name="connsiteY0-64" fmla="*/ 0 h 1933574"/>
              <a:gd name="connsiteX1-65" fmla="*/ 3946431 w 3968423"/>
              <a:gd name="connsiteY1-66" fmla="*/ 161996 h 1933574"/>
              <a:gd name="connsiteX2-67" fmla="*/ 1984212 w 3968423"/>
              <a:gd name="connsiteY2-68" fmla="*/ 1933574 h 1933574"/>
              <a:gd name="connsiteX3-69" fmla="*/ 21992 w 3968423"/>
              <a:gd name="connsiteY3-70" fmla="*/ 161996 h 1933574"/>
              <a:gd name="connsiteX4-71" fmla="*/ 0 w 3968423"/>
              <a:gd name="connsiteY4-72" fmla="*/ 0 h 19335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968423" h="1933574">
                <a:moveTo>
                  <a:pt x="3968423" y="0"/>
                </a:moveTo>
                <a:lnTo>
                  <a:pt x="3946431" y="161996"/>
                </a:lnTo>
                <a:cubicBezTo>
                  <a:pt x="3764638" y="1172055"/>
                  <a:pt x="2955217" y="1933574"/>
                  <a:pt x="1984212" y="1933574"/>
                </a:cubicBezTo>
                <a:cubicBezTo>
                  <a:pt x="1013203" y="1933574"/>
                  <a:pt x="203783" y="1172055"/>
                  <a:pt x="21992" y="161996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186"/>
          <p:cNvSpPr/>
          <p:nvPr/>
        </p:nvSpPr>
        <p:spPr>
          <a:xfrm>
            <a:off x="4414949" y="1"/>
            <a:ext cx="3901235" cy="1719263"/>
          </a:xfrm>
          <a:custGeom>
            <a:avLst/>
            <a:gdLst>
              <a:gd name="connsiteX0" fmla="*/ 0 w 3901235"/>
              <a:gd name="connsiteY0" fmla="*/ 0 h 1719263"/>
              <a:gd name="connsiteX1" fmla="*/ 3901235 w 3901235"/>
              <a:gd name="connsiteY1" fmla="*/ 0 h 1719263"/>
              <a:gd name="connsiteX2" fmla="*/ 3871510 w 3901235"/>
              <a:gd name="connsiteY2" fmla="*/ 134033 h 1719263"/>
              <a:gd name="connsiteX3" fmla="*/ 1950618 w 3901235"/>
              <a:gd name="connsiteY3" fmla="*/ 1719263 h 1719263"/>
              <a:gd name="connsiteX4" fmla="*/ 29725 w 3901235"/>
              <a:gd name="connsiteY4" fmla="*/ 134033 h 1719263"/>
              <a:gd name="connsiteX0-1" fmla="*/ 0 w 3901235"/>
              <a:gd name="connsiteY0-2" fmla="*/ 4764 h 1724027"/>
              <a:gd name="connsiteX1-3" fmla="*/ 971439 w 3901235"/>
              <a:gd name="connsiteY1-4" fmla="*/ 0 h 1724027"/>
              <a:gd name="connsiteX2-5" fmla="*/ 3901235 w 3901235"/>
              <a:gd name="connsiteY2-6" fmla="*/ 4764 h 1724027"/>
              <a:gd name="connsiteX3-7" fmla="*/ 3871510 w 3901235"/>
              <a:gd name="connsiteY3-8" fmla="*/ 138797 h 1724027"/>
              <a:gd name="connsiteX4-9" fmla="*/ 1950618 w 3901235"/>
              <a:gd name="connsiteY4-10" fmla="*/ 1724027 h 1724027"/>
              <a:gd name="connsiteX5" fmla="*/ 29725 w 3901235"/>
              <a:gd name="connsiteY5" fmla="*/ 138797 h 1724027"/>
              <a:gd name="connsiteX6" fmla="*/ 0 w 3901235"/>
              <a:gd name="connsiteY6" fmla="*/ 4764 h 1724027"/>
              <a:gd name="connsiteX0-11" fmla="*/ 971439 w 3901235"/>
              <a:gd name="connsiteY0-12" fmla="*/ 0 h 1724027"/>
              <a:gd name="connsiteX1-13" fmla="*/ 3901235 w 3901235"/>
              <a:gd name="connsiteY1-14" fmla="*/ 4764 h 1724027"/>
              <a:gd name="connsiteX2-15" fmla="*/ 3871510 w 3901235"/>
              <a:gd name="connsiteY2-16" fmla="*/ 138797 h 1724027"/>
              <a:gd name="connsiteX3-17" fmla="*/ 1950618 w 3901235"/>
              <a:gd name="connsiteY3-18" fmla="*/ 1724027 h 1724027"/>
              <a:gd name="connsiteX4-19" fmla="*/ 29725 w 3901235"/>
              <a:gd name="connsiteY4-20" fmla="*/ 138797 h 1724027"/>
              <a:gd name="connsiteX5-21" fmla="*/ 0 w 3901235"/>
              <a:gd name="connsiteY5-22" fmla="*/ 4764 h 1724027"/>
              <a:gd name="connsiteX6-23" fmla="*/ 1062879 w 3901235"/>
              <a:gd name="connsiteY6-24" fmla="*/ 91440 h 1724027"/>
              <a:gd name="connsiteX0-25" fmla="*/ 971439 w 3901235"/>
              <a:gd name="connsiteY0-26" fmla="*/ 0 h 1724027"/>
              <a:gd name="connsiteX1-27" fmla="*/ 3901235 w 3901235"/>
              <a:gd name="connsiteY1-28" fmla="*/ 4764 h 1724027"/>
              <a:gd name="connsiteX2-29" fmla="*/ 3871510 w 3901235"/>
              <a:gd name="connsiteY2-30" fmla="*/ 138797 h 1724027"/>
              <a:gd name="connsiteX3-31" fmla="*/ 1950618 w 3901235"/>
              <a:gd name="connsiteY3-32" fmla="*/ 1724027 h 1724027"/>
              <a:gd name="connsiteX4-33" fmla="*/ 29725 w 3901235"/>
              <a:gd name="connsiteY4-34" fmla="*/ 138797 h 1724027"/>
              <a:gd name="connsiteX5-35" fmla="*/ 0 w 3901235"/>
              <a:gd name="connsiteY5-36" fmla="*/ 4764 h 1724027"/>
              <a:gd name="connsiteX0-37" fmla="*/ 3901235 w 3901235"/>
              <a:gd name="connsiteY0-38" fmla="*/ 0 h 1719263"/>
              <a:gd name="connsiteX1-39" fmla="*/ 3871510 w 3901235"/>
              <a:gd name="connsiteY1-40" fmla="*/ 134033 h 1719263"/>
              <a:gd name="connsiteX2-41" fmla="*/ 1950618 w 3901235"/>
              <a:gd name="connsiteY2-42" fmla="*/ 1719263 h 1719263"/>
              <a:gd name="connsiteX3-43" fmla="*/ 29725 w 3901235"/>
              <a:gd name="connsiteY3-44" fmla="*/ 134033 h 1719263"/>
              <a:gd name="connsiteX4-45" fmla="*/ 0 w 3901235"/>
              <a:gd name="connsiteY4-46" fmla="*/ 0 h 17192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901235" h="1719263">
                <a:moveTo>
                  <a:pt x="3901235" y="0"/>
                </a:moveTo>
                <a:lnTo>
                  <a:pt x="3871510" y="134033"/>
                </a:lnTo>
                <a:cubicBezTo>
                  <a:pt x="3629235" y="1049959"/>
                  <a:pt x="2860935" y="1719263"/>
                  <a:pt x="1950618" y="1719263"/>
                </a:cubicBezTo>
                <a:cubicBezTo>
                  <a:pt x="1040298" y="1719263"/>
                  <a:pt x="271998" y="1049959"/>
                  <a:pt x="29725" y="134033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rgbClr val="AC4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87"/>
          <p:cNvSpPr/>
          <p:nvPr/>
        </p:nvSpPr>
        <p:spPr>
          <a:xfrm>
            <a:off x="4294786" y="0"/>
            <a:ext cx="3592905" cy="1725984"/>
          </a:xfrm>
          <a:custGeom>
            <a:avLst/>
            <a:gdLst>
              <a:gd name="connsiteX0" fmla="*/ 0 w 3592905"/>
              <a:gd name="connsiteY0" fmla="*/ 0 h 1725984"/>
              <a:gd name="connsiteX1" fmla="*/ 3592905 w 3592905"/>
              <a:gd name="connsiteY1" fmla="*/ 0 h 1725984"/>
              <a:gd name="connsiteX2" fmla="*/ 3587358 w 3592905"/>
              <a:gd name="connsiteY2" fmla="*/ 109844 h 1725984"/>
              <a:gd name="connsiteX3" fmla="*/ 1796452 w 3592905"/>
              <a:gd name="connsiteY3" fmla="*/ 1725984 h 1725984"/>
              <a:gd name="connsiteX4" fmla="*/ 5547 w 3592905"/>
              <a:gd name="connsiteY4" fmla="*/ 109844 h 172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2905" h="1725984">
                <a:moveTo>
                  <a:pt x="0" y="0"/>
                </a:moveTo>
                <a:lnTo>
                  <a:pt x="3592905" y="0"/>
                </a:lnTo>
                <a:lnTo>
                  <a:pt x="3587358" y="109844"/>
                </a:lnTo>
                <a:cubicBezTo>
                  <a:pt x="3495170" y="1017606"/>
                  <a:pt x="2728536" y="1725984"/>
                  <a:pt x="1796452" y="1725984"/>
                </a:cubicBezTo>
                <a:cubicBezTo>
                  <a:pt x="864368" y="1725984"/>
                  <a:pt x="97735" y="1017606"/>
                  <a:pt x="5547" y="109844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5423012" y="298047"/>
            <a:ext cx="1336454" cy="1005661"/>
            <a:chOff x="5378243" y="298047"/>
            <a:chExt cx="1336454" cy="1005661"/>
          </a:xfrm>
        </p:grpSpPr>
        <p:sp>
          <p:nvSpPr>
            <p:cNvPr id="13" name="矩形 12"/>
            <p:cNvSpPr/>
            <p:nvPr/>
          </p:nvSpPr>
          <p:spPr>
            <a:xfrm>
              <a:off x="5378243" y="298047"/>
              <a:ext cx="764954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>
                <a:defRPr/>
              </a:pPr>
              <a:r>
                <a:rPr lang="zh-CN" altLang="en-US" sz="4400" b="1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目</a:t>
              </a:r>
              <a:endParaRPr lang="zh-CN" altLang="en-US" sz="44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949743" y="534267"/>
              <a:ext cx="764954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>
                <a:defRPr/>
              </a:pPr>
              <a:r>
                <a:rPr lang="zh-CN" altLang="en-US" sz="4400" b="1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录</a:t>
              </a:r>
              <a:endParaRPr lang="zh-CN" altLang="en-US" sz="44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 flipV="1">
              <a:off x="5603081" y="1001316"/>
              <a:ext cx="279797" cy="21550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6210300" y="379810"/>
              <a:ext cx="279797" cy="21550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椭圆 16"/>
          <p:cNvSpPr/>
          <p:nvPr/>
        </p:nvSpPr>
        <p:spPr>
          <a:xfrm>
            <a:off x="4218102" y="1144930"/>
            <a:ext cx="140946" cy="140946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2661711" y="3885405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205739" y="4626269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310764" y="4454819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8527841" y="4241738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9702501" y="2873716"/>
            <a:ext cx="452100" cy="4521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10594052" y="4395158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85" y="5064690"/>
            <a:ext cx="1846202" cy="1855326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5789304" y="2582157"/>
            <a:ext cx="3968423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zh-CN" altLang="en-US" sz="2400" b="1" dirty="0"/>
              <a:t>实验目的</a:t>
            </a:r>
            <a:endParaRPr lang="zh-CN" altLang="en-US" sz="2400" spc="2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4802177" y="2462998"/>
            <a:ext cx="741318" cy="719742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802177" y="4252359"/>
            <a:ext cx="741318" cy="719742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4802177" y="5125054"/>
            <a:ext cx="741318" cy="719742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742869" y="5262775"/>
            <a:ext cx="151836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zh-CN" altLang="en-US" sz="2400" spc="200" dirty="0">
                <a:latin typeface="黑体" panose="02010609060101010101" charset="-122"/>
                <a:ea typeface="黑体" panose="02010609060101010101" charset="-122"/>
              </a:rPr>
              <a:t>实验内容</a:t>
            </a:r>
            <a:endParaRPr lang="zh-CN" altLang="en-US" sz="2400" spc="2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738782" y="4377406"/>
            <a:ext cx="151836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zh-CN" altLang="en-US" sz="2400" spc="200" dirty="0">
                <a:latin typeface="黑体" panose="02010609060101010101" charset="-122"/>
                <a:ea typeface="黑体" panose="02010609060101010101" charset="-122"/>
              </a:rPr>
              <a:t>实验原理</a:t>
            </a:r>
            <a:endParaRPr lang="zh-CN" altLang="en-US" sz="2400" spc="2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789304" y="3507980"/>
            <a:ext cx="3968423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zh-CN" altLang="en-US" sz="2400" b="1" dirty="0"/>
              <a:t>实验背景</a:t>
            </a:r>
            <a:endParaRPr lang="zh-CN" altLang="en-US" sz="2400" spc="2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802177" y="3388821"/>
            <a:ext cx="741318" cy="719742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/>
          <p:cNvGrpSpPr/>
          <p:nvPr/>
        </p:nvGrpSpPr>
        <p:grpSpPr>
          <a:xfrm>
            <a:off x="6262928" y="266844"/>
            <a:ext cx="5233747" cy="330008"/>
            <a:chOff x="5025390" y="266844"/>
            <a:chExt cx="6259830" cy="330008"/>
          </a:xfrm>
        </p:grpSpPr>
        <p:cxnSp>
          <p:nvCxnSpPr>
            <p:cNvPr id="73" name="直接连接符 72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0" y="266844"/>
            <a:ext cx="487680" cy="330008"/>
            <a:chOff x="5025390" y="266844"/>
            <a:chExt cx="6259830" cy="330008"/>
          </a:xfrm>
        </p:grpSpPr>
        <p:cxnSp>
          <p:nvCxnSpPr>
            <p:cNvPr id="79" name="直接连接符 78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4252" y="168275"/>
            <a:ext cx="520700" cy="5207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87680" y="105459"/>
            <a:ext cx="757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</a:t>
            </a:r>
            <a:r>
              <a:rPr lang="en-US" altLang="zh-CN" sz="3600" b="1" dirty="0"/>
              <a:t>.</a:t>
            </a:r>
            <a:r>
              <a:rPr lang="zh-CN" altLang="en-US" sz="3600" b="1" dirty="0"/>
              <a:t> 实验目的</a:t>
            </a:r>
            <a:endParaRPr lang="zh-CN" altLang="en-US" sz="3600" b="1" dirty="0"/>
          </a:p>
        </p:txBody>
      </p:sp>
      <p:sp>
        <p:nvSpPr>
          <p:cNvPr id="25" name="矩形 24"/>
          <p:cNvSpPr/>
          <p:nvPr/>
        </p:nvSpPr>
        <p:spPr>
          <a:xfrm>
            <a:off x="795053" y="1513241"/>
            <a:ext cx="11129129" cy="2595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30B695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深入理解电磁感应、安培力等理论在电磁炮发射场景中的实际应用，增强学生对相关理论知识的理解与运用能力。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30B695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学习使用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ANSYS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软件对电磁炮的发射过程进行建模、仿真与分析。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30B695"/>
              </a:buClr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800" b="1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研究多级电磁发射</a:t>
            </a:r>
            <a:r>
              <a:rPr lang="zh-CN" altLang="en-US" sz="2800" b="1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线圈的建模分析过程。</a:t>
            </a:r>
            <a:endParaRPr lang="en-US" altLang="zh-CN" sz="2800" b="1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32715" y="6343650"/>
            <a:ext cx="83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3/23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/>
          <p:cNvGrpSpPr/>
          <p:nvPr/>
        </p:nvGrpSpPr>
        <p:grpSpPr>
          <a:xfrm>
            <a:off x="6262928" y="266844"/>
            <a:ext cx="5233747" cy="330008"/>
            <a:chOff x="5025390" y="266844"/>
            <a:chExt cx="6259830" cy="330008"/>
          </a:xfrm>
        </p:grpSpPr>
        <p:cxnSp>
          <p:nvCxnSpPr>
            <p:cNvPr id="73" name="直接连接符 72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0" y="266844"/>
            <a:ext cx="487680" cy="330008"/>
            <a:chOff x="5025390" y="266844"/>
            <a:chExt cx="6259830" cy="330008"/>
          </a:xfrm>
        </p:grpSpPr>
        <p:cxnSp>
          <p:nvCxnSpPr>
            <p:cNvPr id="79" name="直接连接符 78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4252" y="168275"/>
            <a:ext cx="520700" cy="5207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87680" y="105459"/>
            <a:ext cx="757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二</a:t>
            </a:r>
            <a:r>
              <a:rPr lang="en-US" altLang="zh-CN" sz="3600" b="1" dirty="0"/>
              <a:t>.</a:t>
            </a:r>
            <a:r>
              <a:rPr lang="zh-CN" altLang="en-US" sz="3600" b="1" dirty="0"/>
              <a:t> 实验背景</a:t>
            </a:r>
            <a:endParaRPr lang="zh-CN" altLang="en-US" sz="3600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11232715" y="6343650"/>
            <a:ext cx="83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4/23</a:t>
            </a:r>
            <a:endParaRPr lang="zh-CN" altLang="en-US" dirty="0"/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2"/>
          <a:srcRect b="8001"/>
          <a:stretch>
            <a:fillRect/>
          </a:stretch>
        </p:blipFill>
        <p:spPr>
          <a:xfrm>
            <a:off x="333928" y="2027081"/>
            <a:ext cx="2742973" cy="216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" name="文本框 48"/>
          <p:cNvSpPr txBox="1"/>
          <p:nvPr/>
        </p:nvSpPr>
        <p:spPr>
          <a:xfrm>
            <a:off x="3236497" y="2064339"/>
            <a:ext cx="12087225" cy="19708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传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统火炮：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射程射速受限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：受弹道学和火药能量的限制，火炮射程射速有限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易磨损、耗能高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：传统火炮消耗化学能源发射，部件受磨损，易出现损坏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动能损失大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：火炮发射产生热量废气，导致动能损失，影响射击精度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存在安全隐患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：使用火药等易燃易爆的弹药，存在安全隐患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01" y="4457107"/>
            <a:ext cx="2743200" cy="19396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" name="文本框 52"/>
          <p:cNvSpPr txBox="1"/>
          <p:nvPr/>
        </p:nvSpPr>
        <p:spPr>
          <a:xfrm>
            <a:off x="3236498" y="4416756"/>
            <a:ext cx="8621801" cy="20093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电磁炮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理论初速度不受限制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 电磁力加速抛射物，实现更高初速度，提高射程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存储使用安全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 无需使用危险的火药或其他燃料，使存储使用更加安全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能量利用率高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 电能直接转化动能，而不是浪费在废气烟雾等造成损失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精准稳定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：后坐力小，速度快，具有较好的射击精度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87680" y="913761"/>
            <a:ext cx="11450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电磁发射技术是运用洛伦兹力将弹丸加速至超高速的技术，最先被运用在电磁炮上，现今被广泛应用在国防、航天和民用领域。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/>
          <p:cNvGrpSpPr/>
          <p:nvPr/>
        </p:nvGrpSpPr>
        <p:grpSpPr>
          <a:xfrm>
            <a:off x="6262928" y="266844"/>
            <a:ext cx="5233747" cy="330008"/>
            <a:chOff x="5025390" y="266844"/>
            <a:chExt cx="6259830" cy="330008"/>
          </a:xfrm>
        </p:grpSpPr>
        <p:cxnSp>
          <p:nvCxnSpPr>
            <p:cNvPr id="73" name="直接连接符 72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0" y="266844"/>
            <a:ext cx="487680" cy="330008"/>
            <a:chOff x="5025390" y="266844"/>
            <a:chExt cx="6259830" cy="330008"/>
          </a:xfrm>
        </p:grpSpPr>
        <p:cxnSp>
          <p:nvCxnSpPr>
            <p:cNvPr id="79" name="直接连接符 78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4252" y="168275"/>
            <a:ext cx="520700" cy="52070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87680" y="105459"/>
            <a:ext cx="757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三</a:t>
            </a:r>
            <a:r>
              <a:rPr lang="en-US" altLang="zh-CN" sz="3600" b="1" dirty="0"/>
              <a:t>.</a:t>
            </a:r>
            <a:r>
              <a:rPr lang="zh-CN" altLang="en-US" sz="3600" b="1" dirty="0"/>
              <a:t> 实验原理</a:t>
            </a:r>
            <a:endParaRPr lang="zh-CN" altLang="en-US" sz="3600" b="1" dirty="0"/>
          </a:p>
        </p:txBody>
      </p:sp>
      <p:sp>
        <p:nvSpPr>
          <p:cNvPr id="35" name="文本框 1"/>
          <p:cNvSpPr txBox="1"/>
          <p:nvPr/>
        </p:nvSpPr>
        <p:spPr>
          <a:xfrm>
            <a:off x="11291972" y="6320393"/>
            <a:ext cx="83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5/23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65520" y="968299"/>
            <a:ext cx="10363200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电磁炮是基于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DeepSeek-CJK-patch"/>
              </a:rPr>
              <a:t>电磁力（洛伦兹力）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加速弹丸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,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电容瞬间放电，产生脉冲电流，从而产生强大磁场，炮弹收到洛伦兹力被发射出去。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412259" y="3600139"/>
            <a:ext cx="6230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小型电磁炮系统原理图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534" y="1957592"/>
            <a:ext cx="6949657" cy="160324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" t="26856" r="4079" b="38692"/>
          <a:stretch>
            <a:fillRect/>
          </a:stretch>
        </p:blipFill>
        <p:spPr>
          <a:xfrm>
            <a:off x="3994353" y="4582425"/>
            <a:ext cx="1930572" cy="112582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6" t="28143" r="514" b="27141"/>
          <a:stretch>
            <a:fillRect/>
          </a:stretch>
        </p:blipFill>
        <p:spPr>
          <a:xfrm>
            <a:off x="6301465" y="4588742"/>
            <a:ext cx="1761221" cy="1125828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2044157" y="5979206"/>
            <a:ext cx="8170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升压模块                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1000uF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电容                线圈和炮弹（钢）              无锁开关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91450" y="4327227"/>
            <a:ext cx="1751325" cy="1557845"/>
            <a:chOff x="957736" y="4028453"/>
            <a:chExt cx="1751325" cy="1557845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8" t="29347" r="1162" b="28215"/>
            <a:stretch>
              <a:fillRect/>
            </a:stretch>
          </p:blipFill>
          <p:spPr>
            <a:xfrm>
              <a:off x="957736" y="4028453"/>
              <a:ext cx="1607784" cy="1535953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1476161" y="4664520"/>
              <a:ext cx="605731" cy="17009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384663" y="5316583"/>
              <a:ext cx="1145177" cy="170098"/>
            </a:xfrm>
            <a:prstGeom prst="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386300" y="5216966"/>
              <a:ext cx="3227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√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858542" y="4496845"/>
            <a:ext cx="1951011" cy="1374207"/>
            <a:chOff x="1858542" y="4496845"/>
            <a:chExt cx="1951011" cy="1374207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" t="31476" r="2467" b="18529"/>
            <a:stretch>
              <a:fillRect/>
            </a:stretch>
          </p:blipFill>
          <p:spPr>
            <a:xfrm>
              <a:off x="1858542" y="4582425"/>
              <a:ext cx="1755127" cy="1208595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1888515" y="4523479"/>
              <a:ext cx="566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IN+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869853" y="5494196"/>
              <a:ext cx="566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IN-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2905150" y="4496845"/>
              <a:ext cx="8372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OUT+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2972270" y="5501720"/>
              <a:ext cx="8372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OUT-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430530" y="877570"/>
            <a:ext cx="11340465" cy="332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实测任务：</a:t>
            </a:r>
            <a:endParaRPr lang="en-US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(1)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面包板上搭建硬件电路，观察炮弹过程，将炮弹放在线圈不同位置，观察发射距离变化情况。</a:t>
            </a:r>
            <a:endParaRPr lang="en-US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仿真任务：</a:t>
            </a:r>
            <a:endParaRPr lang="en-US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）根据学习文档学习在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ANSYS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建立电磁炮模型，进行仿真分析，研究炮弹发射过程。</a:t>
            </a:r>
            <a:endParaRPr lang="en-US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（线圈采用铜（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copper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）线绕制，内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外直径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1.2cm/1.8cm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，长度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2.3cm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，匝数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77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；炮弹质量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2g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，材料为铁（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iron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），直径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0.4cm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，长度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1.2cm 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。充电电容值为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1000uF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，最大电压值为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100V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。）</a:t>
            </a:r>
            <a:endParaRPr lang="en-US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）在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ANSYS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中建立多级线圈加速的模型，分析多级线圈加速模型。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6262928" y="266844"/>
            <a:ext cx="5233747" cy="330008"/>
            <a:chOff x="5025390" y="266844"/>
            <a:chExt cx="6259830" cy="330008"/>
          </a:xfrm>
        </p:grpSpPr>
        <p:cxnSp>
          <p:nvCxnSpPr>
            <p:cNvPr id="73" name="直接连接符 72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0" y="266844"/>
            <a:ext cx="487680" cy="330008"/>
            <a:chOff x="5025390" y="266844"/>
            <a:chExt cx="6259830" cy="330008"/>
          </a:xfrm>
        </p:grpSpPr>
        <p:cxnSp>
          <p:nvCxnSpPr>
            <p:cNvPr id="79" name="直接连接符 78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4252" y="168275"/>
            <a:ext cx="520700" cy="52070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87680" y="105459"/>
            <a:ext cx="757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四</a:t>
            </a:r>
            <a:r>
              <a:rPr lang="en-US" altLang="zh-CN" sz="3600" b="1" dirty="0"/>
              <a:t>.</a:t>
            </a:r>
            <a:r>
              <a:rPr lang="zh-CN" altLang="en-US" sz="3600" b="1" dirty="0"/>
              <a:t> 实验内容</a:t>
            </a:r>
            <a:endParaRPr lang="zh-CN" altLang="en-US" sz="3600" b="1" dirty="0"/>
          </a:p>
        </p:txBody>
      </p:sp>
      <p:sp>
        <p:nvSpPr>
          <p:cNvPr id="35" name="文本框 1"/>
          <p:cNvSpPr txBox="1"/>
          <p:nvPr/>
        </p:nvSpPr>
        <p:spPr>
          <a:xfrm>
            <a:off x="11291972" y="6320393"/>
            <a:ext cx="83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6/23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83" y="4206408"/>
            <a:ext cx="3735153" cy="248331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825" y="4154918"/>
            <a:ext cx="3253147" cy="26515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/>
          <p:cNvGrpSpPr/>
          <p:nvPr/>
        </p:nvGrpSpPr>
        <p:grpSpPr>
          <a:xfrm>
            <a:off x="6262928" y="266844"/>
            <a:ext cx="5233747" cy="330008"/>
            <a:chOff x="5025390" y="266844"/>
            <a:chExt cx="6259830" cy="330008"/>
          </a:xfrm>
        </p:grpSpPr>
        <p:cxnSp>
          <p:nvCxnSpPr>
            <p:cNvPr id="73" name="直接连接符 72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0" y="266844"/>
            <a:ext cx="487680" cy="330008"/>
            <a:chOff x="5025390" y="266844"/>
            <a:chExt cx="6259830" cy="330008"/>
          </a:xfrm>
        </p:grpSpPr>
        <p:cxnSp>
          <p:nvCxnSpPr>
            <p:cNvPr id="79" name="直接连接符 78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4252" y="168275"/>
            <a:ext cx="520700" cy="5207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87680" y="105459"/>
            <a:ext cx="6255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六</a:t>
            </a:r>
            <a:r>
              <a:rPr lang="en-US" altLang="zh-CN" sz="3600" b="1" dirty="0"/>
              <a:t>.</a:t>
            </a:r>
            <a:r>
              <a:rPr lang="zh-CN" altLang="en-US" sz="3600" b="1" dirty="0"/>
              <a:t>实验及报告要求</a:t>
            </a:r>
            <a:endParaRPr lang="zh-CN" altLang="en-US" sz="3600" b="1" dirty="0"/>
          </a:p>
        </p:txBody>
      </p:sp>
      <p:sp>
        <p:nvSpPr>
          <p:cNvPr id="60" name="Rectangle 5"/>
          <p:cNvSpPr>
            <a:spLocks noChangeArrowheads="1"/>
          </p:cNvSpPr>
          <p:nvPr/>
        </p:nvSpPr>
        <p:spPr bwMode="auto">
          <a:xfrm>
            <a:off x="875197" y="1375647"/>
            <a:ext cx="11620165" cy="617477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0000CC"/>
              </a:buClr>
            </a:pPr>
            <a:r>
              <a:rPr lang="zh-CN" altLang="en-US" sz="2600" b="1" dirty="0">
                <a:solidFill>
                  <a:srgbClr val="0000CC"/>
                </a:solidFill>
                <a:latin typeface="微软雅黑" panose="020B0503020204020204" charset="-122"/>
                <a:ea typeface="宋体" panose="02010600030101010101" pitchFamily="2" charset="-122"/>
              </a:rPr>
              <a:t>实验分组：一人一组</a:t>
            </a:r>
            <a:endParaRPr lang="en-US" altLang="zh-CN" sz="2600" b="1" dirty="0">
              <a:solidFill>
                <a:srgbClr val="0000CC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  <p:sp>
        <p:nvSpPr>
          <p:cNvPr id="61" name="Rectangle 5"/>
          <p:cNvSpPr>
            <a:spLocks noChangeArrowheads="1"/>
          </p:cNvSpPr>
          <p:nvPr/>
        </p:nvSpPr>
        <p:spPr bwMode="auto">
          <a:xfrm>
            <a:off x="875197" y="2416939"/>
            <a:ext cx="11620165" cy="181780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0000CC"/>
              </a:buClr>
            </a:pPr>
            <a:r>
              <a:rPr lang="zh-CN" altLang="en-US" sz="2600" b="1" dirty="0">
                <a:solidFill>
                  <a:srgbClr val="0000CC"/>
                </a:solidFill>
                <a:latin typeface="微软雅黑" panose="020B0503020204020204" charset="-122"/>
                <a:ea typeface="宋体" panose="02010600030101010101" pitchFamily="2" charset="-122"/>
              </a:rPr>
              <a:t>实验报告要求：</a:t>
            </a:r>
            <a:endParaRPr lang="en-US" altLang="zh-CN" sz="2600" b="1" dirty="0">
              <a:solidFill>
                <a:srgbClr val="0000CC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Clr>
                <a:srgbClr val="0000CC"/>
              </a:buClr>
              <a:buAutoNum type="arabicPeriod"/>
            </a:pPr>
            <a:r>
              <a:rPr lang="zh-CN" altLang="en-US" sz="2600" b="1" dirty="0">
                <a:solidFill>
                  <a:srgbClr val="0000CC"/>
                </a:solidFill>
                <a:latin typeface="微软雅黑" panose="020B0503020204020204" charset="-122"/>
                <a:ea typeface="宋体" panose="02010600030101010101" pitchFamily="2" charset="-122"/>
              </a:rPr>
              <a:t>实验报告上所有任务填写完整。</a:t>
            </a:r>
            <a:endParaRPr lang="en-US" altLang="zh-CN" sz="2600" b="1" dirty="0">
              <a:solidFill>
                <a:srgbClr val="0000CC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Clr>
                <a:srgbClr val="0000CC"/>
              </a:buClr>
              <a:buAutoNum type="arabicPeriod"/>
            </a:pPr>
            <a:r>
              <a:rPr lang="zh-CN" altLang="en-US" sz="2600" b="1" dirty="0">
                <a:solidFill>
                  <a:srgbClr val="0000CC"/>
                </a:solidFill>
                <a:latin typeface="微软雅黑" panose="020B0503020204020204" charset="-122"/>
                <a:ea typeface="宋体" panose="02010600030101010101" pitchFamily="2" charset="-122"/>
              </a:rPr>
              <a:t>实验结束</a:t>
            </a:r>
            <a:r>
              <a:rPr lang="en-US" altLang="zh-CN" sz="2600" b="1" dirty="0">
                <a:solidFill>
                  <a:srgbClr val="0000CC"/>
                </a:solidFill>
                <a:latin typeface="微软雅黑" panose="020B0503020204020204" charset="-122"/>
                <a:ea typeface="宋体" panose="02010600030101010101" pitchFamily="2" charset="-122"/>
              </a:rPr>
              <a:t>1</a:t>
            </a:r>
            <a:r>
              <a:rPr lang="zh-CN" altLang="en-US" sz="2600" b="1" dirty="0">
                <a:solidFill>
                  <a:srgbClr val="0000CC"/>
                </a:solidFill>
                <a:latin typeface="微软雅黑" panose="020B0503020204020204" charset="-122"/>
                <a:ea typeface="宋体" panose="02010600030101010101" pitchFamily="2" charset="-122"/>
              </a:rPr>
              <a:t>周内将报告提交超星学习通。</a:t>
            </a:r>
            <a:endParaRPr lang="zh-CN" altLang="en-US" sz="2600" b="1" dirty="0">
              <a:solidFill>
                <a:srgbClr val="0000CC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  <p:sp>
        <p:nvSpPr>
          <p:cNvPr id="20" name="文本框 1"/>
          <p:cNvSpPr txBox="1"/>
          <p:nvPr/>
        </p:nvSpPr>
        <p:spPr>
          <a:xfrm>
            <a:off x="11291972" y="6320393"/>
            <a:ext cx="83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22/26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2"/>
          <p:cNvSpPr/>
          <p:nvPr/>
        </p:nvSpPr>
        <p:spPr>
          <a:xfrm>
            <a:off x="-1422399" y="3780766"/>
            <a:ext cx="17613085" cy="1444704"/>
          </a:xfrm>
          <a:custGeom>
            <a:avLst/>
            <a:gdLst>
              <a:gd name="connsiteX0" fmla="*/ 0 w 15210971"/>
              <a:gd name="connsiteY0" fmla="*/ 72097 h 1444704"/>
              <a:gd name="connsiteX1" fmla="*/ 1748971 w 15210971"/>
              <a:gd name="connsiteY1" fmla="*/ 761526 h 1444704"/>
              <a:gd name="connsiteX2" fmla="*/ 3969657 w 15210971"/>
              <a:gd name="connsiteY2" fmla="*/ 188211 h 1444704"/>
              <a:gd name="connsiteX3" fmla="*/ 6328228 w 15210971"/>
              <a:gd name="connsiteY3" fmla="*/ 863126 h 1444704"/>
              <a:gd name="connsiteX4" fmla="*/ 9296400 w 15210971"/>
              <a:gd name="connsiteY4" fmla="*/ 6783 h 1444704"/>
              <a:gd name="connsiteX5" fmla="*/ 11560628 w 15210971"/>
              <a:gd name="connsiteY5" fmla="*/ 1429183 h 1444704"/>
              <a:gd name="connsiteX6" fmla="*/ 15210971 w 15210971"/>
              <a:gd name="connsiteY6" fmla="*/ 638154 h 144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0971" h="1444704">
                <a:moveTo>
                  <a:pt x="0" y="72097"/>
                </a:moveTo>
                <a:cubicBezTo>
                  <a:pt x="543681" y="407135"/>
                  <a:pt x="1087362" y="742174"/>
                  <a:pt x="1748971" y="761526"/>
                </a:cubicBezTo>
                <a:cubicBezTo>
                  <a:pt x="2410580" y="780878"/>
                  <a:pt x="3206448" y="171278"/>
                  <a:pt x="3969657" y="188211"/>
                </a:cubicBezTo>
                <a:cubicBezTo>
                  <a:pt x="4732866" y="205144"/>
                  <a:pt x="5440438" y="893364"/>
                  <a:pt x="6328228" y="863126"/>
                </a:cubicBezTo>
                <a:cubicBezTo>
                  <a:pt x="7216018" y="832888"/>
                  <a:pt x="8424333" y="-87560"/>
                  <a:pt x="9296400" y="6783"/>
                </a:cubicBezTo>
                <a:cubicBezTo>
                  <a:pt x="10168467" y="101126"/>
                  <a:pt x="10574866" y="1323955"/>
                  <a:pt x="11560628" y="1429183"/>
                </a:cubicBezTo>
                <a:cubicBezTo>
                  <a:pt x="12546390" y="1534411"/>
                  <a:pt x="13878680" y="1086282"/>
                  <a:pt x="15210971" y="638154"/>
                </a:cubicBez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: 形状 3"/>
          <p:cNvSpPr/>
          <p:nvPr/>
        </p:nvSpPr>
        <p:spPr>
          <a:xfrm>
            <a:off x="-3047999" y="3809795"/>
            <a:ext cx="17613085" cy="1444704"/>
          </a:xfrm>
          <a:custGeom>
            <a:avLst/>
            <a:gdLst>
              <a:gd name="connsiteX0" fmla="*/ 0 w 15210971"/>
              <a:gd name="connsiteY0" fmla="*/ 72097 h 1444704"/>
              <a:gd name="connsiteX1" fmla="*/ 1748971 w 15210971"/>
              <a:gd name="connsiteY1" fmla="*/ 761526 h 1444704"/>
              <a:gd name="connsiteX2" fmla="*/ 3969657 w 15210971"/>
              <a:gd name="connsiteY2" fmla="*/ 188211 h 1444704"/>
              <a:gd name="connsiteX3" fmla="*/ 6328228 w 15210971"/>
              <a:gd name="connsiteY3" fmla="*/ 863126 h 1444704"/>
              <a:gd name="connsiteX4" fmla="*/ 9296400 w 15210971"/>
              <a:gd name="connsiteY4" fmla="*/ 6783 h 1444704"/>
              <a:gd name="connsiteX5" fmla="*/ 11560628 w 15210971"/>
              <a:gd name="connsiteY5" fmla="*/ 1429183 h 1444704"/>
              <a:gd name="connsiteX6" fmla="*/ 15210971 w 15210971"/>
              <a:gd name="connsiteY6" fmla="*/ 638154 h 144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0971" h="1444704">
                <a:moveTo>
                  <a:pt x="0" y="72097"/>
                </a:moveTo>
                <a:cubicBezTo>
                  <a:pt x="543681" y="407135"/>
                  <a:pt x="1087362" y="742174"/>
                  <a:pt x="1748971" y="761526"/>
                </a:cubicBezTo>
                <a:cubicBezTo>
                  <a:pt x="2410580" y="780878"/>
                  <a:pt x="3206448" y="171278"/>
                  <a:pt x="3969657" y="188211"/>
                </a:cubicBezTo>
                <a:cubicBezTo>
                  <a:pt x="4732866" y="205144"/>
                  <a:pt x="5440438" y="893364"/>
                  <a:pt x="6328228" y="863126"/>
                </a:cubicBezTo>
                <a:cubicBezTo>
                  <a:pt x="7216018" y="832888"/>
                  <a:pt x="8424333" y="-87560"/>
                  <a:pt x="9296400" y="6783"/>
                </a:cubicBezTo>
                <a:cubicBezTo>
                  <a:pt x="10168467" y="101126"/>
                  <a:pt x="10574866" y="1323955"/>
                  <a:pt x="11560628" y="1429183"/>
                </a:cubicBezTo>
                <a:cubicBezTo>
                  <a:pt x="12546390" y="1534411"/>
                  <a:pt x="13878680" y="1086282"/>
                  <a:pt x="15210971" y="638154"/>
                </a:cubicBez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10761323" y="1202532"/>
            <a:ext cx="389278" cy="38927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2826799" y="2753052"/>
            <a:ext cx="65384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谢谢您的聆听</a:t>
            </a:r>
            <a:endParaRPr lang="zh-CN" altLang="en-US" sz="60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2694741" y="3233939"/>
            <a:ext cx="194120" cy="1941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2501709" y="3286582"/>
            <a:ext cx="94318" cy="9431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9311862" y="3222590"/>
            <a:ext cx="194120" cy="1941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9595972" y="3275233"/>
            <a:ext cx="94318" cy="9431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-871877" y="2044360"/>
            <a:ext cx="2976448" cy="297644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3344523" y="817902"/>
            <a:ext cx="356620" cy="3566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1646350" y="5476986"/>
            <a:ext cx="603363" cy="603363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10333151" y="3059454"/>
            <a:ext cx="452100" cy="452100"/>
          </a:xfrm>
          <a:prstGeom prst="ellipse">
            <a:avLst/>
          </a:prstGeom>
          <a:solidFill>
            <a:schemeClr val="bg1"/>
          </a:solidFill>
          <a:ln>
            <a:solidFill>
              <a:srgbClr val="AC4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2190637" y="1558131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787379" y="1478302"/>
            <a:ext cx="153420" cy="1534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7"/>
          <p:cNvSpPr/>
          <p:nvPr/>
        </p:nvSpPr>
        <p:spPr>
          <a:xfrm rot="2001767">
            <a:off x="10705817" y="1962311"/>
            <a:ext cx="979224" cy="985205"/>
          </a:xfrm>
          <a:custGeom>
            <a:avLst/>
            <a:gdLst>
              <a:gd name="connsiteX0" fmla="*/ 447971 w 1442460"/>
              <a:gd name="connsiteY0" fmla="*/ 1397101 h 1451272"/>
              <a:gd name="connsiteX1" fmla="*/ 994490 w 1442460"/>
              <a:gd name="connsiteY1" fmla="*/ 1397101 h 1451272"/>
              <a:gd name="connsiteX2" fmla="*/ 867471 w 1442460"/>
              <a:gd name="connsiteY2" fmla="*/ 1436530 h 1451272"/>
              <a:gd name="connsiteX3" fmla="*/ 721230 w 1442460"/>
              <a:gd name="connsiteY3" fmla="*/ 1451272 h 1451272"/>
              <a:gd name="connsiteX4" fmla="*/ 574989 w 1442460"/>
              <a:gd name="connsiteY4" fmla="*/ 1436530 h 1451272"/>
              <a:gd name="connsiteX5" fmla="*/ 209854 w 1442460"/>
              <a:gd name="connsiteY5" fmla="*/ 1240162 h 1451272"/>
              <a:gd name="connsiteX6" fmla="*/ 1232607 w 1442460"/>
              <a:gd name="connsiteY6" fmla="*/ 1240162 h 1451272"/>
              <a:gd name="connsiteX7" fmla="*/ 1166640 w 1442460"/>
              <a:gd name="connsiteY7" fmla="*/ 1294590 h 1451272"/>
              <a:gd name="connsiteX8" fmla="*/ 275821 w 1442460"/>
              <a:gd name="connsiteY8" fmla="*/ 1294590 h 1451272"/>
              <a:gd name="connsiteX9" fmla="*/ 93401 w 1442460"/>
              <a:gd name="connsiteY9" fmla="*/ 1083223 h 1451272"/>
              <a:gd name="connsiteX10" fmla="*/ 1349059 w 1442460"/>
              <a:gd name="connsiteY10" fmla="*/ 1083223 h 1451272"/>
              <a:gd name="connsiteX11" fmla="*/ 1322939 w 1442460"/>
              <a:gd name="connsiteY11" fmla="*/ 1131346 h 1451272"/>
              <a:gd name="connsiteX12" fmla="*/ 1317737 w 1442460"/>
              <a:gd name="connsiteY12" fmla="*/ 1137651 h 1451272"/>
              <a:gd name="connsiteX13" fmla="*/ 124723 w 1442460"/>
              <a:gd name="connsiteY13" fmla="*/ 1137651 h 1451272"/>
              <a:gd name="connsiteX14" fmla="*/ 119521 w 1442460"/>
              <a:gd name="connsiteY14" fmla="*/ 1131346 h 1451272"/>
              <a:gd name="connsiteX15" fmla="*/ 27225 w 1442460"/>
              <a:gd name="connsiteY15" fmla="*/ 926284 h 1451272"/>
              <a:gd name="connsiteX16" fmla="*/ 1415235 w 1442460"/>
              <a:gd name="connsiteY16" fmla="*/ 926284 h 1451272"/>
              <a:gd name="connsiteX17" fmla="*/ 1398340 w 1442460"/>
              <a:gd name="connsiteY17" fmla="*/ 980712 h 1451272"/>
              <a:gd name="connsiteX18" fmla="*/ 44121 w 1442460"/>
              <a:gd name="connsiteY18" fmla="*/ 980712 h 1451272"/>
              <a:gd name="connsiteX19" fmla="*/ 0 w 1442460"/>
              <a:gd name="connsiteY19" fmla="*/ 769345 h 1451272"/>
              <a:gd name="connsiteX20" fmla="*/ 1442460 w 1442460"/>
              <a:gd name="connsiteY20" fmla="*/ 769345 h 1451272"/>
              <a:gd name="connsiteX21" fmla="*/ 1436973 w 1442460"/>
              <a:gd name="connsiteY21" fmla="*/ 823773 h 1451272"/>
              <a:gd name="connsiteX22" fmla="*/ 5487 w 1442460"/>
              <a:gd name="connsiteY22" fmla="*/ 823773 h 1451272"/>
              <a:gd name="connsiteX23" fmla="*/ 7009 w 1442460"/>
              <a:gd name="connsiteY23" fmla="*/ 612406 h 1451272"/>
              <a:gd name="connsiteX24" fmla="*/ 1435452 w 1442460"/>
              <a:gd name="connsiteY24" fmla="*/ 612406 h 1451272"/>
              <a:gd name="connsiteX25" fmla="*/ 1440939 w 1442460"/>
              <a:gd name="connsiteY25" fmla="*/ 666834 h 1451272"/>
              <a:gd name="connsiteX26" fmla="*/ 1522 w 1442460"/>
              <a:gd name="connsiteY26" fmla="*/ 666834 h 1451272"/>
              <a:gd name="connsiteX27" fmla="*/ 48806 w 1442460"/>
              <a:gd name="connsiteY27" fmla="*/ 455467 h 1451272"/>
              <a:gd name="connsiteX28" fmla="*/ 1393655 w 1442460"/>
              <a:gd name="connsiteY28" fmla="*/ 455467 h 1451272"/>
              <a:gd name="connsiteX29" fmla="*/ 1410550 w 1442460"/>
              <a:gd name="connsiteY29" fmla="*/ 509895 h 1451272"/>
              <a:gd name="connsiteX30" fmla="*/ 31911 w 1442460"/>
              <a:gd name="connsiteY30" fmla="*/ 509895 h 1451272"/>
              <a:gd name="connsiteX31" fmla="*/ 137176 w 1442460"/>
              <a:gd name="connsiteY31" fmla="*/ 298528 h 1451272"/>
              <a:gd name="connsiteX32" fmla="*/ 1305284 w 1442460"/>
              <a:gd name="connsiteY32" fmla="*/ 298528 h 1451272"/>
              <a:gd name="connsiteX33" fmla="*/ 1322939 w 1442460"/>
              <a:gd name="connsiteY33" fmla="*/ 319926 h 1451272"/>
              <a:gd name="connsiteX34" fmla="*/ 1340867 w 1442460"/>
              <a:gd name="connsiteY34" fmla="*/ 352956 h 1451272"/>
              <a:gd name="connsiteX35" fmla="*/ 101593 w 1442460"/>
              <a:gd name="connsiteY35" fmla="*/ 352956 h 1451272"/>
              <a:gd name="connsiteX36" fmla="*/ 119521 w 1442460"/>
              <a:gd name="connsiteY36" fmla="*/ 319926 h 1451272"/>
              <a:gd name="connsiteX37" fmla="*/ 294114 w 1442460"/>
              <a:gd name="connsiteY37" fmla="*/ 141589 h 1451272"/>
              <a:gd name="connsiteX38" fmla="*/ 1148347 w 1442460"/>
              <a:gd name="connsiteY38" fmla="*/ 141589 h 1451272"/>
              <a:gd name="connsiteX39" fmla="*/ 1214314 w 1442460"/>
              <a:gd name="connsiteY39" fmla="*/ 196017 h 1451272"/>
              <a:gd name="connsiteX40" fmla="*/ 228147 w 1442460"/>
              <a:gd name="connsiteY40" fmla="*/ 196017 h 1451272"/>
              <a:gd name="connsiteX41" fmla="*/ 721230 w 1442460"/>
              <a:gd name="connsiteY41" fmla="*/ 0 h 1451272"/>
              <a:gd name="connsiteX42" fmla="*/ 867471 w 1442460"/>
              <a:gd name="connsiteY42" fmla="*/ 14742 h 1451272"/>
              <a:gd name="connsiteX43" fmla="*/ 945868 w 1442460"/>
              <a:gd name="connsiteY43" fmla="*/ 39078 h 1451272"/>
              <a:gd name="connsiteX44" fmla="*/ 496593 w 1442460"/>
              <a:gd name="connsiteY44" fmla="*/ 39078 h 1451272"/>
              <a:gd name="connsiteX45" fmla="*/ 574989 w 1442460"/>
              <a:gd name="connsiteY45" fmla="*/ 14742 h 1451272"/>
              <a:gd name="connsiteX46" fmla="*/ 721230 w 1442460"/>
              <a:gd name="connsiteY46" fmla="*/ 0 h 14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42460" h="1451272">
                <a:moveTo>
                  <a:pt x="447971" y="1397101"/>
                </a:moveTo>
                <a:lnTo>
                  <a:pt x="994490" y="1397101"/>
                </a:lnTo>
                <a:lnTo>
                  <a:pt x="867471" y="1436530"/>
                </a:lnTo>
                <a:cubicBezTo>
                  <a:pt x="820234" y="1446196"/>
                  <a:pt x="771325" y="1451272"/>
                  <a:pt x="721230" y="1451272"/>
                </a:cubicBezTo>
                <a:cubicBezTo>
                  <a:pt x="671136" y="1451272"/>
                  <a:pt x="622226" y="1446196"/>
                  <a:pt x="574989" y="1436530"/>
                </a:cubicBezTo>
                <a:close/>
                <a:moveTo>
                  <a:pt x="209854" y="1240162"/>
                </a:moveTo>
                <a:lnTo>
                  <a:pt x="1232607" y="1240162"/>
                </a:lnTo>
                <a:lnTo>
                  <a:pt x="1166640" y="1294590"/>
                </a:lnTo>
                <a:lnTo>
                  <a:pt x="275821" y="1294590"/>
                </a:lnTo>
                <a:close/>
                <a:moveTo>
                  <a:pt x="93401" y="1083223"/>
                </a:moveTo>
                <a:lnTo>
                  <a:pt x="1349059" y="1083223"/>
                </a:lnTo>
                <a:lnTo>
                  <a:pt x="1322939" y="1131346"/>
                </a:lnTo>
                <a:lnTo>
                  <a:pt x="1317737" y="1137651"/>
                </a:lnTo>
                <a:lnTo>
                  <a:pt x="124723" y="1137651"/>
                </a:lnTo>
                <a:lnTo>
                  <a:pt x="119521" y="1131346"/>
                </a:lnTo>
                <a:close/>
                <a:moveTo>
                  <a:pt x="27225" y="926284"/>
                </a:moveTo>
                <a:lnTo>
                  <a:pt x="1415235" y="926284"/>
                </a:lnTo>
                <a:lnTo>
                  <a:pt x="1398340" y="980712"/>
                </a:lnTo>
                <a:lnTo>
                  <a:pt x="44121" y="980712"/>
                </a:lnTo>
                <a:close/>
                <a:moveTo>
                  <a:pt x="0" y="769345"/>
                </a:moveTo>
                <a:lnTo>
                  <a:pt x="1442460" y="769345"/>
                </a:lnTo>
                <a:lnTo>
                  <a:pt x="1436973" y="823773"/>
                </a:lnTo>
                <a:lnTo>
                  <a:pt x="5487" y="823773"/>
                </a:lnTo>
                <a:close/>
                <a:moveTo>
                  <a:pt x="7009" y="612406"/>
                </a:moveTo>
                <a:lnTo>
                  <a:pt x="1435452" y="612406"/>
                </a:lnTo>
                <a:lnTo>
                  <a:pt x="1440939" y="666834"/>
                </a:lnTo>
                <a:lnTo>
                  <a:pt x="1522" y="666834"/>
                </a:lnTo>
                <a:close/>
                <a:moveTo>
                  <a:pt x="48806" y="455467"/>
                </a:moveTo>
                <a:lnTo>
                  <a:pt x="1393655" y="455467"/>
                </a:lnTo>
                <a:lnTo>
                  <a:pt x="1410550" y="509895"/>
                </a:lnTo>
                <a:lnTo>
                  <a:pt x="31911" y="509895"/>
                </a:lnTo>
                <a:close/>
                <a:moveTo>
                  <a:pt x="137176" y="298528"/>
                </a:moveTo>
                <a:lnTo>
                  <a:pt x="1305284" y="298528"/>
                </a:lnTo>
                <a:lnTo>
                  <a:pt x="1322939" y="319926"/>
                </a:lnTo>
                <a:lnTo>
                  <a:pt x="1340867" y="352956"/>
                </a:lnTo>
                <a:lnTo>
                  <a:pt x="101593" y="352956"/>
                </a:lnTo>
                <a:lnTo>
                  <a:pt x="119521" y="319926"/>
                </a:lnTo>
                <a:close/>
                <a:moveTo>
                  <a:pt x="294114" y="141589"/>
                </a:moveTo>
                <a:lnTo>
                  <a:pt x="1148347" y="141589"/>
                </a:lnTo>
                <a:lnTo>
                  <a:pt x="1214314" y="196017"/>
                </a:lnTo>
                <a:lnTo>
                  <a:pt x="228147" y="196017"/>
                </a:lnTo>
                <a:close/>
                <a:moveTo>
                  <a:pt x="721230" y="0"/>
                </a:moveTo>
                <a:cubicBezTo>
                  <a:pt x="771325" y="0"/>
                  <a:pt x="820234" y="5076"/>
                  <a:pt x="867471" y="14742"/>
                </a:cubicBezTo>
                <a:lnTo>
                  <a:pt x="945868" y="39078"/>
                </a:lnTo>
                <a:lnTo>
                  <a:pt x="496593" y="39078"/>
                </a:lnTo>
                <a:lnTo>
                  <a:pt x="574989" y="14742"/>
                </a:lnTo>
                <a:cubicBezTo>
                  <a:pt x="622226" y="5076"/>
                  <a:pt x="671136" y="0"/>
                  <a:pt x="721230" y="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任意多边形: 形状 49"/>
          <p:cNvSpPr/>
          <p:nvPr/>
        </p:nvSpPr>
        <p:spPr>
          <a:xfrm rot="2001767">
            <a:off x="8342563" y="399356"/>
            <a:ext cx="471236" cy="474114"/>
          </a:xfrm>
          <a:custGeom>
            <a:avLst/>
            <a:gdLst>
              <a:gd name="connsiteX0" fmla="*/ 447971 w 1442460"/>
              <a:gd name="connsiteY0" fmla="*/ 1397101 h 1451272"/>
              <a:gd name="connsiteX1" fmla="*/ 994490 w 1442460"/>
              <a:gd name="connsiteY1" fmla="*/ 1397101 h 1451272"/>
              <a:gd name="connsiteX2" fmla="*/ 867471 w 1442460"/>
              <a:gd name="connsiteY2" fmla="*/ 1436530 h 1451272"/>
              <a:gd name="connsiteX3" fmla="*/ 721230 w 1442460"/>
              <a:gd name="connsiteY3" fmla="*/ 1451272 h 1451272"/>
              <a:gd name="connsiteX4" fmla="*/ 574989 w 1442460"/>
              <a:gd name="connsiteY4" fmla="*/ 1436530 h 1451272"/>
              <a:gd name="connsiteX5" fmla="*/ 209854 w 1442460"/>
              <a:gd name="connsiteY5" fmla="*/ 1240162 h 1451272"/>
              <a:gd name="connsiteX6" fmla="*/ 1232607 w 1442460"/>
              <a:gd name="connsiteY6" fmla="*/ 1240162 h 1451272"/>
              <a:gd name="connsiteX7" fmla="*/ 1166640 w 1442460"/>
              <a:gd name="connsiteY7" fmla="*/ 1294590 h 1451272"/>
              <a:gd name="connsiteX8" fmla="*/ 275821 w 1442460"/>
              <a:gd name="connsiteY8" fmla="*/ 1294590 h 1451272"/>
              <a:gd name="connsiteX9" fmla="*/ 93401 w 1442460"/>
              <a:gd name="connsiteY9" fmla="*/ 1083223 h 1451272"/>
              <a:gd name="connsiteX10" fmla="*/ 1349059 w 1442460"/>
              <a:gd name="connsiteY10" fmla="*/ 1083223 h 1451272"/>
              <a:gd name="connsiteX11" fmla="*/ 1322939 w 1442460"/>
              <a:gd name="connsiteY11" fmla="*/ 1131346 h 1451272"/>
              <a:gd name="connsiteX12" fmla="*/ 1317737 w 1442460"/>
              <a:gd name="connsiteY12" fmla="*/ 1137651 h 1451272"/>
              <a:gd name="connsiteX13" fmla="*/ 124723 w 1442460"/>
              <a:gd name="connsiteY13" fmla="*/ 1137651 h 1451272"/>
              <a:gd name="connsiteX14" fmla="*/ 119521 w 1442460"/>
              <a:gd name="connsiteY14" fmla="*/ 1131346 h 1451272"/>
              <a:gd name="connsiteX15" fmla="*/ 27225 w 1442460"/>
              <a:gd name="connsiteY15" fmla="*/ 926284 h 1451272"/>
              <a:gd name="connsiteX16" fmla="*/ 1415235 w 1442460"/>
              <a:gd name="connsiteY16" fmla="*/ 926284 h 1451272"/>
              <a:gd name="connsiteX17" fmla="*/ 1398340 w 1442460"/>
              <a:gd name="connsiteY17" fmla="*/ 980712 h 1451272"/>
              <a:gd name="connsiteX18" fmla="*/ 44121 w 1442460"/>
              <a:gd name="connsiteY18" fmla="*/ 980712 h 1451272"/>
              <a:gd name="connsiteX19" fmla="*/ 0 w 1442460"/>
              <a:gd name="connsiteY19" fmla="*/ 769345 h 1451272"/>
              <a:gd name="connsiteX20" fmla="*/ 1442460 w 1442460"/>
              <a:gd name="connsiteY20" fmla="*/ 769345 h 1451272"/>
              <a:gd name="connsiteX21" fmla="*/ 1436973 w 1442460"/>
              <a:gd name="connsiteY21" fmla="*/ 823773 h 1451272"/>
              <a:gd name="connsiteX22" fmla="*/ 5487 w 1442460"/>
              <a:gd name="connsiteY22" fmla="*/ 823773 h 1451272"/>
              <a:gd name="connsiteX23" fmla="*/ 7009 w 1442460"/>
              <a:gd name="connsiteY23" fmla="*/ 612406 h 1451272"/>
              <a:gd name="connsiteX24" fmla="*/ 1435452 w 1442460"/>
              <a:gd name="connsiteY24" fmla="*/ 612406 h 1451272"/>
              <a:gd name="connsiteX25" fmla="*/ 1440939 w 1442460"/>
              <a:gd name="connsiteY25" fmla="*/ 666834 h 1451272"/>
              <a:gd name="connsiteX26" fmla="*/ 1522 w 1442460"/>
              <a:gd name="connsiteY26" fmla="*/ 666834 h 1451272"/>
              <a:gd name="connsiteX27" fmla="*/ 48806 w 1442460"/>
              <a:gd name="connsiteY27" fmla="*/ 455467 h 1451272"/>
              <a:gd name="connsiteX28" fmla="*/ 1393655 w 1442460"/>
              <a:gd name="connsiteY28" fmla="*/ 455467 h 1451272"/>
              <a:gd name="connsiteX29" fmla="*/ 1410550 w 1442460"/>
              <a:gd name="connsiteY29" fmla="*/ 509895 h 1451272"/>
              <a:gd name="connsiteX30" fmla="*/ 31911 w 1442460"/>
              <a:gd name="connsiteY30" fmla="*/ 509895 h 1451272"/>
              <a:gd name="connsiteX31" fmla="*/ 137176 w 1442460"/>
              <a:gd name="connsiteY31" fmla="*/ 298528 h 1451272"/>
              <a:gd name="connsiteX32" fmla="*/ 1305284 w 1442460"/>
              <a:gd name="connsiteY32" fmla="*/ 298528 h 1451272"/>
              <a:gd name="connsiteX33" fmla="*/ 1322939 w 1442460"/>
              <a:gd name="connsiteY33" fmla="*/ 319926 h 1451272"/>
              <a:gd name="connsiteX34" fmla="*/ 1340867 w 1442460"/>
              <a:gd name="connsiteY34" fmla="*/ 352956 h 1451272"/>
              <a:gd name="connsiteX35" fmla="*/ 101593 w 1442460"/>
              <a:gd name="connsiteY35" fmla="*/ 352956 h 1451272"/>
              <a:gd name="connsiteX36" fmla="*/ 119521 w 1442460"/>
              <a:gd name="connsiteY36" fmla="*/ 319926 h 1451272"/>
              <a:gd name="connsiteX37" fmla="*/ 294114 w 1442460"/>
              <a:gd name="connsiteY37" fmla="*/ 141589 h 1451272"/>
              <a:gd name="connsiteX38" fmla="*/ 1148347 w 1442460"/>
              <a:gd name="connsiteY38" fmla="*/ 141589 h 1451272"/>
              <a:gd name="connsiteX39" fmla="*/ 1214314 w 1442460"/>
              <a:gd name="connsiteY39" fmla="*/ 196017 h 1451272"/>
              <a:gd name="connsiteX40" fmla="*/ 228147 w 1442460"/>
              <a:gd name="connsiteY40" fmla="*/ 196017 h 1451272"/>
              <a:gd name="connsiteX41" fmla="*/ 721230 w 1442460"/>
              <a:gd name="connsiteY41" fmla="*/ 0 h 1451272"/>
              <a:gd name="connsiteX42" fmla="*/ 867471 w 1442460"/>
              <a:gd name="connsiteY42" fmla="*/ 14742 h 1451272"/>
              <a:gd name="connsiteX43" fmla="*/ 945868 w 1442460"/>
              <a:gd name="connsiteY43" fmla="*/ 39078 h 1451272"/>
              <a:gd name="connsiteX44" fmla="*/ 496593 w 1442460"/>
              <a:gd name="connsiteY44" fmla="*/ 39078 h 1451272"/>
              <a:gd name="connsiteX45" fmla="*/ 574989 w 1442460"/>
              <a:gd name="connsiteY45" fmla="*/ 14742 h 1451272"/>
              <a:gd name="connsiteX46" fmla="*/ 721230 w 1442460"/>
              <a:gd name="connsiteY46" fmla="*/ 0 h 14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42460" h="1451272">
                <a:moveTo>
                  <a:pt x="447971" y="1397101"/>
                </a:moveTo>
                <a:lnTo>
                  <a:pt x="994490" y="1397101"/>
                </a:lnTo>
                <a:lnTo>
                  <a:pt x="867471" y="1436530"/>
                </a:lnTo>
                <a:cubicBezTo>
                  <a:pt x="820234" y="1446196"/>
                  <a:pt x="771325" y="1451272"/>
                  <a:pt x="721230" y="1451272"/>
                </a:cubicBezTo>
                <a:cubicBezTo>
                  <a:pt x="671136" y="1451272"/>
                  <a:pt x="622226" y="1446196"/>
                  <a:pt x="574989" y="1436530"/>
                </a:cubicBezTo>
                <a:close/>
                <a:moveTo>
                  <a:pt x="209854" y="1240162"/>
                </a:moveTo>
                <a:lnTo>
                  <a:pt x="1232607" y="1240162"/>
                </a:lnTo>
                <a:lnTo>
                  <a:pt x="1166640" y="1294590"/>
                </a:lnTo>
                <a:lnTo>
                  <a:pt x="275821" y="1294590"/>
                </a:lnTo>
                <a:close/>
                <a:moveTo>
                  <a:pt x="93401" y="1083223"/>
                </a:moveTo>
                <a:lnTo>
                  <a:pt x="1349059" y="1083223"/>
                </a:lnTo>
                <a:lnTo>
                  <a:pt x="1322939" y="1131346"/>
                </a:lnTo>
                <a:lnTo>
                  <a:pt x="1317737" y="1137651"/>
                </a:lnTo>
                <a:lnTo>
                  <a:pt x="124723" y="1137651"/>
                </a:lnTo>
                <a:lnTo>
                  <a:pt x="119521" y="1131346"/>
                </a:lnTo>
                <a:close/>
                <a:moveTo>
                  <a:pt x="27225" y="926284"/>
                </a:moveTo>
                <a:lnTo>
                  <a:pt x="1415235" y="926284"/>
                </a:lnTo>
                <a:lnTo>
                  <a:pt x="1398340" y="980712"/>
                </a:lnTo>
                <a:lnTo>
                  <a:pt x="44121" y="980712"/>
                </a:lnTo>
                <a:close/>
                <a:moveTo>
                  <a:pt x="0" y="769345"/>
                </a:moveTo>
                <a:lnTo>
                  <a:pt x="1442460" y="769345"/>
                </a:lnTo>
                <a:lnTo>
                  <a:pt x="1436973" y="823773"/>
                </a:lnTo>
                <a:lnTo>
                  <a:pt x="5487" y="823773"/>
                </a:lnTo>
                <a:close/>
                <a:moveTo>
                  <a:pt x="7009" y="612406"/>
                </a:moveTo>
                <a:lnTo>
                  <a:pt x="1435452" y="612406"/>
                </a:lnTo>
                <a:lnTo>
                  <a:pt x="1440939" y="666834"/>
                </a:lnTo>
                <a:lnTo>
                  <a:pt x="1522" y="666834"/>
                </a:lnTo>
                <a:close/>
                <a:moveTo>
                  <a:pt x="48806" y="455467"/>
                </a:moveTo>
                <a:lnTo>
                  <a:pt x="1393655" y="455467"/>
                </a:lnTo>
                <a:lnTo>
                  <a:pt x="1410550" y="509895"/>
                </a:lnTo>
                <a:lnTo>
                  <a:pt x="31911" y="509895"/>
                </a:lnTo>
                <a:close/>
                <a:moveTo>
                  <a:pt x="137176" y="298528"/>
                </a:moveTo>
                <a:lnTo>
                  <a:pt x="1305284" y="298528"/>
                </a:lnTo>
                <a:lnTo>
                  <a:pt x="1322939" y="319926"/>
                </a:lnTo>
                <a:lnTo>
                  <a:pt x="1340867" y="352956"/>
                </a:lnTo>
                <a:lnTo>
                  <a:pt x="101593" y="352956"/>
                </a:lnTo>
                <a:lnTo>
                  <a:pt x="119521" y="319926"/>
                </a:lnTo>
                <a:close/>
                <a:moveTo>
                  <a:pt x="294114" y="141589"/>
                </a:moveTo>
                <a:lnTo>
                  <a:pt x="1148347" y="141589"/>
                </a:lnTo>
                <a:lnTo>
                  <a:pt x="1214314" y="196017"/>
                </a:lnTo>
                <a:lnTo>
                  <a:pt x="228147" y="196017"/>
                </a:lnTo>
                <a:close/>
                <a:moveTo>
                  <a:pt x="721230" y="0"/>
                </a:moveTo>
                <a:cubicBezTo>
                  <a:pt x="771325" y="0"/>
                  <a:pt x="820234" y="5076"/>
                  <a:pt x="867471" y="14742"/>
                </a:cubicBezTo>
                <a:lnTo>
                  <a:pt x="945868" y="39078"/>
                </a:lnTo>
                <a:lnTo>
                  <a:pt x="496593" y="39078"/>
                </a:lnTo>
                <a:lnTo>
                  <a:pt x="574989" y="14742"/>
                </a:lnTo>
                <a:cubicBezTo>
                  <a:pt x="622226" y="5076"/>
                  <a:pt x="671136" y="0"/>
                  <a:pt x="721230" y="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866" y="1653394"/>
            <a:ext cx="3144268" cy="842042"/>
          </a:xfrm>
          <a:prstGeom prst="rect">
            <a:avLst/>
          </a:prstGeom>
        </p:spPr>
      </p:pic>
      <p:sp>
        <p:nvSpPr>
          <p:cNvPr id="45" name="矩形 44"/>
          <p:cNvSpPr/>
          <p:nvPr/>
        </p:nvSpPr>
        <p:spPr>
          <a:xfrm flipH="1">
            <a:off x="6362463" y="5188145"/>
            <a:ext cx="52421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电工电子教学实验中心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0785251" y="4148461"/>
            <a:ext cx="2976448" cy="297644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</Words>
  <Application>WPS 演示</Application>
  <PresentationFormat>宽屏</PresentationFormat>
  <Paragraphs>97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6" baseType="lpstr">
      <vt:lpstr>Arial</vt:lpstr>
      <vt:lpstr>宋体</vt:lpstr>
      <vt:lpstr>Wingdings</vt:lpstr>
      <vt:lpstr>思源黑体 CN Medium</vt:lpstr>
      <vt:lpstr>黑体</vt:lpstr>
      <vt:lpstr>Times New Roman</vt:lpstr>
      <vt:lpstr>微软雅黑</vt:lpstr>
      <vt:lpstr>Wingdings</vt:lpstr>
      <vt:lpstr>DeepSeek-CJK-patch</vt:lpstr>
      <vt:lpstr>Segoe Print</vt:lpstr>
      <vt:lpstr>等线</vt:lpstr>
      <vt:lpstr>Arial Unicode MS</vt:lpstr>
      <vt:lpstr>等线 Light</vt:lpstr>
      <vt:lpstr>Calibri</vt:lpstr>
      <vt:lpstr>DeepSeek-CJK-patch</vt:lpstr>
      <vt:lpstr>思源黑体 CN Medium</vt:lpstr>
      <vt:lpstr>方正宝黑体 简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新月</cp:lastModifiedBy>
  <cp:revision>132</cp:revision>
  <dcterms:created xsi:type="dcterms:W3CDTF">2021-01-31T06:17:00Z</dcterms:created>
  <dcterms:modified xsi:type="dcterms:W3CDTF">2026-04-30T04:20:37Z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9FD34A3A605D4A59819BA413C179407F_13</vt:lpwstr>
  </property>
</Properties>
</file>