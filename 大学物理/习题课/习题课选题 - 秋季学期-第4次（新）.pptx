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56" r:id="rId8"/>
    <p:sldId id="25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008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03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93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77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6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6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504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 sz="2800"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 sz="2400"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 sz="2000"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62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71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70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962E616E-4DA0-438A-8CAB-A13AA5F702F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fld id="{CFBC6030-3CB1-4F35-9781-DC42945F36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00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E616E-4DA0-438A-8CAB-A13AA5F702F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6030-3CB1-4F35-9781-DC42945F36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22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60088" y="349207"/>
            <a:ext cx="10656176" cy="2796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如图所示，劲度系数为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的轻弹簧，系一质量为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的物体，在水平面上作振幅为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的简谐运动。有一质量为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的粘土，从高度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自由下落，正好在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物体通过平衡位置时，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物体在最大位移处时，落在物体上。分别求：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(1)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振动周期有何变化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(2)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振幅有何变化？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669" y="2890864"/>
            <a:ext cx="3939493" cy="259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75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62578" y="704529"/>
            <a:ext cx="10136058" cy="1134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图中(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Ⅰ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是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时的波形图，(</a:t>
            </a: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Ⅱ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 是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=0.1s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时的波形图。已知，周期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&gt;0.1s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，试写出波函数的表达式。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981" y="2160946"/>
            <a:ext cx="4402301" cy="25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57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9439" y="705606"/>
            <a:ext cx="10454682" cy="2796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在双缝干涉实验中，单色光源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到两缝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的距离分别为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，并且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=3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为入射光的波长，双缝之间的距离为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，双缝到屏幕的距离为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&gt;&gt;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，如图。求:</a:t>
            </a: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零级明纹到屏幕中央</a:t>
            </a:r>
            <a:r>
              <a:rPr lang="en-US" altLang="zh-CN" sz="2400" b="1" i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点的距离；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相邻明条纹间的距离。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09720"/>
            <a:ext cx="4464151" cy="24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8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32009" y="714855"/>
            <a:ext cx="10183404" cy="1688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牛顿环装置中，透镜的曲率半径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=40cm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，用单色光垂直照射，在反射光中观察某一级暗环的半径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2.5 mm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。现把平板玻璃向下平移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=5.0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μ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，上述被观察暗环的半径变为何值?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101" y="2614112"/>
            <a:ext cx="3279533" cy="263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39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4953" y="459566"/>
            <a:ext cx="10566640" cy="3904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如图所示，狭缝的宽度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60 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，透镜焦距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=0.40m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，有一与狭缝平行的屏放置在透镜焦平面处。若以单色平行光垂直照射狭缝，则在屏上离点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为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=1.4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处的点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，看到的是衍射明条纹。试求: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该入射光的波长；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条纹的级数；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从点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看来对该光波而言，狭缝处的波阵面可作半波带的数目。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注:入射光为可见光。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829" y="3863504"/>
            <a:ext cx="3430998" cy="253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5102" y="716034"/>
            <a:ext cx="9958975" cy="3350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已知单缝宽度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-4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，透镜焦距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50m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，用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400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nm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=760nm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的单色平行光分别垂直照射，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求这两种光的第一级明纹离屏中心的距离，以及这两条明纹之间的距离。若用每厘米刻有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1000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条刻线的光栅代替这个单缝，则这两种单色光的第一级明纹分别距屏中心多远?这两条明纹之间的距离又是多少？试比较两者的差异。</a:t>
            </a:r>
          </a:p>
        </p:txBody>
      </p:sp>
    </p:spTree>
    <p:extLst>
      <p:ext uri="{BB962C8B-B14F-4D97-AF65-F5344CB8AC3E}">
        <p14:creationId xmlns:p14="http://schemas.microsoft.com/office/powerpoint/2010/main" val="312867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54232" y="602727"/>
            <a:ext cx="105755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一定量的理想气体经如图所示的循环过程，请填写表格中的空格。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4253" t="7739" r="5053" b="6683"/>
          <a:stretch/>
        </p:blipFill>
        <p:spPr>
          <a:xfrm>
            <a:off x="1137111" y="1619704"/>
            <a:ext cx="3084022" cy="2518756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094820"/>
              </p:ext>
            </p:extLst>
          </p:nvPr>
        </p:nvGraphicFramePr>
        <p:xfrm>
          <a:off x="4620145" y="1978430"/>
          <a:ext cx="666022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190">
                  <a:extLst>
                    <a:ext uri="{9D8B030D-6E8A-4147-A177-3AD203B41FA5}">
                      <a16:colId xmlns:a16="http://schemas.microsoft.com/office/drawing/2014/main" val="1640730652"/>
                    </a:ext>
                  </a:extLst>
                </a:gridCol>
                <a:gridCol w="1952726">
                  <a:extLst>
                    <a:ext uri="{9D8B030D-6E8A-4147-A177-3AD203B41FA5}">
                      <a16:colId xmlns:a16="http://schemas.microsoft.com/office/drawing/2014/main" val="129004074"/>
                    </a:ext>
                  </a:extLst>
                </a:gridCol>
                <a:gridCol w="1615506">
                  <a:extLst>
                    <a:ext uri="{9D8B030D-6E8A-4147-A177-3AD203B41FA5}">
                      <a16:colId xmlns:a16="http://schemas.microsoft.com/office/drawing/2014/main" val="4290037799"/>
                    </a:ext>
                  </a:extLst>
                </a:gridCol>
                <a:gridCol w="1465804">
                  <a:extLst>
                    <a:ext uri="{9D8B030D-6E8A-4147-A177-3AD203B41FA5}">
                      <a16:colId xmlns:a16="http://schemas.microsoft.com/office/drawing/2014/main" val="3406747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过程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内能增量∆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做功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W/J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吸热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Q/J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4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A         B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0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B         C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-50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19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C         D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-50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-150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15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D         A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16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ABCDA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循环效率 </a:t>
                      </a:r>
                      <a:r>
                        <a:rPr lang="el-GR" altLang="zh-CN" sz="22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η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78328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>
          <a:xfrm>
            <a:off x="5218659" y="2627390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5218659" y="3069842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218659" y="3512294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5218659" y="3910500"/>
            <a:ext cx="5715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79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7347" y="689648"/>
            <a:ext cx="9665110" cy="2242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8.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一定量的理想气体，经历如图所示的循环过程。其中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是等压过程，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是绝热过程。已知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点温度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点温度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en-US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。 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证明该热机的效率 </a:t>
            </a:r>
            <a:r>
              <a:rPr lang="el-GR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η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1- 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457200" indent="-95250">
              <a:lnSpc>
                <a:spcPct val="150000"/>
              </a:lnSpc>
              <a:buAutoNum type="arabicParenBoth"/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这个循环是卡诺循环吗?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816" y="2503747"/>
            <a:ext cx="3022911" cy="248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5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05769" y="895993"/>
            <a:ext cx="10180462" cy="1134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9. 若一个电子的动能等于它的静能，试求:该电子的动量、速度、德布罗意波长。</a:t>
            </a:r>
          </a:p>
        </p:txBody>
      </p:sp>
    </p:spTree>
    <p:extLst>
      <p:ext uri="{BB962C8B-B14F-4D97-AF65-F5344CB8AC3E}">
        <p14:creationId xmlns:p14="http://schemas.microsoft.com/office/powerpoint/2010/main" val="217075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61361" y="567636"/>
            <a:ext cx="4552849" cy="497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10.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已知维运动粒子的波函数为</a:t>
            </a:r>
          </a:p>
        </p:txBody>
      </p:sp>
      <p:sp>
        <p:nvSpPr>
          <p:cNvPr id="3" name="矩形 2"/>
          <p:cNvSpPr/>
          <p:nvPr/>
        </p:nvSpPr>
        <p:spPr>
          <a:xfrm>
            <a:off x="1468686" y="2304958"/>
            <a:ext cx="8972100" cy="2243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式中</a:t>
            </a:r>
            <a:r>
              <a:rPr lang="el-GR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&gt;0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，试求: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(1)  归一化常数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和归一化波函数;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(2)  该粒子位置坐标的概率分布函数(又称概率密度);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(3)  在何处找到粒子的概率最大。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122" y="1197966"/>
            <a:ext cx="3704854" cy="97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8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28789" y="788387"/>
            <a:ext cx="10949534" cy="1384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AutoNum type="arabicPeriod" startAt="11"/>
            </a:pP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试证在光电效应过程中必须有第三者原子核参加。</a:t>
            </a:r>
            <a:endParaRPr lang="en-US" altLang="zh-CN" sz="24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(可把光电效应过程假设为只有光子与静止的自由电子参加，没有第三者原子核参加，光子与电子作用后消失，产生光电子。)</a:t>
            </a:r>
          </a:p>
        </p:txBody>
      </p:sp>
    </p:spTree>
    <p:extLst>
      <p:ext uri="{BB962C8B-B14F-4D97-AF65-F5344CB8AC3E}">
        <p14:creationId xmlns:p14="http://schemas.microsoft.com/office/powerpoint/2010/main" val="129259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773</Words>
  <Application>Microsoft Office PowerPoint</Application>
  <PresentationFormat>宽屏</PresentationFormat>
  <Paragraphs>41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华文中宋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一生有你</dc:creator>
  <cp:lastModifiedBy>yzhang</cp:lastModifiedBy>
  <cp:revision>29</cp:revision>
  <dcterms:created xsi:type="dcterms:W3CDTF">2018-12-06T11:50:11Z</dcterms:created>
  <dcterms:modified xsi:type="dcterms:W3CDTF">2025-12-15T02:31:49Z</dcterms:modified>
</cp:coreProperties>
</file>