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0"/>
  </p:notesMasterIdLst>
  <p:handoutMasterIdLst>
    <p:handoutMasterId r:id="rId31"/>
  </p:handoutMasterIdLst>
  <p:sldIdLst>
    <p:sldId id="439" r:id="rId2"/>
    <p:sldId id="658" r:id="rId3"/>
    <p:sldId id="659" r:id="rId4"/>
    <p:sldId id="660" r:id="rId5"/>
    <p:sldId id="661" r:id="rId6"/>
    <p:sldId id="689" r:id="rId7"/>
    <p:sldId id="662" r:id="rId8"/>
    <p:sldId id="671" r:id="rId9"/>
    <p:sldId id="672" r:id="rId10"/>
    <p:sldId id="674" r:id="rId11"/>
    <p:sldId id="675" r:id="rId12"/>
    <p:sldId id="676" r:id="rId13"/>
    <p:sldId id="697" r:id="rId14"/>
    <p:sldId id="698" r:id="rId15"/>
    <p:sldId id="699" r:id="rId16"/>
    <p:sldId id="700" r:id="rId17"/>
    <p:sldId id="701" r:id="rId18"/>
    <p:sldId id="702" r:id="rId19"/>
    <p:sldId id="705" r:id="rId20"/>
    <p:sldId id="706" r:id="rId21"/>
    <p:sldId id="707" r:id="rId22"/>
    <p:sldId id="708" r:id="rId23"/>
    <p:sldId id="709" r:id="rId24"/>
    <p:sldId id="692" r:id="rId25"/>
    <p:sldId id="693" r:id="rId26"/>
    <p:sldId id="694" r:id="rId27"/>
    <p:sldId id="695" r:id="rId28"/>
    <p:sldId id="710" r:id="rId29"/>
  </p:sldIdLst>
  <p:sldSz cx="9144000" cy="6858000" type="screen4x3"/>
  <p:notesSz cx="6797675" cy="9928225"/>
  <p:custDataLst>
    <p:tags r:id="rId32"/>
  </p:custDataLst>
  <p:defaultTextStyle>
    <a:defPPr>
      <a:defRPr lang="zh-CN"/>
    </a:defPPr>
    <a:lvl1pPr algn="l" rtl="0" eaLnBrk="0" fontAlgn="base" hangingPunct="0">
      <a:spcBef>
        <a:spcPct val="0"/>
      </a:spcBef>
      <a:spcAft>
        <a:spcPct val="0"/>
      </a:spcAft>
      <a:defRPr kumimoji="1" sz="2400" b="1"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400" b="1"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400" b="1"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400" b="1"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400" b="1"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b="1"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b="1"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b="1"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b="1"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523" userDrawn="1">
          <p15:clr>
            <a:srgbClr val="A4A3A4"/>
          </p15:clr>
        </p15:guide>
        <p15:guide id="2" pos="507" userDrawn="1">
          <p15:clr>
            <a:srgbClr val="A4A3A4"/>
          </p15:clr>
        </p15:guide>
      </p15:sldGuideLst>
    </p:ext>
    <p:ext uri="{2D200454-40CA-4A62-9FC3-DE9A4176ACB9}">
      <p15:notesGuideLst xmlns:p15="http://schemas.microsoft.com/office/powerpoint/2012/main">
        <p15:guide id="1" orient="horz" pos="3127">
          <p15:clr>
            <a:srgbClr val="A4A3A4"/>
          </p15:clr>
        </p15:guide>
        <p15:guide id="2" pos="214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FF00"/>
    <a:srgbClr val="0000FF"/>
    <a:srgbClr val="800000"/>
    <a:srgbClr val="FFCC99"/>
    <a:srgbClr val="CC6600"/>
    <a:srgbClr val="009999"/>
    <a:srgbClr val="FF0000"/>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32" autoAdjust="0"/>
    <p:restoredTop sz="94830" autoAdjust="0"/>
  </p:normalViewPr>
  <p:slideViewPr>
    <p:cSldViewPr showGuides="1">
      <p:cViewPr varScale="1">
        <p:scale>
          <a:sx n="110" d="100"/>
          <a:sy n="110" d="100"/>
        </p:scale>
        <p:origin x="948" y="78"/>
      </p:cViewPr>
      <p:guideLst>
        <p:guide orient="horz" pos="2523"/>
        <p:guide pos="507"/>
      </p:guideLst>
    </p:cSldViewPr>
  </p:slideViewPr>
  <p:outlineViewPr>
    <p:cViewPr>
      <p:scale>
        <a:sx n="33" d="100"/>
        <a:sy n="33" d="100"/>
      </p:scale>
      <p:origin x="0" y="0"/>
    </p:cViewPr>
    <p:sldLst>
      <p:sld r:id="rId1" collapse="1"/>
      <p:sld r:id="rId2" collapse="1"/>
      <p:sld r:id="rId3" collapse="1"/>
      <p:sld r:id="rId4" collapse="1"/>
    </p:sldLst>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60" d="100"/>
          <a:sy n="60" d="100"/>
        </p:scale>
        <p:origin x="-1764" y="-84"/>
      </p:cViewPr>
      <p:guideLst>
        <p:guide orient="horz" pos="3127"/>
        <p:guide pos="2141"/>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heme" Target="theme/theme1.xml"/><Relationship Id="rId8" Type="http://schemas.openxmlformats.org/officeDocument/2006/relationships/slide" Target="slides/slide7.xml"/></Relationships>
</file>

<file path=ppt/_rels/viewProps.xml.rels><?xml version="1.0" encoding="UTF-8" standalone="yes"?>
<Relationships xmlns="http://schemas.openxmlformats.org/package/2006/relationships"><Relationship Id="rId3" Type="http://schemas.openxmlformats.org/officeDocument/2006/relationships/slide" Target="slides/slide16.xml"/><Relationship Id="rId2" Type="http://schemas.openxmlformats.org/officeDocument/2006/relationships/slide" Target="slides/slide15.xml"/><Relationship Id="rId1" Type="http://schemas.openxmlformats.org/officeDocument/2006/relationships/slide" Target="slides/slide14.xml"/><Relationship Id="rId4" Type="http://schemas.openxmlformats.org/officeDocument/2006/relationships/slide" Target="slides/slide21.xml"/></Relationships>
</file>

<file path=ppt/drawings/_rels/vmlDrawing1.vml.rels><?xml version="1.0" encoding="UTF-8" standalone="yes"?>
<Relationships xmlns="http://schemas.openxmlformats.org/package/2006/relationships"><Relationship Id="rId8" Type="http://schemas.openxmlformats.org/officeDocument/2006/relationships/image" Target="../media/image11.emf"/><Relationship Id="rId13" Type="http://schemas.openxmlformats.org/officeDocument/2006/relationships/image" Target="../media/image16.emf"/><Relationship Id="rId3" Type="http://schemas.openxmlformats.org/officeDocument/2006/relationships/image" Target="../media/image6.emf"/><Relationship Id="rId7" Type="http://schemas.openxmlformats.org/officeDocument/2006/relationships/image" Target="../media/image10.emf"/><Relationship Id="rId12" Type="http://schemas.openxmlformats.org/officeDocument/2006/relationships/image" Target="../media/image15.emf"/><Relationship Id="rId2" Type="http://schemas.openxmlformats.org/officeDocument/2006/relationships/image" Target="../media/image5.emf"/><Relationship Id="rId1" Type="http://schemas.openxmlformats.org/officeDocument/2006/relationships/image" Target="../media/image4.emf"/><Relationship Id="rId6" Type="http://schemas.openxmlformats.org/officeDocument/2006/relationships/image" Target="../media/image9.emf"/><Relationship Id="rId11" Type="http://schemas.openxmlformats.org/officeDocument/2006/relationships/image" Target="../media/image14.emf"/><Relationship Id="rId5" Type="http://schemas.openxmlformats.org/officeDocument/2006/relationships/image" Target="../media/image8.emf"/><Relationship Id="rId10" Type="http://schemas.openxmlformats.org/officeDocument/2006/relationships/image" Target="../media/image13.emf"/><Relationship Id="rId4" Type="http://schemas.openxmlformats.org/officeDocument/2006/relationships/image" Target="../media/image7.emf"/><Relationship Id="rId9" Type="http://schemas.openxmlformats.org/officeDocument/2006/relationships/image" Target="../media/image12.emf"/></Relationships>
</file>

<file path=ppt/drawings/_rels/vmlDrawing2.vml.rels><?xml version="1.0" encoding="UTF-8" standalone="yes"?>
<Relationships xmlns="http://schemas.openxmlformats.org/package/2006/relationships"><Relationship Id="rId8" Type="http://schemas.openxmlformats.org/officeDocument/2006/relationships/image" Target="../media/image27.emf"/><Relationship Id="rId13" Type="http://schemas.openxmlformats.org/officeDocument/2006/relationships/image" Target="../media/image32.emf"/><Relationship Id="rId3" Type="http://schemas.openxmlformats.org/officeDocument/2006/relationships/image" Target="../media/image22.emf"/><Relationship Id="rId7" Type="http://schemas.openxmlformats.org/officeDocument/2006/relationships/image" Target="../media/image26.emf"/><Relationship Id="rId12" Type="http://schemas.openxmlformats.org/officeDocument/2006/relationships/image" Target="../media/image31.emf"/><Relationship Id="rId2" Type="http://schemas.openxmlformats.org/officeDocument/2006/relationships/image" Target="../media/image21.emf"/><Relationship Id="rId1" Type="http://schemas.openxmlformats.org/officeDocument/2006/relationships/image" Target="../media/image20.emf"/><Relationship Id="rId6" Type="http://schemas.openxmlformats.org/officeDocument/2006/relationships/image" Target="../media/image25.wmf"/><Relationship Id="rId11" Type="http://schemas.openxmlformats.org/officeDocument/2006/relationships/image" Target="../media/image30.emf"/><Relationship Id="rId5" Type="http://schemas.openxmlformats.org/officeDocument/2006/relationships/image" Target="../media/image24.emf"/><Relationship Id="rId10" Type="http://schemas.openxmlformats.org/officeDocument/2006/relationships/image" Target="../media/image29.emf"/><Relationship Id="rId4" Type="http://schemas.openxmlformats.org/officeDocument/2006/relationships/image" Target="../media/image23.emf"/><Relationship Id="rId9" Type="http://schemas.openxmlformats.org/officeDocument/2006/relationships/image" Target="../media/image28.emf"/><Relationship Id="rId14" Type="http://schemas.openxmlformats.org/officeDocument/2006/relationships/image" Target="../media/image33.emf"/></Relationships>
</file>

<file path=ppt/drawings/_rels/vmlDrawing3.vml.rels><?xml version="1.0" encoding="UTF-8" standalone="yes"?>
<Relationships xmlns="http://schemas.openxmlformats.org/package/2006/relationships"><Relationship Id="rId8" Type="http://schemas.openxmlformats.org/officeDocument/2006/relationships/image" Target="../media/image44.emf"/><Relationship Id="rId3" Type="http://schemas.openxmlformats.org/officeDocument/2006/relationships/image" Target="../media/image39.emf"/><Relationship Id="rId7" Type="http://schemas.openxmlformats.org/officeDocument/2006/relationships/image" Target="../media/image43.emf"/><Relationship Id="rId2" Type="http://schemas.openxmlformats.org/officeDocument/2006/relationships/image" Target="../media/image38.emf"/><Relationship Id="rId1" Type="http://schemas.openxmlformats.org/officeDocument/2006/relationships/image" Target="../media/image37.emf"/><Relationship Id="rId6" Type="http://schemas.openxmlformats.org/officeDocument/2006/relationships/image" Target="../media/image42.emf"/><Relationship Id="rId11" Type="http://schemas.openxmlformats.org/officeDocument/2006/relationships/image" Target="../media/image47.emf"/><Relationship Id="rId5" Type="http://schemas.openxmlformats.org/officeDocument/2006/relationships/image" Target="../media/image41.emf"/><Relationship Id="rId10" Type="http://schemas.openxmlformats.org/officeDocument/2006/relationships/image" Target="../media/image46.emf"/><Relationship Id="rId4" Type="http://schemas.openxmlformats.org/officeDocument/2006/relationships/image" Target="../media/image40.emf"/><Relationship Id="rId9" Type="http://schemas.openxmlformats.org/officeDocument/2006/relationships/image" Target="../media/image45.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49.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59.emf"/><Relationship Id="rId1" Type="http://schemas.openxmlformats.org/officeDocument/2006/relationships/image" Target="../media/image58.wmf"/></Relationships>
</file>

<file path=ppt/drawings/_rels/vmlDrawing6.vml.rels><?xml version="1.0" encoding="UTF-8" standalone="yes"?>
<Relationships xmlns="http://schemas.openxmlformats.org/package/2006/relationships"><Relationship Id="rId8" Type="http://schemas.openxmlformats.org/officeDocument/2006/relationships/image" Target="../media/image67.emf"/><Relationship Id="rId3" Type="http://schemas.openxmlformats.org/officeDocument/2006/relationships/image" Target="../media/image62.emf"/><Relationship Id="rId7" Type="http://schemas.openxmlformats.org/officeDocument/2006/relationships/image" Target="../media/image66.emf"/><Relationship Id="rId2" Type="http://schemas.openxmlformats.org/officeDocument/2006/relationships/image" Target="../media/image61.emf"/><Relationship Id="rId1" Type="http://schemas.openxmlformats.org/officeDocument/2006/relationships/image" Target="../media/image60.emf"/><Relationship Id="rId6" Type="http://schemas.openxmlformats.org/officeDocument/2006/relationships/image" Target="../media/image65.emf"/><Relationship Id="rId5" Type="http://schemas.openxmlformats.org/officeDocument/2006/relationships/image" Target="../media/image64.wmf"/><Relationship Id="rId4" Type="http://schemas.openxmlformats.org/officeDocument/2006/relationships/image" Target="../media/image63.wmf"/><Relationship Id="rId9" Type="http://schemas.openxmlformats.org/officeDocument/2006/relationships/image" Target="../media/image68.e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77.wmf"/><Relationship Id="rId2" Type="http://schemas.openxmlformats.org/officeDocument/2006/relationships/image" Target="../media/image76.wmf"/><Relationship Id="rId1" Type="http://schemas.openxmlformats.org/officeDocument/2006/relationships/image" Target="../media/image75.emf"/><Relationship Id="rId4" Type="http://schemas.openxmlformats.org/officeDocument/2006/relationships/image" Target="../media/image78.emf"/></Relationships>
</file>

<file path=ppt/drawings/_rels/vmlDrawing8.vml.rels><?xml version="1.0" encoding="UTF-8" standalone="yes"?>
<Relationships xmlns="http://schemas.openxmlformats.org/package/2006/relationships"><Relationship Id="rId8" Type="http://schemas.openxmlformats.org/officeDocument/2006/relationships/image" Target="../media/image86.emf"/><Relationship Id="rId13" Type="http://schemas.openxmlformats.org/officeDocument/2006/relationships/image" Target="../media/image91.emf"/><Relationship Id="rId18" Type="http://schemas.openxmlformats.org/officeDocument/2006/relationships/image" Target="../media/image96.emf"/><Relationship Id="rId3" Type="http://schemas.openxmlformats.org/officeDocument/2006/relationships/image" Target="../media/image81.emf"/><Relationship Id="rId7" Type="http://schemas.openxmlformats.org/officeDocument/2006/relationships/image" Target="../media/image85.emf"/><Relationship Id="rId12" Type="http://schemas.openxmlformats.org/officeDocument/2006/relationships/image" Target="../media/image90.emf"/><Relationship Id="rId17" Type="http://schemas.openxmlformats.org/officeDocument/2006/relationships/image" Target="../media/image95.emf"/><Relationship Id="rId2" Type="http://schemas.openxmlformats.org/officeDocument/2006/relationships/image" Target="../media/image80.emf"/><Relationship Id="rId16" Type="http://schemas.openxmlformats.org/officeDocument/2006/relationships/image" Target="../media/image94.emf"/><Relationship Id="rId1" Type="http://schemas.openxmlformats.org/officeDocument/2006/relationships/image" Target="../media/image79.emf"/><Relationship Id="rId6" Type="http://schemas.openxmlformats.org/officeDocument/2006/relationships/image" Target="../media/image84.emf"/><Relationship Id="rId11" Type="http://schemas.openxmlformats.org/officeDocument/2006/relationships/image" Target="../media/image89.emf"/><Relationship Id="rId5" Type="http://schemas.openxmlformats.org/officeDocument/2006/relationships/image" Target="../media/image83.emf"/><Relationship Id="rId15" Type="http://schemas.openxmlformats.org/officeDocument/2006/relationships/image" Target="../media/image93.emf"/><Relationship Id="rId10" Type="http://schemas.openxmlformats.org/officeDocument/2006/relationships/image" Target="../media/image88.emf"/><Relationship Id="rId4" Type="http://schemas.openxmlformats.org/officeDocument/2006/relationships/image" Target="../media/image82.emf"/><Relationship Id="rId9" Type="http://schemas.openxmlformats.org/officeDocument/2006/relationships/image" Target="../media/image87.emf"/><Relationship Id="rId14" Type="http://schemas.openxmlformats.org/officeDocument/2006/relationships/image" Target="../media/image92.emf"/></Relationships>
</file>

<file path=ppt/drawings/_rels/vmlDrawing9.vml.rels><?xml version="1.0" encoding="UTF-8" standalone="yes"?>
<Relationships xmlns="http://schemas.openxmlformats.org/package/2006/relationships"><Relationship Id="rId8" Type="http://schemas.openxmlformats.org/officeDocument/2006/relationships/image" Target="../media/image104.emf"/><Relationship Id="rId13" Type="http://schemas.openxmlformats.org/officeDocument/2006/relationships/image" Target="../media/image109.emf"/><Relationship Id="rId3" Type="http://schemas.openxmlformats.org/officeDocument/2006/relationships/image" Target="../media/image99.emf"/><Relationship Id="rId7" Type="http://schemas.openxmlformats.org/officeDocument/2006/relationships/image" Target="../media/image103.emf"/><Relationship Id="rId12" Type="http://schemas.openxmlformats.org/officeDocument/2006/relationships/image" Target="../media/image108.emf"/><Relationship Id="rId2" Type="http://schemas.openxmlformats.org/officeDocument/2006/relationships/image" Target="../media/image98.emf"/><Relationship Id="rId1" Type="http://schemas.openxmlformats.org/officeDocument/2006/relationships/image" Target="../media/image97.emf"/><Relationship Id="rId6" Type="http://schemas.openxmlformats.org/officeDocument/2006/relationships/image" Target="../media/image102.emf"/><Relationship Id="rId11" Type="http://schemas.openxmlformats.org/officeDocument/2006/relationships/image" Target="../media/image107.emf"/><Relationship Id="rId5" Type="http://schemas.openxmlformats.org/officeDocument/2006/relationships/image" Target="../media/image101.emf"/><Relationship Id="rId10" Type="http://schemas.openxmlformats.org/officeDocument/2006/relationships/image" Target="../media/image106.emf"/><Relationship Id="rId4" Type="http://schemas.openxmlformats.org/officeDocument/2006/relationships/image" Target="../media/image100.emf"/><Relationship Id="rId9" Type="http://schemas.openxmlformats.org/officeDocument/2006/relationships/image" Target="../media/image105.emf"/></Relationships>
</file>

<file path=ppt/drawings/_rels/vmlDrawing10.vml.rels><?xml version="1.0" encoding="UTF-8" standalone="yes"?>
<Relationships xmlns="http://schemas.openxmlformats.org/package/2006/relationships"><Relationship Id="rId8" Type="http://schemas.openxmlformats.org/officeDocument/2006/relationships/image" Target="../media/image117.emf"/><Relationship Id="rId13" Type="http://schemas.openxmlformats.org/officeDocument/2006/relationships/image" Target="../media/image122.emf"/><Relationship Id="rId18" Type="http://schemas.openxmlformats.org/officeDocument/2006/relationships/image" Target="../media/image127.emf"/><Relationship Id="rId3" Type="http://schemas.openxmlformats.org/officeDocument/2006/relationships/image" Target="../media/image112.emf"/><Relationship Id="rId7" Type="http://schemas.openxmlformats.org/officeDocument/2006/relationships/image" Target="../media/image116.emf"/><Relationship Id="rId12" Type="http://schemas.openxmlformats.org/officeDocument/2006/relationships/image" Target="../media/image121.emf"/><Relationship Id="rId17" Type="http://schemas.openxmlformats.org/officeDocument/2006/relationships/image" Target="../media/image126.emf"/><Relationship Id="rId2" Type="http://schemas.openxmlformats.org/officeDocument/2006/relationships/image" Target="../media/image111.emf"/><Relationship Id="rId16" Type="http://schemas.openxmlformats.org/officeDocument/2006/relationships/image" Target="../media/image125.emf"/><Relationship Id="rId1" Type="http://schemas.openxmlformats.org/officeDocument/2006/relationships/image" Target="../media/image110.emf"/><Relationship Id="rId6" Type="http://schemas.openxmlformats.org/officeDocument/2006/relationships/image" Target="../media/image115.emf"/><Relationship Id="rId11" Type="http://schemas.openxmlformats.org/officeDocument/2006/relationships/image" Target="../media/image120.emf"/><Relationship Id="rId5" Type="http://schemas.openxmlformats.org/officeDocument/2006/relationships/image" Target="../media/image114.emf"/><Relationship Id="rId15" Type="http://schemas.openxmlformats.org/officeDocument/2006/relationships/image" Target="../media/image124.emf"/><Relationship Id="rId10" Type="http://schemas.openxmlformats.org/officeDocument/2006/relationships/image" Target="../media/image119.emf"/><Relationship Id="rId4" Type="http://schemas.openxmlformats.org/officeDocument/2006/relationships/image" Target="../media/image113.emf"/><Relationship Id="rId9" Type="http://schemas.openxmlformats.org/officeDocument/2006/relationships/image" Target="../media/image118.emf"/><Relationship Id="rId14" Type="http://schemas.openxmlformats.org/officeDocument/2006/relationships/image" Target="../media/image123.emf"/></Relationships>
</file>

<file path=ppt/drawings/_rels/vmlDrawing11.vml.rels><?xml version="1.0" encoding="UTF-8" standalone="yes"?>
<Relationships xmlns="http://schemas.openxmlformats.org/package/2006/relationships"><Relationship Id="rId8" Type="http://schemas.openxmlformats.org/officeDocument/2006/relationships/image" Target="../media/image137.emf"/><Relationship Id="rId3" Type="http://schemas.openxmlformats.org/officeDocument/2006/relationships/image" Target="../media/image132.emf"/><Relationship Id="rId7" Type="http://schemas.openxmlformats.org/officeDocument/2006/relationships/image" Target="../media/image136.emf"/><Relationship Id="rId2" Type="http://schemas.openxmlformats.org/officeDocument/2006/relationships/image" Target="../media/image131.emf"/><Relationship Id="rId1" Type="http://schemas.openxmlformats.org/officeDocument/2006/relationships/image" Target="../media/image130.emf"/><Relationship Id="rId6" Type="http://schemas.openxmlformats.org/officeDocument/2006/relationships/image" Target="../media/image135.emf"/><Relationship Id="rId11" Type="http://schemas.openxmlformats.org/officeDocument/2006/relationships/image" Target="../media/image140.emf"/><Relationship Id="rId5" Type="http://schemas.openxmlformats.org/officeDocument/2006/relationships/image" Target="../media/image134.emf"/><Relationship Id="rId10" Type="http://schemas.openxmlformats.org/officeDocument/2006/relationships/image" Target="../media/image139.emf"/><Relationship Id="rId4" Type="http://schemas.openxmlformats.org/officeDocument/2006/relationships/image" Target="../media/image133.emf"/><Relationship Id="rId9" Type="http://schemas.openxmlformats.org/officeDocument/2006/relationships/image" Target="../media/image138.emf"/></Relationships>
</file>

<file path=ppt/drawings/_rels/vmlDrawing12.vml.rels><?xml version="1.0" encoding="UTF-8" standalone="yes"?>
<Relationships xmlns="http://schemas.openxmlformats.org/package/2006/relationships"><Relationship Id="rId8" Type="http://schemas.openxmlformats.org/officeDocument/2006/relationships/image" Target="../media/image148.emf"/><Relationship Id="rId3" Type="http://schemas.openxmlformats.org/officeDocument/2006/relationships/image" Target="../media/image143.wmf"/><Relationship Id="rId7" Type="http://schemas.openxmlformats.org/officeDocument/2006/relationships/image" Target="../media/image147.wmf"/><Relationship Id="rId2" Type="http://schemas.openxmlformats.org/officeDocument/2006/relationships/image" Target="../media/image142.wmf"/><Relationship Id="rId1" Type="http://schemas.openxmlformats.org/officeDocument/2006/relationships/image" Target="../media/image141.wmf"/><Relationship Id="rId6" Type="http://schemas.openxmlformats.org/officeDocument/2006/relationships/image" Target="../media/image146.wmf"/><Relationship Id="rId5" Type="http://schemas.openxmlformats.org/officeDocument/2006/relationships/image" Target="../media/image145.wmf"/><Relationship Id="rId4" Type="http://schemas.openxmlformats.org/officeDocument/2006/relationships/image" Target="../media/image144.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154.emf"/><Relationship Id="rId1" Type="http://schemas.openxmlformats.org/officeDocument/2006/relationships/image" Target="../media/image153.e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159.emf"/><Relationship Id="rId2" Type="http://schemas.openxmlformats.org/officeDocument/2006/relationships/image" Target="../media/image158.emf"/><Relationship Id="rId1" Type="http://schemas.openxmlformats.org/officeDocument/2006/relationships/image" Target="../media/image157.emf"/></Relationships>
</file>

<file path=ppt/drawings/_rels/vmlDrawing15.vml.rels><?xml version="1.0" encoding="UTF-8" standalone="yes"?>
<Relationships xmlns="http://schemas.openxmlformats.org/package/2006/relationships"><Relationship Id="rId8" Type="http://schemas.openxmlformats.org/officeDocument/2006/relationships/image" Target="../media/image167.emf"/><Relationship Id="rId3" Type="http://schemas.openxmlformats.org/officeDocument/2006/relationships/image" Target="../media/image162.emf"/><Relationship Id="rId7" Type="http://schemas.openxmlformats.org/officeDocument/2006/relationships/image" Target="../media/image166.emf"/><Relationship Id="rId2" Type="http://schemas.openxmlformats.org/officeDocument/2006/relationships/image" Target="../media/image161.emf"/><Relationship Id="rId1" Type="http://schemas.openxmlformats.org/officeDocument/2006/relationships/image" Target="../media/image160.emf"/><Relationship Id="rId6" Type="http://schemas.openxmlformats.org/officeDocument/2006/relationships/image" Target="../media/image165.emf"/><Relationship Id="rId5" Type="http://schemas.openxmlformats.org/officeDocument/2006/relationships/image" Target="../media/image164.emf"/><Relationship Id="rId10" Type="http://schemas.openxmlformats.org/officeDocument/2006/relationships/image" Target="../media/image169.emf"/><Relationship Id="rId4" Type="http://schemas.openxmlformats.org/officeDocument/2006/relationships/image" Target="../media/image163.emf"/><Relationship Id="rId9" Type="http://schemas.openxmlformats.org/officeDocument/2006/relationships/image" Target="../media/image168.emf"/></Relationships>
</file>

<file path=ppt/drawings/_rels/vmlDrawing16.vml.rels><?xml version="1.0" encoding="UTF-8" standalone="yes"?>
<Relationships xmlns="http://schemas.openxmlformats.org/package/2006/relationships"><Relationship Id="rId8" Type="http://schemas.openxmlformats.org/officeDocument/2006/relationships/image" Target="../media/image177.emf"/><Relationship Id="rId13" Type="http://schemas.openxmlformats.org/officeDocument/2006/relationships/image" Target="../media/image182.emf"/><Relationship Id="rId3" Type="http://schemas.openxmlformats.org/officeDocument/2006/relationships/image" Target="../media/image172.emf"/><Relationship Id="rId7" Type="http://schemas.openxmlformats.org/officeDocument/2006/relationships/image" Target="../media/image176.emf"/><Relationship Id="rId12" Type="http://schemas.openxmlformats.org/officeDocument/2006/relationships/image" Target="../media/image181.emf"/><Relationship Id="rId2" Type="http://schemas.openxmlformats.org/officeDocument/2006/relationships/image" Target="../media/image171.emf"/><Relationship Id="rId1" Type="http://schemas.openxmlformats.org/officeDocument/2006/relationships/image" Target="../media/image170.emf"/><Relationship Id="rId6" Type="http://schemas.openxmlformats.org/officeDocument/2006/relationships/image" Target="../media/image175.emf"/><Relationship Id="rId11" Type="http://schemas.openxmlformats.org/officeDocument/2006/relationships/image" Target="../media/image180.emf"/><Relationship Id="rId5" Type="http://schemas.openxmlformats.org/officeDocument/2006/relationships/image" Target="../media/image174.emf"/><Relationship Id="rId10" Type="http://schemas.openxmlformats.org/officeDocument/2006/relationships/image" Target="../media/image179.emf"/><Relationship Id="rId4" Type="http://schemas.openxmlformats.org/officeDocument/2006/relationships/image" Target="../media/image173.emf"/><Relationship Id="rId9" Type="http://schemas.openxmlformats.org/officeDocument/2006/relationships/image" Target="../media/image178.emf"/></Relationships>
</file>

<file path=ppt/drawings/_rels/vmlDrawing17.vml.rels><?xml version="1.0" encoding="UTF-8" standalone="yes"?>
<Relationships xmlns="http://schemas.openxmlformats.org/package/2006/relationships"><Relationship Id="rId8" Type="http://schemas.openxmlformats.org/officeDocument/2006/relationships/image" Target="../media/image190.emf"/><Relationship Id="rId3" Type="http://schemas.openxmlformats.org/officeDocument/2006/relationships/image" Target="../media/image185.emf"/><Relationship Id="rId7" Type="http://schemas.openxmlformats.org/officeDocument/2006/relationships/image" Target="../media/image189.emf"/><Relationship Id="rId12" Type="http://schemas.openxmlformats.org/officeDocument/2006/relationships/image" Target="../media/image194.emf"/><Relationship Id="rId2" Type="http://schemas.openxmlformats.org/officeDocument/2006/relationships/image" Target="../media/image184.emf"/><Relationship Id="rId1" Type="http://schemas.openxmlformats.org/officeDocument/2006/relationships/image" Target="../media/image183.emf"/><Relationship Id="rId6" Type="http://schemas.openxmlformats.org/officeDocument/2006/relationships/image" Target="../media/image188.emf"/><Relationship Id="rId11" Type="http://schemas.openxmlformats.org/officeDocument/2006/relationships/image" Target="../media/image193.emf"/><Relationship Id="rId5" Type="http://schemas.openxmlformats.org/officeDocument/2006/relationships/image" Target="../media/image187.emf"/><Relationship Id="rId10" Type="http://schemas.openxmlformats.org/officeDocument/2006/relationships/image" Target="../media/image192.emf"/><Relationship Id="rId4" Type="http://schemas.openxmlformats.org/officeDocument/2006/relationships/image" Target="../media/image186.emf"/><Relationship Id="rId9" Type="http://schemas.openxmlformats.org/officeDocument/2006/relationships/image" Target="../media/image191.emf"/></Relationships>
</file>

<file path=ppt/drawings/_rels/vmlDrawing18.vml.rels><?xml version="1.0" encoding="UTF-8" standalone="yes"?>
<Relationships xmlns="http://schemas.openxmlformats.org/package/2006/relationships"><Relationship Id="rId8" Type="http://schemas.openxmlformats.org/officeDocument/2006/relationships/image" Target="../media/image202.emf"/><Relationship Id="rId13" Type="http://schemas.openxmlformats.org/officeDocument/2006/relationships/image" Target="../media/image207.emf"/><Relationship Id="rId3" Type="http://schemas.openxmlformats.org/officeDocument/2006/relationships/image" Target="../media/image197.emf"/><Relationship Id="rId7" Type="http://schemas.openxmlformats.org/officeDocument/2006/relationships/image" Target="../media/image201.emf"/><Relationship Id="rId12" Type="http://schemas.openxmlformats.org/officeDocument/2006/relationships/image" Target="../media/image206.emf"/><Relationship Id="rId2" Type="http://schemas.openxmlformats.org/officeDocument/2006/relationships/image" Target="../media/image196.emf"/><Relationship Id="rId16" Type="http://schemas.openxmlformats.org/officeDocument/2006/relationships/image" Target="../media/image210.emf"/><Relationship Id="rId1" Type="http://schemas.openxmlformats.org/officeDocument/2006/relationships/image" Target="../media/image195.emf"/><Relationship Id="rId6" Type="http://schemas.openxmlformats.org/officeDocument/2006/relationships/image" Target="../media/image200.emf"/><Relationship Id="rId11" Type="http://schemas.openxmlformats.org/officeDocument/2006/relationships/image" Target="../media/image205.emf"/><Relationship Id="rId5" Type="http://schemas.openxmlformats.org/officeDocument/2006/relationships/image" Target="../media/image199.emf"/><Relationship Id="rId15" Type="http://schemas.openxmlformats.org/officeDocument/2006/relationships/image" Target="../media/image209.emf"/><Relationship Id="rId10" Type="http://schemas.openxmlformats.org/officeDocument/2006/relationships/image" Target="../media/image204.emf"/><Relationship Id="rId4" Type="http://schemas.openxmlformats.org/officeDocument/2006/relationships/image" Target="../media/image198.emf"/><Relationship Id="rId9" Type="http://schemas.openxmlformats.org/officeDocument/2006/relationships/image" Target="../media/image203.emf"/><Relationship Id="rId14" Type="http://schemas.openxmlformats.org/officeDocument/2006/relationships/image" Target="../media/image208.emf"/></Relationships>
</file>

<file path=ppt/drawings/_rels/vmlDrawing19.vml.rels><?xml version="1.0" encoding="UTF-8" standalone="yes"?>
<Relationships xmlns="http://schemas.openxmlformats.org/package/2006/relationships"><Relationship Id="rId2" Type="http://schemas.openxmlformats.org/officeDocument/2006/relationships/image" Target="../media/image212.png"/><Relationship Id="rId1" Type="http://schemas.openxmlformats.org/officeDocument/2006/relationships/image" Target="../media/image211.png"/></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215.png"/><Relationship Id="rId2" Type="http://schemas.openxmlformats.org/officeDocument/2006/relationships/image" Target="../media/image214.png"/><Relationship Id="rId1" Type="http://schemas.openxmlformats.org/officeDocument/2006/relationships/image" Target="../media/image213.png"/><Relationship Id="rId4" Type="http://schemas.openxmlformats.org/officeDocument/2006/relationships/image" Target="../media/image216.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2098" name="Rectangle 2"/>
          <p:cNvSpPr>
            <a:spLocks noGrp="1" noChangeArrowheads="1"/>
          </p:cNvSpPr>
          <p:nvPr>
            <p:ph type="hdr" sz="quarter"/>
          </p:nvPr>
        </p:nvSpPr>
        <p:spPr bwMode="auto">
          <a:xfrm>
            <a:off x="0" y="0"/>
            <a:ext cx="2946400" cy="496888"/>
          </a:xfrm>
          <a:prstGeom prst="rect">
            <a:avLst/>
          </a:prstGeom>
          <a:noFill/>
          <a:ln w="9525">
            <a:noFill/>
            <a:miter lim="800000"/>
          </a:ln>
          <a:effectLst/>
        </p:spPr>
        <p:txBody>
          <a:bodyPr vert="horz" wrap="square" lIns="91440" tIns="45720" rIns="91440" bIns="45720" numCol="1" anchor="t" anchorCtr="0" compatLnSpc="1"/>
          <a:lstStyle>
            <a:lvl1pPr algn="l" eaLnBrk="1" hangingPunct="1">
              <a:defRPr sz="1200"/>
            </a:lvl1pPr>
          </a:lstStyle>
          <a:p>
            <a:pPr>
              <a:defRPr/>
            </a:pPr>
            <a:endParaRPr lang="en-US" altLang="zh-CN"/>
          </a:p>
        </p:txBody>
      </p:sp>
      <p:sp>
        <p:nvSpPr>
          <p:cNvPr id="132099" name="Rectangle 3"/>
          <p:cNvSpPr>
            <a:spLocks noGrp="1" noChangeArrowheads="1"/>
          </p:cNvSpPr>
          <p:nvPr>
            <p:ph type="dt" sz="quarter" idx="1"/>
          </p:nvPr>
        </p:nvSpPr>
        <p:spPr bwMode="auto">
          <a:xfrm>
            <a:off x="3851275" y="0"/>
            <a:ext cx="2946400" cy="496888"/>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lvl1pPr>
          </a:lstStyle>
          <a:p>
            <a:pPr>
              <a:defRPr/>
            </a:pPr>
            <a:endParaRPr lang="en-US" altLang="zh-CN"/>
          </a:p>
        </p:txBody>
      </p:sp>
      <p:sp>
        <p:nvSpPr>
          <p:cNvPr id="132100" name="Rectangle 4"/>
          <p:cNvSpPr>
            <a:spLocks noGrp="1" noChangeArrowheads="1"/>
          </p:cNvSpPr>
          <p:nvPr>
            <p:ph type="ftr" sz="quarter" idx="2"/>
          </p:nvPr>
        </p:nvSpPr>
        <p:spPr bwMode="auto">
          <a:xfrm>
            <a:off x="0" y="9431338"/>
            <a:ext cx="2946400" cy="496887"/>
          </a:xfrm>
          <a:prstGeom prst="rect">
            <a:avLst/>
          </a:prstGeom>
          <a:noFill/>
          <a:ln w="9525">
            <a:noFill/>
            <a:miter lim="800000"/>
          </a:ln>
          <a:effectLst/>
        </p:spPr>
        <p:txBody>
          <a:bodyPr vert="horz" wrap="square" lIns="91440" tIns="45720" rIns="91440" bIns="45720" numCol="1" anchor="b" anchorCtr="0" compatLnSpc="1"/>
          <a:lstStyle>
            <a:lvl1pPr algn="l" eaLnBrk="1" hangingPunct="1">
              <a:defRPr sz="1200"/>
            </a:lvl1pPr>
          </a:lstStyle>
          <a:p>
            <a:pPr>
              <a:defRPr/>
            </a:pPr>
            <a:endParaRPr lang="en-US" altLang="zh-CN"/>
          </a:p>
        </p:txBody>
      </p:sp>
      <p:sp>
        <p:nvSpPr>
          <p:cNvPr id="132101" name="Rectangle 5"/>
          <p:cNvSpPr>
            <a:spLocks noGrp="1" noChangeArrowheads="1"/>
          </p:cNvSpPr>
          <p:nvPr>
            <p:ph type="sldNum" sz="quarter" idx="3"/>
          </p:nvPr>
        </p:nvSpPr>
        <p:spPr bwMode="auto">
          <a:xfrm>
            <a:off x="3851275" y="9431338"/>
            <a:ext cx="2946400" cy="496887"/>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200"/>
            </a:lvl1pPr>
          </a:lstStyle>
          <a:p>
            <a:pPr>
              <a:defRPr/>
            </a:pPr>
            <a:fld id="{37FF4DE6-1985-490C-B7E0-EDBA30F6E0FB}" type="slidenum">
              <a:rPr lang="en-US" altLang="zh-CN"/>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8482" name="Rectangle 2"/>
          <p:cNvSpPr>
            <a:spLocks noGrp="1" noChangeArrowheads="1"/>
          </p:cNvSpPr>
          <p:nvPr>
            <p:ph type="hdr" sz="quarter"/>
          </p:nvPr>
        </p:nvSpPr>
        <p:spPr bwMode="auto">
          <a:xfrm>
            <a:off x="0" y="0"/>
            <a:ext cx="2946400" cy="496888"/>
          </a:xfrm>
          <a:prstGeom prst="rect">
            <a:avLst/>
          </a:prstGeom>
          <a:noFill/>
          <a:ln w="9525">
            <a:noFill/>
            <a:miter lim="800000"/>
          </a:ln>
          <a:effectLst/>
        </p:spPr>
        <p:txBody>
          <a:bodyPr vert="horz" wrap="square" lIns="91440" tIns="45720" rIns="91440" bIns="45720" numCol="1" anchor="t" anchorCtr="0" compatLnSpc="1"/>
          <a:lstStyle>
            <a:lvl1pPr algn="l" eaLnBrk="1" hangingPunct="1">
              <a:defRPr sz="1200"/>
            </a:lvl1pPr>
          </a:lstStyle>
          <a:p>
            <a:pPr>
              <a:defRPr/>
            </a:pPr>
            <a:endParaRPr lang="en-US" altLang="zh-CN"/>
          </a:p>
        </p:txBody>
      </p:sp>
      <p:sp>
        <p:nvSpPr>
          <p:cNvPr id="148483" name="Rectangle 3"/>
          <p:cNvSpPr>
            <a:spLocks noGrp="1" noChangeArrowheads="1"/>
          </p:cNvSpPr>
          <p:nvPr>
            <p:ph type="dt" idx="1"/>
          </p:nvPr>
        </p:nvSpPr>
        <p:spPr bwMode="auto">
          <a:xfrm>
            <a:off x="3851275" y="0"/>
            <a:ext cx="2946400" cy="496888"/>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lvl1pPr>
          </a:lstStyle>
          <a:p>
            <a:pPr>
              <a:defRPr/>
            </a:pPr>
            <a:endParaRPr lang="en-US" altLang="zh-CN"/>
          </a:p>
        </p:txBody>
      </p:sp>
      <p:sp>
        <p:nvSpPr>
          <p:cNvPr id="2052" name="Rectangle 4"/>
          <p:cNvSpPr>
            <a:spLocks noGrp="1" noRot="1" noChangeAspect="1" noChangeArrowheads="1" noTextEdit="1"/>
          </p:cNvSpPr>
          <p:nvPr>
            <p:ph type="sldImg" idx="2"/>
          </p:nvPr>
        </p:nvSpPr>
        <p:spPr bwMode="auto">
          <a:xfrm>
            <a:off x="917575" y="744538"/>
            <a:ext cx="4962525" cy="3722687"/>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148485" name="Rectangle 5"/>
          <p:cNvSpPr>
            <a:spLocks noGrp="1" noChangeArrowheads="1"/>
          </p:cNvSpPr>
          <p:nvPr>
            <p:ph type="body" sz="quarter" idx="3"/>
          </p:nvPr>
        </p:nvSpPr>
        <p:spPr bwMode="auto">
          <a:xfrm>
            <a:off x="906463" y="4716463"/>
            <a:ext cx="4984750" cy="4467225"/>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48486" name="Rectangle 6"/>
          <p:cNvSpPr>
            <a:spLocks noGrp="1" noChangeArrowheads="1"/>
          </p:cNvSpPr>
          <p:nvPr>
            <p:ph type="ftr" sz="quarter" idx="4"/>
          </p:nvPr>
        </p:nvSpPr>
        <p:spPr bwMode="auto">
          <a:xfrm>
            <a:off x="0" y="9431338"/>
            <a:ext cx="2946400" cy="496887"/>
          </a:xfrm>
          <a:prstGeom prst="rect">
            <a:avLst/>
          </a:prstGeom>
          <a:noFill/>
          <a:ln w="9525">
            <a:noFill/>
            <a:miter lim="800000"/>
          </a:ln>
          <a:effectLst/>
        </p:spPr>
        <p:txBody>
          <a:bodyPr vert="horz" wrap="square" lIns="91440" tIns="45720" rIns="91440" bIns="45720" numCol="1" anchor="b" anchorCtr="0" compatLnSpc="1"/>
          <a:lstStyle>
            <a:lvl1pPr algn="l" eaLnBrk="1" hangingPunct="1">
              <a:defRPr sz="1200"/>
            </a:lvl1pPr>
          </a:lstStyle>
          <a:p>
            <a:pPr>
              <a:defRPr/>
            </a:pPr>
            <a:endParaRPr lang="en-US" altLang="zh-CN"/>
          </a:p>
        </p:txBody>
      </p:sp>
      <p:sp>
        <p:nvSpPr>
          <p:cNvPr id="148487" name="Rectangle 7"/>
          <p:cNvSpPr>
            <a:spLocks noGrp="1" noChangeArrowheads="1"/>
          </p:cNvSpPr>
          <p:nvPr>
            <p:ph type="sldNum" sz="quarter" idx="5"/>
          </p:nvPr>
        </p:nvSpPr>
        <p:spPr bwMode="auto">
          <a:xfrm>
            <a:off x="3851275" y="9431338"/>
            <a:ext cx="2946400" cy="496887"/>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200"/>
            </a:lvl1pPr>
          </a:lstStyle>
          <a:p>
            <a:pPr>
              <a:defRPr/>
            </a:pPr>
            <a:fld id="{16216DFA-5E0B-4E3C-A3A7-5CFDC691FED5}" type="slidenum">
              <a:rPr lang="en-US" altLang="zh-CN"/>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a:extLst>
              <a:ext uri="{FF2B5EF4-FFF2-40B4-BE49-F238E27FC236}">
                <a16:creationId xmlns:a16="http://schemas.microsoft.com/office/drawing/2014/main" id="{4FC3B9BB-CE01-4ADC-BE98-E69BB0B667FE}"/>
              </a:ext>
            </a:extLst>
          </p:cNvPr>
          <p:cNvSpPr txBox="1">
            <a:spLocks noGrp="1" noChangeArrowheads="1"/>
          </p:cNvSpPr>
          <p:nvPr/>
        </p:nvSpPr>
        <p:spPr bwMode="auto">
          <a:xfrm>
            <a:off x="3849688" y="9429750"/>
            <a:ext cx="2946400"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pPr>
            <a:fld id="{EE743DBA-ADD0-4060-BAB5-C2815D0B7DA6}" type="slidenum">
              <a:rPr kumimoji="0" lang="en-US" altLang="zh-CN" b="0">
                <a:latin typeface="Arial" panose="020B0604020202020204" pitchFamily="34" charset="0"/>
              </a:rPr>
              <a:pPr algn="r" eaLnBrk="1" hangingPunct="1">
                <a:spcBef>
                  <a:spcPct val="0"/>
                </a:spcBef>
              </a:pPr>
              <a:t>12</a:t>
            </a:fld>
            <a:endParaRPr kumimoji="0" lang="en-US" altLang="zh-CN" b="0">
              <a:latin typeface="Arial" panose="020B0604020202020204" pitchFamily="34" charset="0"/>
            </a:endParaRPr>
          </a:p>
        </p:txBody>
      </p:sp>
      <p:sp>
        <p:nvSpPr>
          <p:cNvPr id="25603" name="Rectangle 2">
            <a:extLst>
              <a:ext uri="{FF2B5EF4-FFF2-40B4-BE49-F238E27FC236}">
                <a16:creationId xmlns:a16="http://schemas.microsoft.com/office/drawing/2014/main" id="{6959E202-9A63-4BA8-A863-F08B47EBC948}"/>
              </a:ext>
            </a:extLst>
          </p:cNvPr>
          <p:cNvSpPr>
            <a:spLocks noGrp="1" noRot="1" noChangeAspect="1" noChangeArrowheads="1" noTextEdit="1"/>
          </p:cNvSpPr>
          <p:nvPr>
            <p:ph type="sldImg"/>
          </p:nvPr>
        </p:nvSpPr>
        <p:spPr>
          <a:ln/>
        </p:spPr>
      </p:sp>
      <p:sp>
        <p:nvSpPr>
          <p:cNvPr id="25604" name="Rectangle 3">
            <a:extLst>
              <a:ext uri="{FF2B5EF4-FFF2-40B4-BE49-F238E27FC236}">
                <a16:creationId xmlns:a16="http://schemas.microsoft.com/office/drawing/2014/main" id="{CF2DA5EF-DFB4-4661-98EB-C40F3C14000F}"/>
              </a:ext>
            </a:extLst>
          </p:cNvPr>
          <p:cNvSpPr>
            <a:spLocks noGrp="1" noChangeArrowheads="1"/>
          </p:cNvSpPr>
          <p:nvPr>
            <p:ph type="body" idx="1"/>
          </p:nvPr>
        </p:nvSpPr>
        <p:spPr>
          <a:xfrm>
            <a:off x="679450" y="4716463"/>
            <a:ext cx="5438775" cy="44672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fourObj">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sz="quarter" idx="1"/>
          </p:nvPr>
        </p:nvSpPr>
        <p:spPr>
          <a:xfrm>
            <a:off x="457200" y="1600200"/>
            <a:ext cx="4038600" cy="218598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1600200"/>
            <a:ext cx="4038600" cy="218598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57200" y="3938588"/>
            <a:ext cx="4038600" cy="2187575"/>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内容占位符 5"/>
          <p:cNvSpPr>
            <a:spLocks noGrp="1"/>
          </p:cNvSpPr>
          <p:nvPr>
            <p:ph sz="quarter" idx="4"/>
          </p:nvPr>
        </p:nvSpPr>
        <p:spPr>
          <a:xfrm>
            <a:off x="4648200" y="3938588"/>
            <a:ext cx="4038600" cy="2187575"/>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00182F"/>
            </a:gs>
            <a:gs pos="100000">
              <a:srgbClr val="003366"/>
            </a:gs>
          </a:gsLst>
          <a:lin ang="5400000" scaled="1"/>
        </a:gradFill>
        <a:effectLst/>
      </p:bgPr>
    </p:bg>
    <p:spTree>
      <p:nvGrpSpPr>
        <p:cNvPr id="1" name=""/>
        <p:cNvGrpSpPr/>
        <p:nvPr/>
      </p:nvGrpSpPr>
      <p:grpSpPr>
        <a:xfrm>
          <a:off x="0" y="0"/>
          <a:ext cx="0" cy="0"/>
          <a:chOff x="0" y="0"/>
          <a:chExt cx="0" cy="0"/>
        </a:xfrm>
      </p:grpSpPr>
      <p:sp>
        <p:nvSpPr>
          <p:cNvPr id="1026" name="AutoShape 7"/>
          <p:cNvSpPr>
            <a:spLocks noChangeArrowheads="1"/>
          </p:cNvSpPr>
          <p:nvPr/>
        </p:nvSpPr>
        <p:spPr bwMode="auto">
          <a:xfrm>
            <a:off x="-25400" y="0"/>
            <a:ext cx="9204325" cy="6858000"/>
          </a:xfrm>
          <a:prstGeom prst="bevel">
            <a:avLst>
              <a:gd name="adj" fmla="val 1273"/>
            </a:avLst>
          </a:prstGeom>
          <a:solidFill>
            <a:srgbClr val="006699"/>
          </a:solidFill>
          <a:ln w="9525">
            <a:solidFill>
              <a:srgbClr val="006699"/>
            </a:solidFill>
            <a:miter lim="800000"/>
          </a:ln>
        </p:spPr>
        <p:txBody>
          <a:bodyPr wrap="none" anchor="ctr"/>
          <a:lstStyle>
            <a:lvl1pPr algn="ctr">
              <a:defRPr kumimoji="1" sz="2400" b="1">
                <a:solidFill>
                  <a:schemeClr val="tx1"/>
                </a:solidFill>
                <a:latin typeface="Times New Roman" panose="02020603050405020304" pitchFamily="18" charset="0"/>
                <a:ea typeface="宋体" panose="02010600030101010101" pitchFamily="2" charset="-122"/>
              </a:defRPr>
            </a:lvl1pPr>
            <a:lvl2pPr marL="742950" indent="-285750" algn="ctr">
              <a:defRPr kumimoji="1" sz="2400" b="1">
                <a:solidFill>
                  <a:schemeClr val="tx1"/>
                </a:solidFill>
                <a:latin typeface="Times New Roman" panose="02020603050405020304" pitchFamily="18" charset="0"/>
                <a:ea typeface="宋体" panose="02010600030101010101" pitchFamily="2" charset="-122"/>
              </a:defRPr>
            </a:lvl2pPr>
            <a:lvl3pPr marL="1143000" indent="-228600" algn="ctr">
              <a:defRPr kumimoji="1" sz="2400" b="1">
                <a:solidFill>
                  <a:schemeClr val="tx1"/>
                </a:solidFill>
                <a:latin typeface="Times New Roman" panose="02020603050405020304" pitchFamily="18" charset="0"/>
                <a:ea typeface="宋体" panose="02010600030101010101" pitchFamily="2" charset="-122"/>
              </a:defRPr>
            </a:lvl3pPr>
            <a:lvl4pPr marL="1600200" indent="-228600" algn="ctr">
              <a:defRPr kumimoji="1" sz="2400" b="1">
                <a:solidFill>
                  <a:schemeClr val="tx1"/>
                </a:solidFill>
                <a:latin typeface="Times New Roman" panose="02020603050405020304" pitchFamily="18" charset="0"/>
                <a:ea typeface="宋体" panose="02010600030101010101" pitchFamily="2" charset="-122"/>
              </a:defRPr>
            </a:lvl4pPr>
            <a:lvl5pPr marL="2057400" indent="-228600" algn="ctr">
              <a:defRPr kumimoji="1" sz="2400"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en-US"/>
          </a:p>
        </p:txBody>
      </p:sp>
      <p:sp>
        <p:nvSpPr>
          <p:cNvPr id="1027" name="Rectangle 8"/>
          <p:cNvSpPr>
            <a:spLocks noChangeArrowheads="1"/>
          </p:cNvSpPr>
          <p:nvPr/>
        </p:nvSpPr>
        <p:spPr bwMode="auto">
          <a:xfrm>
            <a:off x="250825" y="265113"/>
            <a:ext cx="8626475" cy="6330950"/>
          </a:xfrm>
          <a:prstGeom prst="rect">
            <a:avLst/>
          </a:prstGeom>
          <a:noFill/>
          <a:ln w="12700">
            <a:solidFill>
              <a:srgbClr val="FF0000"/>
            </a:solidFill>
            <a:prstDash val="dash"/>
            <a:miter lim="800000"/>
          </a:ln>
          <a:extLst>
            <a:ext uri="{909E8E84-426E-40DD-AFC4-6F175D3DCCD1}">
              <a14:hiddenFill xmlns:a14="http://schemas.microsoft.com/office/drawing/2010/main">
                <a:solidFill>
                  <a:srgbClr val="FFFFFF"/>
                </a:solidFill>
              </a14:hiddenFill>
            </a:ext>
          </a:extLst>
        </p:spPr>
        <p:txBody>
          <a:bodyPr wrap="none" anchor="ctr"/>
          <a:lstStyle>
            <a:lvl1pPr algn="ctr">
              <a:defRPr kumimoji="1" sz="2400" b="1">
                <a:solidFill>
                  <a:schemeClr val="tx1"/>
                </a:solidFill>
                <a:latin typeface="Times New Roman" panose="02020603050405020304" pitchFamily="18" charset="0"/>
                <a:ea typeface="宋体" panose="02010600030101010101" pitchFamily="2" charset="-122"/>
              </a:defRPr>
            </a:lvl1pPr>
            <a:lvl2pPr marL="742950" indent="-285750" algn="ctr">
              <a:defRPr kumimoji="1" sz="2400" b="1">
                <a:solidFill>
                  <a:schemeClr val="tx1"/>
                </a:solidFill>
                <a:latin typeface="Times New Roman" panose="02020603050405020304" pitchFamily="18" charset="0"/>
                <a:ea typeface="宋体" panose="02010600030101010101" pitchFamily="2" charset="-122"/>
              </a:defRPr>
            </a:lvl2pPr>
            <a:lvl3pPr marL="1143000" indent="-228600" algn="ctr">
              <a:defRPr kumimoji="1" sz="2400" b="1">
                <a:solidFill>
                  <a:schemeClr val="tx1"/>
                </a:solidFill>
                <a:latin typeface="Times New Roman" panose="02020603050405020304" pitchFamily="18" charset="0"/>
                <a:ea typeface="宋体" panose="02010600030101010101" pitchFamily="2" charset="-122"/>
              </a:defRPr>
            </a:lvl3pPr>
            <a:lvl4pPr marL="1600200" indent="-228600" algn="ctr">
              <a:defRPr kumimoji="1" sz="2400" b="1">
                <a:solidFill>
                  <a:schemeClr val="tx1"/>
                </a:solidFill>
                <a:latin typeface="Times New Roman" panose="02020603050405020304" pitchFamily="18" charset="0"/>
                <a:ea typeface="宋体" panose="02010600030101010101" pitchFamily="2" charset="-122"/>
              </a:defRPr>
            </a:lvl4pPr>
            <a:lvl5pPr marL="2057400" indent="-228600" algn="ctr">
              <a:defRPr kumimoji="1" sz="2400"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3" Type="http://schemas.openxmlformats.org/officeDocument/2006/relationships/oleObject" Target="../embeddings/oleObject6.bin"/><Relationship Id="rId18" Type="http://schemas.openxmlformats.org/officeDocument/2006/relationships/image" Target="../media/image11.emf"/><Relationship Id="rId26" Type="http://schemas.openxmlformats.org/officeDocument/2006/relationships/image" Target="../media/image18.png"/><Relationship Id="rId3" Type="http://schemas.openxmlformats.org/officeDocument/2006/relationships/oleObject" Target="../embeddings/oleObject1.bin"/><Relationship Id="rId21" Type="http://schemas.openxmlformats.org/officeDocument/2006/relationships/image" Target="../media/image12.emf"/><Relationship Id="rId7" Type="http://schemas.openxmlformats.org/officeDocument/2006/relationships/oleObject" Target="../embeddings/oleObject3.bin"/><Relationship Id="rId12" Type="http://schemas.openxmlformats.org/officeDocument/2006/relationships/image" Target="../media/image8.emf"/><Relationship Id="rId17" Type="http://schemas.openxmlformats.org/officeDocument/2006/relationships/oleObject" Target="../embeddings/oleObject8.bin"/><Relationship Id="rId25" Type="http://schemas.openxmlformats.org/officeDocument/2006/relationships/image" Target="../media/image14.emf"/><Relationship Id="rId33" Type="http://schemas.openxmlformats.org/officeDocument/2006/relationships/hyperlink" Target="&#22810;&#26222;&#21202;&#25928;&#24212;&#65288;&#27874;&#38754;&#65289;&#65288;&#27874;&#28304;&#38745;&#12289;&#20154;&#21160;-&#38745;&#65289;.swf" TargetMode="External"/><Relationship Id="rId2" Type="http://schemas.openxmlformats.org/officeDocument/2006/relationships/slideLayout" Target="../slideLayouts/slideLayout7.xml"/><Relationship Id="rId16" Type="http://schemas.openxmlformats.org/officeDocument/2006/relationships/image" Target="../media/image10.emf"/><Relationship Id="rId20" Type="http://schemas.openxmlformats.org/officeDocument/2006/relationships/oleObject" Target="../embeddings/oleObject9.bin"/><Relationship Id="rId29" Type="http://schemas.openxmlformats.org/officeDocument/2006/relationships/image" Target="../media/image19.png"/><Relationship Id="rId1" Type="http://schemas.openxmlformats.org/officeDocument/2006/relationships/vmlDrawing" Target="../drawings/vmlDrawing1.vml"/><Relationship Id="rId6" Type="http://schemas.openxmlformats.org/officeDocument/2006/relationships/image" Target="../media/image5.emf"/><Relationship Id="rId11" Type="http://schemas.openxmlformats.org/officeDocument/2006/relationships/oleObject" Target="../embeddings/oleObject5.bin"/><Relationship Id="rId24" Type="http://schemas.openxmlformats.org/officeDocument/2006/relationships/oleObject" Target="../embeddings/oleObject11.bin"/><Relationship Id="rId32" Type="http://schemas.openxmlformats.org/officeDocument/2006/relationships/hyperlink" Target="../&#21160;&#30011;/&#24377;&#31783;&#25391;&#23376;1(&#21147;&#30340;&#21464;&#21270;&#65289;.swf" TargetMode="External"/><Relationship Id="rId5" Type="http://schemas.openxmlformats.org/officeDocument/2006/relationships/oleObject" Target="../embeddings/oleObject2.bin"/><Relationship Id="rId15" Type="http://schemas.openxmlformats.org/officeDocument/2006/relationships/oleObject" Target="../embeddings/oleObject7.bin"/><Relationship Id="rId23" Type="http://schemas.openxmlformats.org/officeDocument/2006/relationships/image" Target="../media/image13.emf"/><Relationship Id="rId28" Type="http://schemas.openxmlformats.org/officeDocument/2006/relationships/image" Target="../media/image15.emf"/><Relationship Id="rId10" Type="http://schemas.openxmlformats.org/officeDocument/2006/relationships/image" Target="../media/image7.emf"/><Relationship Id="rId19" Type="http://schemas.openxmlformats.org/officeDocument/2006/relationships/image" Target="../media/image17.png"/><Relationship Id="rId31" Type="http://schemas.openxmlformats.org/officeDocument/2006/relationships/image" Target="../media/image16.emf"/><Relationship Id="rId4" Type="http://schemas.openxmlformats.org/officeDocument/2006/relationships/image" Target="../media/image4.emf"/><Relationship Id="rId9" Type="http://schemas.openxmlformats.org/officeDocument/2006/relationships/oleObject" Target="../embeddings/oleObject4.bin"/><Relationship Id="rId14" Type="http://schemas.openxmlformats.org/officeDocument/2006/relationships/image" Target="../media/image9.emf"/><Relationship Id="rId22" Type="http://schemas.openxmlformats.org/officeDocument/2006/relationships/oleObject" Target="../embeddings/oleObject10.bin"/><Relationship Id="rId27" Type="http://schemas.openxmlformats.org/officeDocument/2006/relationships/oleObject" Target="../embeddings/oleObject12.bin"/><Relationship Id="rId30" Type="http://schemas.openxmlformats.org/officeDocument/2006/relationships/oleObject" Target="../embeddings/oleObject13.bin"/><Relationship Id="rId8" Type="http://schemas.openxmlformats.org/officeDocument/2006/relationships/image" Target="../media/image6.emf"/></Relationships>
</file>

<file path=ppt/slides/_rels/slide4.xml.rels><?xml version="1.0" encoding="UTF-8" standalone="yes"?>
<Relationships xmlns="http://schemas.openxmlformats.org/package/2006/relationships"><Relationship Id="rId13" Type="http://schemas.openxmlformats.org/officeDocument/2006/relationships/oleObject" Target="../embeddings/oleObject19.bin"/><Relationship Id="rId18" Type="http://schemas.openxmlformats.org/officeDocument/2006/relationships/image" Target="../media/image27.emf"/><Relationship Id="rId26" Type="http://schemas.openxmlformats.org/officeDocument/2006/relationships/image" Target="../media/image30.emf"/><Relationship Id="rId3" Type="http://schemas.openxmlformats.org/officeDocument/2006/relationships/oleObject" Target="../embeddings/oleObject14.bin"/><Relationship Id="rId21" Type="http://schemas.openxmlformats.org/officeDocument/2006/relationships/image" Target="../media/image28.emf"/><Relationship Id="rId34" Type="http://schemas.openxmlformats.org/officeDocument/2006/relationships/image" Target="../media/image36.png"/><Relationship Id="rId7" Type="http://schemas.openxmlformats.org/officeDocument/2006/relationships/oleObject" Target="../embeddings/oleObject16.bin"/><Relationship Id="rId12" Type="http://schemas.openxmlformats.org/officeDocument/2006/relationships/image" Target="../media/image24.emf"/><Relationship Id="rId17" Type="http://schemas.openxmlformats.org/officeDocument/2006/relationships/oleObject" Target="../embeddings/oleObject21.bin"/><Relationship Id="rId25" Type="http://schemas.openxmlformats.org/officeDocument/2006/relationships/oleObject" Target="../embeddings/oleObject25.bin"/><Relationship Id="rId33" Type="http://schemas.openxmlformats.org/officeDocument/2006/relationships/image" Target="../media/image33.emf"/><Relationship Id="rId2" Type="http://schemas.openxmlformats.org/officeDocument/2006/relationships/slideLayout" Target="../slideLayouts/slideLayout7.xml"/><Relationship Id="rId16" Type="http://schemas.openxmlformats.org/officeDocument/2006/relationships/image" Target="../media/image26.emf"/><Relationship Id="rId20" Type="http://schemas.openxmlformats.org/officeDocument/2006/relationships/oleObject" Target="../embeddings/oleObject22.bin"/><Relationship Id="rId29" Type="http://schemas.openxmlformats.org/officeDocument/2006/relationships/image" Target="../media/image31.emf"/><Relationship Id="rId1" Type="http://schemas.openxmlformats.org/officeDocument/2006/relationships/vmlDrawing" Target="../drawings/vmlDrawing2.vml"/><Relationship Id="rId6" Type="http://schemas.openxmlformats.org/officeDocument/2006/relationships/image" Target="../media/image21.emf"/><Relationship Id="rId11" Type="http://schemas.openxmlformats.org/officeDocument/2006/relationships/oleObject" Target="../embeddings/oleObject18.bin"/><Relationship Id="rId24" Type="http://schemas.openxmlformats.org/officeDocument/2006/relationships/image" Target="../media/image29.emf"/><Relationship Id="rId32" Type="http://schemas.openxmlformats.org/officeDocument/2006/relationships/oleObject" Target="../embeddings/oleObject28.bin"/><Relationship Id="rId5" Type="http://schemas.openxmlformats.org/officeDocument/2006/relationships/oleObject" Target="../embeddings/oleObject15.bin"/><Relationship Id="rId15" Type="http://schemas.openxmlformats.org/officeDocument/2006/relationships/oleObject" Target="../embeddings/oleObject20.bin"/><Relationship Id="rId23" Type="http://schemas.openxmlformats.org/officeDocument/2006/relationships/oleObject" Target="../embeddings/oleObject24.bin"/><Relationship Id="rId28" Type="http://schemas.openxmlformats.org/officeDocument/2006/relationships/oleObject" Target="../embeddings/oleObject26.bin"/><Relationship Id="rId36" Type="http://schemas.openxmlformats.org/officeDocument/2006/relationships/hyperlink" Target="&#22810;&#26222;&#21202;&#25928;&#24212;&#65288;2&#20010;&#27874;&#38754;&#65289;&#65288;&#27874;&#28304;&#36816;&#21160;&#65289;.swf" TargetMode="External"/><Relationship Id="rId10" Type="http://schemas.openxmlformats.org/officeDocument/2006/relationships/image" Target="../media/image23.emf"/><Relationship Id="rId19" Type="http://schemas.openxmlformats.org/officeDocument/2006/relationships/image" Target="../media/image34.png"/><Relationship Id="rId31" Type="http://schemas.openxmlformats.org/officeDocument/2006/relationships/image" Target="../media/image32.emf"/><Relationship Id="rId4" Type="http://schemas.openxmlformats.org/officeDocument/2006/relationships/image" Target="../media/image20.emf"/><Relationship Id="rId9" Type="http://schemas.openxmlformats.org/officeDocument/2006/relationships/oleObject" Target="../embeddings/oleObject17.bin"/><Relationship Id="rId14" Type="http://schemas.openxmlformats.org/officeDocument/2006/relationships/image" Target="../media/image25.wmf"/><Relationship Id="rId22" Type="http://schemas.openxmlformats.org/officeDocument/2006/relationships/oleObject" Target="../embeddings/oleObject23.bin"/><Relationship Id="rId27" Type="http://schemas.openxmlformats.org/officeDocument/2006/relationships/image" Target="../media/image35.png"/><Relationship Id="rId30" Type="http://schemas.openxmlformats.org/officeDocument/2006/relationships/oleObject" Target="../embeddings/oleObject27.bin"/><Relationship Id="rId35" Type="http://schemas.openxmlformats.org/officeDocument/2006/relationships/hyperlink" Target="../&#21160;&#30011;/&#24377;&#31783;&#25391;&#23376;1(&#21147;&#30340;&#21464;&#21270;&#65289;.swf" TargetMode="External"/><Relationship Id="rId8" Type="http://schemas.openxmlformats.org/officeDocument/2006/relationships/image" Target="../media/image22.emf"/></Relationships>
</file>

<file path=ppt/slides/_rels/slide5.xml.rels><?xml version="1.0" encoding="UTF-8" standalone="yes"?>
<Relationships xmlns="http://schemas.openxmlformats.org/package/2006/relationships"><Relationship Id="rId8" Type="http://schemas.openxmlformats.org/officeDocument/2006/relationships/image" Target="../media/image39.emf"/><Relationship Id="rId13" Type="http://schemas.openxmlformats.org/officeDocument/2006/relationships/oleObject" Target="../embeddings/oleObject34.bin"/><Relationship Id="rId18" Type="http://schemas.openxmlformats.org/officeDocument/2006/relationships/image" Target="../media/image44.emf"/><Relationship Id="rId26" Type="http://schemas.openxmlformats.org/officeDocument/2006/relationships/hyperlink" Target="&#28608;&#27874;&#65288;6&#20010;&#27874;&#38754;&#65289;.swf" TargetMode="External"/><Relationship Id="rId3" Type="http://schemas.openxmlformats.org/officeDocument/2006/relationships/oleObject" Target="../embeddings/oleObject29.bin"/><Relationship Id="rId21" Type="http://schemas.openxmlformats.org/officeDocument/2006/relationships/oleObject" Target="../embeddings/oleObject38.bin"/><Relationship Id="rId7" Type="http://schemas.openxmlformats.org/officeDocument/2006/relationships/oleObject" Target="../embeddings/oleObject31.bin"/><Relationship Id="rId12" Type="http://schemas.openxmlformats.org/officeDocument/2006/relationships/image" Target="../media/image41.emf"/><Relationship Id="rId17" Type="http://schemas.openxmlformats.org/officeDocument/2006/relationships/oleObject" Target="../embeddings/oleObject36.bin"/><Relationship Id="rId25" Type="http://schemas.openxmlformats.org/officeDocument/2006/relationships/hyperlink" Target="../&#21160;&#30011;/&#24377;&#31783;&#25391;&#23376;1(&#21147;&#30340;&#21464;&#21270;&#65289;.swf" TargetMode="External"/><Relationship Id="rId2" Type="http://schemas.openxmlformats.org/officeDocument/2006/relationships/slideLayout" Target="../slideLayouts/slideLayout7.xml"/><Relationship Id="rId16" Type="http://schemas.openxmlformats.org/officeDocument/2006/relationships/image" Target="../media/image43.emf"/><Relationship Id="rId20" Type="http://schemas.openxmlformats.org/officeDocument/2006/relationships/image" Target="../media/image45.emf"/><Relationship Id="rId1" Type="http://schemas.openxmlformats.org/officeDocument/2006/relationships/vmlDrawing" Target="../drawings/vmlDrawing3.vml"/><Relationship Id="rId6" Type="http://schemas.openxmlformats.org/officeDocument/2006/relationships/image" Target="../media/image38.emf"/><Relationship Id="rId11" Type="http://schemas.openxmlformats.org/officeDocument/2006/relationships/oleObject" Target="../embeddings/oleObject33.bin"/><Relationship Id="rId24" Type="http://schemas.openxmlformats.org/officeDocument/2006/relationships/image" Target="../media/image47.emf"/><Relationship Id="rId5" Type="http://schemas.openxmlformats.org/officeDocument/2006/relationships/oleObject" Target="../embeddings/oleObject30.bin"/><Relationship Id="rId15" Type="http://schemas.openxmlformats.org/officeDocument/2006/relationships/oleObject" Target="../embeddings/oleObject35.bin"/><Relationship Id="rId23" Type="http://schemas.openxmlformats.org/officeDocument/2006/relationships/oleObject" Target="../embeddings/oleObject39.bin"/><Relationship Id="rId10" Type="http://schemas.openxmlformats.org/officeDocument/2006/relationships/image" Target="../media/image40.emf"/><Relationship Id="rId19" Type="http://schemas.openxmlformats.org/officeDocument/2006/relationships/oleObject" Target="../embeddings/oleObject37.bin"/><Relationship Id="rId4" Type="http://schemas.openxmlformats.org/officeDocument/2006/relationships/image" Target="../media/image37.emf"/><Relationship Id="rId9" Type="http://schemas.openxmlformats.org/officeDocument/2006/relationships/oleObject" Target="../embeddings/oleObject32.bin"/><Relationship Id="rId14" Type="http://schemas.openxmlformats.org/officeDocument/2006/relationships/image" Target="../media/image42.emf"/><Relationship Id="rId22" Type="http://schemas.openxmlformats.org/officeDocument/2006/relationships/image" Target="../media/image46.emf"/><Relationship Id="rId27" Type="http://schemas.openxmlformats.org/officeDocument/2006/relationships/image" Target="../media/image48.png"/></Relationships>
</file>

<file path=ppt/slides/_rels/slide6.xml.rels><?xml version="1.0" encoding="UTF-8" standalone="yes"?>
<Relationships xmlns="http://schemas.openxmlformats.org/package/2006/relationships"><Relationship Id="rId8" Type="http://schemas.openxmlformats.org/officeDocument/2006/relationships/oleObject" Target="../embeddings/oleObject40.bin"/><Relationship Id="rId3" Type="http://schemas.openxmlformats.org/officeDocument/2006/relationships/image" Target="../media/image50.jpeg"/><Relationship Id="rId7" Type="http://schemas.openxmlformats.org/officeDocument/2006/relationships/image" Target="../media/image54.jpeg"/><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image" Target="../media/image53.jpeg"/><Relationship Id="rId5" Type="http://schemas.openxmlformats.org/officeDocument/2006/relationships/image" Target="../media/image52.jpeg"/><Relationship Id="rId4" Type="http://schemas.openxmlformats.org/officeDocument/2006/relationships/image" Target="../media/image51.jpeg"/><Relationship Id="rId9" Type="http://schemas.openxmlformats.org/officeDocument/2006/relationships/image" Target="../media/image49.wmf"/></Relationships>
</file>

<file path=ppt/slides/_rels/slide7.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image" Target="../media/image55.jpeg"/><Relationship Id="rId1" Type="http://schemas.openxmlformats.org/officeDocument/2006/relationships/slideLayout" Target="../slideLayouts/slideLayout7.xml"/><Relationship Id="rId4" Type="http://schemas.openxmlformats.org/officeDocument/2006/relationships/image" Target="../media/image57.jpeg"/></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42.bin"/><Relationship Id="rId3" Type="http://schemas.openxmlformats.org/officeDocument/2006/relationships/oleObject" Target="../embeddings/oleObject41.bin"/><Relationship Id="rId7" Type="http://schemas.openxmlformats.org/officeDocument/2006/relationships/image" Target="../media/image670.png"/><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wmf"/><Relationship Id="rId9" Type="http://schemas.openxmlformats.org/officeDocument/2006/relationships/image" Target="../media/image59.emf"/></Relationships>
</file>

<file path=ppt/slides/_rels/slide9.xml.rels><?xml version="1.0" encoding="UTF-8" standalone="yes"?>
<Relationships xmlns="http://schemas.openxmlformats.org/package/2006/relationships"><Relationship Id="rId8" Type="http://schemas.openxmlformats.org/officeDocument/2006/relationships/image" Target="../media/image62.emf"/><Relationship Id="rId13" Type="http://schemas.openxmlformats.org/officeDocument/2006/relationships/image" Target="../media/image69.png"/><Relationship Id="rId18" Type="http://schemas.openxmlformats.org/officeDocument/2006/relationships/oleObject" Target="../embeddings/oleObject50.bin"/><Relationship Id="rId3" Type="http://schemas.openxmlformats.org/officeDocument/2006/relationships/oleObject" Target="../embeddings/oleObject43.bin"/><Relationship Id="rId21" Type="http://schemas.openxmlformats.org/officeDocument/2006/relationships/image" Target="../media/image68.emf"/><Relationship Id="rId7" Type="http://schemas.openxmlformats.org/officeDocument/2006/relationships/oleObject" Target="../embeddings/oleObject45.bin"/><Relationship Id="rId12" Type="http://schemas.openxmlformats.org/officeDocument/2006/relationships/image" Target="../media/image64.wmf"/><Relationship Id="rId17" Type="http://schemas.openxmlformats.org/officeDocument/2006/relationships/image" Target="../media/image66.emf"/><Relationship Id="rId2" Type="http://schemas.openxmlformats.org/officeDocument/2006/relationships/slideLayout" Target="../slideLayouts/slideLayout7.xml"/><Relationship Id="rId16" Type="http://schemas.openxmlformats.org/officeDocument/2006/relationships/oleObject" Target="../embeddings/oleObject49.bin"/><Relationship Id="rId20" Type="http://schemas.openxmlformats.org/officeDocument/2006/relationships/oleObject" Target="../embeddings/oleObject51.bin"/><Relationship Id="rId1" Type="http://schemas.openxmlformats.org/officeDocument/2006/relationships/vmlDrawing" Target="../drawings/vmlDrawing6.vml"/><Relationship Id="rId6" Type="http://schemas.openxmlformats.org/officeDocument/2006/relationships/image" Target="../media/image61.emf"/><Relationship Id="rId11" Type="http://schemas.openxmlformats.org/officeDocument/2006/relationships/oleObject" Target="../embeddings/oleObject47.bin"/><Relationship Id="rId5" Type="http://schemas.openxmlformats.org/officeDocument/2006/relationships/oleObject" Target="../embeddings/oleObject44.bin"/><Relationship Id="rId15" Type="http://schemas.openxmlformats.org/officeDocument/2006/relationships/image" Target="../media/image65.emf"/><Relationship Id="rId10" Type="http://schemas.openxmlformats.org/officeDocument/2006/relationships/image" Target="../media/image63.wmf"/><Relationship Id="rId19" Type="http://schemas.openxmlformats.org/officeDocument/2006/relationships/image" Target="../media/image67.emf"/><Relationship Id="rId4" Type="http://schemas.openxmlformats.org/officeDocument/2006/relationships/image" Target="../media/image60.emf"/><Relationship Id="rId9" Type="http://schemas.openxmlformats.org/officeDocument/2006/relationships/oleObject" Target="../embeddings/oleObject46.bin"/><Relationship Id="rId14" Type="http://schemas.openxmlformats.org/officeDocument/2006/relationships/oleObject" Target="../embeddings/oleObject48.bin"/></Relationships>
</file>

<file path=ppt/slides/_rels/slide10.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image" Target="../media/image70.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jpeg"/><Relationship Id="rId1" Type="http://schemas.openxmlformats.org/officeDocument/2006/relationships/slideLayout" Target="../slideLayouts/slideLayout7.xml"/><Relationship Id="rId4" Type="http://schemas.openxmlformats.org/officeDocument/2006/relationships/image" Target="../media/image74.png"/></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54.bin"/><Relationship Id="rId3" Type="http://schemas.openxmlformats.org/officeDocument/2006/relationships/notesSlide" Target="../notesSlides/notesSlide1.xml"/><Relationship Id="rId7" Type="http://schemas.openxmlformats.org/officeDocument/2006/relationships/image" Target="../media/image76.wmf"/><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oleObject" Target="../embeddings/oleObject53.bin"/><Relationship Id="rId11" Type="http://schemas.openxmlformats.org/officeDocument/2006/relationships/image" Target="../media/image78.emf"/><Relationship Id="rId5" Type="http://schemas.openxmlformats.org/officeDocument/2006/relationships/image" Target="../media/image75.emf"/><Relationship Id="rId10" Type="http://schemas.openxmlformats.org/officeDocument/2006/relationships/oleObject" Target="../embeddings/oleObject55.bin"/><Relationship Id="rId4" Type="http://schemas.openxmlformats.org/officeDocument/2006/relationships/oleObject" Target="../embeddings/oleObject52.bin"/><Relationship Id="rId9" Type="http://schemas.openxmlformats.org/officeDocument/2006/relationships/image" Target="../media/image77.wm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3" Type="http://schemas.openxmlformats.org/officeDocument/2006/relationships/oleObject" Target="../embeddings/oleObject61.bin"/><Relationship Id="rId18" Type="http://schemas.openxmlformats.org/officeDocument/2006/relationships/image" Target="../media/image86.emf"/><Relationship Id="rId26" Type="http://schemas.openxmlformats.org/officeDocument/2006/relationships/image" Target="../media/image90.emf"/><Relationship Id="rId21" Type="http://schemas.openxmlformats.org/officeDocument/2006/relationships/oleObject" Target="../embeddings/oleObject65.bin"/><Relationship Id="rId34" Type="http://schemas.openxmlformats.org/officeDocument/2006/relationships/image" Target="../media/image94.emf"/><Relationship Id="rId7" Type="http://schemas.openxmlformats.org/officeDocument/2006/relationships/oleObject" Target="../embeddings/oleObject58.bin"/><Relationship Id="rId12" Type="http://schemas.openxmlformats.org/officeDocument/2006/relationships/image" Target="../media/image83.emf"/><Relationship Id="rId17" Type="http://schemas.openxmlformats.org/officeDocument/2006/relationships/oleObject" Target="../embeddings/oleObject63.bin"/><Relationship Id="rId25" Type="http://schemas.openxmlformats.org/officeDocument/2006/relationships/oleObject" Target="../embeddings/oleObject67.bin"/><Relationship Id="rId33" Type="http://schemas.openxmlformats.org/officeDocument/2006/relationships/oleObject" Target="../embeddings/oleObject71.bin"/><Relationship Id="rId38" Type="http://schemas.openxmlformats.org/officeDocument/2006/relationships/image" Target="../media/image96.emf"/><Relationship Id="rId2" Type="http://schemas.openxmlformats.org/officeDocument/2006/relationships/slideLayout" Target="../slideLayouts/slideLayout2.xml"/><Relationship Id="rId16" Type="http://schemas.openxmlformats.org/officeDocument/2006/relationships/image" Target="../media/image85.emf"/><Relationship Id="rId20" Type="http://schemas.openxmlformats.org/officeDocument/2006/relationships/image" Target="../media/image87.emf"/><Relationship Id="rId29" Type="http://schemas.openxmlformats.org/officeDocument/2006/relationships/oleObject" Target="../embeddings/oleObject69.bin"/><Relationship Id="rId1" Type="http://schemas.openxmlformats.org/officeDocument/2006/relationships/vmlDrawing" Target="../drawings/vmlDrawing8.vml"/><Relationship Id="rId6" Type="http://schemas.openxmlformats.org/officeDocument/2006/relationships/image" Target="../media/image80.emf"/><Relationship Id="rId11" Type="http://schemas.openxmlformats.org/officeDocument/2006/relationships/oleObject" Target="../embeddings/oleObject60.bin"/><Relationship Id="rId24" Type="http://schemas.openxmlformats.org/officeDocument/2006/relationships/image" Target="../media/image89.emf"/><Relationship Id="rId32" Type="http://schemas.openxmlformats.org/officeDocument/2006/relationships/image" Target="../media/image93.emf"/><Relationship Id="rId37" Type="http://schemas.openxmlformats.org/officeDocument/2006/relationships/oleObject" Target="../embeddings/oleObject73.bin"/><Relationship Id="rId5" Type="http://schemas.openxmlformats.org/officeDocument/2006/relationships/oleObject" Target="../embeddings/oleObject57.bin"/><Relationship Id="rId15" Type="http://schemas.openxmlformats.org/officeDocument/2006/relationships/oleObject" Target="../embeddings/oleObject62.bin"/><Relationship Id="rId23" Type="http://schemas.openxmlformats.org/officeDocument/2006/relationships/oleObject" Target="../embeddings/oleObject66.bin"/><Relationship Id="rId28" Type="http://schemas.openxmlformats.org/officeDocument/2006/relationships/image" Target="../media/image91.emf"/><Relationship Id="rId36" Type="http://schemas.openxmlformats.org/officeDocument/2006/relationships/image" Target="../media/image95.emf"/><Relationship Id="rId10" Type="http://schemas.openxmlformats.org/officeDocument/2006/relationships/image" Target="../media/image82.emf"/><Relationship Id="rId19" Type="http://schemas.openxmlformats.org/officeDocument/2006/relationships/oleObject" Target="../embeddings/oleObject64.bin"/><Relationship Id="rId31" Type="http://schemas.openxmlformats.org/officeDocument/2006/relationships/oleObject" Target="../embeddings/oleObject70.bin"/><Relationship Id="rId4" Type="http://schemas.openxmlformats.org/officeDocument/2006/relationships/image" Target="../media/image79.emf"/><Relationship Id="rId9" Type="http://schemas.openxmlformats.org/officeDocument/2006/relationships/oleObject" Target="../embeddings/oleObject59.bin"/><Relationship Id="rId14" Type="http://schemas.openxmlformats.org/officeDocument/2006/relationships/image" Target="../media/image84.emf"/><Relationship Id="rId22" Type="http://schemas.openxmlformats.org/officeDocument/2006/relationships/image" Target="../media/image88.emf"/><Relationship Id="rId27" Type="http://schemas.openxmlformats.org/officeDocument/2006/relationships/oleObject" Target="../embeddings/oleObject68.bin"/><Relationship Id="rId30" Type="http://schemas.openxmlformats.org/officeDocument/2006/relationships/image" Target="../media/image92.emf"/><Relationship Id="rId35" Type="http://schemas.openxmlformats.org/officeDocument/2006/relationships/oleObject" Target="../embeddings/oleObject72.bin"/><Relationship Id="rId8" Type="http://schemas.openxmlformats.org/officeDocument/2006/relationships/image" Target="../media/image81.emf"/><Relationship Id="rId3" Type="http://schemas.openxmlformats.org/officeDocument/2006/relationships/oleObject" Target="../embeddings/oleObject56.bin"/></Relationships>
</file>

<file path=ppt/slides/_rels/slide15.xml.rels><?xml version="1.0" encoding="UTF-8" standalone="yes"?>
<Relationships xmlns="http://schemas.openxmlformats.org/package/2006/relationships"><Relationship Id="rId8" Type="http://schemas.openxmlformats.org/officeDocument/2006/relationships/image" Target="../media/image99.emf"/><Relationship Id="rId13" Type="http://schemas.openxmlformats.org/officeDocument/2006/relationships/oleObject" Target="../embeddings/oleObject79.bin"/><Relationship Id="rId18" Type="http://schemas.openxmlformats.org/officeDocument/2006/relationships/image" Target="../media/image104.emf"/><Relationship Id="rId26" Type="http://schemas.openxmlformats.org/officeDocument/2006/relationships/image" Target="../media/image108.emf"/><Relationship Id="rId3" Type="http://schemas.openxmlformats.org/officeDocument/2006/relationships/oleObject" Target="../embeddings/oleObject74.bin"/><Relationship Id="rId21" Type="http://schemas.openxmlformats.org/officeDocument/2006/relationships/oleObject" Target="../embeddings/oleObject83.bin"/><Relationship Id="rId7" Type="http://schemas.openxmlformats.org/officeDocument/2006/relationships/oleObject" Target="../embeddings/oleObject76.bin"/><Relationship Id="rId12" Type="http://schemas.openxmlformats.org/officeDocument/2006/relationships/image" Target="../media/image101.emf"/><Relationship Id="rId17" Type="http://schemas.openxmlformats.org/officeDocument/2006/relationships/oleObject" Target="../embeddings/oleObject81.bin"/><Relationship Id="rId25" Type="http://schemas.openxmlformats.org/officeDocument/2006/relationships/oleObject" Target="../embeddings/oleObject85.bin"/><Relationship Id="rId2" Type="http://schemas.openxmlformats.org/officeDocument/2006/relationships/slideLayout" Target="../slideLayouts/slideLayout2.xml"/><Relationship Id="rId16" Type="http://schemas.openxmlformats.org/officeDocument/2006/relationships/image" Target="../media/image103.emf"/><Relationship Id="rId20" Type="http://schemas.openxmlformats.org/officeDocument/2006/relationships/image" Target="../media/image105.emf"/><Relationship Id="rId1" Type="http://schemas.openxmlformats.org/officeDocument/2006/relationships/vmlDrawing" Target="../drawings/vmlDrawing9.vml"/><Relationship Id="rId6" Type="http://schemas.openxmlformats.org/officeDocument/2006/relationships/image" Target="../media/image98.emf"/><Relationship Id="rId11" Type="http://schemas.openxmlformats.org/officeDocument/2006/relationships/oleObject" Target="../embeddings/oleObject78.bin"/><Relationship Id="rId24" Type="http://schemas.openxmlformats.org/officeDocument/2006/relationships/image" Target="../media/image107.emf"/><Relationship Id="rId5" Type="http://schemas.openxmlformats.org/officeDocument/2006/relationships/oleObject" Target="../embeddings/oleObject75.bin"/><Relationship Id="rId15" Type="http://schemas.openxmlformats.org/officeDocument/2006/relationships/oleObject" Target="../embeddings/oleObject80.bin"/><Relationship Id="rId23" Type="http://schemas.openxmlformats.org/officeDocument/2006/relationships/oleObject" Target="../embeddings/oleObject84.bin"/><Relationship Id="rId28" Type="http://schemas.openxmlformats.org/officeDocument/2006/relationships/image" Target="../media/image109.emf"/><Relationship Id="rId10" Type="http://schemas.openxmlformats.org/officeDocument/2006/relationships/image" Target="../media/image100.emf"/><Relationship Id="rId19" Type="http://schemas.openxmlformats.org/officeDocument/2006/relationships/oleObject" Target="../embeddings/oleObject82.bin"/><Relationship Id="rId4" Type="http://schemas.openxmlformats.org/officeDocument/2006/relationships/image" Target="../media/image97.emf"/><Relationship Id="rId9" Type="http://schemas.openxmlformats.org/officeDocument/2006/relationships/oleObject" Target="../embeddings/oleObject77.bin"/><Relationship Id="rId14" Type="http://schemas.openxmlformats.org/officeDocument/2006/relationships/image" Target="../media/image102.emf"/><Relationship Id="rId22" Type="http://schemas.openxmlformats.org/officeDocument/2006/relationships/image" Target="../media/image106.emf"/><Relationship Id="rId27" Type="http://schemas.openxmlformats.org/officeDocument/2006/relationships/oleObject" Target="../embeddings/oleObject86.bin"/></Relationships>
</file>

<file path=ppt/slides/_rels/slide16.xml.rels><?xml version="1.0" encoding="UTF-8" standalone="yes"?>
<Relationships xmlns="http://schemas.openxmlformats.org/package/2006/relationships"><Relationship Id="rId13" Type="http://schemas.openxmlformats.org/officeDocument/2006/relationships/oleObject" Target="../embeddings/oleObject92.bin"/><Relationship Id="rId18" Type="http://schemas.openxmlformats.org/officeDocument/2006/relationships/image" Target="../media/image116.emf"/><Relationship Id="rId26" Type="http://schemas.openxmlformats.org/officeDocument/2006/relationships/image" Target="../media/image120.emf"/><Relationship Id="rId39" Type="http://schemas.openxmlformats.org/officeDocument/2006/relationships/image" Target="../media/image126.emf"/><Relationship Id="rId21" Type="http://schemas.openxmlformats.org/officeDocument/2006/relationships/oleObject" Target="../embeddings/oleObject95.bin"/><Relationship Id="rId34" Type="http://schemas.openxmlformats.org/officeDocument/2006/relationships/oleObject" Target="../embeddings/oleObject101.bin"/><Relationship Id="rId7" Type="http://schemas.openxmlformats.org/officeDocument/2006/relationships/oleObject" Target="../embeddings/oleObject89.bin"/><Relationship Id="rId2" Type="http://schemas.openxmlformats.org/officeDocument/2006/relationships/slideLayout" Target="../slideLayouts/slideLayout2.xml"/><Relationship Id="rId16" Type="http://schemas.openxmlformats.org/officeDocument/2006/relationships/image" Target="../media/image129.wmf"/><Relationship Id="rId20" Type="http://schemas.openxmlformats.org/officeDocument/2006/relationships/image" Target="../media/image117.emf"/><Relationship Id="rId29" Type="http://schemas.openxmlformats.org/officeDocument/2006/relationships/oleObject" Target="../embeddings/oleObject99.bin"/><Relationship Id="rId41" Type="http://schemas.openxmlformats.org/officeDocument/2006/relationships/image" Target="../media/image127.emf"/><Relationship Id="rId1" Type="http://schemas.openxmlformats.org/officeDocument/2006/relationships/vmlDrawing" Target="../drawings/vmlDrawing10.vml"/><Relationship Id="rId6" Type="http://schemas.openxmlformats.org/officeDocument/2006/relationships/image" Target="../media/image111.emf"/><Relationship Id="rId11" Type="http://schemas.openxmlformats.org/officeDocument/2006/relationships/oleObject" Target="../embeddings/oleObject91.bin"/><Relationship Id="rId24" Type="http://schemas.openxmlformats.org/officeDocument/2006/relationships/image" Target="../media/image119.emf"/><Relationship Id="rId32" Type="http://schemas.openxmlformats.org/officeDocument/2006/relationships/image" Target="../media/image123.emf"/><Relationship Id="rId37" Type="http://schemas.openxmlformats.org/officeDocument/2006/relationships/image" Target="../media/image125.emf"/><Relationship Id="rId40" Type="http://schemas.openxmlformats.org/officeDocument/2006/relationships/oleObject" Target="../embeddings/oleObject104.bin"/><Relationship Id="rId5" Type="http://schemas.openxmlformats.org/officeDocument/2006/relationships/oleObject" Target="../embeddings/oleObject88.bin"/><Relationship Id="rId15" Type="http://schemas.openxmlformats.org/officeDocument/2006/relationships/image" Target="../media/image128.wmf"/><Relationship Id="rId23" Type="http://schemas.openxmlformats.org/officeDocument/2006/relationships/oleObject" Target="../embeddings/oleObject96.bin"/><Relationship Id="rId28" Type="http://schemas.openxmlformats.org/officeDocument/2006/relationships/image" Target="../media/image121.emf"/><Relationship Id="rId36" Type="http://schemas.openxmlformats.org/officeDocument/2006/relationships/oleObject" Target="../embeddings/oleObject102.bin"/><Relationship Id="rId10" Type="http://schemas.openxmlformats.org/officeDocument/2006/relationships/image" Target="../media/image113.emf"/><Relationship Id="rId19" Type="http://schemas.openxmlformats.org/officeDocument/2006/relationships/oleObject" Target="../embeddings/oleObject94.bin"/><Relationship Id="rId31" Type="http://schemas.openxmlformats.org/officeDocument/2006/relationships/oleObject" Target="../embeddings/oleObject100.bin"/><Relationship Id="rId4" Type="http://schemas.openxmlformats.org/officeDocument/2006/relationships/image" Target="../media/image110.emf"/><Relationship Id="rId9" Type="http://schemas.openxmlformats.org/officeDocument/2006/relationships/oleObject" Target="../embeddings/oleObject90.bin"/><Relationship Id="rId14" Type="http://schemas.openxmlformats.org/officeDocument/2006/relationships/image" Target="../media/image115.emf"/><Relationship Id="rId22" Type="http://schemas.openxmlformats.org/officeDocument/2006/relationships/image" Target="../media/image118.emf"/><Relationship Id="rId27" Type="http://schemas.openxmlformats.org/officeDocument/2006/relationships/oleObject" Target="../embeddings/oleObject98.bin"/><Relationship Id="rId30" Type="http://schemas.openxmlformats.org/officeDocument/2006/relationships/image" Target="../media/image122.emf"/><Relationship Id="rId35" Type="http://schemas.openxmlformats.org/officeDocument/2006/relationships/image" Target="../media/image124.emf"/><Relationship Id="rId8" Type="http://schemas.openxmlformats.org/officeDocument/2006/relationships/image" Target="../media/image112.emf"/><Relationship Id="rId3" Type="http://schemas.openxmlformats.org/officeDocument/2006/relationships/oleObject" Target="../embeddings/oleObject87.bin"/><Relationship Id="rId12" Type="http://schemas.openxmlformats.org/officeDocument/2006/relationships/image" Target="../media/image114.emf"/><Relationship Id="rId17" Type="http://schemas.openxmlformats.org/officeDocument/2006/relationships/oleObject" Target="../embeddings/oleObject93.bin"/><Relationship Id="rId25" Type="http://schemas.openxmlformats.org/officeDocument/2006/relationships/oleObject" Target="../embeddings/oleObject97.bin"/><Relationship Id="rId33" Type="http://schemas.openxmlformats.org/officeDocument/2006/relationships/image" Target="../media/image154.png"/><Relationship Id="rId38" Type="http://schemas.openxmlformats.org/officeDocument/2006/relationships/oleObject" Target="../embeddings/oleObject103.bin"/></Relationships>
</file>

<file path=ppt/slides/_rels/slide17.xml.rels><?xml version="1.0" encoding="UTF-8" standalone="yes"?>
<Relationships xmlns="http://schemas.openxmlformats.org/package/2006/relationships"><Relationship Id="rId8" Type="http://schemas.openxmlformats.org/officeDocument/2006/relationships/image" Target="../media/image132.emf"/><Relationship Id="rId13" Type="http://schemas.openxmlformats.org/officeDocument/2006/relationships/oleObject" Target="../embeddings/oleObject110.bin"/><Relationship Id="rId18" Type="http://schemas.openxmlformats.org/officeDocument/2006/relationships/image" Target="../media/image137.emf"/><Relationship Id="rId3" Type="http://schemas.openxmlformats.org/officeDocument/2006/relationships/oleObject" Target="../embeddings/oleObject105.bin"/><Relationship Id="rId21" Type="http://schemas.openxmlformats.org/officeDocument/2006/relationships/oleObject" Target="../embeddings/oleObject114.bin"/><Relationship Id="rId7" Type="http://schemas.openxmlformats.org/officeDocument/2006/relationships/oleObject" Target="../embeddings/oleObject107.bin"/><Relationship Id="rId12" Type="http://schemas.openxmlformats.org/officeDocument/2006/relationships/image" Target="../media/image134.emf"/><Relationship Id="rId17" Type="http://schemas.openxmlformats.org/officeDocument/2006/relationships/oleObject" Target="../embeddings/oleObject112.bin"/><Relationship Id="rId2" Type="http://schemas.openxmlformats.org/officeDocument/2006/relationships/slideLayout" Target="../slideLayouts/slideLayout2.xml"/><Relationship Id="rId16" Type="http://schemas.openxmlformats.org/officeDocument/2006/relationships/image" Target="../media/image136.emf"/><Relationship Id="rId20" Type="http://schemas.openxmlformats.org/officeDocument/2006/relationships/image" Target="../media/image138.emf"/><Relationship Id="rId1" Type="http://schemas.openxmlformats.org/officeDocument/2006/relationships/vmlDrawing" Target="../drawings/vmlDrawing11.vml"/><Relationship Id="rId6" Type="http://schemas.openxmlformats.org/officeDocument/2006/relationships/image" Target="../media/image131.emf"/><Relationship Id="rId11" Type="http://schemas.openxmlformats.org/officeDocument/2006/relationships/oleObject" Target="../embeddings/oleObject109.bin"/><Relationship Id="rId24" Type="http://schemas.openxmlformats.org/officeDocument/2006/relationships/image" Target="../media/image140.emf"/><Relationship Id="rId5" Type="http://schemas.openxmlformats.org/officeDocument/2006/relationships/oleObject" Target="../embeddings/oleObject106.bin"/><Relationship Id="rId15" Type="http://schemas.openxmlformats.org/officeDocument/2006/relationships/oleObject" Target="../embeddings/oleObject111.bin"/><Relationship Id="rId23" Type="http://schemas.openxmlformats.org/officeDocument/2006/relationships/oleObject" Target="../embeddings/oleObject115.bin"/><Relationship Id="rId10" Type="http://schemas.openxmlformats.org/officeDocument/2006/relationships/image" Target="../media/image133.emf"/><Relationship Id="rId19" Type="http://schemas.openxmlformats.org/officeDocument/2006/relationships/oleObject" Target="../embeddings/oleObject113.bin"/><Relationship Id="rId4" Type="http://schemas.openxmlformats.org/officeDocument/2006/relationships/image" Target="../media/image130.emf"/><Relationship Id="rId9" Type="http://schemas.openxmlformats.org/officeDocument/2006/relationships/oleObject" Target="../embeddings/oleObject108.bin"/><Relationship Id="rId14" Type="http://schemas.openxmlformats.org/officeDocument/2006/relationships/image" Target="../media/image135.emf"/><Relationship Id="rId22" Type="http://schemas.openxmlformats.org/officeDocument/2006/relationships/image" Target="../media/image139.emf"/></Relationships>
</file>

<file path=ppt/slides/_rels/slide18.xml.rels><?xml version="1.0" encoding="UTF-8" standalone="yes"?>
<Relationships xmlns="http://schemas.openxmlformats.org/package/2006/relationships"><Relationship Id="rId8" Type="http://schemas.openxmlformats.org/officeDocument/2006/relationships/image" Target="../media/image143.wmf"/><Relationship Id="rId13" Type="http://schemas.openxmlformats.org/officeDocument/2006/relationships/oleObject" Target="../embeddings/oleObject121.bin"/><Relationship Id="rId18" Type="http://schemas.openxmlformats.org/officeDocument/2006/relationships/image" Target="../media/image148.emf"/><Relationship Id="rId3" Type="http://schemas.openxmlformats.org/officeDocument/2006/relationships/oleObject" Target="../embeddings/oleObject116.bin"/><Relationship Id="rId7" Type="http://schemas.openxmlformats.org/officeDocument/2006/relationships/oleObject" Target="../embeddings/oleObject118.bin"/><Relationship Id="rId12" Type="http://schemas.openxmlformats.org/officeDocument/2006/relationships/image" Target="../media/image145.wmf"/><Relationship Id="rId17" Type="http://schemas.openxmlformats.org/officeDocument/2006/relationships/oleObject" Target="../embeddings/oleObject123.bin"/><Relationship Id="rId2" Type="http://schemas.openxmlformats.org/officeDocument/2006/relationships/slideLayout" Target="../slideLayouts/slideLayout2.xml"/><Relationship Id="rId16" Type="http://schemas.openxmlformats.org/officeDocument/2006/relationships/image" Target="../media/image147.wmf"/><Relationship Id="rId1" Type="http://schemas.openxmlformats.org/officeDocument/2006/relationships/vmlDrawing" Target="../drawings/vmlDrawing12.vml"/><Relationship Id="rId6" Type="http://schemas.openxmlformats.org/officeDocument/2006/relationships/image" Target="../media/image142.wmf"/><Relationship Id="rId11" Type="http://schemas.openxmlformats.org/officeDocument/2006/relationships/oleObject" Target="../embeddings/oleObject120.bin"/><Relationship Id="rId5" Type="http://schemas.openxmlformats.org/officeDocument/2006/relationships/oleObject" Target="../embeddings/oleObject117.bin"/><Relationship Id="rId15" Type="http://schemas.openxmlformats.org/officeDocument/2006/relationships/oleObject" Target="../embeddings/oleObject122.bin"/><Relationship Id="rId10" Type="http://schemas.openxmlformats.org/officeDocument/2006/relationships/image" Target="../media/image144.wmf"/><Relationship Id="rId4" Type="http://schemas.openxmlformats.org/officeDocument/2006/relationships/image" Target="../media/image141.wmf"/><Relationship Id="rId9" Type="http://schemas.openxmlformats.org/officeDocument/2006/relationships/oleObject" Target="../embeddings/oleObject119.bin"/><Relationship Id="rId14" Type="http://schemas.openxmlformats.org/officeDocument/2006/relationships/image" Target="../media/image146.wmf"/></Relationships>
</file>

<file path=ppt/slides/_rels/slide19.xml.rels><?xml version="1.0" encoding="UTF-8" standalone="yes"?>
<Relationships xmlns="http://schemas.openxmlformats.org/package/2006/relationships"><Relationship Id="rId3" Type="http://schemas.openxmlformats.org/officeDocument/2006/relationships/image" Target="../media/image150.jpeg"/><Relationship Id="rId2" Type="http://schemas.openxmlformats.org/officeDocument/2006/relationships/image" Target="../media/image149.gif"/><Relationship Id="rId1" Type="http://schemas.openxmlformats.org/officeDocument/2006/relationships/slideLayout" Target="../slideLayouts/slideLayout2.xml"/><Relationship Id="rId5" Type="http://schemas.openxmlformats.org/officeDocument/2006/relationships/image" Target="../media/image152.jpeg"/><Relationship Id="rId4" Type="http://schemas.openxmlformats.org/officeDocument/2006/relationships/image" Target="../media/image151.gif"/></Relationships>
</file>

<file path=ppt/slides/_rels/slide20.xml.rels><?xml version="1.0" encoding="UTF-8" standalone="yes"?>
<Relationships xmlns="http://schemas.openxmlformats.org/package/2006/relationships"><Relationship Id="rId8" Type="http://schemas.openxmlformats.org/officeDocument/2006/relationships/image" Target="../media/image154.emf"/><Relationship Id="rId3" Type="http://schemas.openxmlformats.org/officeDocument/2006/relationships/image" Target="../media/image155.jpeg"/><Relationship Id="rId7" Type="http://schemas.openxmlformats.org/officeDocument/2006/relationships/oleObject" Target="../embeddings/oleObject125.bin"/><Relationship Id="rId2" Type="http://schemas.openxmlformats.org/officeDocument/2006/relationships/slideLayout" Target="../slideLayouts/slideLayout2.xml"/><Relationship Id="rId1" Type="http://schemas.openxmlformats.org/officeDocument/2006/relationships/vmlDrawing" Target="../drawings/vmlDrawing13.vml"/><Relationship Id="rId6" Type="http://schemas.openxmlformats.org/officeDocument/2006/relationships/image" Target="../media/image153.emf"/><Relationship Id="rId5" Type="http://schemas.openxmlformats.org/officeDocument/2006/relationships/oleObject" Target="../embeddings/oleObject124.bin"/><Relationship Id="rId4" Type="http://schemas.openxmlformats.org/officeDocument/2006/relationships/image" Target="../media/image156.jpeg"/></Relationships>
</file>

<file path=ppt/slides/_rels/slide21.xml.rels><?xml version="1.0" encoding="UTF-8" standalone="yes"?>
<Relationships xmlns="http://schemas.openxmlformats.org/package/2006/relationships"><Relationship Id="rId8" Type="http://schemas.openxmlformats.org/officeDocument/2006/relationships/image" Target="../media/image158.emf"/><Relationship Id="rId3" Type="http://schemas.openxmlformats.org/officeDocument/2006/relationships/oleObject" Target="../embeddings/oleObject126.bin"/><Relationship Id="rId7" Type="http://schemas.openxmlformats.org/officeDocument/2006/relationships/oleObject" Target="../embeddings/oleObject127.bin"/><Relationship Id="rId2" Type="http://schemas.openxmlformats.org/officeDocument/2006/relationships/slideLayout" Target="../slideLayouts/slideLayout2.xml"/><Relationship Id="rId1" Type="http://schemas.openxmlformats.org/officeDocument/2006/relationships/vmlDrawing" Target="../drawings/vmlDrawing14.vml"/><Relationship Id="rId6" Type="http://schemas.openxmlformats.org/officeDocument/2006/relationships/image" Target="../media/image156.jpeg"/><Relationship Id="rId5" Type="http://schemas.openxmlformats.org/officeDocument/2006/relationships/image" Target="../media/image155.jpeg"/><Relationship Id="rId10" Type="http://schemas.openxmlformats.org/officeDocument/2006/relationships/image" Target="../media/image159.emf"/><Relationship Id="rId4" Type="http://schemas.openxmlformats.org/officeDocument/2006/relationships/image" Target="../media/image157.emf"/><Relationship Id="rId9" Type="http://schemas.openxmlformats.org/officeDocument/2006/relationships/oleObject" Target="../embeddings/oleObject128.bin"/></Relationships>
</file>

<file path=ppt/slides/_rels/slide22.xml.rels><?xml version="1.0" encoding="UTF-8" standalone="yes"?>
<Relationships xmlns="http://schemas.openxmlformats.org/package/2006/relationships"><Relationship Id="rId8" Type="http://schemas.openxmlformats.org/officeDocument/2006/relationships/image" Target="../media/image162.emf"/><Relationship Id="rId13" Type="http://schemas.openxmlformats.org/officeDocument/2006/relationships/oleObject" Target="../embeddings/oleObject134.bin"/><Relationship Id="rId18" Type="http://schemas.openxmlformats.org/officeDocument/2006/relationships/image" Target="../media/image167.emf"/><Relationship Id="rId3" Type="http://schemas.openxmlformats.org/officeDocument/2006/relationships/oleObject" Target="../embeddings/oleObject129.bin"/><Relationship Id="rId21" Type="http://schemas.openxmlformats.org/officeDocument/2006/relationships/oleObject" Target="../embeddings/oleObject138.bin"/><Relationship Id="rId7" Type="http://schemas.openxmlformats.org/officeDocument/2006/relationships/oleObject" Target="../embeddings/oleObject131.bin"/><Relationship Id="rId12" Type="http://schemas.openxmlformats.org/officeDocument/2006/relationships/image" Target="../media/image164.emf"/><Relationship Id="rId17" Type="http://schemas.openxmlformats.org/officeDocument/2006/relationships/oleObject" Target="../embeddings/oleObject136.bin"/><Relationship Id="rId2" Type="http://schemas.openxmlformats.org/officeDocument/2006/relationships/slideLayout" Target="../slideLayouts/slideLayout2.xml"/><Relationship Id="rId16" Type="http://schemas.openxmlformats.org/officeDocument/2006/relationships/image" Target="../media/image166.emf"/><Relationship Id="rId20" Type="http://schemas.openxmlformats.org/officeDocument/2006/relationships/image" Target="../media/image168.emf"/><Relationship Id="rId1" Type="http://schemas.openxmlformats.org/officeDocument/2006/relationships/vmlDrawing" Target="../drawings/vmlDrawing15.vml"/><Relationship Id="rId6" Type="http://schemas.openxmlformats.org/officeDocument/2006/relationships/image" Target="../media/image161.emf"/><Relationship Id="rId11" Type="http://schemas.openxmlformats.org/officeDocument/2006/relationships/oleObject" Target="../embeddings/oleObject133.bin"/><Relationship Id="rId5" Type="http://schemas.openxmlformats.org/officeDocument/2006/relationships/oleObject" Target="../embeddings/oleObject130.bin"/><Relationship Id="rId15" Type="http://schemas.openxmlformats.org/officeDocument/2006/relationships/oleObject" Target="../embeddings/oleObject135.bin"/><Relationship Id="rId10" Type="http://schemas.openxmlformats.org/officeDocument/2006/relationships/image" Target="../media/image163.emf"/><Relationship Id="rId19" Type="http://schemas.openxmlformats.org/officeDocument/2006/relationships/oleObject" Target="../embeddings/oleObject137.bin"/><Relationship Id="rId4" Type="http://schemas.openxmlformats.org/officeDocument/2006/relationships/image" Target="../media/image160.emf"/><Relationship Id="rId9" Type="http://schemas.openxmlformats.org/officeDocument/2006/relationships/oleObject" Target="../embeddings/oleObject132.bin"/><Relationship Id="rId14" Type="http://schemas.openxmlformats.org/officeDocument/2006/relationships/image" Target="../media/image165.emf"/><Relationship Id="rId22" Type="http://schemas.openxmlformats.org/officeDocument/2006/relationships/image" Target="../media/image169.emf"/></Relationships>
</file>

<file path=ppt/slides/_rels/slide23.xml.rels><?xml version="1.0" encoding="UTF-8" standalone="yes"?>
<Relationships xmlns="http://schemas.openxmlformats.org/package/2006/relationships"><Relationship Id="rId8" Type="http://schemas.openxmlformats.org/officeDocument/2006/relationships/image" Target="../media/image172.emf"/><Relationship Id="rId13" Type="http://schemas.openxmlformats.org/officeDocument/2006/relationships/oleObject" Target="../embeddings/oleObject144.bin"/><Relationship Id="rId18" Type="http://schemas.openxmlformats.org/officeDocument/2006/relationships/image" Target="../media/image177.emf"/><Relationship Id="rId26" Type="http://schemas.openxmlformats.org/officeDocument/2006/relationships/image" Target="../media/image181.emf"/><Relationship Id="rId3" Type="http://schemas.openxmlformats.org/officeDocument/2006/relationships/oleObject" Target="../embeddings/oleObject139.bin"/><Relationship Id="rId21" Type="http://schemas.openxmlformats.org/officeDocument/2006/relationships/oleObject" Target="../embeddings/oleObject148.bin"/><Relationship Id="rId7" Type="http://schemas.openxmlformats.org/officeDocument/2006/relationships/oleObject" Target="../embeddings/oleObject141.bin"/><Relationship Id="rId12" Type="http://schemas.openxmlformats.org/officeDocument/2006/relationships/image" Target="../media/image174.emf"/><Relationship Id="rId17" Type="http://schemas.openxmlformats.org/officeDocument/2006/relationships/oleObject" Target="../embeddings/oleObject146.bin"/><Relationship Id="rId25" Type="http://schemas.openxmlformats.org/officeDocument/2006/relationships/oleObject" Target="../embeddings/oleObject150.bin"/><Relationship Id="rId2" Type="http://schemas.openxmlformats.org/officeDocument/2006/relationships/slideLayout" Target="../slideLayouts/slideLayout2.xml"/><Relationship Id="rId16" Type="http://schemas.openxmlformats.org/officeDocument/2006/relationships/image" Target="../media/image176.emf"/><Relationship Id="rId20" Type="http://schemas.openxmlformats.org/officeDocument/2006/relationships/image" Target="../media/image178.emf"/><Relationship Id="rId1" Type="http://schemas.openxmlformats.org/officeDocument/2006/relationships/vmlDrawing" Target="../drawings/vmlDrawing16.vml"/><Relationship Id="rId6" Type="http://schemas.openxmlformats.org/officeDocument/2006/relationships/image" Target="../media/image171.emf"/><Relationship Id="rId11" Type="http://schemas.openxmlformats.org/officeDocument/2006/relationships/oleObject" Target="../embeddings/oleObject143.bin"/><Relationship Id="rId24" Type="http://schemas.openxmlformats.org/officeDocument/2006/relationships/image" Target="../media/image180.emf"/><Relationship Id="rId5" Type="http://schemas.openxmlformats.org/officeDocument/2006/relationships/oleObject" Target="../embeddings/oleObject140.bin"/><Relationship Id="rId15" Type="http://schemas.openxmlformats.org/officeDocument/2006/relationships/oleObject" Target="../embeddings/oleObject145.bin"/><Relationship Id="rId23" Type="http://schemas.openxmlformats.org/officeDocument/2006/relationships/oleObject" Target="../embeddings/oleObject149.bin"/><Relationship Id="rId28" Type="http://schemas.openxmlformats.org/officeDocument/2006/relationships/image" Target="../media/image182.emf"/><Relationship Id="rId10" Type="http://schemas.openxmlformats.org/officeDocument/2006/relationships/image" Target="../media/image173.emf"/><Relationship Id="rId19" Type="http://schemas.openxmlformats.org/officeDocument/2006/relationships/oleObject" Target="../embeddings/oleObject147.bin"/><Relationship Id="rId4" Type="http://schemas.openxmlformats.org/officeDocument/2006/relationships/image" Target="../media/image170.emf"/><Relationship Id="rId9" Type="http://schemas.openxmlformats.org/officeDocument/2006/relationships/oleObject" Target="../embeddings/oleObject142.bin"/><Relationship Id="rId14" Type="http://schemas.openxmlformats.org/officeDocument/2006/relationships/image" Target="../media/image175.emf"/><Relationship Id="rId22" Type="http://schemas.openxmlformats.org/officeDocument/2006/relationships/image" Target="../media/image179.emf"/><Relationship Id="rId27" Type="http://schemas.openxmlformats.org/officeDocument/2006/relationships/oleObject" Target="../embeddings/oleObject151.bin"/></Relationships>
</file>

<file path=ppt/slides/_rels/slide24.xml.rels><?xml version="1.0" encoding="UTF-8" standalone="yes"?>
<Relationships xmlns="http://schemas.openxmlformats.org/package/2006/relationships"><Relationship Id="rId8" Type="http://schemas.openxmlformats.org/officeDocument/2006/relationships/image" Target="../media/image185.emf"/><Relationship Id="rId13" Type="http://schemas.openxmlformats.org/officeDocument/2006/relationships/oleObject" Target="../embeddings/oleObject157.bin"/><Relationship Id="rId18" Type="http://schemas.openxmlformats.org/officeDocument/2006/relationships/image" Target="../media/image190.emf"/><Relationship Id="rId26" Type="http://schemas.openxmlformats.org/officeDocument/2006/relationships/image" Target="../media/image194.emf"/><Relationship Id="rId3" Type="http://schemas.openxmlformats.org/officeDocument/2006/relationships/oleObject" Target="../embeddings/oleObject152.bin"/><Relationship Id="rId21" Type="http://schemas.openxmlformats.org/officeDocument/2006/relationships/oleObject" Target="../embeddings/oleObject161.bin"/><Relationship Id="rId7" Type="http://schemas.openxmlformats.org/officeDocument/2006/relationships/oleObject" Target="../embeddings/oleObject154.bin"/><Relationship Id="rId12" Type="http://schemas.openxmlformats.org/officeDocument/2006/relationships/image" Target="../media/image187.emf"/><Relationship Id="rId17" Type="http://schemas.openxmlformats.org/officeDocument/2006/relationships/oleObject" Target="../embeddings/oleObject159.bin"/><Relationship Id="rId25" Type="http://schemas.openxmlformats.org/officeDocument/2006/relationships/oleObject" Target="../embeddings/oleObject163.bin"/><Relationship Id="rId2" Type="http://schemas.openxmlformats.org/officeDocument/2006/relationships/slideLayout" Target="../slideLayouts/slideLayout2.xml"/><Relationship Id="rId16" Type="http://schemas.openxmlformats.org/officeDocument/2006/relationships/image" Target="../media/image189.emf"/><Relationship Id="rId20" Type="http://schemas.openxmlformats.org/officeDocument/2006/relationships/image" Target="../media/image191.emf"/><Relationship Id="rId1" Type="http://schemas.openxmlformats.org/officeDocument/2006/relationships/vmlDrawing" Target="../drawings/vmlDrawing17.vml"/><Relationship Id="rId6" Type="http://schemas.openxmlformats.org/officeDocument/2006/relationships/image" Target="../media/image184.emf"/><Relationship Id="rId11" Type="http://schemas.openxmlformats.org/officeDocument/2006/relationships/oleObject" Target="../embeddings/oleObject156.bin"/><Relationship Id="rId24" Type="http://schemas.openxmlformats.org/officeDocument/2006/relationships/image" Target="../media/image193.emf"/><Relationship Id="rId5" Type="http://schemas.openxmlformats.org/officeDocument/2006/relationships/oleObject" Target="../embeddings/oleObject153.bin"/><Relationship Id="rId15" Type="http://schemas.openxmlformats.org/officeDocument/2006/relationships/oleObject" Target="../embeddings/oleObject158.bin"/><Relationship Id="rId23" Type="http://schemas.openxmlformats.org/officeDocument/2006/relationships/oleObject" Target="../embeddings/oleObject162.bin"/><Relationship Id="rId10" Type="http://schemas.openxmlformats.org/officeDocument/2006/relationships/image" Target="../media/image186.emf"/><Relationship Id="rId19" Type="http://schemas.openxmlformats.org/officeDocument/2006/relationships/oleObject" Target="../embeddings/oleObject160.bin"/><Relationship Id="rId4" Type="http://schemas.openxmlformats.org/officeDocument/2006/relationships/image" Target="../media/image183.emf"/><Relationship Id="rId9" Type="http://schemas.openxmlformats.org/officeDocument/2006/relationships/oleObject" Target="../embeddings/oleObject155.bin"/><Relationship Id="rId14" Type="http://schemas.openxmlformats.org/officeDocument/2006/relationships/image" Target="../media/image188.emf"/><Relationship Id="rId22" Type="http://schemas.openxmlformats.org/officeDocument/2006/relationships/image" Target="../media/image192.emf"/></Relationships>
</file>

<file path=ppt/slides/_rels/slide25.xml.rels><?xml version="1.0" encoding="UTF-8" standalone="yes"?>
<Relationships xmlns="http://schemas.openxmlformats.org/package/2006/relationships"><Relationship Id="rId13" Type="http://schemas.openxmlformats.org/officeDocument/2006/relationships/oleObject" Target="../embeddings/oleObject169.bin"/><Relationship Id="rId18" Type="http://schemas.openxmlformats.org/officeDocument/2006/relationships/image" Target="../media/image202.emf"/><Relationship Id="rId26" Type="http://schemas.openxmlformats.org/officeDocument/2006/relationships/image" Target="../media/image206.emf"/><Relationship Id="rId3" Type="http://schemas.openxmlformats.org/officeDocument/2006/relationships/oleObject" Target="../embeddings/oleObject164.bin"/><Relationship Id="rId21" Type="http://schemas.openxmlformats.org/officeDocument/2006/relationships/oleObject" Target="../embeddings/oleObject173.bin"/><Relationship Id="rId34" Type="http://schemas.openxmlformats.org/officeDocument/2006/relationships/image" Target="../media/image210.emf"/><Relationship Id="rId7" Type="http://schemas.openxmlformats.org/officeDocument/2006/relationships/oleObject" Target="../embeddings/oleObject166.bin"/><Relationship Id="rId12" Type="http://schemas.openxmlformats.org/officeDocument/2006/relationships/image" Target="../media/image199.emf"/><Relationship Id="rId17" Type="http://schemas.openxmlformats.org/officeDocument/2006/relationships/oleObject" Target="../embeddings/oleObject171.bin"/><Relationship Id="rId25" Type="http://schemas.openxmlformats.org/officeDocument/2006/relationships/oleObject" Target="../embeddings/oleObject175.bin"/><Relationship Id="rId33" Type="http://schemas.openxmlformats.org/officeDocument/2006/relationships/oleObject" Target="../embeddings/oleObject179.bin"/><Relationship Id="rId2" Type="http://schemas.openxmlformats.org/officeDocument/2006/relationships/slideLayout" Target="../slideLayouts/slideLayout2.xml"/><Relationship Id="rId16" Type="http://schemas.openxmlformats.org/officeDocument/2006/relationships/image" Target="../media/image201.emf"/><Relationship Id="rId20" Type="http://schemas.openxmlformats.org/officeDocument/2006/relationships/image" Target="../media/image203.emf"/><Relationship Id="rId29" Type="http://schemas.openxmlformats.org/officeDocument/2006/relationships/oleObject" Target="../embeddings/oleObject177.bin"/><Relationship Id="rId1" Type="http://schemas.openxmlformats.org/officeDocument/2006/relationships/vmlDrawing" Target="../drawings/vmlDrawing18.vml"/><Relationship Id="rId6" Type="http://schemas.openxmlformats.org/officeDocument/2006/relationships/image" Target="../media/image196.emf"/><Relationship Id="rId11" Type="http://schemas.openxmlformats.org/officeDocument/2006/relationships/oleObject" Target="../embeddings/oleObject168.bin"/><Relationship Id="rId24" Type="http://schemas.openxmlformats.org/officeDocument/2006/relationships/image" Target="../media/image205.emf"/><Relationship Id="rId32" Type="http://schemas.openxmlformats.org/officeDocument/2006/relationships/image" Target="../media/image209.emf"/><Relationship Id="rId5" Type="http://schemas.openxmlformats.org/officeDocument/2006/relationships/oleObject" Target="../embeddings/oleObject165.bin"/><Relationship Id="rId15" Type="http://schemas.openxmlformats.org/officeDocument/2006/relationships/oleObject" Target="../embeddings/oleObject170.bin"/><Relationship Id="rId23" Type="http://schemas.openxmlformats.org/officeDocument/2006/relationships/oleObject" Target="../embeddings/oleObject174.bin"/><Relationship Id="rId28" Type="http://schemas.openxmlformats.org/officeDocument/2006/relationships/image" Target="../media/image207.emf"/><Relationship Id="rId10" Type="http://schemas.openxmlformats.org/officeDocument/2006/relationships/image" Target="../media/image198.emf"/><Relationship Id="rId19" Type="http://schemas.openxmlformats.org/officeDocument/2006/relationships/oleObject" Target="../embeddings/oleObject172.bin"/><Relationship Id="rId31" Type="http://schemas.openxmlformats.org/officeDocument/2006/relationships/oleObject" Target="../embeddings/oleObject178.bin"/><Relationship Id="rId4" Type="http://schemas.openxmlformats.org/officeDocument/2006/relationships/image" Target="../media/image195.emf"/><Relationship Id="rId9" Type="http://schemas.openxmlformats.org/officeDocument/2006/relationships/oleObject" Target="../embeddings/oleObject167.bin"/><Relationship Id="rId14" Type="http://schemas.openxmlformats.org/officeDocument/2006/relationships/image" Target="../media/image200.emf"/><Relationship Id="rId22" Type="http://schemas.openxmlformats.org/officeDocument/2006/relationships/image" Target="../media/image204.emf"/><Relationship Id="rId27" Type="http://schemas.openxmlformats.org/officeDocument/2006/relationships/oleObject" Target="../embeddings/oleObject176.bin"/><Relationship Id="rId30" Type="http://schemas.openxmlformats.org/officeDocument/2006/relationships/image" Target="../media/image208.emf"/><Relationship Id="rId8" Type="http://schemas.openxmlformats.org/officeDocument/2006/relationships/image" Target="../media/image197.emf"/></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180.bin"/><Relationship Id="rId2" Type="http://schemas.openxmlformats.org/officeDocument/2006/relationships/slideLayout" Target="../slideLayouts/slideLayout2.xml"/><Relationship Id="rId1" Type="http://schemas.openxmlformats.org/officeDocument/2006/relationships/vmlDrawing" Target="../drawings/vmlDrawing19.vml"/><Relationship Id="rId6" Type="http://schemas.openxmlformats.org/officeDocument/2006/relationships/image" Target="../media/image212.png"/><Relationship Id="rId5" Type="http://schemas.openxmlformats.org/officeDocument/2006/relationships/oleObject" Target="../embeddings/oleObject181.bin"/><Relationship Id="rId4" Type="http://schemas.openxmlformats.org/officeDocument/2006/relationships/image" Target="../media/image211.png"/></Relationships>
</file>

<file path=ppt/slides/_rels/slide27.xml.rels><?xml version="1.0" encoding="UTF-8" standalone="yes"?>
<Relationships xmlns="http://schemas.openxmlformats.org/package/2006/relationships"><Relationship Id="rId8" Type="http://schemas.openxmlformats.org/officeDocument/2006/relationships/image" Target="../media/image215.png"/><Relationship Id="rId3" Type="http://schemas.openxmlformats.org/officeDocument/2006/relationships/oleObject" Target="../embeddings/oleObject182.bin"/><Relationship Id="rId7" Type="http://schemas.openxmlformats.org/officeDocument/2006/relationships/oleObject" Target="../embeddings/oleObject184.bin"/><Relationship Id="rId2" Type="http://schemas.openxmlformats.org/officeDocument/2006/relationships/slideLayout" Target="../slideLayouts/slideLayout2.xml"/><Relationship Id="rId1" Type="http://schemas.openxmlformats.org/officeDocument/2006/relationships/vmlDrawing" Target="../drawings/vmlDrawing20.vml"/><Relationship Id="rId6" Type="http://schemas.openxmlformats.org/officeDocument/2006/relationships/image" Target="../media/image214.png"/><Relationship Id="rId5" Type="http://schemas.openxmlformats.org/officeDocument/2006/relationships/oleObject" Target="../embeddings/oleObject183.bin"/><Relationship Id="rId10" Type="http://schemas.openxmlformats.org/officeDocument/2006/relationships/image" Target="../media/image216.png"/><Relationship Id="rId4" Type="http://schemas.openxmlformats.org/officeDocument/2006/relationships/image" Target="../media/image213.png"/><Relationship Id="rId9" Type="http://schemas.openxmlformats.org/officeDocument/2006/relationships/oleObject" Target="../embeddings/oleObject185.bin"/></Relationships>
</file>

<file path=ppt/slides/_rels/slide28.xml.rels><?xml version="1.0" encoding="UTF-8" standalone="yes"?>
<Relationships xmlns="http://schemas.openxmlformats.org/package/2006/relationships"><Relationship Id="rId2" Type="http://schemas.openxmlformats.org/officeDocument/2006/relationships/image" Target="../media/image21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4" name="组合 5">
            <a:extLst>
              <a:ext uri="{FF2B5EF4-FFF2-40B4-BE49-F238E27FC236}">
                <a16:creationId xmlns:a16="http://schemas.microsoft.com/office/drawing/2014/main" id="{07E43EF3-D066-4373-A94E-07BA3884BEF6}"/>
              </a:ext>
            </a:extLst>
          </p:cNvPr>
          <p:cNvGrpSpPr>
            <a:grpSpLocks/>
          </p:cNvGrpSpPr>
          <p:nvPr/>
        </p:nvGrpSpPr>
        <p:grpSpPr bwMode="auto">
          <a:xfrm>
            <a:off x="-571500" y="0"/>
            <a:ext cx="10293350" cy="6858000"/>
            <a:chOff x="-571500" y="0"/>
            <a:chExt cx="10293350" cy="6858024"/>
          </a:xfrm>
        </p:grpSpPr>
        <p:pic>
          <p:nvPicPr>
            <p:cNvPr id="5" name="Picture 4">
              <a:extLst>
                <a:ext uri="{FF2B5EF4-FFF2-40B4-BE49-F238E27FC236}">
                  <a16:creationId xmlns:a16="http://schemas.microsoft.com/office/drawing/2014/main" id="{B454AEDA-DF76-464B-B275-DA37D0B06A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1500" y="0"/>
              <a:ext cx="102933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4">
              <a:extLst>
                <a:ext uri="{FF2B5EF4-FFF2-40B4-BE49-F238E27FC236}">
                  <a16:creationId xmlns:a16="http://schemas.microsoft.com/office/drawing/2014/main" id="{957412E8-7F55-49AC-9415-861153D003C5}"/>
                </a:ext>
              </a:extLst>
            </p:cNvPr>
            <p:cNvSpPr>
              <a:spLocks noChangeArrowheads="1"/>
            </p:cNvSpPr>
            <p:nvPr/>
          </p:nvSpPr>
          <p:spPr bwMode="auto">
            <a:xfrm>
              <a:off x="6444208" y="6457914"/>
              <a:ext cx="261962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0" dirty="0">
                  <a:solidFill>
                    <a:srgbClr val="FF0000"/>
                  </a:solidFill>
                </a:rPr>
                <a:t>Yosemite National Park</a:t>
              </a:r>
              <a:endParaRPr lang="zh-CN" altLang="en-US" sz="2000" dirty="0">
                <a:solidFill>
                  <a:srgbClr val="FF0000"/>
                </a:solidFill>
              </a:endParaRPr>
            </a:p>
          </p:txBody>
        </p:sp>
      </p:grpSp>
      <p:sp>
        <p:nvSpPr>
          <p:cNvPr id="7" name="Text Box 1039"/>
          <p:cNvSpPr txBox="1">
            <a:spLocks noChangeArrowheads="1"/>
          </p:cNvSpPr>
          <p:nvPr/>
        </p:nvSpPr>
        <p:spPr bwMode="auto">
          <a:xfrm>
            <a:off x="1295400" y="3705225"/>
            <a:ext cx="6705600" cy="1758950"/>
          </a:xfrm>
          <a:prstGeom prst="rect">
            <a:avLst/>
          </a:prstGeom>
          <a:noFill/>
          <a:ln w="9525">
            <a:noFill/>
            <a:miter lim="800000"/>
          </a:ln>
          <a:effectLst/>
        </p:spPr>
        <p:txBody>
          <a:bodyPr>
            <a:spAutoFit/>
          </a:bodyPr>
          <a:lstStyle/>
          <a:p>
            <a:pPr algn="ctr" eaLnBrk="1" hangingPunct="1">
              <a:lnSpc>
                <a:spcPct val="75000"/>
              </a:lnSpc>
              <a:defRPr/>
            </a:pPr>
            <a:r>
              <a:rPr lang="en-US" altLang="zh-CN" sz="4000" dirty="0">
                <a:solidFill>
                  <a:srgbClr val="FFFF00"/>
                </a:solidFill>
                <a:effectLst>
                  <a:outerShdw blurRad="38100" dist="38100" dir="2700000" algn="tl">
                    <a:srgbClr val="000000"/>
                  </a:outerShdw>
                </a:effectLst>
              </a:rPr>
              <a:t>Xi’an  </a:t>
            </a:r>
            <a:r>
              <a:rPr lang="en-US" altLang="zh-CN" sz="4000" dirty="0" err="1">
                <a:solidFill>
                  <a:srgbClr val="FFFF00"/>
                </a:solidFill>
                <a:effectLst>
                  <a:outerShdw blurRad="38100" dist="38100" dir="2700000" algn="tl">
                    <a:srgbClr val="000000"/>
                  </a:outerShdw>
                </a:effectLst>
              </a:rPr>
              <a:t>Jiaotong</a:t>
            </a:r>
            <a:r>
              <a:rPr lang="en-US" altLang="zh-CN" sz="4000" dirty="0">
                <a:solidFill>
                  <a:srgbClr val="FFFF00"/>
                </a:solidFill>
                <a:effectLst>
                  <a:outerShdw blurRad="38100" dist="38100" dir="2700000" algn="tl">
                    <a:srgbClr val="000000"/>
                  </a:outerShdw>
                </a:effectLst>
              </a:rPr>
              <a:t>  University</a:t>
            </a:r>
          </a:p>
          <a:p>
            <a:pPr algn="ctr" eaLnBrk="1" hangingPunct="1">
              <a:lnSpc>
                <a:spcPct val="75000"/>
              </a:lnSpc>
              <a:defRPr/>
            </a:pPr>
            <a:endParaRPr lang="zh-CN" altLang="en-US" sz="4000" dirty="0">
              <a:solidFill>
                <a:srgbClr val="FFFF00"/>
              </a:solidFill>
              <a:effectLst>
                <a:outerShdw blurRad="38100" dist="38100" dir="2700000" algn="tl">
                  <a:srgbClr val="000000"/>
                </a:outerShdw>
              </a:effectLst>
              <a:latin typeface="Arial" panose="020B0604020202020204" pitchFamily="34" charset="0"/>
              <a:ea typeface="楷体_GB2312" pitchFamily="49" charset="-122"/>
            </a:endParaRPr>
          </a:p>
          <a:p>
            <a:pPr algn="ctr" eaLnBrk="1" hangingPunct="1">
              <a:lnSpc>
                <a:spcPct val="75000"/>
              </a:lnSpc>
              <a:defRPr/>
            </a:pPr>
            <a:endParaRPr lang="en-US" altLang="zh-CN" sz="2800" dirty="0">
              <a:solidFill>
                <a:srgbClr val="FFFF00"/>
              </a:solidFill>
              <a:effectLst>
                <a:outerShdw blurRad="38100" dist="38100" dir="2700000" algn="tl">
                  <a:srgbClr val="000000"/>
                </a:outerShdw>
              </a:effectLst>
              <a:latin typeface="Arial" panose="020B0604020202020204" pitchFamily="34" charset="0"/>
              <a:ea typeface="华文仿宋" panose="02010600040101010101" pitchFamily="17" charset="-122"/>
            </a:endParaRPr>
          </a:p>
          <a:p>
            <a:pPr algn="ctr" eaLnBrk="1" hangingPunct="1">
              <a:lnSpc>
                <a:spcPct val="75000"/>
              </a:lnSpc>
              <a:defRPr/>
            </a:pPr>
            <a:r>
              <a:rPr lang="en-US" altLang="zh-CN" sz="3600" dirty="0">
                <a:solidFill>
                  <a:srgbClr val="FFFF00"/>
                </a:solidFill>
                <a:effectLst>
                  <a:outerShdw blurRad="38100" dist="38100" dir="2700000" algn="tl">
                    <a:srgbClr val="000000"/>
                  </a:outerShdw>
                </a:effectLst>
                <a:ea typeface="华文仿宋" panose="02010600040101010101" pitchFamily="17" charset="-122"/>
              </a:rPr>
              <a:t>Sep. 30, 2025</a:t>
            </a:r>
          </a:p>
        </p:txBody>
      </p:sp>
      <p:sp>
        <p:nvSpPr>
          <p:cNvPr id="4099" name="WordArt 1044"/>
          <p:cNvSpPr>
            <a:spLocks noChangeArrowheads="1" noChangeShapeType="1" noTextEdit="1"/>
          </p:cNvSpPr>
          <p:nvPr/>
        </p:nvSpPr>
        <p:spPr bwMode="auto">
          <a:xfrm>
            <a:off x="539750" y="1268413"/>
            <a:ext cx="8077200" cy="1296987"/>
          </a:xfrm>
          <a:prstGeom prst="rect">
            <a:avLst/>
          </a:prstGeom>
          <a:extLst>
            <a:ext uri="{91240B29-F687-4F45-9708-019B960494DF}">
              <a14:hiddenLine xmlns:a14="http://schemas.microsoft.com/office/drawing/2010/main" w="9525">
                <a:solidFill>
                  <a:srgbClr val="000000"/>
                </a:solidFill>
                <a:round/>
              </a14:hiddenLine>
            </a:ext>
          </a:extLst>
        </p:spPr>
        <p:txBody>
          <a:bodyPr wrap="none" fromWordArt="1">
            <a:prstTxWarp prst="textPlain">
              <a:avLst>
                <a:gd name="adj" fmla="val 50000"/>
              </a:avLst>
            </a:prstTxWarp>
          </a:bodyPr>
          <a:lstStyle/>
          <a:p>
            <a:pPr algn="ctr"/>
            <a:r>
              <a:rPr lang="en-US" altLang="zh-CN" sz="4800" i="1" kern="10" dirty="0">
                <a:solidFill>
                  <a:srgbClr val="FF0000"/>
                </a:solidFill>
                <a:effectLst>
                  <a:outerShdw dist="35921" dir="2700000" algn="ctr" rotWithShape="0">
                    <a:srgbClr val="808080"/>
                  </a:outerShdw>
                </a:effectLst>
                <a:cs typeface="Times New Roman" panose="02020603050405020304" pitchFamily="18" charset="0"/>
              </a:rPr>
              <a:t>University Physics</a:t>
            </a:r>
            <a:endParaRPr lang="zh-CN" altLang="en-US" sz="4800" i="1" kern="10" dirty="0">
              <a:solidFill>
                <a:srgbClr val="FF0000"/>
              </a:solidFill>
              <a:effectLst>
                <a:outerShdw dist="35921" dir="2700000" algn="ctr" rotWithShape="0">
                  <a:srgbClr val="808080"/>
                </a:outerShdw>
              </a:effectLst>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5" descr="9-39.bmp (17848 字节)">
            <a:extLst>
              <a:ext uri="{FF2B5EF4-FFF2-40B4-BE49-F238E27FC236}">
                <a16:creationId xmlns:a16="http://schemas.microsoft.com/office/drawing/2014/main" id="{E2047461-A2A2-4944-B1D0-6BBF4047A8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000" y="67185"/>
            <a:ext cx="9000000" cy="4009887"/>
          </a:xfrm>
          <a:prstGeom prst="rect">
            <a:avLst/>
          </a:prstGeom>
          <a:noFill/>
          <a:ln w="9525">
            <a:solidFill>
              <a:srgbClr val="00FFFF"/>
            </a:solidFill>
            <a:miter lim="800000"/>
            <a:headEnd/>
            <a:tailEnd/>
          </a:ln>
          <a:extLst>
            <a:ext uri="{909E8E84-426E-40DD-AFC4-6F175D3DCCD1}">
              <a14:hiddenFill xmlns:a14="http://schemas.microsoft.com/office/drawing/2010/main">
                <a:solidFill>
                  <a:srgbClr val="FFFFFF"/>
                </a:solidFill>
              </a14:hiddenFill>
            </a:ext>
          </a:extLst>
        </p:spPr>
      </p:pic>
      <p:pic>
        <p:nvPicPr>
          <p:cNvPr id="13315" name="Picture 9" descr="car">
            <a:extLst>
              <a:ext uri="{FF2B5EF4-FFF2-40B4-BE49-F238E27FC236}">
                <a16:creationId xmlns:a16="http://schemas.microsoft.com/office/drawing/2014/main" id="{5BF8AFFC-8DAE-40D8-A115-3BE55E96B1C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000" y="4176000"/>
            <a:ext cx="9000000" cy="2629601"/>
          </a:xfrm>
          <a:prstGeom prst="rect">
            <a:avLst/>
          </a:prstGeom>
          <a:noFill/>
          <a:ln w="9525">
            <a:solidFill>
              <a:srgbClr val="00FFFF"/>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07ADBBB7-5EBE-4748-B62B-155414ECB7DB}"/>
              </a:ext>
            </a:extLst>
          </p:cNvPr>
          <p:cNvSpPr>
            <a:spLocks noChangeArrowheads="1"/>
          </p:cNvSpPr>
          <p:nvPr/>
        </p:nvSpPr>
        <p:spPr bwMode="auto">
          <a:xfrm>
            <a:off x="2428875" y="214313"/>
            <a:ext cx="4389438"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200">
                <a:solidFill>
                  <a:srgbClr val="00FF00"/>
                </a:solidFill>
              </a:rPr>
              <a:t>§13.7</a:t>
            </a:r>
            <a:r>
              <a:rPr lang="en-US" altLang="zh-CN" sz="3200">
                <a:solidFill>
                  <a:srgbClr val="00FF00"/>
                </a:solidFill>
                <a:latin typeface="宋体" panose="02010600030101010101" pitchFamily="2" charset="-122"/>
              </a:rPr>
              <a:t>  </a:t>
            </a:r>
            <a:r>
              <a:rPr lang="zh-CN" altLang="en-US" sz="3200">
                <a:solidFill>
                  <a:srgbClr val="00FF00"/>
                </a:solidFill>
                <a:latin typeface="黑体" panose="02010609060101010101" pitchFamily="49" charset="-122"/>
                <a:ea typeface="黑体" panose="02010609060101010101" pitchFamily="49" charset="-122"/>
              </a:rPr>
              <a:t>多普勒效应</a:t>
            </a:r>
          </a:p>
        </p:txBody>
      </p:sp>
      <p:sp>
        <p:nvSpPr>
          <p:cNvPr id="34819" name="Rectangle 3">
            <a:extLst>
              <a:ext uri="{FF2B5EF4-FFF2-40B4-BE49-F238E27FC236}">
                <a16:creationId xmlns:a16="http://schemas.microsoft.com/office/drawing/2014/main" id="{349BE7A2-0E92-48D1-B7AC-10667F339AA0}"/>
              </a:ext>
            </a:extLst>
          </p:cNvPr>
          <p:cNvSpPr>
            <a:spLocks noChangeArrowheads="1"/>
          </p:cNvSpPr>
          <p:nvPr/>
        </p:nvSpPr>
        <p:spPr bwMode="auto">
          <a:xfrm>
            <a:off x="500063" y="857250"/>
            <a:ext cx="82867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pPr>
            <a:r>
              <a:rPr lang="zh-CN" altLang="en-US" sz="2100" dirty="0">
                <a:solidFill>
                  <a:schemeClr val="bg1"/>
                </a:solidFill>
                <a:latin typeface="宋体" panose="02010600030101010101" pitchFamily="2" charset="-122"/>
              </a:rPr>
              <a:t>由于观察者（接收器）或波源、或二者同时相对介质运动，而使观察者接收到的频率与波源发出的频率不同的现象，称为多普勒效应。</a:t>
            </a:r>
          </a:p>
        </p:txBody>
      </p:sp>
      <p:graphicFrame>
        <p:nvGraphicFramePr>
          <p:cNvPr id="34820" name="Object 4">
            <a:extLst>
              <a:ext uri="{FF2B5EF4-FFF2-40B4-BE49-F238E27FC236}">
                <a16:creationId xmlns:a16="http://schemas.microsoft.com/office/drawing/2014/main" id="{D368481A-80EE-469A-B363-85770FD86BE6}"/>
              </a:ext>
            </a:extLst>
          </p:cNvPr>
          <p:cNvGraphicFramePr>
            <a:graphicFrameLocks/>
          </p:cNvGraphicFramePr>
          <p:nvPr>
            <p:extLst/>
          </p:nvPr>
        </p:nvGraphicFramePr>
        <p:xfrm>
          <a:off x="1535113" y="3560763"/>
          <a:ext cx="1731962" cy="725487"/>
        </p:xfrm>
        <a:graphic>
          <a:graphicData uri="http://schemas.openxmlformats.org/presentationml/2006/ole">
            <mc:AlternateContent xmlns:mc="http://schemas.openxmlformats.org/markup-compatibility/2006">
              <mc:Choice xmlns:v="urn:schemas-microsoft-com:vml" Requires="v">
                <p:oleObj spid="_x0000_s112733" name="公式" r:id="rId3" imgW="1943176" imgH="799998" progId="Equation.3">
                  <p:embed/>
                </p:oleObj>
              </mc:Choice>
              <mc:Fallback>
                <p:oleObj name="公式" r:id="rId3" imgW="1943176" imgH="799998" progId="Equation.3">
                  <p:embed/>
                  <p:pic>
                    <p:nvPicPr>
                      <p:cNvPr id="34820" name="Object 4">
                        <a:extLst>
                          <a:ext uri="{FF2B5EF4-FFF2-40B4-BE49-F238E27FC236}">
                            <a16:creationId xmlns:a16="http://schemas.microsoft.com/office/drawing/2014/main" id="{D368481A-80EE-469A-B363-85770FD86BE6}"/>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35113" y="3560763"/>
                        <a:ext cx="1731962" cy="725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4821" name="Text Box 5">
            <a:extLst>
              <a:ext uri="{FF2B5EF4-FFF2-40B4-BE49-F238E27FC236}">
                <a16:creationId xmlns:a16="http://schemas.microsoft.com/office/drawing/2014/main" id="{DEDACE1E-051A-4952-B4EB-B54D034A6803}"/>
              </a:ext>
            </a:extLst>
          </p:cNvPr>
          <p:cNvSpPr txBox="1">
            <a:spLocks noChangeArrowheads="1"/>
          </p:cNvSpPr>
          <p:nvPr/>
        </p:nvSpPr>
        <p:spPr bwMode="auto">
          <a:xfrm>
            <a:off x="504825" y="1714500"/>
            <a:ext cx="449580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ts val="3600"/>
              </a:lnSpc>
              <a:buFontTx/>
              <a:buAutoNum type="ea1ChsPeriod"/>
            </a:pPr>
            <a:r>
              <a:rPr lang="zh-CN" altLang="en-US">
                <a:solidFill>
                  <a:srgbClr val="FFFF00"/>
                </a:solidFill>
                <a:latin typeface="宋体" panose="02010600030101010101" pitchFamily="2" charset="-122"/>
              </a:rPr>
              <a:t>波源静止，观察者运动</a:t>
            </a:r>
            <a:endParaRPr lang="en-US" altLang="zh-CN">
              <a:solidFill>
                <a:srgbClr val="FFFF00"/>
              </a:solidFill>
              <a:latin typeface="宋体" panose="02010600030101010101" pitchFamily="2" charset="-122"/>
            </a:endParaRPr>
          </a:p>
          <a:p>
            <a:pPr eaLnBrk="1" hangingPunct="1">
              <a:lnSpc>
                <a:spcPts val="3600"/>
              </a:lnSpc>
            </a:pPr>
            <a:r>
              <a:rPr lang="en-US" altLang="zh-CN">
                <a:solidFill>
                  <a:srgbClr val="FFFF00"/>
                </a:solidFill>
                <a:latin typeface="宋体" panose="02010600030101010101" pitchFamily="2" charset="-122"/>
              </a:rPr>
              <a:t>   </a:t>
            </a:r>
            <a:r>
              <a:rPr lang="zh-CN" altLang="en-US" sz="2000">
                <a:solidFill>
                  <a:schemeClr val="bg1"/>
                </a:solidFill>
                <a:latin typeface="宋体" panose="02010600030101010101" pitchFamily="2" charset="-122"/>
              </a:rPr>
              <a:t>（运动沿着二者的联线）</a:t>
            </a:r>
          </a:p>
        </p:txBody>
      </p:sp>
      <p:graphicFrame>
        <p:nvGraphicFramePr>
          <p:cNvPr id="34822" name="Object 6">
            <a:extLst>
              <a:ext uri="{FF2B5EF4-FFF2-40B4-BE49-F238E27FC236}">
                <a16:creationId xmlns:a16="http://schemas.microsoft.com/office/drawing/2014/main" id="{086EC318-CBA9-40F9-987B-07F83A1C7E76}"/>
              </a:ext>
            </a:extLst>
          </p:cNvPr>
          <p:cNvGraphicFramePr>
            <a:graphicFrameLocks/>
          </p:cNvGraphicFramePr>
          <p:nvPr>
            <p:extLst/>
          </p:nvPr>
        </p:nvGraphicFramePr>
        <p:xfrm>
          <a:off x="1403350" y="2767013"/>
          <a:ext cx="2379663" cy="804862"/>
        </p:xfrm>
        <a:graphic>
          <a:graphicData uri="http://schemas.openxmlformats.org/presentationml/2006/ole">
            <mc:AlternateContent xmlns:mc="http://schemas.openxmlformats.org/markup-compatibility/2006">
              <mc:Choice xmlns:v="urn:schemas-microsoft-com:vml" Requires="v">
                <p:oleObj spid="_x0000_s112734" name="公式" r:id="rId5" imgW="2676531" imgH="885723" progId="Equation.3">
                  <p:embed/>
                </p:oleObj>
              </mc:Choice>
              <mc:Fallback>
                <p:oleObj name="公式" r:id="rId5" imgW="2676531" imgH="885723" progId="Equation.3">
                  <p:embed/>
                  <p:pic>
                    <p:nvPicPr>
                      <p:cNvPr id="34822" name="Object 6">
                        <a:extLst>
                          <a:ext uri="{FF2B5EF4-FFF2-40B4-BE49-F238E27FC236}">
                            <a16:creationId xmlns:a16="http://schemas.microsoft.com/office/drawing/2014/main" id="{086EC318-CBA9-40F9-987B-07F83A1C7E76}"/>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03350" y="2767013"/>
                        <a:ext cx="2379663" cy="804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4823" name="Oval 7">
            <a:extLst>
              <a:ext uri="{FF2B5EF4-FFF2-40B4-BE49-F238E27FC236}">
                <a16:creationId xmlns:a16="http://schemas.microsoft.com/office/drawing/2014/main" id="{A97AC6DA-9791-4558-85E1-0C1B32180EAA}"/>
              </a:ext>
            </a:extLst>
          </p:cNvPr>
          <p:cNvSpPr>
            <a:spLocks noChangeAspect="1" noChangeArrowheads="1"/>
          </p:cNvSpPr>
          <p:nvPr/>
        </p:nvSpPr>
        <p:spPr bwMode="auto">
          <a:xfrm>
            <a:off x="6156325" y="3063875"/>
            <a:ext cx="103188" cy="107950"/>
          </a:xfrm>
          <a:prstGeom prst="ellipse">
            <a:avLst/>
          </a:prstGeom>
          <a:solidFill>
            <a:schemeClr val="bg1"/>
          </a:solidFill>
          <a:ln w="9525">
            <a:solidFill>
              <a:schemeClr val="bg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aphicFrame>
        <p:nvGraphicFramePr>
          <p:cNvPr id="34824" name="Object 8">
            <a:extLst>
              <a:ext uri="{FF2B5EF4-FFF2-40B4-BE49-F238E27FC236}">
                <a16:creationId xmlns:a16="http://schemas.microsoft.com/office/drawing/2014/main" id="{E84882E8-2643-42CC-BBFA-5533FD1D4EFE}"/>
              </a:ext>
            </a:extLst>
          </p:cNvPr>
          <p:cNvGraphicFramePr>
            <a:graphicFrameLocks noChangeAspect="1"/>
          </p:cNvGraphicFramePr>
          <p:nvPr>
            <p:extLst/>
          </p:nvPr>
        </p:nvGraphicFramePr>
        <p:xfrm>
          <a:off x="5942013" y="2928938"/>
          <a:ext cx="266700" cy="338137"/>
        </p:xfrm>
        <a:graphic>
          <a:graphicData uri="http://schemas.openxmlformats.org/presentationml/2006/ole">
            <mc:AlternateContent xmlns:mc="http://schemas.openxmlformats.org/markup-compatibility/2006">
              <mc:Choice xmlns:v="urn:schemas-microsoft-com:vml" Requires="v">
                <p:oleObj spid="_x0000_s112735" name="Equation" r:id="rId7" imgW="114376" imgH="152468" progId="Equation.3">
                  <p:embed/>
                </p:oleObj>
              </mc:Choice>
              <mc:Fallback>
                <p:oleObj name="Equation" r:id="rId7" imgW="114376" imgH="152468" progId="Equation.3">
                  <p:embed/>
                  <p:pic>
                    <p:nvPicPr>
                      <p:cNvPr id="34824" name="Object 8">
                        <a:extLst>
                          <a:ext uri="{FF2B5EF4-FFF2-40B4-BE49-F238E27FC236}">
                            <a16:creationId xmlns:a16="http://schemas.microsoft.com/office/drawing/2014/main" id="{E84882E8-2643-42CC-BBFA-5533FD1D4EF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942013" y="2928938"/>
                        <a:ext cx="266700" cy="338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9">
            <a:extLst>
              <a:ext uri="{FF2B5EF4-FFF2-40B4-BE49-F238E27FC236}">
                <a16:creationId xmlns:a16="http://schemas.microsoft.com/office/drawing/2014/main" id="{57BCCE69-EE4D-4F1C-952C-3A4697F42695}"/>
              </a:ext>
            </a:extLst>
          </p:cNvPr>
          <p:cNvGrpSpPr>
            <a:grpSpLocks/>
          </p:cNvGrpSpPr>
          <p:nvPr/>
        </p:nvGrpSpPr>
        <p:grpSpPr bwMode="auto">
          <a:xfrm>
            <a:off x="6372225" y="3117850"/>
            <a:ext cx="1008063" cy="646113"/>
            <a:chOff x="4490" y="1964"/>
            <a:chExt cx="566" cy="361"/>
          </a:xfrm>
        </p:grpSpPr>
        <p:sp>
          <p:nvSpPr>
            <p:cNvPr id="14421" name="Line 10">
              <a:extLst>
                <a:ext uri="{FF2B5EF4-FFF2-40B4-BE49-F238E27FC236}">
                  <a16:creationId xmlns:a16="http://schemas.microsoft.com/office/drawing/2014/main" id="{09AB09BC-8897-4BC1-AF6C-E39D4D9A23C6}"/>
                </a:ext>
              </a:extLst>
            </p:cNvPr>
            <p:cNvSpPr>
              <a:spLocks noChangeShapeType="1"/>
            </p:cNvSpPr>
            <p:nvPr/>
          </p:nvSpPr>
          <p:spPr bwMode="auto">
            <a:xfrm rot="-953206">
              <a:off x="4490" y="1964"/>
              <a:ext cx="192" cy="192"/>
            </a:xfrm>
            <a:prstGeom prst="line">
              <a:avLst/>
            </a:prstGeom>
            <a:noFill/>
            <a:ln w="28575">
              <a:solidFill>
                <a:srgbClr val="FF99FF"/>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14422" name="Line 11">
              <a:extLst>
                <a:ext uri="{FF2B5EF4-FFF2-40B4-BE49-F238E27FC236}">
                  <a16:creationId xmlns:a16="http://schemas.microsoft.com/office/drawing/2014/main" id="{D2656034-4D38-44BE-82F8-B7A3AC478C06}"/>
                </a:ext>
              </a:extLst>
            </p:cNvPr>
            <p:cNvSpPr>
              <a:spLocks noChangeShapeType="1"/>
            </p:cNvSpPr>
            <p:nvPr/>
          </p:nvSpPr>
          <p:spPr bwMode="auto">
            <a:xfrm rot="149374" flipH="1" flipV="1">
              <a:off x="4815" y="2205"/>
              <a:ext cx="241" cy="120"/>
            </a:xfrm>
            <a:prstGeom prst="line">
              <a:avLst/>
            </a:prstGeom>
            <a:noFill/>
            <a:ln w="28575">
              <a:solidFill>
                <a:srgbClr val="FF99FF"/>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4423" name="Object 12">
              <a:extLst>
                <a:ext uri="{FF2B5EF4-FFF2-40B4-BE49-F238E27FC236}">
                  <a16:creationId xmlns:a16="http://schemas.microsoft.com/office/drawing/2014/main" id="{2E2192D4-211C-4BBC-AD25-36638EE3512E}"/>
                </a:ext>
              </a:extLst>
            </p:cNvPr>
            <p:cNvGraphicFramePr>
              <a:graphicFrameLocks noChangeAspect="1"/>
            </p:cNvGraphicFramePr>
            <p:nvPr>
              <p:extLst/>
            </p:nvPr>
          </p:nvGraphicFramePr>
          <p:xfrm>
            <a:off x="4693" y="2055"/>
            <a:ext cx="124" cy="162"/>
          </p:xfrm>
          <a:graphic>
            <a:graphicData uri="http://schemas.openxmlformats.org/presentationml/2006/ole">
              <mc:AlternateContent xmlns:mc="http://schemas.openxmlformats.org/markup-compatibility/2006">
                <mc:Choice xmlns:v="urn:schemas-microsoft-com:vml" Requires="v">
                  <p:oleObj spid="_x0000_s112736" name="Equation" r:id="rId9" imgW="114376" imgH="152468" progId="Equation.3">
                    <p:embed/>
                  </p:oleObj>
                </mc:Choice>
                <mc:Fallback>
                  <p:oleObj name="Equation" r:id="rId9" imgW="114376" imgH="152468" progId="Equation.3">
                    <p:embed/>
                    <p:pic>
                      <p:nvPicPr>
                        <p:cNvPr id="14423" name="Object 12">
                          <a:extLst>
                            <a:ext uri="{FF2B5EF4-FFF2-40B4-BE49-F238E27FC236}">
                              <a16:creationId xmlns:a16="http://schemas.microsoft.com/office/drawing/2014/main" id="{2E2192D4-211C-4BBC-AD25-36638EE3512E}"/>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693" y="2055"/>
                          <a:ext cx="124" cy="1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34829" name="Object 13">
            <a:extLst>
              <a:ext uri="{FF2B5EF4-FFF2-40B4-BE49-F238E27FC236}">
                <a16:creationId xmlns:a16="http://schemas.microsoft.com/office/drawing/2014/main" id="{BDECC413-C57F-4917-BDDE-3B7736C58CFA}"/>
              </a:ext>
            </a:extLst>
          </p:cNvPr>
          <p:cNvGraphicFramePr>
            <a:graphicFrameLocks noChangeAspect="1"/>
          </p:cNvGraphicFramePr>
          <p:nvPr>
            <p:extLst/>
          </p:nvPr>
        </p:nvGraphicFramePr>
        <p:xfrm>
          <a:off x="2490788" y="6208713"/>
          <a:ext cx="879475" cy="433387"/>
        </p:xfrm>
        <a:graphic>
          <a:graphicData uri="http://schemas.openxmlformats.org/presentationml/2006/ole">
            <mc:AlternateContent xmlns:mc="http://schemas.openxmlformats.org/markup-compatibility/2006">
              <mc:Choice xmlns:v="urn:schemas-microsoft-com:vml" Requires="v">
                <p:oleObj spid="_x0000_s112737" name="公式" r:id="rId11" imgW="847731" imgH="400152" progId="Equation.3">
                  <p:embed/>
                </p:oleObj>
              </mc:Choice>
              <mc:Fallback>
                <p:oleObj name="公式" r:id="rId11" imgW="847731" imgH="400152" progId="Equation.3">
                  <p:embed/>
                  <p:pic>
                    <p:nvPicPr>
                      <p:cNvPr id="34829" name="Object 13">
                        <a:extLst>
                          <a:ext uri="{FF2B5EF4-FFF2-40B4-BE49-F238E27FC236}">
                            <a16:creationId xmlns:a16="http://schemas.microsoft.com/office/drawing/2014/main" id="{BDECC413-C57F-4917-BDDE-3B7736C58CFA}"/>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490788" y="6208713"/>
                        <a:ext cx="879475" cy="433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 name="Group 14">
            <a:extLst>
              <a:ext uri="{FF2B5EF4-FFF2-40B4-BE49-F238E27FC236}">
                <a16:creationId xmlns:a16="http://schemas.microsoft.com/office/drawing/2014/main" id="{AEFAD25E-135A-4F16-A88A-DF473827CA50}"/>
              </a:ext>
            </a:extLst>
          </p:cNvPr>
          <p:cNvGrpSpPr>
            <a:grpSpLocks/>
          </p:cNvGrpSpPr>
          <p:nvPr/>
        </p:nvGrpSpPr>
        <p:grpSpPr bwMode="auto">
          <a:xfrm>
            <a:off x="6724650" y="5732463"/>
            <a:ext cx="1062038" cy="320675"/>
            <a:chOff x="4493" y="3611"/>
            <a:chExt cx="669" cy="202"/>
          </a:xfrm>
        </p:grpSpPr>
        <p:sp>
          <p:nvSpPr>
            <p:cNvPr id="14416" name="Line 15">
              <a:extLst>
                <a:ext uri="{FF2B5EF4-FFF2-40B4-BE49-F238E27FC236}">
                  <a16:creationId xmlns:a16="http://schemas.microsoft.com/office/drawing/2014/main" id="{9ED86A3D-C257-414F-BBD6-F077283724DC}"/>
                </a:ext>
              </a:extLst>
            </p:cNvPr>
            <p:cNvSpPr>
              <a:spLocks noChangeShapeType="1"/>
            </p:cNvSpPr>
            <p:nvPr/>
          </p:nvSpPr>
          <p:spPr bwMode="auto">
            <a:xfrm>
              <a:off x="4729" y="3651"/>
              <a:ext cx="0" cy="162"/>
            </a:xfrm>
            <a:prstGeom prst="line">
              <a:avLst/>
            </a:prstGeom>
            <a:noFill/>
            <a:ln w="28575">
              <a:solidFill>
                <a:srgbClr val="FF66FF"/>
              </a:solidFill>
              <a:round/>
              <a:headEnd/>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14417" name="Line 16">
              <a:extLst>
                <a:ext uri="{FF2B5EF4-FFF2-40B4-BE49-F238E27FC236}">
                  <a16:creationId xmlns:a16="http://schemas.microsoft.com/office/drawing/2014/main" id="{1D071587-C9DE-4600-B556-2D702AD8AB92}"/>
                </a:ext>
              </a:extLst>
            </p:cNvPr>
            <p:cNvSpPr>
              <a:spLocks noChangeShapeType="1"/>
            </p:cNvSpPr>
            <p:nvPr/>
          </p:nvSpPr>
          <p:spPr bwMode="auto">
            <a:xfrm>
              <a:off x="4926" y="3651"/>
              <a:ext cx="0" cy="162"/>
            </a:xfrm>
            <a:prstGeom prst="line">
              <a:avLst/>
            </a:prstGeom>
            <a:noFill/>
            <a:ln w="28575">
              <a:solidFill>
                <a:srgbClr val="FF66FF"/>
              </a:solidFill>
              <a:round/>
              <a:headEnd/>
              <a:tailEnd type="none" w="sm" len="lg"/>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4418" name="Object 17">
              <a:extLst>
                <a:ext uri="{FF2B5EF4-FFF2-40B4-BE49-F238E27FC236}">
                  <a16:creationId xmlns:a16="http://schemas.microsoft.com/office/drawing/2014/main" id="{1C8114CC-8603-41EE-B363-85954659C152}"/>
                </a:ext>
              </a:extLst>
            </p:cNvPr>
            <p:cNvGraphicFramePr>
              <a:graphicFrameLocks noChangeAspect="1"/>
            </p:cNvGraphicFramePr>
            <p:nvPr>
              <p:extLst/>
            </p:nvPr>
          </p:nvGraphicFramePr>
          <p:xfrm>
            <a:off x="4782" y="3611"/>
            <a:ext cx="144" cy="188"/>
          </p:xfrm>
          <a:graphic>
            <a:graphicData uri="http://schemas.openxmlformats.org/presentationml/2006/ole">
              <mc:AlternateContent xmlns:mc="http://schemas.openxmlformats.org/markup-compatibility/2006">
                <mc:Choice xmlns:v="urn:schemas-microsoft-com:vml" Requires="v">
                  <p:oleObj spid="_x0000_s112738" name="Equation" r:id="rId13" imgW="114376" imgH="152468" progId="Equation.3">
                    <p:embed/>
                  </p:oleObj>
                </mc:Choice>
                <mc:Fallback>
                  <p:oleObj name="Equation" r:id="rId13" imgW="114376" imgH="152468" progId="Equation.3">
                    <p:embed/>
                    <p:pic>
                      <p:nvPicPr>
                        <p:cNvPr id="14418" name="Object 17">
                          <a:extLst>
                            <a:ext uri="{FF2B5EF4-FFF2-40B4-BE49-F238E27FC236}">
                              <a16:creationId xmlns:a16="http://schemas.microsoft.com/office/drawing/2014/main" id="{1C8114CC-8603-41EE-B363-85954659C152}"/>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782" y="3611"/>
                          <a:ext cx="144" cy="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419" name="Line 18">
              <a:extLst>
                <a:ext uri="{FF2B5EF4-FFF2-40B4-BE49-F238E27FC236}">
                  <a16:creationId xmlns:a16="http://schemas.microsoft.com/office/drawing/2014/main" id="{943F56D8-61CA-48E4-A861-438DBCF55199}"/>
                </a:ext>
              </a:extLst>
            </p:cNvPr>
            <p:cNvSpPr>
              <a:spLocks noChangeShapeType="1"/>
            </p:cNvSpPr>
            <p:nvPr/>
          </p:nvSpPr>
          <p:spPr bwMode="auto">
            <a:xfrm>
              <a:off x="4493" y="3732"/>
              <a:ext cx="236" cy="0"/>
            </a:xfrm>
            <a:prstGeom prst="line">
              <a:avLst/>
            </a:prstGeom>
            <a:noFill/>
            <a:ln w="28575">
              <a:solidFill>
                <a:srgbClr val="FF66FF"/>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14420" name="Line 19">
              <a:extLst>
                <a:ext uri="{FF2B5EF4-FFF2-40B4-BE49-F238E27FC236}">
                  <a16:creationId xmlns:a16="http://schemas.microsoft.com/office/drawing/2014/main" id="{44AFA0B2-9AC0-483F-A616-79F146FF436F}"/>
                </a:ext>
              </a:extLst>
            </p:cNvPr>
            <p:cNvSpPr>
              <a:spLocks noChangeShapeType="1"/>
            </p:cNvSpPr>
            <p:nvPr/>
          </p:nvSpPr>
          <p:spPr bwMode="auto">
            <a:xfrm flipH="1">
              <a:off x="4926" y="3732"/>
              <a:ext cx="236" cy="0"/>
            </a:xfrm>
            <a:prstGeom prst="line">
              <a:avLst/>
            </a:prstGeom>
            <a:noFill/>
            <a:ln w="28575">
              <a:solidFill>
                <a:srgbClr val="FF66FF"/>
              </a:solidFill>
              <a:round/>
              <a:headEnd type="none" w="sm" len="lg"/>
              <a:tailEnd type="triangle" w="sm" len="lg"/>
            </a:ln>
            <a:extLst>
              <a:ext uri="{909E8E84-426E-40DD-AFC4-6F175D3DCCD1}">
                <a14:hiddenFill xmlns:a14="http://schemas.microsoft.com/office/drawing/2010/main">
                  <a:noFill/>
                </a14:hiddenFill>
              </a:ext>
            </a:extLst>
          </p:spPr>
          <p:txBody>
            <a:bodyPr/>
            <a:lstStyle/>
            <a:p>
              <a:endParaRPr lang="zh-CN" altLang="en-US"/>
            </a:p>
          </p:txBody>
        </p:sp>
      </p:grpSp>
      <p:sp>
        <p:nvSpPr>
          <p:cNvPr id="34836" name="Text Box 20">
            <a:extLst>
              <a:ext uri="{FF2B5EF4-FFF2-40B4-BE49-F238E27FC236}">
                <a16:creationId xmlns:a16="http://schemas.microsoft.com/office/drawing/2014/main" id="{BFB38257-5A5E-4325-9ACB-4C4DAC668EEC}"/>
              </a:ext>
            </a:extLst>
          </p:cNvPr>
          <p:cNvSpPr txBox="1">
            <a:spLocks noChangeArrowheads="1"/>
          </p:cNvSpPr>
          <p:nvPr/>
        </p:nvSpPr>
        <p:spPr bwMode="auto">
          <a:xfrm>
            <a:off x="5446713" y="6186488"/>
            <a:ext cx="990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a:solidFill>
                  <a:srgbClr val="66FFFF"/>
                </a:solidFill>
                <a:latin typeface="楷体_GB2312" pitchFamily="49" charset="-122"/>
                <a:ea typeface="楷体_GB2312" pitchFamily="49" charset="-122"/>
              </a:rPr>
              <a:t>远离</a:t>
            </a:r>
          </a:p>
        </p:txBody>
      </p:sp>
      <p:graphicFrame>
        <p:nvGraphicFramePr>
          <p:cNvPr id="34837" name="Object 21">
            <a:extLst>
              <a:ext uri="{FF2B5EF4-FFF2-40B4-BE49-F238E27FC236}">
                <a16:creationId xmlns:a16="http://schemas.microsoft.com/office/drawing/2014/main" id="{B92774AB-150F-4A83-9731-0DC828DE4138}"/>
              </a:ext>
            </a:extLst>
          </p:cNvPr>
          <p:cNvGraphicFramePr>
            <a:graphicFrameLocks noChangeAspect="1"/>
          </p:cNvGraphicFramePr>
          <p:nvPr>
            <p:extLst/>
          </p:nvPr>
        </p:nvGraphicFramePr>
        <p:xfrm>
          <a:off x="6367463" y="6207125"/>
          <a:ext cx="879475" cy="433388"/>
        </p:xfrm>
        <a:graphic>
          <a:graphicData uri="http://schemas.openxmlformats.org/presentationml/2006/ole">
            <mc:AlternateContent xmlns:mc="http://schemas.openxmlformats.org/markup-compatibility/2006">
              <mc:Choice xmlns:v="urn:schemas-microsoft-com:vml" Requires="v">
                <p:oleObj spid="_x0000_s112739" name="公式" r:id="rId15" imgW="847731" imgH="400152" progId="Equation.3">
                  <p:embed/>
                </p:oleObj>
              </mc:Choice>
              <mc:Fallback>
                <p:oleObj name="公式" r:id="rId15" imgW="847731" imgH="400152" progId="Equation.3">
                  <p:embed/>
                  <p:pic>
                    <p:nvPicPr>
                      <p:cNvPr id="34837" name="Object 21">
                        <a:extLst>
                          <a:ext uri="{FF2B5EF4-FFF2-40B4-BE49-F238E27FC236}">
                            <a16:creationId xmlns:a16="http://schemas.microsoft.com/office/drawing/2014/main" id="{B92774AB-150F-4A83-9731-0DC828DE4138}"/>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367463" y="6207125"/>
                        <a:ext cx="879475" cy="433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 name="Group 22">
            <a:extLst>
              <a:ext uri="{FF2B5EF4-FFF2-40B4-BE49-F238E27FC236}">
                <a16:creationId xmlns:a16="http://schemas.microsoft.com/office/drawing/2014/main" id="{F07B2965-9531-430E-B167-C85398D4A5E8}"/>
              </a:ext>
            </a:extLst>
          </p:cNvPr>
          <p:cNvGrpSpPr>
            <a:grpSpLocks/>
          </p:cNvGrpSpPr>
          <p:nvPr/>
        </p:nvGrpSpPr>
        <p:grpSpPr bwMode="auto">
          <a:xfrm>
            <a:off x="7500938" y="5000625"/>
            <a:ext cx="711200" cy="547688"/>
            <a:chOff x="4784" y="2940"/>
            <a:chExt cx="448" cy="345"/>
          </a:xfrm>
        </p:grpSpPr>
        <p:graphicFrame>
          <p:nvGraphicFramePr>
            <p:cNvPr id="14413" name="Object 23">
              <a:extLst>
                <a:ext uri="{FF2B5EF4-FFF2-40B4-BE49-F238E27FC236}">
                  <a16:creationId xmlns:a16="http://schemas.microsoft.com/office/drawing/2014/main" id="{E39252DB-3E12-406B-BDE4-8DA02A12B2FF}"/>
                </a:ext>
              </a:extLst>
            </p:cNvPr>
            <p:cNvGraphicFramePr>
              <a:graphicFrameLocks noChangeAspect="1"/>
            </p:cNvGraphicFramePr>
            <p:nvPr>
              <p:extLst/>
            </p:nvPr>
          </p:nvGraphicFramePr>
          <p:xfrm>
            <a:off x="4994" y="2940"/>
            <a:ext cx="190" cy="273"/>
          </p:xfrm>
          <a:graphic>
            <a:graphicData uri="http://schemas.openxmlformats.org/presentationml/2006/ole">
              <mc:AlternateContent xmlns:mc="http://schemas.openxmlformats.org/markup-compatibility/2006">
                <mc:Choice xmlns:v="urn:schemas-microsoft-com:vml" Requires="v">
                  <p:oleObj spid="_x0000_s112740" name="公式" r:id="rId17" imgW="285635" imgH="400152" progId="Equation.3">
                    <p:embed/>
                  </p:oleObj>
                </mc:Choice>
                <mc:Fallback>
                  <p:oleObj name="公式" r:id="rId17" imgW="285635" imgH="400152" progId="Equation.3">
                    <p:embed/>
                    <p:pic>
                      <p:nvPicPr>
                        <p:cNvPr id="14413" name="Object 23">
                          <a:extLst>
                            <a:ext uri="{FF2B5EF4-FFF2-40B4-BE49-F238E27FC236}">
                              <a16:creationId xmlns:a16="http://schemas.microsoft.com/office/drawing/2014/main" id="{E39252DB-3E12-406B-BDE4-8DA02A12B2FF}"/>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994" y="2940"/>
                          <a:ext cx="190" cy="2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66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414" name="Line 24">
              <a:extLst>
                <a:ext uri="{FF2B5EF4-FFF2-40B4-BE49-F238E27FC236}">
                  <a16:creationId xmlns:a16="http://schemas.microsoft.com/office/drawing/2014/main" id="{04822089-8E77-43BA-85DE-E03ED23CD775}"/>
                </a:ext>
              </a:extLst>
            </p:cNvPr>
            <p:cNvSpPr>
              <a:spLocks noChangeShapeType="1"/>
            </p:cNvSpPr>
            <p:nvPr/>
          </p:nvSpPr>
          <p:spPr bwMode="auto">
            <a:xfrm>
              <a:off x="4992" y="3261"/>
              <a:ext cx="240" cy="0"/>
            </a:xfrm>
            <a:prstGeom prst="line">
              <a:avLst/>
            </a:prstGeom>
            <a:noFill/>
            <a:ln w="28575">
              <a:solidFill>
                <a:srgbClr val="FF66FF"/>
              </a:solidFill>
              <a:round/>
              <a:headEnd type="none" w="sm" len="lg"/>
              <a:tailEnd type="triangle" w="sm" len="lg"/>
            </a:ln>
            <a:extLst>
              <a:ext uri="{909E8E84-426E-40DD-AFC4-6F175D3DCCD1}">
                <a14:hiddenFill xmlns:a14="http://schemas.microsoft.com/office/drawing/2010/main">
                  <a:noFill/>
                </a14:hiddenFill>
              </a:ext>
            </a:extLst>
          </p:spPr>
          <p:txBody>
            <a:bodyPr/>
            <a:lstStyle/>
            <a:p>
              <a:endParaRPr lang="zh-CN" altLang="en-US"/>
            </a:p>
          </p:txBody>
        </p:sp>
        <p:pic>
          <p:nvPicPr>
            <p:cNvPr id="14415" name="Picture 25" descr="ear">
              <a:extLst>
                <a:ext uri="{FF2B5EF4-FFF2-40B4-BE49-F238E27FC236}">
                  <a16:creationId xmlns:a16="http://schemas.microsoft.com/office/drawing/2014/main" id="{3DCD2951-1F77-4093-B068-1F23E732D392}"/>
                </a:ext>
              </a:extLst>
            </p:cNvPr>
            <p:cNvPicPr preferRelativeResize="0">
              <a:picLocks noChangeAspect="1" noChangeArrowheads="1"/>
            </p:cNvPicPr>
            <p:nvPr/>
          </p:nvPicPr>
          <p:blipFill>
            <a:blip r:embed="rId19">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784" y="3015"/>
              <a:ext cx="180"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pic>
      </p:grpSp>
      <p:sp>
        <p:nvSpPr>
          <p:cNvPr id="34842" name="Oval 26">
            <a:extLst>
              <a:ext uri="{FF2B5EF4-FFF2-40B4-BE49-F238E27FC236}">
                <a16:creationId xmlns:a16="http://schemas.microsoft.com/office/drawing/2014/main" id="{BF1F54C9-B9C0-481B-B5BA-9C9983BDB117}"/>
              </a:ext>
            </a:extLst>
          </p:cNvPr>
          <p:cNvSpPr>
            <a:spLocks noChangeArrowheads="1"/>
          </p:cNvSpPr>
          <p:nvPr/>
        </p:nvSpPr>
        <p:spPr bwMode="auto">
          <a:xfrm>
            <a:off x="5849938" y="2779713"/>
            <a:ext cx="706437" cy="684212"/>
          </a:xfrm>
          <a:prstGeom prst="ellipse">
            <a:avLst/>
          </a:prstGeom>
          <a:noFill/>
          <a:ln w="28575">
            <a:solidFill>
              <a:srgbClr val="99FF33"/>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rgbClr val="FFFF00"/>
              </a:solidFill>
              <a:latin typeface="宋体" panose="02010600030101010101" pitchFamily="2" charset="-122"/>
            </a:endParaRPr>
          </a:p>
        </p:txBody>
      </p:sp>
      <p:sp>
        <p:nvSpPr>
          <p:cNvPr id="34843" name="Oval 27">
            <a:extLst>
              <a:ext uri="{FF2B5EF4-FFF2-40B4-BE49-F238E27FC236}">
                <a16:creationId xmlns:a16="http://schemas.microsoft.com/office/drawing/2014/main" id="{E93B53B4-C82B-4056-B688-53F5CDC63E31}"/>
              </a:ext>
            </a:extLst>
          </p:cNvPr>
          <p:cNvSpPr>
            <a:spLocks noChangeArrowheads="1"/>
          </p:cNvSpPr>
          <p:nvPr/>
        </p:nvSpPr>
        <p:spPr bwMode="auto">
          <a:xfrm>
            <a:off x="5565775" y="2497138"/>
            <a:ext cx="1252538" cy="1212850"/>
          </a:xfrm>
          <a:prstGeom prst="ellipse">
            <a:avLst/>
          </a:prstGeom>
          <a:noFill/>
          <a:ln w="28575">
            <a:solidFill>
              <a:srgbClr val="99FF33"/>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4844" name="Oval 28">
            <a:extLst>
              <a:ext uri="{FF2B5EF4-FFF2-40B4-BE49-F238E27FC236}">
                <a16:creationId xmlns:a16="http://schemas.microsoft.com/office/drawing/2014/main" id="{60363321-343B-4495-981B-4DC96650E236}"/>
              </a:ext>
            </a:extLst>
          </p:cNvPr>
          <p:cNvSpPr>
            <a:spLocks noChangeArrowheads="1"/>
          </p:cNvSpPr>
          <p:nvPr/>
        </p:nvSpPr>
        <p:spPr bwMode="auto">
          <a:xfrm>
            <a:off x="5326063" y="2243138"/>
            <a:ext cx="1744662" cy="1743075"/>
          </a:xfrm>
          <a:prstGeom prst="ellipse">
            <a:avLst/>
          </a:prstGeom>
          <a:noFill/>
          <a:ln w="28575">
            <a:solidFill>
              <a:srgbClr val="99FF33"/>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4845" name="Oval 29">
            <a:extLst>
              <a:ext uri="{FF2B5EF4-FFF2-40B4-BE49-F238E27FC236}">
                <a16:creationId xmlns:a16="http://schemas.microsoft.com/office/drawing/2014/main" id="{9AF7DD33-190F-4EF3-8808-10F93905E5A9}"/>
              </a:ext>
            </a:extLst>
          </p:cNvPr>
          <p:cNvSpPr>
            <a:spLocks noChangeArrowheads="1"/>
          </p:cNvSpPr>
          <p:nvPr/>
        </p:nvSpPr>
        <p:spPr bwMode="auto">
          <a:xfrm>
            <a:off x="5076825" y="1989138"/>
            <a:ext cx="2230438" cy="2208212"/>
          </a:xfrm>
          <a:prstGeom prst="ellipse">
            <a:avLst/>
          </a:prstGeom>
          <a:noFill/>
          <a:ln w="28575">
            <a:solidFill>
              <a:srgbClr val="99FF33"/>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nvGrpSpPr>
          <p:cNvPr id="5" name="Group 30">
            <a:extLst>
              <a:ext uri="{FF2B5EF4-FFF2-40B4-BE49-F238E27FC236}">
                <a16:creationId xmlns:a16="http://schemas.microsoft.com/office/drawing/2014/main" id="{982E114B-1942-4852-A1CE-1E8C257208FC}"/>
              </a:ext>
            </a:extLst>
          </p:cNvPr>
          <p:cNvGrpSpPr>
            <a:grpSpLocks/>
          </p:cNvGrpSpPr>
          <p:nvPr/>
        </p:nvGrpSpPr>
        <p:grpSpPr bwMode="auto">
          <a:xfrm>
            <a:off x="7354888" y="2643188"/>
            <a:ext cx="360362" cy="468312"/>
            <a:chOff x="4784" y="1653"/>
            <a:chExt cx="227" cy="295"/>
          </a:xfrm>
        </p:grpSpPr>
        <p:sp>
          <p:nvSpPr>
            <p:cNvPr id="14411" name="Line 31">
              <a:extLst>
                <a:ext uri="{FF2B5EF4-FFF2-40B4-BE49-F238E27FC236}">
                  <a16:creationId xmlns:a16="http://schemas.microsoft.com/office/drawing/2014/main" id="{10ED977A-F331-4DEC-A677-97109043134D}"/>
                </a:ext>
              </a:extLst>
            </p:cNvPr>
            <p:cNvSpPr>
              <a:spLocks noChangeShapeType="1"/>
            </p:cNvSpPr>
            <p:nvPr/>
          </p:nvSpPr>
          <p:spPr bwMode="auto">
            <a:xfrm flipH="1">
              <a:off x="4784" y="1948"/>
              <a:ext cx="227" cy="0"/>
            </a:xfrm>
            <a:prstGeom prst="line">
              <a:avLst/>
            </a:prstGeom>
            <a:noFill/>
            <a:ln w="28575">
              <a:solidFill>
                <a:srgbClr val="FF99FF"/>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4412" name="Object 32">
              <a:extLst>
                <a:ext uri="{FF2B5EF4-FFF2-40B4-BE49-F238E27FC236}">
                  <a16:creationId xmlns:a16="http://schemas.microsoft.com/office/drawing/2014/main" id="{BA9128CB-856C-4F6C-84BE-05DFB209B45C}"/>
                </a:ext>
              </a:extLst>
            </p:cNvPr>
            <p:cNvGraphicFramePr>
              <a:graphicFrameLocks noChangeAspect="1"/>
            </p:cNvGraphicFramePr>
            <p:nvPr>
              <p:extLst/>
            </p:nvPr>
          </p:nvGraphicFramePr>
          <p:xfrm>
            <a:off x="4786" y="1653"/>
            <a:ext cx="222" cy="272"/>
          </p:xfrm>
          <a:graphic>
            <a:graphicData uri="http://schemas.openxmlformats.org/presentationml/2006/ole">
              <mc:AlternateContent xmlns:mc="http://schemas.openxmlformats.org/markup-compatibility/2006">
                <mc:Choice xmlns:v="urn:schemas-microsoft-com:vml" Requires="v">
                  <p:oleObj spid="_x0000_s112741" name="Equation" r:id="rId20" imgW="285635" imgH="400152" progId="Equation.3">
                    <p:embed/>
                  </p:oleObj>
                </mc:Choice>
                <mc:Fallback>
                  <p:oleObj name="Equation" r:id="rId20" imgW="285635" imgH="400152" progId="Equation.3">
                    <p:embed/>
                    <p:pic>
                      <p:nvPicPr>
                        <p:cNvPr id="14412" name="Object 32">
                          <a:extLst>
                            <a:ext uri="{FF2B5EF4-FFF2-40B4-BE49-F238E27FC236}">
                              <a16:creationId xmlns:a16="http://schemas.microsoft.com/office/drawing/2014/main" id="{BA9128CB-856C-4F6C-84BE-05DFB209B45C}"/>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786" y="1653"/>
                          <a:ext cx="222" cy="2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66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6" name="Group 33">
            <a:extLst>
              <a:ext uri="{FF2B5EF4-FFF2-40B4-BE49-F238E27FC236}">
                <a16:creationId xmlns:a16="http://schemas.microsoft.com/office/drawing/2014/main" id="{8C34727A-DDCE-4A9E-B516-5CCF773DACD2}"/>
              </a:ext>
            </a:extLst>
          </p:cNvPr>
          <p:cNvGrpSpPr>
            <a:grpSpLocks/>
          </p:cNvGrpSpPr>
          <p:nvPr/>
        </p:nvGrpSpPr>
        <p:grpSpPr bwMode="auto">
          <a:xfrm>
            <a:off x="1497013" y="5667375"/>
            <a:ext cx="1246187" cy="223838"/>
            <a:chOff x="1086" y="3570"/>
            <a:chExt cx="801" cy="141"/>
          </a:xfrm>
        </p:grpSpPr>
        <p:sp>
          <p:nvSpPr>
            <p:cNvPr id="14408" name="Line 34">
              <a:extLst>
                <a:ext uri="{FF2B5EF4-FFF2-40B4-BE49-F238E27FC236}">
                  <a16:creationId xmlns:a16="http://schemas.microsoft.com/office/drawing/2014/main" id="{54840BA0-D20A-4A1E-8637-7C27FA505229}"/>
                </a:ext>
              </a:extLst>
            </p:cNvPr>
            <p:cNvSpPr>
              <a:spLocks noChangeShapeType="1"/>
            </p:cNvSpPr>
            <p:nvPr/>
          </p:nvSpPr>
          <p:spPr bwMode="auto">
            <a:xfrm>
              <a:off x="1086" y="3570"/>
              <a:ext cx="0" cy="141"/>
            </a:xfrm>
            <a:prstGeom prst="line">
              <a:avLst/>
            </a:prstGeom>
            <a:noFill/>
            <a:ln w="28575">
              <a:solidFill>
                <a:srgbClr val="FF66FF"/>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14409" name="Line 35">
              <a:extLst>
                <a:ext uri="{FF2B5EF4-FFF2-40B4-BE49-F238E27FC236}">
                  <a16:creationId xmlns:a16="http://schemas.microsoft.com/office/drawing/2014/main" id="{8777D882-B90E-4CE0-89A3-591380A62AA0}"/>
                </a:ext>
              </a:extLst>
            </p:cNvPr>
            <p:cNvSpPr>
              <a:spLocks noChangeShapeType="1"/>
            </p:cNvSpPr>
            <p:nvPr/>
          </p:nvSpPr>
          <p:spPr bwMode="auto">
            <a:xfrm>
              <a:off x="1885" y="3570"/>
              <a:ext cx="0" cy="140"/>
            </a:xfrm>
            <a:prstGeom prst="line">
              <a:avLst/>
            </a:prstGeom>
            <a:noFill/>
            <a:ln w="28575">
              <a:solidFill>
                <a:srgbClr val="FF66FF"/>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14410" name="Line 36">
              <a:extLst>
                <a:ext uri="{FF2B5EF4-FFF2-40B4-BE49-F238E27FC236}">
                  <a16:creationId xmlns:a16="http://schemas.microsoft.com/office/drawing/2014/main" id="{2F37C19A-1FCF-4F00-BC66-680D21192585}"/>
                </a:ext>
              </a:extLst>
            </p:cNvPr>
            <p:cNvSpPr>
              <a:spLocks noChangeShapeType="1"/>
            </p:cNvSpPr>
            <p:nvPr/>
          </p:nvSpPr>
          <p:spPr bwMode="auto">
            <a:xfrm>
              <a:off x="1087" y="3641"/>
              <a:ext cx="800" cy="0"/>
            </a:xfrm>
            <a:prstGeom prst="line">
              <a:avLst/>
            </a:prstGeom>
            <a:noFill/>
            <a:ln w="28575">
              <a:solidFill>
                <a:srgbClr val="FF66FF"/>
              </a:solidFill>
              <a:round/>
              <a:headEnd type="triangle" w="sm" len="lg"/>
              <a:tailEnd type="triangle" w="sm" len="lg"/>
            </a:ln>
            <a:extLst>
              <a:ext uri="{909E8E84-426E-40DD-AFC4-6F175D3DCCD1}">
                <a14:hiddenFill xmlns:a14="http://schemas.microsoft.com/office/drawing/2010/main">
                  <a:noFill/>
                </a14:hiddenFill>
              </a:ext>
            </a:extLst>
          </p:spPr>
          <p:txBody>
            <a:bodyPr/>
            <a:lstStyle/>
            <a:p>
              <a:endParaRPr lang="zh-CN" altLang="en-US"/>
            </a:p>
          </p:txBody>
        </p:sp>
      </p:grpSp>
      <p:graphicFrame>
        <p:nvGraphicFramePr>
          <p:cNvPr id="34853" name="Object 37">
            <a:extLst>
              <a:ext uri="{FF2B5EF4-FFF2-40B4-BE49-F238E27FC236}">
                <a16:creationId xmlns:a16="http://schemas.microsoft.com/office/drawing/2014/main" id="{DB6CA561-1339-420D-869D-58B9C05F6B91}"/>
              </a:ext>
            </a:extLst>
          </p:cNvPr>
          <p:cNvGraphicFramePr>
            <a:graphicFrameLocks noChangeAspect="1"/>
          </p:cNvGraphicFramePr>
          <p:nvPr>
            <p:extLst/>
          </p:nvPr>
        </p:nvGraphicFramePr>
        <p:xfrm>
          <a:off x="2011363" y="5799138"/>
          <a:ext cx="250825" cy="250825"/>
        </p:xfrm>
        <a:graphic>
          <a:graphicData uri="http://schemas.openxmlformats.org/presentationml/2006/ole">
            <mc:AlternateContent xmlns:mc="http://schemas.openxmlformats.org/markup-compatibility/2006">
              <mc:Choice xmlns:v="urn:schemas-microsoft-com:vml" Requires="v">
                <p:oleObj spid="_x0000_s112742" name="Equation" r:id="rId22" imgW="95110" imgH="114198" progId="Equation.3">
                  <p:embed/>
                </p:oleObj>
              </mc:Choice>
              <mc:Fallback>
                <p:oleObj name="Equation" r:id="rId22" imgW="95110" imgH="114198" progId="Equation.3">
                  <p:embed/>
                  <p:pic>
                    <p:nvPicPr>
                      <p:cNvPr id="34853" name="Object 37">
                        <a:extLst>
                          <a:ext uri="{FF2B5EF4-FFF2-40B4-BE49-F238E27FC236}">
                            <a16:creationId xmlns:a16="http://schemas.microsoft.com/office/drawing/2014/main" id="{DB6CA561-1339-420D-869D-58B9C05F6B91}"/>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2011363" y="5799138"/>
                        <a:ext cx="250825" cy="250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7" name="Group 38">
            <a:extLst>
              <a:ext uri="{FF2B5EF4-FFF2-40B4-BE49-F238E27FC236}">
                <a16:creationId xmlns:a16="http://schemas.microsoft.com/office/drawing/2014/main" id="{F37342D0-5AD6-4AFA-874D-A8449AEF5DB6}"/>
              </a:ext>
            </a:extLst>
          </p:cNvPr>
          <p:cNvGrpSpPr>
            <a:grpSpLocks/>
          </p:cNvGrpSpPr>
          <p:nvPr/>
        </p:nvGrpSpPr>
        <p:grpSpPr bwMode="auto">
          <a:xfrm>
            <a:off x="1681163" y="4165600"/>
            <a:ext cx="558800" cy="457200"/>
            <a:chOff x="1215" y="2624"/>
            <a:chExt cx="352" cy="288"/>
          </a:xfrm>
        </p:grpSpPr>
        <p:sp>
          <p:nvSpPr>
            <p:cNvPr id="14406" name="Text Box 39">
              <a:extLst>
                <a:ext uri="{FF2B5EF4-FFF2-40B4-BE49-F238E27FC236}">
                  <a16:creationId xmlns:a16="http://schemas.microsoft.com/office/drawing/2014/main" id="{D18DB5C2-2A17-4E73-84C4-B33832D17035}"/>
                </a:ext>
              </a:extLst>
            </p:cNvPr>
            <p:cNvSpPr txBox="1">
              <a:spLocks noChangeArrowheads="1"/>
            </p:cNvSpPr>
            <p:nvPr/>
          </p:nvSpPr>
          <p:spPr bwMode="auto">
            <a:xfrm>
              <a:off x="1268" y="262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0" i="1">
                  <a:solidFill>
                    <a:schemeClr val="bg1"/>
                  </a:solidFill>
                  <a:latin typeface="宋体" panose="02010600030101010101" pitchFamily="2" charset="-122"/>
                </a:rPr>
                <a:t>u</a:t>
              </a:r>
            </a:p>
          </p:txBody>
        </p:sp>
        <p:sp>
          <p:nvSpPr>
            <p:cNvPr id="14407" name="Line 40">
              <a:extLst>
                <a:ext uri="{FF2B5EF4-FFF2-40B4-BE49-F238E27FC236}">
                  <a16:creationId xmlns:a16="http://schemas.microsoft.com/office/drawing/2014/main" id="{D4AD74C1-2580-44BC-87F7-D92787C0F641}"/>
                </a:ext>
              </a:extLst>
            </p:cNvPr>
            <p:cNvSpPr>
              <a:spLocks noChangeShapeType="1"/>
            </p:cNvSpPr>
            <p:nvPr/>
          </p:nvSpPr>
          <p:spPr bwMode="auto">
            <a:xfrm>
              <a:off x="1215" y="2873"/>
              <a:ext cx="352" cy="0"/>
            </a:xfrm>
            <a:prstGeom prst="line">
              <a:avLst/>
            </a:prstGeom>
            <a:noFill/>
            <a:ln w="28575">
              <a:solidFill>
                <a:srgbClr val="FF66FF"/>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grpSp>
      <p:sp>
        <p:nvSpPr>
          <p:cNvPr id="34857" name="Text Box 41">
            <a:extLst>
              <a:ext uri="{FF2B5EF4-FFF2-40B4-BE49-F238E27FC236}">
                <a16:creationId xmlns:a16="http://schemas.microsoft.com/office/drawing/2014/main" id="{E6D05E60-A1BC-40AE-9882-060C223C1774}"/>
              </a:ext>
            </a:extLst>
          </p:cNvPr>
          <p:cNvSpPr txBox="1">
            <a:spLocks noChangeArrowheads="1"/>
          </p:cNvSpPr>
          <p:nvPr/>
        </p:nvSpPr>
        <p:spPr bwMode="auto">
          <a:xfrm>
            <a:off x="1493838" y="6186488"/>
            <a:ext cx="1066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a:solidFill>
                  <a:srgbClr val="66FFFF"/>
                </a:solidFill>
                <a:latin typeface="楷体_GB2312" pitchFamily="49" charset="-122"/>
                <a:ea typeface="楷体_GB2312" pitchFamily="49" charset="-122"/>
              </a:rPr>
              <a:t>靠近</a:t>
            </a:r>
            <a:endParaRPr lang="zh-CN" altLang="en-US" baseline="-25000">
              <a:solidFill>
                <a:srgbClr val="66FFFF"/>
              </a:solidFill>
              <a:latin typeface="楷体_GB2312" pitchFamily="49" charset="-122"/>
              <a:ea typeface="楷体_GB2312" pitchFamily="49" charset="-122"/>
            </a:endParaRPr>
          </a:p>
        </p:txBody>
      </p:sp>
      <p:grpSp>
        <p:nvGrpSpPr>
          <p:cNvPr id="8" name="Group 42">
            <a:extLst>
              <a:ext uri="{FF2B5EF4-FFF2-40B4-BE49-F238E27FC236}">
                <a16:creationId xmlns:a16="http://schemas.microsoft.com/office/drawing/2014/main" id="{BDE56C2C-0346-4644-9902-296EA47BAED8}"/>
              </a:ext>
            </a:extLst>
          </p:cNvPr>
          <p:cNvGrpSpPr>
            <a:grpSpLocks/>
          </p:cNvGrpSpPr>
          <p:nvPr/>
        </p:nvGrpSpPr>
        <p:grpSpPr bwMode="auto">
          <a:xfrm>
            <a:off x="2738438" y="5665788"/>
            <a:ext cx="930275" cy="222250"/>
            <a:chOff x="1881" y="3569"/>
            <a:chExt cx="586" cy="140"/>
          </a:xfrm>
        </p:grpSpPr>
        <p:sp>
          <p:nvSpPr>
            <p:cNvPr id="14404" name="Line 43">
              <a:extLst>
                <a:ext uri="{FF2B5EF4-FFF2-40B4-BE49-F238E27FC236}">
                  <a16:creationId xmlns:a16="http://schemas.microsoft.com/office/drawing/2014/main" id="{3ECE1E17-26E5-4D9C-B0C6-AB3ED84097DA}"/>
                </a:ext>
              </a:extLst>
            </p:cNvPr>
            <p:cNvSpPr>
              <a:spLocks noChangeShapeType="1"/>
            </p:cNvSpPr>
            <p:nvPr/>
          </p:nvSpPr>
          <p:spPr bwMode="auto">
            <a:xfrm>
              <a:off x="2467" y="3569"/>
              <a:ext cx="0" cy="140"/>
            </a:xfrm>
            <a:prstGeom prst="line">
              <a:avLst/>
            </a:prstGeom>
            <a:noFill/>
            <a:ln w="28575">
              <a:solidFill>
                <a:srgbClr val="FF66FF"/>
              </a:solidFill>
              <a:round/>
              <a:headEnd/>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14405" name="Line 44">
              <a:extLst>
                <a:ext uri="{FF2B5EF4-FFF2-40B4-BE49-F238E27FC236}">
                  <a16:creationId xmlns:a16="http://schemas.microsoft.com/office/drawing/2014/main" id="{BC2AB70A-37E2-4EC3-9438-1682DC2F64BD}"/>
                </a:ext>
              </a:extLst>
            </p:cNvPr>
            <p:cNvSpPr>
              <a:spLocks noChangeShapeType="1"/>
            </p:cNvSpPr>
            <p:nvPr/>
          </p:nvSpPr>
          <p:spPr bwMode="auto">
            <a:xfrm>
              <a:off x="1881" y="3640"/>
              <a:ext cx="586" cy="0"/>
            </a:xfrm>
            <a:prstGeom prst="line">
              <a:avLst/>
            </a:prstGeom>
            <a:noFill/>
            <a:ln w="28575">
              <a:solidFill>
                <a:srgbClr val="FF66FF"/>
              </a:solidFill>
              <a:round/>
              <a:headEnd type="triangle" w="sm" len="lg"/>
              <a:tailEnd type="triangle" w="sm" len="lg"/>
            </a:ln>
            <a:extLst>
              <a:ext uri="{909E8E84-426E-40DD-AFC4-6F175D3DCCD1}">
                <a14:hiddenFill xmlns:a14="http://schemas.microsoft.com/office/drawing/2010/main">
                  <a:noFill/>
                </a14:hiddenFill>
              </a:ext>
            </a:extLst>
          </p:spPr>
          <p:txBody>
            <a:bodyPr/>
            <a:lstStyle/>
            <a:p>
              <a:endParaRPr lang="zh-CN" altLang="en-US"/>
            </a:p>
          </p:txBody>
        </p:sp>
      </p:grpSp>
      <p:graphicFrame>
        <p:nvGraphicFramePr>
          <p:cNvPr id="34861" name="Object 45">
            <a:extLst>
              <a:ext uri="{FF2B5EF4-FFF2-40B4-BE49-F238E27FC236}">
                <a16:creationId xmlns:a16="http://schemas.microsoft.com/office/drawing/2014/main" id="{02439EE0-67CC-4AEF-99A5-DA0310EEB134}"/>
              </a:ext>
            </a:extLst>
          </p:cNvPr>
          <p:cNvGraphicFramePr>
            <a:graphicFrameLocks noChangeAspect="1"/>
          </p:cNvGraphicFramePr>
          <p:nvPr>
            <p:extLst/>
          </p:nvPr>
        </p:nvGraphicFramePr>
        <p:xfrm>
          <a:off x="3071813" y="5710238"/>
          <a:ext cx="352425" cy="433387"/>
        </p:xfrm>
        <a:graphic>
          <a:graphicData uri="http://schemas.openxmlformats.org/presentationml/2006/ole">
            <mc:AlternateContent xmlns:mc="http://schemas.openxmlformats.org/markup-compatibility/2006">
              <mc:Choice xmlns:v="urn:schemas-microsoft-com:vml" Requires="v">
                <p:oleObj spid="_x0000_s112743" name="Equation" r:id="rId24" imgW="285635" imgH="400152" progId="Equation.3">
                  <p:embed/>
                </p:oleObj>
              </mc:Choice>
              <mc:Fallback>
                <p:oleObj name="Equation" r:id="rId24" imgW="285635" imgH="400152" progId="Equation.3">
                  <p:embed/>
                  <p:pic>
                    <p:nvPicPr>
                      <p:cNvPr id="34861" name="Object 45">
                        <a:extLst>
                          <a:ext uri="{FF2B5EF4-FFF2-40B4-BE49-F238E27FC236}">
                            <a16:creationId xmlns:a16="http://schemas.microsoft.com/office/drawing/2014/main" id="{02439EE0-67CC-4AEF-99A5-DA0310EEB134}"/>
                          </a:ext>
                        </a:extLst>
                      </p:cNvPr>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3071813" y="5710238"/>
                        <a:ext cx="352425" cy="433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66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9" name="Group 46">
            <a:extLst>
              <a:ext uri="{FF2B5EF4-FFF2-40B4-BE49-F238E27FC236}">
                <a16:creationId xmlns:a16="http://schemas.microsoft.com/office/drawing/2014/main" id="{2C2BD969-F39F-432B-B439-1D354E15AB82}"/>
              </a:ext>
            </a:extLst>
          </p:cNvPr>
          <p:cNvGrpSpPr>
            <a:grpSpLocks/>
          </p:cNvGrpSpPr>
          <p:nvPr/>
        </p:nvGrpSpPr>
        <p:grpSpPr bwMode="auto">
          <a:xfrm>
            <a:off x="1495425" y="4689475"/>
            <a:ext cx="2174875" cy="971550"/>
            <a:chOff x="1098" y="2954"/>
            <a:chExt cx="1370" cy="612"/>
          </a:xfrm>
        </p:grpSpPr>
        <p:sp>
          <p:nvSpPr>
            <p:cNvPr id="14396" name="Line 47">
              <a:extLst>
                <a:ext uri="{FF2B5EF4-FFF2-40B4-BE49-F238E27FC236}">
                  <a16:creationId xmlns:a16="http://schemas.microsoft.com/office/drawing/2014/main" id="{BE3774B0-F383-4CC2-881D-C8EC9BC22A9F}"/>
                </a:ext>
              </a:extLst>
            </p:cNvPr>
            <p:cNvSpPr>
              <a:spLocks noChangeShapeType="1"/>
            </p:cNvSpPr>
            <p:nvPr/>
          </p:nvSpPr>
          <p:spPr bwMode="auto">
            <a:xfrm>
              <a:off x="1098" y="2954"/>
              <a:ext cx="0" cy="612"/>
            </a:xfrm>
            <a:prstGeom prst="line">
              <a:avLst/>
            </a:prstGeom>
            <a:noFill/>
            <a:ln w="28575">
              <a:solidFill>
                <a:srgbClr val="99FF33"/>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97" name="Line 48">
              <a:extLst>
                <a:ext uri="{FF2B5EF4-FFF2-40B4-BE49-F238E27FC236}">
                  <a16:creationId xmlns:a16="http://schemas.microsoft.com/office/drawing/2014/main" id="{D31C7A96-B85C-421F-95AE-EE199D407458}"/>
                </a:ext>
              </a:extLst>
            </p:cNvPr>
            <p:cNvSpPr>
              <a:spLocks noChangeShapeType="1"/>
            </p:cNvSpPr>
            <p:nvPr/>
          </p:nvSpPr>
          <p:spPr bwMode="auto">
            <a:xfrm>
              <a:off x="1294" y="2954"/>
              <a:ext cx="0" cy="612"/>
            </a:xfrm>
            <a:prstGeom prst="line">
              <a:avLst/>
            </a:prstGeom>
            <a:noFill/>
            <a:ln w="28575">
              <a:solidFill>
                <a:srgbClr val="99FF33"/>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98" name="Line 49">
              <a:extLst>
                <a:ext uri="{FF2B5EF4-FFF2-40B4-BE49-F238E27FC236}">
                  <a16:creationId xmlns:a16="http://schemas.microsoft.com/office/drawing/2014/main" id="{A86AEA23-FEBB-4376-8DF1-BAA049019CBD}"/>
                </a:ext>
              </a:extLst>
            </p:cNvPr>
            <p:cNvSpPr>
              <a:spLocks noChangeShapeType="1"/>
            </p:cNvSpPr>
            <p:nvPr/>
          </p:nvSpPr>
          <p:spPr bwMode="auto">
            <a:xfrm>
              <a:off x="2468" y="2954"/>
              <a:ext cx="0" cy="612"/>
            </a:xfrm>
            <a:prstGeom prst="line">
              <a:avLst/>
            </a:prstGeom>
            <a:noFill/>
            <a:ln w="28575">
              <a:solidFill>
                <a:srgbClr val="99FF33"/>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99" name="Line 50">
              <a:extLst>
                <a:ext uri="{FF2B5EF4-FFF2-40B4-BE49-F238E27FC236}">
                  <a16:creationId xmlns:a16="http://schemas.microsoft.com/office/drawing/2014/main" id="{7B16A92E-0CEF-4D79-A9D9-0C30C37BA85E}"/>
                </a:ext>
              </a:extLst>
            </p:cNvPr>
            <p:cNvSpPr>
              <a:spLocks noChangeShapeType="1"/>
            </p:cNvSpPr>
            <p:nvPr/>
          </p:nvSpPr>
          <p:spPr bwMode="auto">
            <a:xfrm>
              <a:off x="2272" y="2954"/>
              <a:ext cx="0" cy="612"/>
            </a:xfrm>
            <a:prstGeom prst="line">
              <a:avLst/>
            </a:prstGeom>
            <a:noFill/>
            <a:ln w="28575">
              <a:solidFill>
                <a:srgbClr val="99FF33"/>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00" name="Line 51">
              <a:extLst>
                <a:ext uri="{FF2B5EF4-FFF2-40B4-BE49-F238E27FC236}">
                  <a16:creationId xmlns:a16="http://schemas.microsoft.com/office/drawing/2014/main" id="{71481928-8F20-4F27-ADA0-E91B1B086242}"/>
                </a:ext>
              </a:extLst>
            </p:cNvPr>
            <p:cNvSpPr>
              <a:spLocks noChangeShapeType="1"/>
            </p:cNvSpPr>
            <p:nvPr/>
          </p:nvSpPr>
          <p:spPr bwMode="auto">
            <a:xfrm>
              <a:off x="2076" y="2954"/>
              <a:ext cx="0" cy="612"/>
            </a:xfrm>
            <a:prstGeom prst="line">
              <a:avLst/>
            </a:prstGeom>
            <a:noFill/>
            <a:ln w="28575">
              <a:solidFill>
                <a:srgbClr val="99FF33"/>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01" name="Line 52">
              <a:extLst>
                <a:ext uri="{FF2B5EF4-FFF2-40B4-BE49-F238E27FC236}">
                  <a16:creationId xmlns:a16="http://schemas.microsoft.com/office/drawing/2014/main" id="{06885768-3DDD-48AB-9232-10581D1D3932}"/>
                </a:ext>
              </a:extLst>
            </p:cNvPr>
            <p:cNvSpPr>
              <a:spLocks noChangeShapeType="1"/>
            </p:cNvSpPr>
            <p:nvPr/>
          </p:nvSpPr>
          <p:spPr bwMode="auto">
            <a:xfrm>
              <a:off x="1881" y="2954"/>
              <a:ext cx="0" cy="612"/>
            </a:xfrm>
            <a:prstGeom prst="line">
              <a:avLst/>
            </a:prstGeom>
            <a:noFill/>
            <a:ln w="28575">
              <a:solidFill>
                <a:srgbClr val="99FF33"/>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02" name="Line 53">
              <a:extLst>
                <a:ext uri="{FF2B5EF4-FFF2-40B4-BE49-F238E27FC236}">
                  <a16:creationId xmlns:a16="http://schemas.microsoft.com/office/drawing/2014/main" id="{E735336C-F6AC-47F6-BAAE-0DC262C85A7A}"/>
                </a:ext>
              </a:extLst>
            </p:cNvPr>
            <p:cNvSpPr>
              <a:spLocks noChangeShapeType="1"/>
            </p:cNvSpPr>
            <p:nvPr/>
          </p:nvSpPr>
          <p:spPr bwMode="auto">
            <a:xfrm>
              <a:off x="1685" y="2954"/>
              <a:ext cx="0" cy="612"/>
            </a:xfrm>
            <a:prstGeom prst="line">
              <a:avLst/>
            </a:prstGeom>
            <a:noFill/>
            <a:ln w="28575">
              <a:solidFill>
                <a:srgbClr val="99FF33"/>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03" name="Line 54">
              <a:extLst>
                <a:ext uri="{FF2B5EF4-FFF2-40B4-BE49-F238E27FC236}">
                  <a16:creationId xmlns:a16="http://schemas.microsoft.com/office/drawing/2014/main" id="{4A42A979-A391-4D34-BF2C-93B7228650D8}"/>
                </a:ext>
              </a:extLst>
            </p:cNvPr>
            <p:cNvSpPr>
              <a:spLocks noChangeShapeType="1"/>
            </p:cNvSpPr>
            <p:nvPr/>
          </p:nvSpPr>
          <p:spPr bwMode="auto">
            <a:xfrm>
              <a:off x="1489" y="2954"/>
              <a:ext cx="0" cy="612"/>
            </a:xfrm>
            <a:prstGeom prst="line">
              <a:avLst/>
            </a:prstGeom>
            <a:noFill/>
            <a:ln w="28575">
              <a:solidFill>
                <a:srgbClr val="99FF33"/>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0" name="Group 55">
            <a:extLst>
              <a:ext uri="{FF2B5EF4-FFF2-40B4-BE49-F238E27FC236}">
                <a16:creationId xmlns:a16="http://schemas.microsoft.com/office/drawing/2014/main" id="{AA581EFE-38B2-45FC-80FA-0FE710563501}"/>
              </a:ext>
            </a:extLst>
          </p:cNvPr>
          <p:cNvGrpSpPr>
            <a:grpSpLocks/>
          </p:cNvGrpSpPr>
          <p:nvPr/>
        </p:nvGrpSpPr>
        <p:grpSpPr bwMode="auto">
          <a:xfrm>
            <a:off x="3786188" y="4929188"/>
            <a:ext cx="714375" cy="500062"/>
            <a:chOff x="2584" y="3105"/>
            <a:chExt cx="450" cy="315"/>
          </a:xfrm>
        </p:grpSpPr>
        <p:sp>
          <p:nvSpPr>
            <p:cNvPr id="14393" name="Line 56">
              <a:extLst>
                <a:ext uri="{FF2B5EF4-FFF2-40B4-BE49-F238E27FC236}">
                  <a16:creationId xmlns:a16="http://schemas.microsoft.com/office/drawing/2014/main" id="{22C097C2-FD20-4D1F-825A-5691412D1476}"/>
                </a:ext>
              </a:extLst>
            </p:cNvPr>
            <p:cNvSpPr>
              <a:spLocks noChangeShapeType="1"/>
            </p:cNvSpPr>
            <p:nvPr/>
          </p:nvSpPr>
          <p:spPr bwMode="auto">
            <a:xfrm flipH="1">
              <a:off x="2796" y="3415"/>
              <a:ext cx="195" cy="0"/>
            </a:xfrm>
            <a:prstGeom prst="line">
              <a:avLst/>
            </a:prstGeom>
            <a:noFill/>
            <a:ln w="28575">
              <a:solidFill>
                <a:srgbClr val="FF66FF"/>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pic>
          <p:nvPicPr>
            <p:cNvPr id="14394" name="Picture 57" descr="多普勒2">
              <a:extLst>
                <a:ext uri="{FF2B5EF4-FFF2-40B4-BE49-F238E27FC236}">
                  <a16:creationId xmlns:a16="http://schemas.microsoft.com/office/drawing/2014/main" id="{5EBD2E65-6DE9-4BE1-B0AD-C2EA81E7851E}"/>
                </a:ext>
              </a:extLst>
            </p:cNvPr>
            <p:cNvPicPr preferRelativeResize="0">
              <a:picLocks noChangeAspect="1" noChangeArrowheads="1"/>
            </p:cNvPicPr>
            <p:nvPr/>
          </p:nvPicPr>
          <p:blipFill>
            <a:blip r:embed="rId26"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584" y="3187"/>
              <a:ext cx="19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pic>
        <p:graphicFrame>
          <p:nvGraphicFramePr>
            <p:cNvPr id="14395" name="Object 58">
              <a:extLst>
                <a:ext uri="{FF2B5EF4-FFF2-40B4-BE49-F238E27FC236}">
                  <a16:creationId xmlns:a16="http://schemas.microsoft.com/office/drawing/2014/main" id="{BF62267D-E481-49C4-A5F4-84DB6847DF9D}"/>
                </a:ext>
              </a:extLst>
            </p:cNvPr>
            <p:cNvGraphicFramePr>
              <a:graphicFrameLocks noChangeAspect="1"/>
            </p:cNvGraphicFramePr>
            <p:nvPr>
              <p:extLst/>
            </p:nvPr>
          </p:nvGraphicFramePr>
          <p:xfrm>
            <a:off x="2812" y="3105"/>
            <a:ext cx="222" cy="273"/>
          </p:xfrm>
          <a:graphic>
            <a:graphicData uri="http://schemas.openxmlformats.org/presentationml/2006/ole">
              <mc:AlternateContent xmlns:mc="http://schemas.openxmlformats.org/markup-compatibility/2006">
                <mc:Choice xmlns:v="urn:schemas-microsoft-com:vml" Requires="v">
                  <p:oleObj spid="_x0000_s112744" name="Equation" r:id="rId27" imgW="285635" imgH="400152" progId="Equation.3">
                    <p:embed/>
                  </p:oleObj>
                </mc:Choice>
                <mc:Fallback>
                  <p:oleObj name="Equation" r:id="rId27" imgW="285635" imgH="400152" progId="Equation.3">
                    <p:embed/>
                    <p:pic>
                      <p:nvPicPr>
                        <p:cNvPr id="14395" name="Object 58">
                          <a:extLst>
                            <a:ext uri="{FF2B5EF4-FFF2-40B4-BE49-F238E27FC236}">
                              <a16:creationId xmlns:a16="http://schemas.microsoft.com/office/drawing/2014/main" id="{BF62267D-E481-49C4-A5F4-84DB6847DF9D}"/>
                            </a:ext>
                          </a:extLst>
                        </p:cNvPr>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2812" y="3105"/>
                          <a:ext cx="222" cy="2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66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1" name="Group 59">
            <a:extLst>
              <a:ext uri="{FF2B5EF4-FFF2-40B4-BE49-F238E27FC236}">
                <a16:creationId xmlns:a16="http://schemas.microsoft.com/office/drawing/2014/main" id="{0419F34A-9C8B-490F-B069-563461ABB01A}"/>
              </a:ext>
            </a:extLst>
          </p:cNvPr>
          <p:cNvGrpSpPr>
            <a:grpSpLocks/>
          </p:cNvGrpSpPr>
          <p:nvPr/>
        </p:nvGrpSpPr>
        <p:grpSpPr bwMode="auto">
          <a:xfrm>
            <a:off x="5340350" y="4195763"/>
            <a:ext cx="2058988" cy="1609725"/>
            <a:chOff x="3629" y="2643"/>
            <a:chExt cx="1297" cy="1014"/>
          </a:xfrm>
        </p:grpSpPr>
        <p:sp>
          <p:nvSpPr>
            <p:cNvPr id="14382" name="Text Box 60">
              <a:extLst>
                <a:ext uri="{FF2B5EF4-FFF2-40B4-BE49-F238E27FC236}">
                  <a16:creationId xmlns:a16="http://schemas.microsoft.com/office/drawing/2014/main" id="{E03CA82B-5E85-42BF-A537-CE6ED34F02DE}"/>
                </a:ext>
              </a:extLst>
            </p:cNvPr>
            <p:cNvSpPr txBox="1">
              <a:spLocks noChangeArrowheads="1"/>
            </p:cNvSpPr>
            <p:nvPr/>
          </p:nvSpPr>
          <p:spPr bwMode="auto">
            <a:xfrm>
              <a:off x="3744" y="2643"/>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0" i="1">
                  <a:solidFill>
                    <a:schemeClr val="bg1"/>
                  </a:solidFill>
                  <a:latin typeface="宋体" panose="02010600030101010101" pitchFamily="2" charset="-122"/>
                </a:rPr>
                <a:t>u</a:t>
              </a:r>
            </a:p>
          </p:txBody>
        </p:sp>
        <p:grpSp>
          <p:nvGrpSpPr>
            <p:cNvPr id="14383" name="Group 61">
              <a:extLst>
                <a:ext uri="{FF2B5EF4-FFF2-40B4-BE49-F238E27FC236}">
                  <a16:creationId xmlns:a16="http://schemas.microsoft.com/office/drawing/2014/main" id="{3CCCEEFF-F664-423B-B4D5-BBC3000A63D5}"/>
                </a:ext>
              </a:extLst>
            </p:cNvPr>
            <p:cNvGrpSpPr>
              <a:grpSpLocks/>
            </p:cNvGrpSpPr>
            <p:nvPr/>
          </p:nvGrpSpPr>
          <p:grpSpPr bwMode="auto">
            <a:xfrm>
              <a:off x="3629" y="2976"/>
              <a:ext cx="1297" cy="681"/>
              <a:chOff x="3629" y="2749"/>
              <a:chExt cx="1297" cy="915"/>
            </a:xfrm>
          </p:grpSpPr>
          <p:sp>
            <p:nvSpPr>
              <p:cNvPr id="14385" name="Line 62">
                <a:extLst>
                  <a:ext uri="{FF2B5EF4-FFF2-40B4-BE49-F238E27FC236}">
                    <a16:creationId xmlns:a16="http://schemas.microsoft.com/office/drawing/2014/main" id="{063FC3E5-9972-48FA-8D39-97ECB40A7FD7}"/>
                  </a:ext>
                </a:extLst>
              </p:cNvPr>
              <p:cNvSpPr>
                <a:spLocks noChangeShapeType="1"/>
              </p:cNvSpPr>
              <p:nvPr/>
            </p:nvSpPr>
            <p:spPr bwMode="auto">
              <a:xfrm>
                <a:off x="3629" y="2749"/>
                <a:ext cx="0" cy="915"/>
              </a:xfrm>
              <a:prstGeom prst="line">
                <a:avLst/>
              </a:prstGeom>
              <a:noFill/>
              <a:ln w="28575">
                <a:solidFill>
                  <a:srgbClr val="99FF33"/>
                </a:solidFill>
                <a:round/>
                <a:headEnd/>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14386" name="Line 63">
                <a:extLst>
                  <a:ext uri="{FF2B5EF4-FFF2-40B4-BE49-F238E27FC236}">
                    <a16:creationId xmlns:a16="http://schemas.microsoft.com/office/drawing/2014/main" id="{6BD9A6D4-36FE-4ED0-92AC-B5DBE930D9C9}"/>
                  </a:ext>
                </a:extLst>
              </p:cNvPr>
              <p:cNvSpPr>
                <a:spLocks noChangeShapeType="1"/>
              </p:cNvSpPr>
              <p:nvPr/>
            </p:nvSpPr>
            <p:spPr bwMode="auto">
              <a:xfrm>
                <a:off x="3814" y="2749"/>
                <a:ext cx="0" cy="915"/>
              </a:xfrm>
              <a:prstGeom prst="line">
                <a:avLst/>
              </a:prstGeom>
              <a:noFill/>
              <a:ln w="28575">
                <a:solidFill>
                  <a:srgbClr val="99FF33"/>
                </a:solidFill>
                <a:round/>
                <a:headEnd/>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14387" name="Line 64">
                <a:extLst>
                  <a:ext uri="{FF2B5EF4-FFF2-40B4-BE49-F238E27FC236}">
                    <a16:creationId xmlns:a16="http://schemas.microsoft.com/office/drawing/2014/main" id="{C918C364-16FB-4526-914D-6CDCC9913F11}"/>
                  </a:ext>
                </a:extLst>
              </p:cNvPr>
              <p:cNvSpPr>
                <a:spLocks noChangeShapeType="1"/>
              </p:cNvSpPr>
              <p:nvPr/>
            </p:nvSpPr>
            <p:spPr bwMode="auto">
              <a:xfrm>
                <a:off x="4926" y="2749"/>
                <a:ext cx="0" cy="915"/>
              </a:xfrm>
              <a:prstGeom prst="line">
                <a:avLst/>
              </a:prstGeom>
              <a:noFill/>
              <a:ln w="28575">
                <a:solidFill>
                  <a:srgbClr val="99FF33"/>
                </a:solidFill>
                <a:round/>
                <a:headEnd/>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14388" name="Line 65">
                <a:extLst>
                  <a:ext uri="{FF2B5EF4-FFF2-40B4-BE49-F238E27FC236}">
                    <a16:creationId xmlns:a16="http://schemas.microsoft.com/office/drawing/2014/main" id="{9A7FC98B-0D72-43DF-8177-ED7EE9EF2370}"/>
                  </a:ext>
                </a:extLst>
              </p:cNvPr>
              <p:cNvSpPr>
                <a:spLocks noChangeShapeType="1"/>
              </p:cNvSpPr>
              <p:nvPr/>
            </p:nvSpPr>
            <p:spPr bwMode="auto">
              <a:xfrm>
                <a:off x="4741" y="2749"/>
                <a:ext cx="0" cy="915"/>
              </a:xfrm>
              <a:prstGeom prst="line">
                <a:avLst/>
              </a:prstGeom>
              <a:noFill/>
              <a:ln w="28575">
                <a:solidFill>
                  <a:srgbClr val="99FF33"/>
                </a:solidFill>
                <a:round/>
                <a:headEnd/>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14389" name="Line 66">
                <a:extLst>
                  <a:ext uri="{FF2B5EF4-FFF2-40B4-BE49-F238E27FC236}">
                    <a16:creationId xmlns:a16="http://schemas.microsoft.com/office/drawing/2014/main" id="{5DE8B959-C240-4572-ABB2-DD317DBA5955}"/>
                  </a:ext>
                </a:extLst>
              </p:cNvPr>
              <p:cNvSpPr>
                <a:spLocks noChangeShapeType="1"/>
              </p:cNvSpPr>
              <p:nvPr/>
            </p:nvSpPr>
            <p:spPr bwMode="auto">
              <a:xfrm>
                <a:off x="4556" y="2749"/>
                <a:ext cx="0" cy="915"/>
              </a:xfrm>
              <a:prstGeom prst="line">
                <a:avLst/>
              </a:prstGeom>
              <a:noFill/>
              <a:ln w="28575">
                <a:solidFill>
                  <a:srgbClr val="99FF33"/>
                </a:solidFill>
                <a:round/>
                <a:headEnd/>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14390" name="Line 67">
                <a:extLst>
                  <a:ext uri="{FF2B5EF4-FFF2-40B4-BE49-F238E27FC236}">
                    <a16:creationId xmlns:a16="http://schemas.microsoft.com/office/drawing/2014/main" id="{7FB39119-FFDE-4DEA-B367-A29529F5D9E4}"/>
                  </a:ext>
                </a:extLst>
              </p:cNvPr>
              <p:cNvSpPr>
                <a:spLocks noChangeShapeType="1"/>
              </p:cNvSpPr>
              <p:nvPr/>
            </p:nvSpPr>
            <p:spPr bwMode="auto">
              <a:xfrm>
                <a:off x="4371" y="2749"/>
                <a:ext cx="0" cy="915"/>
              </a:xfrm>
              <a:prstGeom prst="line">
                <a:avLst/>
              </a:prstGeom>
              <a:noFill/>
              <a:ln w="28575">
                <a:solidFill>
                  <a:srgbClr val="99FF33"/>
                </a:solidFill>
                <a:round/>
                <a:headEnd/>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14391" name="Line 68">
                <a:extLst>
                  <a:ext uri="{FF2B5EF4-FFF2-40B4-BE49-F238E27FC236}">
                    <a16:creationId xmlns:a16="http://schemas.microsoft.com/office/drawing/2014/main" id="{57A87D1C-E801-4D19-BF9B-94AB5C08F448}"/>
                  </a:ext>
                </a:extLst>
              </p:cNvPr>
              <p:cNvSpPr>
                <a:spLocks noChangeShapeType="1"/>
              </p:cNvSpPr>
              <p:nvPr/>
            </p:nvSpPr>
            <p:spPr bwMode="auto">
              <a:xfrm>
                <a:off x="4185" y="2749"/>
                <a:ext cx="0" cy="915"/>
              </a:xfrm>
              <a:prstGeom prst="line">
                <a:avLst/>
              </a:prstGeom>
              <a:noFill/>
              <a:ln w="28575">
                <a:solidFill>
                  <a:srgbClr val="99FF33"/>
                </a:solidFill>
                <a:round/>
                <a:headEnd/>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14392" name="Line 69">
                <a:extLst>
                  <a:ext uri="{FF2B5EF4-FFF2-40B4-BE49-F238E27FC236}">
                    <a16:creationId xmlns:a16="http://schemas.microsoft.com/office/drawing/2014/main" id="{53BA782E-2225-4346-A850-4AE6BFB2C452}"/>
                  </a:ext>
                </a:extLst>
              </p:cNvPr>
              <p:cNvSpPr>
                <a:spLocks noChangeShapeType="1"/>
              </p:cNvSpPr>
              <p:nvPr/>
            </p:nvSpPr>
            <p:spPr bwMode="auto">
              <a:xfrm>
                <a:off x="3999" y="2749"/>
                <a:ext cx="0" cy="915"/>
              </a:xfrm>
              <a:prstGeom prst="line">
                <a:avLst/>
              </a:prstGeom>
              <a:noFill/>
              <a:ln w="28575">
                <a:solidFill>
                  <a:srgbClr val="99FF33"/>
                </a:solidFill>
                <a:round/>
                <a:headEnd/>
                <a:tailEnd type="none" w="sm" len="lg"/>
              </a:ln>
              <a:extLst>
                <a:ext uri="{909E8E84-426E-40DD-AFC4-6F175D3DCCD1}">
                  <a14:hiddenFill xmlns:a14="http://schemas.microsoft.com/office/drawing/2010/main">
                    <a:noFill/>
                  </a14:hiddenFill>
                </a:ext>
              </a:extLst>
            </p:spPr>
            <p:txBody>
              <a:bodyPr/>
              <a:lstStyle/>
              <a:p>
                <a:endParaRPr lang="zh-CN" altLang="en-US"/>
              </a:p>
            </p:txBody>
          </p:sp>
        </p:grpSp>
        <p:sp>
          <p:nvSpPr>
            <p:cNvPr id="14384" name="Line 70">
              <a:extLst>
                <a:ext uri="{FF2B5EF4-FFF2-40B4-BE49-F238E27FC236}">
                  <a16:creationId xmlns:a16="http://schemas.microsoft.com/office/drawing/2014/main" id="{06A87DD9-551D-46A6-A003-9BA935F5077D}"/>
                </a:ext>
              </a:extLst>
            </p:cNvPr>
            <p:cNvSpPr>
              <a:spLocks noChangeShapeType="1"/>
            </p:cNvSpPr>
            <p:nvPr/>
          </p:nvSpPr>
          <p:spPr bwMode="auto">
            <a:xfrm>
              <a:off x="3696" y="2896"/>
              <a:ext cx="336" cy="0"/>
            </a:xfrm>
            <a:prstGeom prst="line">
              <a:avLst/>
            </a:prstGeom>
            <a:noFill/>
            <a:ln w="28575">
              <a:solidFill>
                <a:srgbClr val="FF66FF"/>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grpSp>
      <p:grpSp>
        <p:nvGrpSpPr>
          <p:cNvPr id="13" name="Group 71">
            <a:extLst>
              <a:ext uri="{FF2B5EF4-FFF2-40B4-BE49-F238E27FC236}">
                <a16:creationId xmlns:a16="http://schemas.microsoft.com/office/drawing/2014/main" id="{2765D83F-4378-4061-8FC6-A7A91D1D6D4D}"/>
              </a:ext>
            </a:extLst>
          </p:cNvPr>
          <p:cNvGrpSpPr>
            <a:grpSpLocks/>
          </p:cNvGrpSpPr>
          <p:nvPr/>
        </p:nvGrpSpPr>
        <p:grpSpPr bwMode="auto">
          <a:xfrm>
            <a:off x="7710488" y="2486025"/>
            <a:ext cx="1219200" cy="774700"/>
            <a:chOff x="5004" y="1536"/>
            <a:chExt cx="768" cy="488"/>
          </a:xfrm>
        </p:grpSpPr>
        <p:pic>
          <p:nvPicPr>
            <p:cNvPr id="14380" name="Picture 72" descr="多普勒2">
              <a:extLst>
                <a:ext uri="{FF2B5EF4-FFF2-40B4-BE49-F238E27FC236}">
                  <a16:creationId xmlns:a16="http://schemas.microsoft.com/office/drawing/2014/main" id="{58B7A247-A94D-40FF-BAAC-BD9F12AA32D9}"/>
                </a:ext>
              </a:extLst>
            </p:cNvPr>
            <p:cNvPicPr>
              <a:picLocks noChangeAspect="1" noChangeArrowheads="1"/>
            </p:cNvPicPr>
            <p:nvPr/>
          </p:nvPicPr>
          <p:blipFill>
            <a:blip r:embed="rId29">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066" y="1824"/>
              <a:ext cx="166"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81" name="Text Box 73">
              <a:extLst>
                <a:ext uri="{FF2B5EF4-FFF2-40B4-BE49-F238E27FC236}">
                  <a16:creationId xmlns:a16="http://schemas.microsoft.com/office/drawing/2014/main" id="{D502A408-93AB-4413-8FAE-CF73ADF3BBF7}"/>
                </a:ext>
              </a:extLst>
            </p:cNvPr>
            <p:cNvSpPr txBox="1">
              <a:spLocks noChangeArrowheads="1"/>
            </p:cNvSpPr>
            <p:nvPr/>
          </p:nvSpPr>
          <p:spPr bwMode="auto">
            <a:xfrm>
              <a:off x="5004" y="1536"/>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a:solidFill>
                    <a:schemeClr val="bg1"/>
                  </a:solidFill>
                  <a:ea typeface="楷体_GB2312" pitchFamily="49" charset="-122"/>
                </a:rPr>
                <a:t>观察者</a:t>
              </a:r>
            </a:p>
          </p:txBody>
        </p:sp>
      </p:grpSp>
      <p:grpSp>
        <p:nvGrpSpPr>
          <p:cNvPr id="14" name="Group 74">
            <a:extLst>
              <a:ext uri="{FF2B5EF4-FFF2-40B4-BE49-F238E27FC236}">
                <a16:creationId xmlns:a16="http://schemas.microsoft.com/office/drawing/2014/main" id="{29E8E6F4-292C-4FFE-B980-63A6F6347933}"/>
              </a:ext>
            </a:extLst>
          </p:cNvPr>
          <p:cNvGrpSpPr>
            <a:grpSpLocks/>
          </p:cNvGrpSpPr>
          <p:nvPr/>
        </p:nvGrpSpPr>
        <p:grpSpPr bwMode="auto">
          <a:xfrm>
            <a:off x="2986088" y="4495800"/>
            <a:ext cx="1062037" cy="320675"/>
            <a:chOff x="4493" y="3611"/>
            <a:chExt cx="669" cy="202"/>
          </a:xfrm>
        </p:grpSpPr>
        <p:sp>
          <p:nvSpPr>
            <p:cNvPr id="14375" name="Line 75">
              <a:extLst>
                <a:ext uri="{FF2B5EF4-FFF2-40B4-BE49-F238E27FC236}">
                  <a16:creationId xmlns:a16="http://schemas.microsoft.com/office/drawing/2014/main" id="{424BC548-3EE9-4AEC-8568-6FD58C887099}"/>
                </a:ext>
              </a:extLst>
            </p:cNvPr>
            <p:cNvSpPr>
              <a:spLocks noChangeShapeType="1"/>
            </p:cNvSpPr>
            <p:nvPr/>
          </p:nvSpPr>
          <p:spPr bwMode="auto">
            <a:xfrm>
              <a:off x="4729" y="3651"/>
              <a:ext cx="0" cy="162"/>
            </a:xfrm>
            <a:prstGeom prst="line">
              <a:avLst/>
            </a:prstGeom>
            <a:noFill/>
            <a:ln w="28575">
              <a:solidFill>
                <a:srgbClr val="FF66FF"/>
              </a:solidFill>
              <a:round/>
              <a:headEnd/>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14376" name="Line 76">
              <a:extLst>
                <a:ext uri="{FF2B5EF4-FFF2-40B4-BE49-F238E27FC236}">
                  <a16:creationId xmlns:a16="http://schemas.microsoft.com/office/drawing/2014/main" id="{3B0F8C60-834E-40A1-8ABA-20DDF25FD71E}"/>
                </a:ext>
              </a:extLst>
            </p:cNvPr>
            <p:cNvSpPr>
              <a:spLocks noChangeShapeType="1"/>
            </p:cNvSpPr>
            <p:nvPr/>
          </p:nvSpPr>
          <p:spPr bwMode="auto">
            <a:xfrm>
              <a:off x="4926" y="3651"/>
              <a:ext cx="0" cy="162"/>
            </a:xfrm>
            <a:prstGeom prst="line">
              <a:avLst/>
            </a:prstGeom>
            <a:noFill/>
            <a:ln w="28575">
              <a:solidFill>
                <a:srgbClr val="FF66FF"/>
              </a:solidFill>
              <a:round/>
              <a:headEnd/>
              <a:tailEnd type="none" w="sm" len="lg"/>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4377" name="Object 77">
              <a:extLst>
                <a:ext uri="{FF2B5EF4-FFF2-40B4-BE49-F238E27FC236}">
                  <a16:creationId xmlns:a16="http://schemas.microsoft.com/office/drawing/2014/main" id="{D5ECF0F3-6814-4D3C-BC4F-50736F991195}"/>
                </a:ext>
              </a:extLst>
            </p:cNvPr>
            <p:cNvGraphicFramePr>
              <a:graphicFrameLocks noChangeAspect="1"/>
            </p:cNvGraphicFramePr>
            <p:nvPr>
              <p:extLst/>
            </p:nvPr>
          </p:nvGraphicFramePr>
          <p:xfrm>
            <a:off x="4782" y="3611"/>
            <a:ext cx="144" cy="188"/>
          </p:xfrm>
          <a:graphic>
            <a:graphicData uri="http://schemas.openxmlformats.org/presentationml/2006/ole">
              <mc:AlternateContent xmlns:mc="http://schemas.openxmlformats.org/markup-compatibility/2006">
                <mc:Choice xmlns:v="urn:schemas-microsoft-com:vml" Requires="v">
                  <p:oleObj spid="_x0000_s112745" name="Equation" r:id="rId30" imgW="114376" imgH="152468" progId="Equation.3">
                    <p:embed/>
                  </p:oleObj>
                </mc:Choice>
                <mc:Fallback>
                  <p:oleObj name="Equation" r:id="rId30" imgW="114376" imgH="152468" progId="Equation.3">
                    <p:embed/>
                    <p:pic>
                      <p:nvPicPr>
                        <p:cNvPr id="14377" name="Object 77">
                          <a:extLst>
                            <a:ext uri="{FF2B5EF4-FFF2-40B4-BE49-F238E27FC236}">
                              <a16:creationId xmlns:a16="http://schemas.microsoft.com/office/drawing/2014/main" id="{D5ECF0F3-6814-4D3C-BC4F-50736F991195}"/>
                            </a:ext>
                          </a:extLst>
                        </p:cNvPr>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4782" y="3611"/>
                          <a:ext cx="144" cy="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378" name="Line 78">
              <a:extLst>
                <a:ext uri="{FF2B5EF4-FFF2-40B4-BE49-F238E27FC236}">
                  <a16:creationId xmlns:a16="http://schemas.microsoft.com/office/drawing/2014/main" id="{0CCA679E-AAC1-4E5F-AB78-2D59FE0D20AF}"/>
                </a:ext>
              </a:extLst>
            </p:cNvPr>
            <p:cNvSpPr>
              <a:spLocks noChangeShapeType="1"/>
            </p:cNvSpPr>
            <p:nvPr/>
          </p:nvSpPr>
          <p:spPr bwMode="auto">
            <a:xfrm>
              <a:off x="4493" y="3732"/>
              <a:ext cx="236" cy="0"/>
            </a:xfrm>
            <a:prstGeom prst="line">
              <a:avLst/>
            </a:prstGeom>
            <a:noFill/>
            <a:ln w="28575">
              <a:solidFill>
                <a:srgbClr val="FF66FF"/>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14379" name="Line 79">
              <a:extLst>
                <a:ext uri="{FF2B5EF4-FFF2-40B4-BE49-F238E27FC236}">
                  <a16:creationId xmlns:a16="http://schemas.microsoft.com/office/drawing/2014/main" id="{C3D47279-4366-43FF-ACEC-36921F36D7C3}"/>
                </a:ext>
              </a:extLst>
            </p:cNvPr>
            <p:cNvSpPr>
              <a:spLocks noChangeShapeType="1"/>
            </p:cNvSpPr>
            <p:nvPr/>
          </p:nvSpPr>
          <p:spPr bwMode="auto">
            <a:xfrm flipH="1">
              <a:off x="4926" y="3732"/>
              <a:ext cx="236" cy="0"/>
            </a:xfrm>
            <a:prstGeom prst="line">
              <a:avLst/>
            </a:prstGeom>
            <a:noFill/>
            <a:ln w="28575">
              <a:solidFill>
                <a:srgbClr val="FF66FF"/>
              </a:solidFill>
              <a:round/>
              <a:headEnd type="none" w="sm" len="lg"/>
              <a:tailEnd type="triangle" w="sm" len="lg"/>
            </a:ln>
            <a:extLst>
              <a:ext uri="{909E8E84-426E-40DD-AFC4-6F175D3DCCD1}">
                <a14:hiddenFill xmlns:a14="http://schemas.microsoft.com/office/drawing/2010/main">
                  <a:noFill/>
                </a14:hiddenFill>
              </a:ext>
            </a:extLst>
          </p:spPr>
          <p:txBody>
            <a:bodyPr/>
            <a:lstStyle/>
            <a:p>
              <a:endParaRPr lang="zh-CN" altLang="en-US"/>
            </a:p>
          </p:txBody>
        </p:sp>
      </p:grpSp>
      <p:grpSp>
        <p:nvGrpSpPr>
          <p:cNvPr id="15" name="Group 80">
            <a:extLst>
              <a:ext uri="{FF2B5EF4-FFF2-40B4-BE49-F238E27FC236}">
                <a16:creationId xmlns:a16="http://schemas.microsoft.com/office/drawing/2014/main" id="{B24098E8-5F2F-4B86-A766-BDBD463F9F16}"/>
              </a:ext>
            </a:extLst>
          </p:cNvPr>
          <p:cNvGrpSpPr>
            <a:grpSpLocks/>
          </p:cNvGrpSpPr>
          <p:nvPr/>
        </p:nvGrpSpPr>
        <p:grpSpPr bwMode="auto">
          <a:xfrm>
            <a:off x="7643813" y="3929063"/>
            <a:ext cx="431800" cy="292100"/>
            <a:chOff x="5012" y="3612"/>
            <a:chExt cx="272" cy="184"/>
          </a:xfrm>
        </p:grpSpPr>
        <p:grpSp>
          <p:nvGrpSpPr>
            <p:cNvPr id="14369" name="Group 81">
              <a:extLst>
                <a:ext uri="{FF2B5EF4-FFF2-40B4-BE49-F238E27FC236}">
                  <a16:creationId xmlns:a16="http://schemas.microsoft.com/office/drawing/2014/main" id="{DAD5E47E-AD2F-4CC2-B638-C8A800456FFD}"/>
                </a:ext>
              </a:extLst>
            </p:cNvPr>
            <p:cNvGrpSpPr>
              <a:grpSpLocks/>
            </p:cNvGrpSpPr>
            <p:nvPr/>
          </p:nvGrpSpPr>
          <p:grpSpPr bwMode="auto">
            <a:xfrm>
              <a:off x="5030" y="3621"/>
              <a:ext cx="248" cy="175"/>
              <a:chOff x="4958" y="1120"/>
              <a:chExt cx="248" cy="175"/>
            </a:xfrm>
          </p:grpSpPr>
          <p:sp>
            <p:nvSpPr>
              <p:cNvPr id="14371" name="AutoShape 82">
                <a:hlinkClick r:id="rId32" action="ppaction://hlinkfile"/>
                <a:extLst>
                  <a:ext uri="{FF2B5EF4-FFF2-40B4-BE49-F238E27FC236}">
                    <a16:creationId xmlns:a16="http://schemas.microsoft.com/office/drawing/2014/main" id="{E140B006-6401-4E3C-913B-E03B933190AE}"/>
                  </a:ext>
                </a:extLst>
              </p:cNvPr>
              <p:cNvSpPr>
                <a:spLocks noChangeArrowheads="1"/>
              </p:cNvSpPr>
              <p:nvPr/>
            </p:nvSpPr>
            <p:spPr bwMode="auto">
              <a:xfrm>
                <a:off x="4958" y="1120"/>
                <a:ext cx="248" cy="175"/>
              </a:xfrm>
              <a:prstGeom prst="roundRect">
                <a:avLst>
                  <a:gd name="adj" fmla="val 19116"/>
                </a:avLst>
              </a:prstGeom>
              <a:solidFill>
                <a:srgbClr val="33CCCC">
                  <a:alpha val="39999"/>
                </a:srgbClr>
              </a:solidFill>
              <a:ln w="9525">
                <a:solidFill>
                  <a:srgbClr val="006666"/>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4372" name="AutoShape 83">
                <a:extLst>
                  <a:ext uri="{FF2B5EF4-FFF2-40B4-BE49-F238E27FC236}">
                    <a16:creationId xmlns:a16="http://schemas.microsoft.com/office/drawing/2014/main" id="{0D78BC3A-86E1-49A3-8954-0CFDDA26AE15}"/>
                  </a:ext>
                </a:extLst>
              </p:cNvPr>
              <p:cNvSpPr>
                <a:spLocks noChangeArrowheads="1"/>
              </p:cNvSpPr>
              <p:nvPr/>
            </p:nvSpPr>
            <p:spPr bwMode="auto">
              <a:xfrm>
                <a:off x="4991" y="1154"/>
                <a:ext cx="179" cy="104"/>
              </a:xfrm>
              <a:prstGeom prst="roundRect">
                <a:avLst>
                  <a:gd name="adj" fmla="val 22079"/>
                </a:avLst>
              </a:prstGeom>
              <a:solidFill>
                <a:srgbClr val="33CCCC">
                  <a:alpha val="50195"/>
                </a:srgbClr>
              </a:solidFill>
              <a:ln w="3175">
                <a:solidFill>
                  <a:srgbClr val="006666"/>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4373" name="AutoShape 84">
                <a:extLst>
                  <a:ext uri="{FF2B5EF4-FFF2-40B4-BE49-F238E27FC236}">
                    <a16:creationId xmlns:a16="http://schemas.microsoft.com/office/drawing/2014/main" id="{EA29E602-2CB7-4C21-BDA4-7E987F55B479}"/>
                  </a:ext>
                </a:extLst>
              </p:cNvPr>
              <p:cNvSpPr>
                <a:spLocks noChangeArrowheads="1"/>
              </p:cNvSpPr>
              <p:nvPr/>
            </p:nvSpPr>
            <p:spPr bwMode="auto">
              <a:xfrm rot="5400000">
                <a:off x="5054" y="1174"/>
                <a:ext cx="66" cy="66"/>
              </a:xfrm>
              <a:prstGeom prst="triangle">
                <a:avLst>
                  <a:gd name="adj" fmla="val 50000"/>
                </a:avLst>
              </a:prstGeom>
              <a:solidFill>
                <a:srgbClr val="006666"/>
              </a:solidFill>
              <a:ln w="9525">
                <a:solidFill>
                  <a:srgbClr val="006666"/>
                </a:solidFill>
                <a:miter lim="800000"/>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4374" name="Line 85">
                <a:extLst>
                  <a:ext uri="{FF2B5EF4-FFF2-40B4-BE49-F238E27FC236}">
                    <a16:creationId xmlns:a16="http://schemas.microsoft.com/office/drawing/2014/main" id="{37E66D71-CF62-4F7B-ABC4-31DB0A1A5354}"/>
                  </a:ext>
                </a:extLst>
              </p:cNvPr>
              <p:cNvSpPr>
                <a:spLocks noChangeShapeType="1"/>
              </p:cNvSpPr>
              <p:nvPr/>
            </p:nvSpPr>
            <p:spPr bwMode="auto">
              <a:xfrm>
                <a:off x="4985" y="1177"/>
                <a:ext cx="0" cy="0"/>
              </a:xfrm>
              <a:prstGeom prst="line">
                <a:avLst/>
              </a:prstGeom>
              <a:noFill/>
              <a:ln w="9525">
                <a:solidFill>
                  <a:srgbClr val="33CCCC"/>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4370" name="Rectangle 86">
              <a:hlinkClick r:id="rId33" action="ppaction://hlinkfile" tooltip="点击播放动画"/>
              <a:extLst>
                <a:ext uri="{FF2B5EF4-FFF2-40B4-BE49-F238E27FC236}">
                  <a16:creationId xmlns:a16="http://schemas.microsoft.com/office/drawing/2014/main" id="{EF881EE0-9969-4A10-9A80-11B58FD3D014}"/>
                </a:ext>
              </a:extLst>
            </p:cNvPr>
            <p:cNvSpPr>
              <a:spLocks noChangeArrowheads="1"/>
            </p:cNvSpPr>
            <p:nvPr/>
          </p:nvSpPr>
          <p:spPr bwMode="auto">
            <a:xfrm>
              <a:off x="5012" y="3612"/>
              <a:ext cx="272" cy="181"/>
            </a:xfrm>
            <a:prstGeom prst="rect">
              <a:avLst/>
            </a:prstGeom>
            <a:solidFill>
              <a:srgbClr val="00CC99">
                <a:alpha val="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
        <p:nvSpPr>
          <p:cNvPr id="14368" name="灯片编号占位符 1">
            <a:extLst>
              <a:ext uri="{FF2B5EF4-FFF2-40B4-BE49-F238E27FC236}">
                <a16:creationId xmlns:a16="http://schemas.microsoft.com/office/drawing/2014/main" id="{487D222E-6E8A-4657-8954-10DD27DF9C85}"/>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A15CB0B1-2348-4509-87A0-010286AADDBF}" type="slidenum">
              <a:rPr lang="en-US" altLang="zh-CN" b="0">
                <a:solidFill>
                  <a:srgbClr val="FF00FF"/>
                </a:solidFill>
              </a:rPr>
              <a:pPr eaLnBrk="1" hangingPunct="1"/>
              <a:t>3</a:t>
            </a:fld>
            <a:r>
              <a:rPr lang="en-US" altLang="zh-CN" b="0">
                <a:solidFill>
                  <a:srgbClr val="FF00FF"/>
                </a:solidFill>
              </a:rPr>
              <a:t>/23</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34818"/>
                                        </p:tgtEl>
                                        <p:attrNameLst>
                                          <p:attrName>style.visibility</p:attrName>
                                        </p:attrNameLst>
                                      </p:cBhvr>
                                      <p:to>
                                        <p:strVal val="visible"/>
                                      </p:to>
                                    </p:set>
                                    <p:animEffect transition="in" filter="blinds(horizontal)">
                                      <p:cBhvr>
                                        <p:cTn id="7" dur="500"/>
                                        <p:tgtEl>
                                          <p:spTgt spid="34818"/>
                                        </p:tgtEl>
                                      </p:cBhvr>
                                    </p:animEffect>
                                  </p:childTnLst>
                                </p:cTn>
                              </p:par>
                            </p:childTnLst>
                          </p:cTn>
                        </p:par>
                      </p:childTnLst>
                    </p:cTn>
                  </p:par>
                  <p:par>
                    <p:cTn id="8" fill="hold">
                      <p:stCondLst>
                        <p:cond delay="indefinite"/>
                      </p:stCondLst>
                      <p:childTnLst>
                        <p:par>
                          <p:cTn id="9" fill="hold" nodeType="after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4819"/>
                                        </p:tgtEl>
                                        <p:attrNameLst>
                                          <p:attrName>style.visibility</p:attrName>
                                        </p:attrNameLst>
                                      </p:cBhvr>
                                      <p:to>
                                        <p:strVal val="visible"/>
                                      </p:to>
                                    </p:set>
                                    <p:animEffect transition="in" filter="wipe(left)">
                                      <p:cBhvr>
                                        <p:cTn id="12" dur="500"/>
                                        <p:tgtEl>
                                          <p:spTgt spid="3481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4821"/>
                                        </p:tgtEl>
                                        <p:attrNameLst>
                                          <p:attrName>style.visibility</p:attrName>
                                        </p:attrNameLst>
                                      </p:cBhvr>
                                      <p:to>
                                        <p:strVal val="visible"/>
                                      </p:to>
                                    </p:set>
                                    <p:animEffect transition="in" filter="wipe(left)">
                                      <p:cBhvr>
                                        <p:cTn id="17" dur="500"/>
                                        <p:tgtEl>
                                          <p:spTgt spid="3482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34823"/>
                                        </p:tgtEl>
                                        <p:attrNameLst>
                                          <p:attrName>style.visibility</p:attrName>
                                        </p:attrNameLst>
                                      </p:cBhvr>
                                      <p:to>
                                        <p:strVal val="visible"/>
                                      </p:to>
                                    </p:set>
                                    <p:animEffect transition="in" filter="dissolve">
                                      <p:cBhvr>
                                        <p:cTn id="22" dur="500"/>
                                        <p:tgtEl>
                                          <p:spTgt spid="34823"/>
                                        </p:tgtEl>
                                      </p:cBhvr>
                                    </p:animEffect>
                                  </p:childTnLst>
                                </p:cTn>
                              </p:par>
                            </p:childTnLst>
                          </p:cTn>
                        </p:par>
                        <p:par>
                          <p:cTn id="23" fill="hold" nodeType="afterGroup">
                            <p:stCondLst>
                              <p:cond delay="500"/>
                            </p:stCondLst>
                            <p:childTnLst>
                              <p:par>
                                <p:cTn id="24" presetID="9" presetClass="entr" presetSubtype="0" fill="hold" nodeType="afterEffect">
                                  <p:stCondLst>
                                    <p:cond delay="0"/>
                                  </p:stCondLst>
                                  <p:childTnLst>
                                    <p:set>
                                      <p:cBhvr>
                                        <p:cTn id="25" dur="1" fill="hold">
                                          <p:stCondLst>
                                            <p:cond delay="0"/>
                                          </p:stCondLst>
                                        </p:cTn>
                                        <p:tgtEl>
                                          <p:spTgt spid="34824"/>
                                        </p:tgtEl>
                                        <p:attrNameLst>
                                          <p:attrName>style.visibility</p:attrName>
                                        </p:attrNameLst>
                                      </p:cBhvr>
                                      <p:to>
                                        <p:strVal val="visible"/>
                                      </p:to>
                                    </p:set>
                                    <p:animEffect transition="in" filter="dissolve">
                                      <p:cBhvr>
                                        <p:cTn id="26" dur="500"/>
                                        <p:tgtEl>
                                          <p:spTgt spid="34824"/>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3" presetClass="entr" presetSubtype="16" fill="hold" grpId="0" nodeType="clickEffect">
                                  <p:stCondLst>
                                    <p:cond delay="0"/>
                                  </p:stCondLst>
                                  <p:childTnLst>
                                    <p:set>
                                      <p:cBhvr>
                                        <p:cTn id="30" dur="1" fill="hold">
                                          <p:stCondLst>
                                            <p:cond delay="0"/>
                                          </p:stCondLst>
                                        </p:cTn>
                                        <p:tgtEl>
                                          <p:spTgt spid="34845"/>
                                        </p:tgtEl>
                                        <p:attrNameLst>
                                          <p:attrName>style.visibility</p:attrName>
                                        </p:attrNameLst>
                                      </p:cBhvr>
                                      <p:to>
                                        <p:strVal val="visible"/>
                                      </p:to>
                                    </p:set>
                                    <p:anim calcmode="lin" valueType="num">
                                      <p:cBhvr>
                                        <p:cTn id="31" dur="4500" fill="hold"/>
                                        <p:tgtEl>
                                          <p:spTgt spid="34845"/>
                                        </p:tgtEl>
                                        <p:attrNameLst>
                                          <p:attrName>ppt_w</p:attrName>
                                        </p:attrNameLst>
                                      </p:cBhvr>
                                      <p:tavLst>
                                        <p:tav tm="0">
                                          <p:val>
                                            <p:fltVal val="0"/>
                                          </p:val>
                                        </p:tav>
                                        <p:tav tm="100000">
                                          <p:val>
                                            <p:strVal val="#ppt_w"/>
                                          </p:val>
                                        </p:tav>
                                      </p:tavLst>
                                    </p:anim>
                                    <p:anim calcmode="lin" valueType="num">
                                      <p:cBhvr>
                                        <p:cTn id="32" dur="4500" fill="hold"/>
                                        <p:tgtEl>
                                          <p:spTgt spid="34845"/>
                                        </p:tgtEl>
                                        <p:attrNameLst>
                                          <p:attrName>ppt_h</p:attrName>
                                        </p:attrNameLst>
                                      </p:cBhvr>
                                      <p:tavLst>
                                        <p:tav tm="0">
                                          <p:val>
                                            <p:fltVal val="0"/>
                                          </p:val>
                                        </p:tav>
                                        <p:tav tm="100000">
                                          <p:val>
                                            <p:strVal val="#ppt_h"/>
                                          </p:val>
                                        </p:tav>
                                      </p:tavLst>
                                    </p:anim>
                                  </p:childTnLst>
                                </p:cTn>
                              </p:par>
                              <p:par>
                                <p:cTn id="33" presetID="23" presetClass="entr" presetSubtype="16" fill="hold" grpId="0" nodeType="withEffect">
                                  <p:stCondLst>
                                    <p:cond delay="1000"/>
                                  </p:stCondLst>
                                  <p:childTnLst>
                                    <p:set>
                                      <p:cBhvr>
                                        <p:cTn id="34" dur="1" fill="hold">
                                          <p:stCondLst>
                                            <p:cond delay="0"/>
                                          </p:stCondLst>
                                        </p:cTn>
                                        <p:tgtEl>
                                          <p:spTgt spid="34844"/>
                                        </p:tgtEl>
                                        <p:attrNameLst>
                                          <p:attrName>style.visibility</p:attrName>
                                        </p:attrNameLst>
                                      </p:cBhvr>
                                      <p:to>
                                        <p:strVal val="visible"/>
                                      </p:to>
                                    </p:set>
                                    <p:anim calcmode="lin" valueType="num">
                                      <p:cBhvr>
                                        <p:cTn id="35" dur="3500" fill="hold"/>
                                        <p:tgtEl>
                                          <p:spTgt spid="34844"/>
                                        </p:tgtEl>
                                        <p:attrNameLst>
                                          <p:attrName>ppt_w</p:attrName>
                                        </p:attrNameLst>
                                      </p:cBhvr>
                                      <p:tavLst>
                                        <p:tav tm="0">
                                          <p:val>
                                            <p:fltVal val="0"/>
                                          </p:val>
                                        </p:tav>
                                        <p:tav tm="100000">
                                          <p:val>
                                            <p:strVal val="#ppt_w"/>
                                          </p:val>
                                        </p:tav>
                                      </p:tavLst>
                                    </p:anim>
                                    <p:anim calcmode="lin" valueType="num">
                                      <p:cBhvr>
                                        <p:cTn id="36" dur="3500" fill="hold"/>
                                        <p:tgtEl>
                                          <p:spTgt spid="34844"/>
                                        </p:tgtEl>
                                        <p:attrNameLst>
                                          <p:attrName>ppt_h</p:attrName>
                                        </p:attrNameLst>
                                      </p:cBhvr>
                                      <p:tavLst>
                                        <p:tav tm="0">
                                          <p:val>
                                            <p:fltVal val="0"/>
                                          </p:val>
                                        </p:tav>
                                        <p:tav tm="100000">
                                          <p:val>
                                            <p:strVal val="#ppt_h"/>
                                          </p:val>
                                        </p:tav>
                                      </p:tavLst>
                                    </p:anim>
                                  </p:childTnLst>
                                </p:cTn>
                              </p:par>
                              <p:par>
                                <p:cTn id="37" presetID="23" presetClass="entr" presetSubtype="16" fill="hold" grpId="0" nodeType="withEffect">
                                  <p:stCondLst>
                                    <p:cond delay="2000"/>
                                  </p:stCondLst>
                                  <p:childTnLst>
                                    <p:set>
                                      <p:cBhvr>
                                        <p:cTn id="38" dur="1" fill="hold">
                                          <p:stCondLst>
                                            <p:cond delay="0"/>
                                          </p:stCondLst>
                                        </p:cTn>
                                        <p:tgtEl>
                                          <p:spTgt spid="34843"/>
                                        </p:tgtEl>
                                        <p:attrNameLst>
                                          <p:attrName>style.visibility</p:attrName>
                                        </p:attrNameLst>
                                      </p:cBhvr>
                                      <p:to>
                                        <p:strVal val="visible"/>
                                      </p:to>
                                    </p:set>
                                    <p:anim calcmode="lin" valueType="num">
                                      <p:cBhvr>
                                        <p:cTn id="39" dur="2500" fill="hold"/>
                                        <p:tgtEl>
                                          <p:spTgt spid="34843"/>
                                        </p:tgtEl>
                                        <p:attrNameLst>
                                          <p:attrName>ppt_w</p:attrName>
                                        </p:attrNameLst>
                                      </p:cBhvr>
                                      <p:tavLst>
                                        <p:tav tm="0">
                                          <p:val>
                                            <p:fltVal val="0"/>
                                          </p:val>
                                        </p:tav>
                                        <p:tav tm="100000">
                                          <p:val>
                                            <p:strVal val="#ppt_w"/>
                                          </p:val>
                                        </p:tav>
                                      </p:tavLst>
                                    </p:anim>
                                    <p:anim calcmode="lin" valueType="num">
                                      <p:cBhvr>
                                        <p:cTn id="40" dur="2500" fill="hold"/>
                                        <p:tgtEl>
                                          <p:spTgt spid="34843"/>
                                        </p:tgtEl>
                                        <p:attrNameLst>
                                          <p:attrName>ppt_h</p:attrName>
                                        </p:attrNameLst>
                                      </p:cBhvr>
                                      <p:tavLst>
                                        <p:tav tm="0">
                                          <p:val>
                                            <p:fltVal val="0"/>
                                          </p:val>
                                        </p:tav>
                                        <p:tav tm="100000">
                                          <p:val>
                                            <p:strVal val="#ppt_h"/>
                                          </p:val>
                                        </p:tav>
                                      </p:tavLst>
                                    </p:anim>
                                  </p:childTnLst>
                                </p:cTn>
                              </p:par>
                              <p:par>
                                <p:cTn id="41" presetID="23" presetClass="entr" presetSubtype="16" fill="hold" grpId="0" nodeType="withEffect">
                                  <p:stCondLst>
                                    <p:cond delay="3000"/>
                                  </p:stCondLst>
                                  <p:childTnLst>
                                    <p:set>
                                      <p:cBhvr>
                                        <p:cTn id="42" dur="1" fill="hold">
                                          <p:stCondLst>
                                            <p:cond delay="0"/>
                                          </p:stCondLst>
                                        </p:cTn>
                                        <p:tgtEl>
                                          <p:spTgt spid="34842"/>
                                        </p:tgtEl>
                                        <p:attrNameLst>
                                          <p:attrName>style.visibility</p:attrName>
                                        </p:attrNameLst>
                                      </p:cBhvr>
                                      <p:to>
                                        <p:strVal val="visible"/>
                                      </p:to>
                                    </p:set>
                                    <p:anim calcmode="lin" valueType="num">
                                      <p:cBhvr>
                                        <p:cTn id="43" dur="1500" fill="hold"/>
                                        <p:tgtEl>
                                          <p:spTgt spid="34842"/>
                                        </p:tgtEl>
                                        <p:attrNameLst>
                                          <p:attrName>ppt_w</p:attrName>
                                        </p:attrNameLst>
                                      </p:cBhvr>
                                      <p:tavLst>
                                        <p:tav tm="0">
                                          <p:val>
                                            <p:fltVal val="0"/>
                                          </p:val>
                                        </p:tav>
                                        <p:tav tm="100000">
                                          <p:val>
                                            <p:strVal val="#ppt_w"/>
                                          </p:val>
                                        </p:tav>
                                      </p:tavLst>
                                    </p:anim>
                                    <p:anim calcmode="lin" valueType="num">
                                      <p:cBhvr>
                                        <p:cTn id="44" dur="1500" fill="hold"/>
                                        <p:tgtEl>
                                          <p:spTgt spid="34842"/>
                                        </p:tgtEl>
                                        <p:attrNameLst>
                                          <p:attrName>ppt_h</p:attrName>
                                        </p:attrNameLst>
                                      </p:cBhvr>
                                      <p:tavLst>
                                        <p:tav tm="0">
                                          <p:val>
                                            <p:fltVal val="0"/>
                                          </p:val>
                                        </p:tav>
                                        <p:tav tm="100000">
                                          <p:val>
                                            <p:strVal val="#ppt_h"/>
                                          </p:val>
                                        </p:tav>
                                      </p:tavLst>
                                    </p:anim>
                                  </p:childTnLst>
                                </p:cTn>
                              </p:par>
                            </p:childTnLst>
                          </p:cTn>
                        </p:par>
                        <p:par>
                          <p:cTn id="45" fill="hold" nodeType="afterGroup">
                            <p:stCondLst>
                              <p:cond delay="4500"/>
                            </p:stCondLst>
                            <p:childTnLst>
                              <p:par>
                                <p:cTn id="46" presetID="17" presetClass="entr" presetSubtype="10" fill="hold" nodeType="afterEffect">
                                  <p:stCondLst>
                                    <p:cond delay="0"/>
                                  </p:stCondLst>
                                  <p:childTnLst>
                                    <p:set>
                                      <p:cBhvr>
                                        <p:cTn id="47" dur="1" fill="hold">
                                          <p:stCondLst>
                                            <p:cond delay="0"/>
                                          </p:stCondLst>
                                        </p:cTn>
                                        <p:tgtEl>
                                          <p:spTgt spid="2"/>
                                        </p:tgtEl>
                                        <p:attrNameLst>
                                          <p:attrName>style.visibility</p:attrName>
                                        </p:attrNameLst>
                                      </p:cBhvr>
                                      <p:to>
                                        <p:strVal val="visible"/>
                                      </p:to>
                                    </p:set>
                                    <p:anim calcmode="lin" valueType="num">
                                      <p:cBhvr>
                                        <p:cTn id="48" dur="500" fill="hold"/>
                                        <p:tgtEl>
                                          <p:spTgt spid="2"/>
                                        </p:tgtEl>
                                        <p:attrNameLst>
                                          <p:attrName>ppt_w</p:attrName>
                                        </p:attrNameLst>
                                      </p:cBhvr>
                                      <p:tavLst>
                                        <p:tav tm="0">
                                          <p:val>
                                            <p:fltVal val="0"/>
                                          </p:val>
                                        </p:tav>
                                        <p:tav tm="100000">
                                          <p:val>
                                            <p:strVal val="#ppt_w"/>
                                          </p:val>
                                        </p:tav>
                                      </p:tavLst>
                                    </p:anim>
                                    <p:anim calcmode="lin" valueType="num">
                                      <p:cBhvr>
                                        <p:cTn id="49" dur="5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50" fill="hold" nodeType="clickPar">
                      <p:stCondLst>
                        <p:cond delay="indefinite"/>
                      </p:stCondLst>
                      <p:childTnLst>
                        <p:par>
                          <p:cTn id="51" fill="hold" nodeType="withGroup">
                            <p:stCondLst>
                              <p:cond delay="0"/>
                            </p:stCondLst>
                            <p:childTnLst>
                              <p:par>
                                <p:cTn id="52" presetID="7" presetClass="entr" presetSubtype="2" fill="hold" nodeType="clickEffect">
                                  <p:stCondLst>
                                    <p:cond delay="0"/>
                                  </p:stCondLst>
                                  <p:childTnLst>
                                    <p:set>
                                      <p:cBhvr>
                                        <p:cTn id="53" dur="1" fill="hold">
                                          <p:stCondLst>
                                            <p:cond delay="0"/>
                                          </p:stCondLst>
                                        </p:cTn>
                                        <p:tgtEl>
                                          <p:spTgt spid="13"/>
                                        </p:tgtEl>
                                        <p:attrNameLst>
                                          <p:attrName>style.visibility</p:attrName>
                                        </p:attrNameLst>
                                      </p:cBhvr>
                                      <p:to>
                                        <p:strVal val="visible"/>
                                      </p:to>
                                    </p:set>
                                    <p:anim calcmode="lin" valueType="num">
                                      <p:cBhvr additive="base">
                                        <p:cTn id="54" dur="500" fill="hold"/>
                                        <p:tgtEl>
                                          <p:spTgt spid="13"/>
                                        </p:tgtEl>
                                        <p:attrNameLst>
                                          <p:attrName>ppt_x</p:attrName>
                                        </p:attrNameLst>
                                      </p:cBhvr>
                                      <p:tavLst>
                                        <p:tav tm="0">
                                          <p:val>
                                            <p:strVal val="1+#ppt_w/2"/>
                                          </p:val>
                                        </p:tav>
                                        <p:tav tm="100000">
                                          <p:val>
                                            <p:strVal val="#ppt_x"/>
                                          </p:val>
                                        </p:tav>
                                      </p:tavLst>
                                    </p:anim>
                                    <p:anim calcmode="lin" valueType="num">
                                      <p:cBhvr additive="base">
                                        <p:cTn id="55" dur="500" fill="hold"/>
                                        <p:tgtEl>
                                          <p:spTgt spid="13"/>
                                        </p:tgtEl>
                                        <p:attrNameLst>
                                          <p:attrName>ppt_y</p:attrName>
                                        </p:attrNameLst>
                                      </p:cBhvr>
                                      <p:tavLst>
                                        <p:tav tm="0">
                                          <p:val>
                                            <p:strVal val="#ppt_y"/>
                                          </p:val>
                                        </p:tav>
                                        <p:tav tm="100000">
                                          <p:val>
                                            <p:strVal val="#ppt_y"/>
                                          </p:val>
                                        </p:tav>
                                      </p:tavLst>
                                    </p:anim>
                                  </p:childTnLst>
                                </p:cTn>
                              </p:par>
                            </p:childTnLst>
                          </p:cTn>
                        </p:par>
                        <p:par>
                          <p:cTn id="56" fill="hold" nodeType="afterGroup">
                            <p:stCondLst>
                              <p:cond delay="500"/>
                            </p:stCondLst>
                            <p:childTnLst>
                              <p:par>
                                <p:cTn id="57" presetID="9" presetClass="entr" presetSubtype="0" fill="hold" nodeType="afterEffect">
                                  <p:stCondLst>
                                    <p:cond delay="0"/>
                                  </p:stCondLst>
                                  <p:childTnLst>
                                    <p:set>
                                      <p:cBhvr>
                                        <p:cTn id="58" dur="1" fill="hold">
                                          <p:stCondLst>
                                            <p:cond delay="0"/>
                                          </p:stCondLst>
                                        </p:cTn>
                                        <p:tgtEl>
                                          <p:spTgt spid="5"/>
                                        </p:tgtEl>
                                        <p:attrNameLst>
                                          <p:attrName>style.visibility</p:attrName>
                                        </p:attrNameLst>
                                      </p:cBhvr>
                                      <p:to>
                                        <p:strVal val="visible"/>
                                      </p:to>
                                    </p:set>
                                    <p:animEffect transition="in" filter="dissolve">
                                      <p:cBhvr>
                                        <p:cTn id="59" dur="500"/>
                                        <p:tgtEl>
                                          <p:spTgt spid="5"/>
                                        </p:tgtEl>
                                      </p:cBhvr>
                                    </p:animEffect>
                                  </p:childTnLst>
                                </p:cTn>
                              </p:par>
                            </p:childTnLst>
                          </p:cTn>
                        </p:par>
                        <p:par>
                          <p:cTn id="60" fill="hold" nodeType="afterGroup">
                            <p:stCondLst>
                              <p:cond delay="1000"/>
                            </p:stCondLst>
                            <p:childTnLst>
                              <p:par>
                                <p:cTn id="61" presetID="22" presetClass="entr" presetSubtype="8" fill="hold" nodeType="afterEffect">
                                  <p:stCondLst>
                                    <p:cond delay="0"/>
                                  </p:stCondLst>
                                  <p:childTnLst>
                                    <p:set>
                                      <p:cBhvr>
                                        <p:cTn id="62" dur="1" fill="hold">
                                          <p:stCondLst>
                                            <p:cond delay="0"/>
                                          </p:stCondLst>
                                        </p:cTn>
                                        <p:tgtEl>
                                          <p:spTgt spid="15"/>
                                        </p:tgtEl>
                                        <p:attrNameLst>
                                          <p:attrName>style.visibility</p:attrName>
                                        </p:attrNameLst>
                                      </p:cBhvr>
                                      <p:to>
                                        <p:strVal val="visible"/>
                                      </p:to>
                                    </p:set>
                                    <p:animEffect transition="in" filter="wipe(left)">
                                      <p:cBhvr>
                                        <p:cTn id="63" dur="500"/>
                                        <p:tgtEl>
                                          <p:spTgt spid="15"/>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3" presetClass="entr" presetSubtype="10" fill="hold" nodeType="clickEffect">
                                  <p:stCondLst>
                                    <p:cond delay="0"/>
                                  </p:stCondLst>
                                  <p:childTnLst>
                                    <p:set>
                                      <p:cBhvr>
                                        <p:cTn id="67" dur="1" fill="hold">
                                          <p:stCondLst>
                                            <p:cond delay="0"/>
                                          </p:stCondLst>
                                        </p:cTn>
                                        <p:tgtEl>
                                          <p:spTgt spid="9"/>
                                        </p:tgtEl>
                                        <p:attrNameLst>
                                          <p:attrName>style.visibility</p:attrName>
                                        </p:attrNameLst>
                                      </p:cBhvr>
                                      <p:to>
                                        <p:strVal val="visible"/>
                                      </p:to>
                                    </p:set>
                                    <p:animEffect transition="in" filter="blinds(horizontal)">
                                      <p:cBhvr>
                                        <p:cTn id="68" dur="500"/>
                                        <p:tgtEl>
                                          <p:spTgt spid="9"/>
                                        </p:tgtEl>
                                      </p:cBhvr>
                                    </p:animEffect>
                                  </p:childTnLst>
                                </p:cTn>
                              </p:par>
                              <p:par>
                                <p:cTn id="69" presetID="3" presetClass="entr" presetSubtype="10" fill="hold" nodeType="withEffect">
                                  <p:stCondLst>
                                    <p:cond delay="0"/>
                                  </p:stCondLst>
                                  <p:childTnLst>
                                    <p:set>
                                      <p:cBhvr>
                                        <p:cTn id="70" dur="1" fill="hold">
                                          <p:stCondLst>
                                            <p:cond delay="0"/>
                                          </p:stCondLst>
                                        </p:cTn>
                                        <p:tgtEl>
                                          <p:spTgt spid="7"/>
                                        </p:tgtEl>
                                        <p:attrNameLst>
                                          <p:attrName>style.visibility</p:attrName>
                                        </p:attrNameLst>
                                      </p:cBhvr>
                                      <p:to>
                                        <p:strVal val="visible"/>
                                      </p:to>
                                    </p:set>
                                    <p:animEffect transition="in" filter="blinds(horizontal)">
                                      <p:cBhvr>
                                        <p:cTn id="71" dur="500"/>
                                        <p:tgtEl>
                                          <p:spTgt spid="7"/>
                                        </p:tgtEl>
                                      </p:cBhvr>
                                    </p:animEffect>
                                  </p:childTnLst>
                                </p:cTn>
                              </p:par>
                              <p:par>
                                <p:cTn id="72" presetID="3" presetClass="entr" presetSubtype="10" fill="hold" nodeType="withEffect">
                                  <p:stCondLst>
                                    <p:cond delay="0"/>
                                  </p:stCondLst>
                                  <p:childTnLst>
                                    <p:set>
                                      <p:cBhvr>
                                        <p:cTn id="73" dur="1" fill="hold">
                                          <p:stCondLst>
                                            <p:cond delay="0"/>
                                          </p:stCondLst>
                                        </p:cTn>
                                        <p:tgtEl>
                                          <p:spTgt spid="14"/>
                                        </p:tgtEl>
                                        <p:attrNameLst>
                                          <p:attrName>style.visibility</p:attrName>
                                        </p:attrNameLst>
                                      </p:cBhvr>
                                      <p:to>
                                        <p:strVal val="visible"/>
                                      </p:to>
                                    </p:set>
                                    <p:animEffect transition="in" filter="blinds(horizontal)">
                                      <p:cBhvr>
                                        <p:cTn id="74" dur="500"/>
                                        <p:tgtEl>
                                          <p:spTgt spid="14"/>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12" presetClass="entr" presetSubtype="2" fill="hold" nodeType="clickEffect">
                                  <p:stCondLst>
                                    <p:cond delay="0"/>
                                  </p:stCondLst>
                                  <p:childTnLst>
                                    <p:set>
                                      <p:cBhvr>
                                        <p:cTn id="78" dur="1" fill="hold">
                                          <p:stCondLst>
                                            <p:cond delay="0"/>
                                          </p:stCondLst>
                                        </p:cTn>
                                        <p:tgtEl>
                                          <p:spTgt spid="10"/>
                                        </p:tgtEl>
                                        <p:attrNameLst>
                                          <p:attrName>style.visibility</p:attrName>
                                        </p:attrNameLst>
                                      </p:cBhvr>
                                      <p:to>
                                        <p:strVal val="visible"/>
                                      </p:to>
                                    </p:set>
                                    <p:animEffect transition="in" filter="slide(fromRight)">
                                      <p:cBhvr>
                                        <p:cTn id="79" dur="500"/>
                                        <p:tgtEl>
                                          <p:spTgt spid="10"/>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9" presetClass="entr" presetSubtype="0" fill="hold" nodeType="clickEffect">
                                  <p:stCondLst>
                                    <p:cond delay="0"/>
                                  </p:stCondLst>
                                  <p:childTnLst>
                                    <p:set>
                                      <p:cBhvr>
                                        <p:cTn id="83" dur="1" fill="hold">
                                          <p:stCondLst>
                                            <p:cond delay="0"/>
                                          </p:stCondLst>
                                        </p:cTn>
                                        <p:tgtEl>
                                          <p:spTgt spid="6"/>
                                        </p:tgtEl>
                                        <p:attrNameLst>
                                          <p:attrName>style.visibility</p:attrName>
                                        </p:attrNameLst>
                                      </p:cBhvr>
                                      <p:to>
                                        <p:strVal val="visible"/>
                                      </p:to>
                                    </p:set>
                                    <p:animEffect transition="in" filter="dissolve">
                                      <p:cBhvr>
                                        <p:cTn id="84" dur="500"/>
                                        <p:tgtEl>
                                          <p:spTgt spid="6"/>
                                        </p:tgtEl>
                                      </p:cBhvr>
                                    </p:animEffect>
                                  </p:childTnLst>
                                </p:cTn>
                              </p:par>
                              <p:par>
                                <p:cTn id="85" presetID="9" presetClass="entr" presetSubtype="0" fill="hold" nodeType="withEffect">
                                  <p:stCondLst>
                                    <p:cond delay="0"/>
                                  </p:stCondLst>
                                  <p:childTnLst>
                                    <p:set>
                                      <p:cBhvr>
                                        <p:cTn id="86" dur="1" fill="hold">
                                          <p:stCondLst>
                                            <p:cond delay="0"/>
                                          </p:stCondLst>
                                        </p:cTn>
                                        <p:tgtEl>
                                          <p:spTgt spid="34853"/>
                                        </p:tgtEl>
                                        <p:attrNameLst>
                                          <p:attrName>style.visibility</p:attrName>
                                        </p:attrNameLst>
                                      </p:cBhvr>
                                      <p:to>
                                        <p:strVal val="visible"/>
                                      </p:to>
                                    </p:set>
                                    <p:animEffect transition="in" filter="dissolve">
                                      <p:cBhvr>
                                        <p:cTn id="87" dur="500"/>
                                        <p:tgtEl>
                                          <p:spTgt spid="34853"/>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9" presetClass="entr" presetSubtype="0" fill="hold" nodeType="clickEffect">
                                  <p:stCondLst>
                                    <p:cond delay="0"/>
                                  </p:stCondLst>
                                  <p:childTnLst>
                                    <p:set>
                                      <p:cBhvr>
                                        <p:cTn id="91" dur="1" fill="hold">
                                          <p:stCondLst>
                                            <p:cond delay="0"/>
                                          </p:stCondLst>
                                        </p:cTn>
                                        <p:tgtEl>
                                          <p:spTgt spid="8"/>
                                        </p:tgtEl>
                                        <p:attrNameLst>
                                          <p:attrName>style.visibility</p:attrName>
                                        </p:attrNameLst>
                                      </p:cBhvr>
                                      <p:to>
                                        <p:strVal val="visible"/>
                                      </p:to>
                                    </p:set>
                                    <p:animEffect transition="in" filter="dissolve">
                                      <p:cBhvr>
                                        <p:cTn id="92" dur="500"/>
                                        <p:tgtEl>
                                          <p:spTgt spid="8"/>
                                        </p:tgtEl>
                                      </p:cBhvr>
                                    </p:animEffect>
                                  </p:childTnLst>
                                </p:cTn>
                              </p:par>
                              <p:par>
                                <p:cTn id="93" presetID="9" presetClass="entr" presetSubtype="0" fill="hold" nodeType="withEffect">
                                  <p:stCondLst>
                                    <p:cond delay="0"/>
                                  </p:stCondLst>
                                  <p:childTnLst>
                                    <p:set>
                                      <p:cBhvr>
                                        <p:cTn id="94" dur="1" fill="hold">
                                          <p:stCondLst>
                                            <p:cond delay="0"/>
                                          </p:stCondLst>
                                        </p:cTn>
                                        <p:tgtEl>
                                          <p:spTgt spid="34861"/>
                                        </p:tgtEl>
                                        <p:attrNameLst>
                                          <p:attrName>style.visibility</p:attrName>
                                        </p:attrNameLst>
                                      </p:cBhvr>
                                      <p:to>
                                        <p:strVal val="visible"/>
                                      </p:to>
                                    </p:set>
                                    <p:animEffect transition="in" filter="dissolve">
                                      <p:cBhvr>
                                        <p:cTn id="95" dur="500"/>
                                        <p:tgtEl>
                                          <p:spTgt spid="34861"/>
                                        </p:tgtEl>
                                      </p:cBhvr>
                                    </p:animEffect>
                                  </p:childTnLst>
                                </p:cTn>
                              </p:par>
                            </p:childTnLst>
                          </p:cTn>
                        </p:par>
                      </p:childTnLst>
                    </p:cTn>
                  </p:par>
                  <p:par>
                    <p:cTn id="96" fill="hold" nodeType="clickPar">
                      <p:stCondLst>
                        <p:cond delay="indefinite"/>
                      </p:stCondLst>
                      <p:childTnLst>
                        <p:par>
                          <p:cTn id="97" fill="hold" nodeType="withGroup">
                            <p:stCondLst>
                              <p:cond delay="0"/>
                            </p:stCondLst>
                            <p:childTnLst>
                              <p:par>
                                <p:cTn id="98" presetID="22" presetClass="entr" presetSubtype="8" fill="hold" nodeType="clickEffect">
                                  <p:stCondLst>
                                    <p:cond delay="0"/>
                                  </p:stCondLst>
                                  <p:childTnLst>
                                    <p:set>
                                      <p:cBhvr>
                                        <p:cTn id="99" dur="1" fill="hold">
                                          <p:stCondLst>
                                            <p:cond delay="0"/>
                                          </p:stCondLst>
                                        </p:cTn>
                                        <p:tgtEl>
                                          <p:spTgt spid="34822"/>
                                        </p:tgtEl>
                                        <p:attrNameLst>
                                          <p:attrName>style.visibility</p:attrName>
                                        </p:attrNameLst>
                                      </p:cBhvr>
                                      <p:to>
                                        <p:strVal val="visible"/>
                                      </p:to>
                                    </p:set>
                                    <p:animEffect transition="in" filter="wipe(left)">
                                      <p:cBhvr>
                                        <p:cTn id="100" dur="500"/>
                                        <p:tgtEl>
                                          <p:spTgt spid="34822"/>
                                        </p:tgtEl>
                                      </p:cBhvr>
                                    </p:animEffect>
                                  </p:childTnLst>
                                </p:cTn>
                              </p:par>
                            </p:childTnLst>
                          </p:cTn>
                        </p:par>
                      </p:childTnLst>
                    </p:cTn>
                  </p:par>
                  <p:par>
                    <p:cTn id="101" fill="hold" nodeType="clickPar">
                      <p:stCondLst>
                        <p:cond delay="indefinite"/>
                      </p:stCondLst>
                      <p:childTnLst>
                        <p:par>
                          <p:cTn id="102" fill="hold" nodeType="withGroup">
                            <p:stCondLst>
                              <p:cond delay="0"/>
                            </p:stCondLst>
                            <p:childTnLst>
                              <p:par>
                                <p:cTn id="103" presetID="22" presetClass="entr" presetSubtype="8" fill="hold" nodeType="clickEffect">
                                  <p:stCondLst>
                                    <p:cond delay="0"/>
                                  </p:stCondLst>
                                  <p:childTnLst>
                                    <p:set>
                                      <p:cBhvr>
                                        <p:cTn id="104" dur="1" fill="hold">
                                          <p:stCondLst>
                                            <p:cond delay="0"/>
                                          </p:stCondLst>
                                        </p:cTn>
                                        <p:tgtEl>
                                          <p:spTgt spid="34820"/>
                                        </p:tgtEl>
                                        <p:attrNameLst>
                                          <p:attrName>style.visibility</p:attrName>
                                        </p:attrNameLst>
                                      </p:cBhvr>
                                      <p:to>
                                        <p:strVal val="visible"/>
                                      </p:to>
                                    </p:set>
                                    <p:animEffect transition="in" filter="wipe(left)">
                                      <p:cBhvr>
                                        <p:cTn id="105" dur="500"/>
                                        <p:tgtEl>
                                          <p:spTgt spid="34820"/>
                                        </p:tgtEl>
                                      </p:cBhvr>
                                    </p:animEffect>
                                  </p:childTnLst>
                                </p:cTn>
                              </p:par>
                            </p:childTnLst>
                          </p:cTn>
                        </p:par>
                        <p:par>
                          <p:cTn id="106" fill="hold" nodeType="afterGroup">
                            <p:stCondLst>
                              <p:cond delay="500"/>
                            </p:stCondLst>
                            <p:childTnLst>
                              <p:par>
                                <p:cTn id="107" presetID="22" presetClass="entr" presetSubtype="8" fill="hold" grpId="0" nodeType="afterEffect">
                                  <p:stCondLst>
                                    <p:cond delay="0"/>
                                  </p:stCondLst>
                                  <p:childTnLst>
                                    <p:set>
                                      <p:cBhvr>
                                        <p:cTn id="108" dur="1" fill="hold">
                                          <p:stCondLst>
                                            <p:cond delay="0"/>
                                          </p:stCondLst>
                                        </p:cTn>
                                        <p:tgtEl>
                                          <p:spTgt spid="34857"/>
                                        </p:tgtEl>
                                        <p:attrNameLst>
                                          <p:attrName>style.visibility</p:attrName>
                                        </p:attrNameLst>
                                      </p:cBhvr>
                                      <p:to>
                                        <p:strVal val="visible"/>
                                      </p:to>
                                    </p:set>
                                    <p:animEffect transition="in" filter="wipe(left)">
                                      <p:cBhvr>
                                        <p:cTn id="109" dur="500"/>
                                        <p:tgtEl>
                                          <p:spTgt spid="34857"/>
                                        </p:tgtEl>
                                      </p:cBhvr>
                                    </p:animEffect>
                                  </p:childTnLst>
                                </p:cTn>
                              </p:par>
                            </p:childTnLst>
                          </p:cTn>
                        </p:par>
                        <p:par>
                          <p:cTn id="110" fill="hold" nodeType="afterGroup">
                            <p:stCondLst>
                              <p:cond delay="1000"/>
                            </p:stCondLst>
                            <p:childTnLst>
                              <p:par>
                                <p:cTn id="111" presetID="22" presetClass="entr" presetSubtype="8" fill="hold" nodeType="afterEffect">
                                  <p:stCondLst>
                                    <p:cond delay="0"/>
                                  </p:stCondLst>
                                  <p:childTnLst>
                                    <p:set>
                                      <p:cBhvr>
                                        <p:cTn id="112" dur="1" fill="hold">
                                          <p:stCondLst>
                                            <p:cond delay="0"/>
                                          </p:stCondLst>
                                        </p:cTn>
                                        <p:tgtEl>
                                          <p:spTgt spid="34829"/>
                                        </p:tgtEl>
                                        <p:attrNameLst>
                                          <p:attrName>style.visibility</p:attrName>
                                        </p:attrNameLst>
                                      </p:cBhvr>
                                      <p:to>
                                        <p:strVal val="visible"/>
                                      </p:to>
                                    </p:set>
                                    <p:animEffect transition="in" filter="wipe(left)">
                                      <p:cBhvr>
                                        <p:cTn id="113" dur="500"/>
                                        <p:tgtEl>
                                          <p:spTgt spid="34829"/>
                                        </p:tgtEl>
                                      </p:cBhvr>
                                    </p:animEffect>
                                  </p:childTnLst>
                                </p:cTn>
                              </p:par>
                            </p:childTnLst>
                          </p:cTn>
                        </p:par>
                      </p:childTnLst>
                    </p:cTn>
                  </p:par>
                  <p:par>
                    <p:cTn id="114" fill="hold" nodeType="clickPar">
                      <p:stCondLst>
                        <p:cond delay="indefinite"/>
                      </p:stCondLst>
                      <p:childTnLst>
                        <p:par>
                          <p:cTn id="115" fill="hold" nodeType="withGroup">
                            <p:stCondLst>
                              <p:cond delay="0"/>
                            </p:stCondLst>
                            <p:childTnLst>
                              <p:par>
                                <p:cTn id="116" presetID="9" presetClass="entr" presetSubtype="0" fill="hold" nodeType="clickEffect">
                                  <p:stCondLst>
                                    <p:cond delay="0"/>
                                  </p:stCondLst>
                                  <p:childTnLst>
                                    <p:set>
                                      <p:cBhvr>
                                        <p:cTn id="117" dur="1" fill="hold">
                                          <p:stCondLst>
                                            <p:cond delay="0"/>
                                          </p:stCondLst>
                                        </p:cTn>
                                        <p:tgtEl>
                                          <p:spTgt spid="11"/>
                                        </p:tgtEl>
                                        <p:attrNameLst>
                                          <p:attrName>style.visibility</p:attrName>
                                        </p:attrNameLst>
                                      </p:cBhvr>
                                      <p:to>
                                        <p:strVal val="visible"/>
                                      </p:to>
                                    </p:set>
                                    <p:animEffect transition="in" filter="dissolve">
                                      <p:cBhvr>
                                        <p:cTn id="118" dur="500"/>
                                        <p:tgtEl>
                                          <p:spTgt spid="11"/>
                                        </p:tgtEl>
                                      </p:cBhvr>
                                    </p:animEffect>
                                  </p:childTnLst>
                                </p:cTn>
                              </p:par>
                              <p:par>
                                <p:cTn id="119" presetID="9" presetClass="entr" presetSubtype="0" fill="hold" nodeType="withEffect">
                                  <p:stCondLst>
                                    <p:cond delay="0"/>
                                  </p:stCondLst>
                                  <p:childTnLst>
                                    <p:set>
                                      <p:cBhvr>
                                        <p:cTn id="120" dur="1" fill="hold">
                                          <p:stCondLst>
                                            <p:cond delay="0"/>
                                          </p:stCondLst>
                                        </p:cTn>
                                        <p:tgtEl>
                                          <p:spTgt spid="4"/>
                                        </p:tgtEl>
                                        <p:attrNameLst>
                                          <p:attrName>style.visibility</p:attrName>
                                        </p:attrNameLst>
                                      </p:cBhvr>
                                      <p:to>
                                        <p:strVal val="visible"/>
                                      </p:to>
                                    </p:set>
                                    <p:animEffect transition="in" filter="dissolve">
                                      <p:cBhvr>
                                        <p:cTn id="121" dur="500"/>
                                        <p:tgtEl>
                                          <p:spTgt spid="4"/>
                                        </p:tgtEl>
                                      </p:cBhvr>
                                    </p:animEffect>
                                  </p:childTnLst>
                                </p:cTn>
                              </p:par>
                              <p:par>
                                <p:cTn id="122" presetID="9" presetClass="entr" presetSubtype="0" fill="hold" nodeType="withEffect">
                                  <p:stCondLst>
                                    <p:cond delay="0"/>
                                  </p:stCondLst>
                                  <p:childTnLst>
                                    <p:set>
                                      <p:cBhvr>
                                        <p:cTn id="123" dur="1" fill="hold">
                                          <p:stCondLst>
                                            <p:cond delay="0"/>
                                          </p:stCondLst>
                                        </p:cTn>
                                        <p:tgtEl>
                                          <p:spTgt spid="3"/>
                                        </p:tgtEl>
                                        <p:attrNameLst>
                                          <p:attrName>style.visibility</p:attrName>
                                        </p:attrNameLst>
                                      </p:cBhvr>
                                      <p:to>
                                        <p:strVal val="visible"/>
                                      </p:to>
                                    </p:set>
                                    <p:animEffect transition="in" filter="dissolve">
                                      <p:cBhvr>
                                        <p:cTn id="124" dur="500"/>
                                        <p:tgtEl>
                                          <p:spTgt spid="3"/>
                                        </p:tgtEl>
                                      </p:cBhvr>
                                    </p:animEffect>
                                  </p:childTnLst>
                                </p:cTn>
                              </p:par>
                            </p:childTnLst>
                          </p:cTn>
                        </p:par>
                        <p:par>
                          <p:cTn id="125" fill="hold" nodeType="afterGroup">
                            <p:stCondLst>
                              <p:cond delay="500"/>
                            </p:stCondLst>
                            <p:childTnLst>
                              <p:par>
                                <p:cTn id="126" presetID="22" presetClass="entr" presetSubtype="8" fill="hold" grpId="0" nodeType="afterEffect">
                                  <p:stCondLst>
                                    <p:cond delay="0"/>
                                  </p:stCondLst>
                                  <p:childTnLst>
                                    <p:set>
                                      <p:cBhvr>
                                        <p:cTn id="127" dur="1" fill="hold">
                                          <p:stCondLst>
                                            <p:cond delay="0"/>
                                          </p:stCondLst>
                                        </p:cTn>
                                        <p:tgtEl>
                                          <p:spTgt spid="34836"/>
                                        </p:tgtEl>
                                        <p:attrNameLst>
                                          <p:attrName>style.visibility</p:attrName>
                                        </p:attrNameLst>
                                      </p:cBhvr>
                                      <p:to>
                                        <p:strVal val="visible"/>
                                      </p:to>
                                    </p:set>
                                    <p:animEffect transition="in" filter="wipe(left)">
                                      <p:cBhvr>
                                        <p:cTn id="128" dur="500"/>
                                        <p:tgtEl>
                                          <p:spTgt spid="34836"/>
                                        </p:tgtEl>
                                      </p:cBhvr>
                                    </p:animEffect>
                                  </p:childTnLst>
                                </p:cTn>
                              </p:par>
                            </p:childTnLst>
                          </p:cTn>
                        </p:par>
                        <p:par>
                          <p:cTn id="129" fill="hold" nodeType="afterGroup">
                            <p:stCondLst>
                              <p:cond delay="1000"/>
                            </p:stCondLst>
                            <p:childTnLst>
                              <p:par>
                                <p:cTn id="130" presetID="22" presetClass="entr" presetSubtype="8" fill="hold" nodeType="afterEffect">
                                  <p:stCondLst>
                                    <p:cond delay="0"/>
                                  </p:stCondLst>
                                  <p:childTnLst>
                                    <p:set>
                                      <p:cBhvr>
                                        <p:cTn id="131" dur="1" fill="hold">
                                          <p:stCondLst>
                                            <p:cond delay="0"/>
                                          </p:stCondLst>
                                        </p:cTn>
                                        <p:tgtEl>
                                          <p:spTgt spid="34837"/>
                                        </p:tgtEl>
                                        <p:attrNameLst>
                                          <p:attrName>style.visibility</p:attrName>
                                        </p:attrNameLst>
                                      </p:cBhvr>
                                      <p:to>
                                        <p:strVal val="visible"/>
                                      </p:to>
                                    </p:set>
                                    <p:animEffect transition="in" filter="wipe(left)">
                                      <p:cBhvr>
                                        <p:cTn id="132" dur="500"/>
                                        <p:tgtEl>
                                          <p:spTgt spid="348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8" grpId="0" autoUpdateAnimBg="0"/>
      <p:bldP spid="34819" grpId="0" autoUpdateAnimBg="0"/>
      <p:bldP spid="34821" grpId="0" autoUpdateAnimBg="0"/>
      <p:bldP spid="34823" grpId="0" animBg="1"/>
      <p:bldP spid="34836" grpId="0" autoUpdateAnimBg="0"/>
      <p:bldP spid="34842" grpId="0" animBg="1" autoUpdateAnimBg="0"/>
      <p:bldP spid="34843" grpId="0" animBg="1"/>
      <p:bldP spid="34844" grpId="0" animBg="1"/>
      <p:bldP spid="34845" grpId="0" animBg="1"/>
      <p:bldP spid="34857"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5842" name="Object 2">
            <a:extLst>
              <a:ext uri="{FF2B5EF4-FFF2-40B4-BE49-F238E27FC236}">
                <a16:creationId xmlns:a16="http://schemas.microsoft.com/office/drawing/2014/main" id="{35CE0B1C-096F-4A7A-B04A-C8A78588D935}"/>
              </a:ext>
            </a:extLst>
          </p:cNvPr>
          <p:cNvGraphicFramePr>
            <a:graphicFrameLocks/>
          </p:cNvGraphicFramePr>
          <p:nvPr>
            <p:extLst/>
          </p:nvPr>
        </p:nvGraphicFramePr>
        <p:xfrm>
          <a:off x="1214438" y="1909763"/>
          <a:ext cx="2211387" cy="804862"/>
        </p:xfrm>
        <a:graphic>
          <a:graphicData uri="http://schemas.openxmlformats.org/presentationml/2006/ole">
            <mc:AlternateContent xmlns:mc="http://schemas.openxmlformats.org/markup-compatibility/2006">
              <mc:Choice xmlns:v="urn:schemas-microsoft-com:vml" Requires="v">
                <p:oleObj spid="_x0000_s113771" name="公式" r:id="rId3" imgW="2486006" imgH="885723" progId="Equation.3">
                  <p:embed/>
                </p:oleObj>
              </mc:Choice>
              <mc:Fallback>
                <p:oleObj name="公式" r:id="rId3" imgW="2486006" imgH="885723" progId="Equation.3">
                  <p:embed/>
                  <p:pic>
                    <p:nvPicPr>
                      <p:cNvPr id="35842" name="Object 2">
                        <a:extLst>
                          <a:ext uri="{FF2B5EF4-FFF2-40B4-BE49-F238E27FC236}">
                            <a16:creationId xmlns:a16="http://schemas.microsoft.com/office/drawing/2014/main" id="{35CE0B1C-096F-4A7A-B04A-C8A78588D935}"/>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4438" y="1909763"/>
                        <a:ext cx="2211387" cy="804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5843" name="Text Box 3">
            <a:extLst>
              <a:ext uri="{FF2B5EF4-FFF2-40B4-BE49-F238E27FC236}">
                <a16:creationId xmlns:a16="http://schemas.microsoft.com/office/drawing/2014/main" id="{84753120-1989-44EC-A10F-A24AF4179F44}"/>
              </a:ext>
            </a:extLst>
          </p:cNvPr>
          <p:cNvSpPr txBox="1">
            <a:spLocks noChangeArrowheads="1"/>
          </p:cNvSpPr>
          <p:nvPr/>
        </p:nvSpPr>
        <p:spPr bwMode="auto">
          <a:xfrm>
            <a:off x="379413" y="428625"/>
            <a:ext cx="49069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a:solidFill>
                  <a:srgbClr val="FFFF00"/>
                </a:solidFill>
                <a:latin typeface="宋体" panose="02010600030101010101" pitchFamily="2" charset="-122"/>
              </a:rPr>
              <a:t>二</a:t>
            </a:r>
            <a:r>
              <a:rPr lang="en-US" altLang="zh-CN">
                <a:solidFill>
                  <a:srgbClr val="FFFF00"/>
                </a:solidFill>
              </a:rPr>
              <a:t>. </a:t>
            </a:r>
            <a:r>
              <a:rPr lang="zh-CN" altLang="en-US">
                <a:solidFill>
                  <a:srgbClr val="FFFF00"/>
                </a:solidFill>
                <a:latin typeface="宋体" panose="02010600030101010101" pitchFamily="2" charset="-122"/>
              </a:rPr>
              <a:t>观察者静止，波源运动</a:t>
            </a:r>
          </a:p>
        </p:txBody>
      </p:sp>
      <p:sp>
        <p:nvSpPr>
          <p:cNvPr id="35844" name="Text Box 4">
            <a:extLst>
              <a:ext uri="{FF2B5EF4-FFF2-40B4-BE49-F238E27FC236}">
                <a16:creationId xmlns:a16="http://schemas.microsoft.com/office/drawing/2014/main" id="{AC12B688-47ED-47C7-A05D-6B1C53CE4191}"/>
              </a:ext>
            </a:extLst>
          </p:cNvPr>
          <p:cNvSpPr txBox="1">
            <a:spLocks noChangeArrowheads="1"/>
          </p:cNvSpPr>
          <p:nvPr/>
        </p:nvSpPr>
        <p:spPr bwMode="auto">
          <a:xfrm>
            <a:off x="5184775" y="6021388"/>
            <a:ext cx="3352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i="1">
                <a:solidFill>
                  <a:schemeClr val="bg1"/>
                </a:solidFill>
                <a:latin typeface="楷体_GB2312" pitchFamily="49" charset="-122"/>
                <a:ea typeface="楷体_GB2312" pitchFamily="49" charset="-122"/>
              </a:rPr>
              <a:t>S </a:t>
            </a:r>
            <a:r>
              <a:rPr lang="zh-CN" altLang="en-US">
                <a:solidFill>
                  <a:schemeClr val="bg1"/>
                </a:solidFill>
                <a:latin typeface="楷体_GB2312" pitchFamily="49" charset="-122"/>
                <a:ea typeface="楷体_GB2312" pitchFamily="49" charset="-122"/>
              </a:rPr>
              <a:t>运动的前方波长变短</a:t>
            </a:r>
          </a:p>
        </p:txBody>
      </p:sp>
      <p:graphicFrame>
        <p:nvGraphicFramePr>
          <p:cNvPr id="35845" name="Object 5">
            <a:extLst>
              <a:ext uri="{FF2B5EF4-FFF2-40B4-BE49-F238E27FC236}">
                <a16:creationId xmlns:a16="http://schemas.microsoft.com/office/drawing/2014/main" id="{604BA2F3-504F-47CC-AF64-D914A1158590}"/>
              </a:ext>
            </a:extLst>
          </p:cNvPr>
          <p:cNvGraphicFramePr>
            <a:graphicFrameLocks/>
          </p:cNvGraphicFramePr>
          <p:nvPr>
            <p:extLst/>
          </p:nvPr>
        </p:nvGraphicFramePr>
        <p:xfrm>
          <a:off x="928688" y="4459288"/>
          <a:ext cx="2847975" cy="804862"/>
        </p:xfrm>
        <a:graphic>
          <a:graphicData uri="http://schemas.openxmlformats.org/presentationml/2006/ole">
            <mc:AlternateContent xmlns:mc="http://schemas.openxmlformats.org/markup-compatibility/2006">
              <mc:Choice xmlns:v="urn:schemas-microsoft-com:vml" Requires="v">
                <p:oleObj spid="_x0000_s113772" name="公式" r:id="rId5" imgW="3209880" imgH="885723" progId="Equation.3">
                  <p:embed/>
                </p:oleObj>
              </mc:Choice>
              <mc:Fallback>
                <p:oleObj name="公式" r:id="rId5" imgW="3209880" imgH="885723" progId="Equation.3">
                  <p:embed/>
                  <p:pic>
                    <p:nvPicPr>
                      <p:cNvPr id="35845" name="Object 5">
                        <a:extLst>
                          <a:ext uri="{FF2B5EF4-FFF2-40B4-BE49-F238E27FC236}">
                            <a16:creationId xmlns:a16="http://schemas.microsoft.com/office/drawing/2014/main" id="{604BA2F3-504F-47CC-AF64-D914A1158590}"/>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28688" y="4459288"/>
                        <a:ext cx="2847975" cy="804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5846" name="Text Box 6">
            <a:extLst>
              <a:ext uri="{FF2B5EF4-FFF2-40B4-BE49-F238E27FC236}">
                <a16:creationId xmlns:a16="http://schemas.microsoft.com/office/drawing/2014/main" id="{C3FC5CE6-28ED-4EED-BFFC-C79962E71FAD}"/>
              </a:ext>
            </a:extLst>
          </p:cNvPr>
          <p:cNvSpPr txBox="1">
            <a:spLocks noChangeArrowheads="1"/>
          </p:cNvSpPr>
          <p:nvPr/>
        </p:nvSpPr>
        <p:spPr bwMode="auto">
          <a:xfrm>
            <a:off x="428625" y="3716338"/>
            <a:ext cx="45720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a:solidFill>
                  <a:srgbClr val="FFFF00"/>
                </a:solidFill>
                <a:latin typeface="宋体" panose="02010600030101010101" pitchFamily="2" charset="-122"/>
              </a:rPr>
              <a:t>三</a:t>
            </a:r>
            <a:r>
              <a:rPr lang="en-US" altLang="zh-CN">
                <a:solidFill>
                  <a:srgbClr val="FFFF00"/>
                </a:solidFill>
              </a:rPr>
              <a:t>. </a:t>
            </a:r>
            <a:r>
              <a:rPr lang="zh-CN" altLang="en-US">
                <a:solidFill>
                  <a:srgbClr val="FFFF00"/>
                </a:solidFill>
                <a:latin typeface="宋体" panose="02010600030101010101" pitchFamily="2" charset="-122"/>
              </a:rPr>
              <a:t>波源和观察者同时运动</a:t>
            </a:r>
          </a:p>
        </p:txBody>
      </p:sp>
      <p:sp>
        <p:nvSpPr>
          <p:cNvPr id="35847" name="Text Box 7">
            <a:extLst>
              <a:ext uri="{FF2B5EF4-FFF2-40B4-BE49-F238E27FC236}">
                <a16:creationId xmlns:a16="http://schemas.microsoft.com/office/drawing/2014/main" id="{BB402978-1CDD-4259-AB60-76A8F219ABF7}"/>
              </a:ext>
            </a:extLst>
          </p:cNvPr>
          <p:cNvSpPr txBox="1">
            <a:spLocks noChangeArrowheads="1"/>
          </p:cNvSpPr>
          <p:nvPr/>
        </p:nvSpPr>
        <p:spPr bwMode="auto">
          <a:xfrm>
            <a:off x="2765425" y="2965450"/>
            <a:ext cx="10144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a:solidFill>
                  <a:srgbClr val="66FFFF"/>
                </a:solidFill>
                <a:latin typeface="宋体" panose="02010600030101010101" pitchFamily="2" charset="-122"/>
              </a:rPr>
              <a:t>远离</a:t>
            </a:r>
          </a:p>
        </p:txBody>
      </p:sp>
      <p:graphicFrame>
        <p:nvGraphicFramePr>
          <p:cNvPr id="35848" name="Object 8">
            <a:extLst>
              <a:ext uri="{FF2B5EF4-FFF2-40B4-BE49-F238E27FC236}">
                <a16:creationId xmlns:a16="http://schemas.microsoft.com/office/drawing/2014/main" id="{3B777DEB-CF25-49B9-95B4-E83D267F9350}"/>
              </a:ext>
            </a:extLst>
          </p:cNvPr>
          <p:cNvGraphicFramePr>
            <a:graphicFrameLocks noChangeAspect="1"/>
          </p:cNvGraphicFramePr>
          <p:nvPr>
            <p:extLst/>
          </p:nvPr>
        </p:nvGraphicFramePr>
        <p:xfrm>
          <a:off x="3846513" y="2981325"/>
          <a:ext cx="796925" cy="433388"/>
        </p:xfrm>
        <a:graphic>
          <a:graphicData uri="http://schemas.openxmlformats.org/presentationml/2006/ole">
            <mc:AlternateContent xmlns:mc="http://schemas.openxmlformats.org/markup-compatibility/2006">
              <mc:Choice xmlns:v="urn:schemas-microsoft-com:vml" Requires="v">
                <p:oleObj spid="_x0000_s113773" name="公式" r:id="rId7" imgW="838251" imgH="400152" progId="Equation.3">
                  <p:embed/>
                </p:oleObj>
              </mc:Choice>
              <mc:Fallback>
                <p:oleObj name="公式" r:id="rId7" imgW="838251" imgH="400152" progId="Equation.3">
                  <p:embed/>
                  <p:pic>
                    <p:nvPicPr>
                      <p:cNvPr id="35848" name="Object 8">
                        <a:extLst>
                          <a:ext uri="{FF2B5EF4-FFF2-40B4-BE49-F238E27FC236}">
                            <a16:creationId xmlns:a16="http://schemas.microsoft.com/office/drawing/2014/main" id="{3B777DEB-CF25-49B9-95B4-E83D267F935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46513" y="2981325"/>
                        <a:ext cx="796925" cy="433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5849" name="Text Box 9">
            <a:extLst>
              <a:ext uri="{FF2B5EF4-FFF2-40B4-BE49-F238E27FC236}">
                <a16:creationId xmlns:a16="http://schemas.microsoft.com/office/drawing/2014/main" id="{10A4962D-5B7E-4609-85C7-025B240EF6B7}"/>
              </a:ext>
            </a:extLst>
          </p:cNvPr>
          <p:cNvSpPr txBox="1">
            <a:spLocks noChangeArrowheads="1"/>
          </p:cNvSpPr>
          <p:nvPr/>
        </p:nvSpPr>
        <p:spPr bwMode="auto">
          <a:xfrm>
            <a:off x="571500" y="2940050"/>
            <a:ext cx="15017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a:solidFill>
                  <a:srgbClr val="66FFFF"/>
                </a:solidFill>
                <a:latin typeface="宋体" panose="02010600030101010101" pitchFamily="2" charset="-122"/>
              </a:rPr>
              <a:t>靠近</a:t>
            </a:r>
          </a:p>
        </p:txBody>
      </p:sp>
      <p:graphicFrame>
        <p:nvGraphicFramePr>
          <p:cNvPr id="35850" name="Object 10">
            <a:extLst>
              <a:ext uri="{FF2B5EF4-FFF2-40B4-BE49-F238E27FC236}">
                <a16:creationId xmlns:a16="http://schemas.microsoft.com/office/drawing/2014/main" id="{ABDBFC0B-A44A-4708-93F8-9F55C5E8A016}"/>
              </a:ext>
            </a:extLst>
          </p:cNvPr>
          <p:cNvGraphicFramePr>
            <a:graphicFrameLocks noChangeAspect="1"/>
          </p:cNvGraphicFramePr>
          <p:nvPr>
            <p:extLst/>
          </p:nvPr>
        </p:nvGraphicFramePr>
        <p:xfrm>
          <a:off x="1547813" y="2968625"/>
          <a:ext cx="1060450" cy="431800"/>
        </p:xfrm>
        <a:graphic>
          <a:graphicData uri="http://schemas.openxmlformats.org/presentationml/2006/ole">
            <mc:AlternateContent xmlns:mc="http://schemas.openxmlformats.org/markup-compatibility/2006">
              <mc:Choice xmlns:v="urn:schemas-microsoft-com:vml" Requires="v">
                <p:oleObj spid="_x0000_s113774" name="公式" r:id="rId9" imgW="1152633" imgH="400152" progId="Equation.3">
                  <p:embed/>
                </p:oleObj>
              </mc:Choice>
              <mc:Fallback>
                <p:oleObj name="公式" r:id="rId9" imgW="1152633" imgH="400152" progId="Equation.3">
                  <p:embed/>
                  <p:pic>
                    <p:nvPicPr>
                      <p:cNvPr id="35850" name="Object 10">
                        <a:extLst>
                          <a:ext uri="{FF2B5EF4-FFF2-40B4-BE49-F238E27FC236}">
                            <a16:creationId xmlns:a16="http://schemas.microsoft.com/office/drawing/2014/main" id="{ABDBFC0B-A44A-4708-93F8-9F55C5E8A01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547813" y="2968625"/>
                        <a:ext cx="106045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5851" name="Rectangle 11">
            <a:extLst>
              <a:ext uri="{FF2B5EF4-FFF2-40B4-BE49-F238E27FC236}">
                <a16:creationId xmlns:a16="http://schemas.microsoft.com/office/drawing/2014/main" id="{71D4D4BD-462B-4334-9396-6B95F74CCFC0}"/>
              </a:ext>
            </a:extLst>
          </p:cNvPr>
          <p:cNvSpPr>
            <a:spLocks noChangeArrowheads="1"/>
          </p:cNvSpPr>
          <p:nvPr/>
        </p:nvSpPr>
        <p:spPr bwMode="auto">
          <a:xfrm>
            <a:off x="571500" y="5516563"/>
            <a:ext cx="43561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pPr>
            <a:r>
              <a:rPr lang="zh-CN" altLang="en-US">
                <a:solidFill>
                  <a:srgbClr val="66FFFF"/>
                </a:solidFill>
                <a:latin typeface="宋体" panose="02010600030101010101" pitchFamily="2" charset="-122"/>
                <a:ea typeface="楷体_GB2312" pitchFamily="49" charset="-122"/>
              </a:rPr>
              <a:t>符号正负的选择与上述相同</a:t>
            </a:r>
            <a:endParaRPr lang="zh-CN" altLang="en-US">
              <a:solidFill>
                <a:srgbClr val="66FFFF"/>
              </a:solidFill>
              <a:ea typeface="楷体_GB2312" pitchFamily="49" charset="-122"/>
            </a:endParaRPr>
          </a:p>
        </p:txBody>
      </p:sp>
      <p:grpSp>
        <p:nvGrpSpPr>
          <p:cNvPr id="2" name="Group 12">
            <a:extLst>
              <a:ext uri="{FF2B5EF4-FFF2-40B4-BE49-F238E27FC236}">
                <a16:creationId xmlns:a16="http://schemas.microsoft.com/office/drawing/2014/main" id="{EA81C45C-7102-4662-ABD1-CB6FBC75EB52}"/>
              </a:ext>
            </a:extLst>
          </p:cNvPr>
          <p:cNvGrpSpPr>
            <a:grpSpLocks/>
          </p:cNvGrpSpPr>
          <p:nvPr/>
        </p:nvGrpSpPr>
        <p:grpSpPr bwMode="auto">
          <a:xfrm>
            <a:off x="5827713" y="3970338"/>
            <a:ext cx="2711450" cy="431800"/>
            <a:chOff x="3808" y="2381"/>
            <a:chExt cx="1708" cy="272"/>
          </a:xfrm>
        </p:grpSpPr>
        <p:sp>
          <p:nvSpPr>
            <p:cNvPr id="15423" name="Line 13">
              <a:extLst>
                <a:ext uri="{FF2B5EF4-FFF2-40B4-BE49-F238E27FC236}">
                  <a16:creationId xmlns:a16="http://schemas.microsoft.com/office/drawing/2014/main" id="{6E22A53E-2493-4E59-A285-695CFB282E90}"/>
                </a:ext>
              </a:extLst>
            </p:cNvPr>
            <p:cNvSpPr>
              <a:spLocks noChangeShapeType="1"/>
            </p:cNvSpPr>
            <p:nvPr/>
          </p:nvSpPr>
          <p:spPr bwMode="auto">
            <a:xfrm flipV="1">
              <a:off x="3808" y="2381"/>
              <a:ext cx="0" cy="272"/>
            </a:xfrm>
            <a:prstGeom prst="line">
              <a:avLst/>
            </a:prstGeom>
            <a:noFill/>
            <a:ln w="19050">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424" name="Line 14">
              <a:extLst>
                <a:ext uri="{FF2B5EF4-FFF2-40B4-BE49-F238E27FC236}">
                  <a16:creationId xmlns:a16="http://schemas.microsoft.com/office/drawing/2014/main" id="{47AD0274-DF48-4228-954B-451EF964CED6}"/>
                </a:ext>
              </a:extLst>
            </p:cNvPr>
            <p:cNvSpPr>
              <a:spLocks noChangeShapeType="1"/>
            </p:cNvSpPr>
            <p:nvPr/>
          </p:nvSpPr>
          <p:spPr bwMode="auto">
            <a:xfrm flipH="1">
              <a:off x="3808" y="2472"/>
              <a:ext cx="596" cy="0"/>
            </a:xfrm>
            <a:prstGeom prst="line">
              <a:avLst/>
            </a:prstGeom>
            <a:noFill/>
            <a:ln w="19050">
              <a:solidFill>
                <a:srgbClr val="00FF00"/>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15425" name="Line 15">
              <a:extLst>
                <a:ext uri="{FF2B5EF4-FFF2-40B4-BE49-F238E27FC236}">
                  <a16:creationId xmlns:a16="http://schemas.microsoft.com/office/drawing/2014/main" id="{9C7857F5-AA4B-4BB6-AB19-1F4F6B4F2FE2}"/>
                </a:ext>
              </a:extLst>
            </p:cNvPr>
            <p:cNvSpPr>
              <a:spLocks noChangeShapeType="1"/>
            </p:cNvSpPr>
            <p:nvPr/>
          </p:nvSpPr>
          <p:spPr bwMode="auto">
            <a:xfrm>
              <a:off x="4642" y="2472"/>
              <a:ext cx="874" cy="0"/>
            </a:xfrm>
            <a:prstGeom prst="line">
              <a:avLst/>
            </a:prstGeom>
            <a:noFill/>
            <a:ln w="19050">
              <a:solidFill>
                <a:srgbClr val="00FF00"/>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grpSp>
      <p:graphicFrame>
        <p:nvGraphicFramePr>
          <p:cNvPr id="35856" name="Object 16">
            <a:extLst>
              <a:ext uri="{FF2B5EF4-FFF2-40B4-BE49-F238E27FC236}">
                <a16:creationId xmlns:a16="http://schemas.microsoft.com/office/drawing/2014/main" id="{853F2AB9-3869-4CF7-AB8C-4CB68CA74FA1}"/>
              </a:ext>
            </a:extLst>
          </p:cNvPr>
          <p:cNvGraphicFramePr>
            <a:graphicFrameLocks noChangeAspect="1"/>
          </p:cNvGraphicFramePr>
          <p:nvPr>
            <p:extLst/>
          </p:nvPr>
        </p:nvGraphicFramePr>
        <p:xfrm>
          <a:off x="6732588" y="3825875"/>
          <a:ext cx="387350" cy="442913"/>
        </p:xfrm>
        <a:graphic>
          <a:graphicData uri="http://schemas.openxmlformats.org/presentationml/2006/ole">
            <mc:AlternateContent xmlns:mc="http://schemas.openxmlformats.org/markup-compatibility/2006">
              <mc:Choice xmlns:v="urn:schemas-microsoft-com:vml" Requires="v">
                <p:oleObj spid="_x0000_s113775" name="Equation" r:id="rId11" imgW="152298" imgH="152468" progId="Equation.3">
                  <p:embed/>
                </p:oleObj>
              </mc:Choice>
              <mc:Fallback>
                <p:oleObj name="Equation" r:id="rId11" imgW="152298" imgH="152468" progId="Equation.3">
                  <p:embed/>
                  <p:pic>
                    <p:nvPicPr>
                      <p:cNvPr id="35856" name="Object 16">
                        <a:extLst>
                          <a:ext uri="{FF2B5EF4-FFF2-40B4-BE49-F238E27FC236}">
                            <a16:creationId xmlns:a16="http://schemas.microsoft.com/office/drawing/2014/main" id="{853F2AB9-3869-4CF7-AB8C-4CB68CA74FA1}"/>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732588" y="3825875"/>
                        <a:ext cx="387350" cy="442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374" name="Object 17">
            <a:extLst>
              <a:ext uri="{FF2B5EF4-FFF2-40B4-BE49-F238E27FC236}">
                <a16:creationId xmlns:a16="http://schemas.microsoft.com/office/drawing/2014/main" id="{C3CADC1C-E2FA-47CE-8C96-9964AB7F20F4}"/>
              </a:ext>
            </a:extLst>
          </p:cNvPr>
          <p:cNvGraphicFramePr>
            <a:graphicFrameLocks noChangeAspect="1"/>
          </p:cNvGraphicFramePr>
          <p:nvPr>
            <p:extLst/>
          </p:nvPr>
        </p:nvGraphicFramePr>
        <p:xfrm>
          <a:off x="5024438" y="2852738"/>
          <a:ext cx="93662" cy="203200"/>
        </p:xfrm>
        <a:graphic>
          <a:graphicData uri="http://schemas.openxmlformats.org/presentationml/2006/ole">
            <mc:AlternateContent xmlns:mc="http://schemas.openxmlformats.org/markup-compatibility/2006">
              <mc:Choice xmlns:v="urn:schemas-microsoft-com:vml" Requires="v">
                <p:oleObj spid="_x0000_s113776" name="Equation" r:id="rId13" imgW="114151" imgH="215619" progId="Equation.3">
                  <p:embed/>
                </p:oleObj>
              </mc:Choice>
              <mc:Fallback>
                <p:oleObj name="Equation" r:id="rId13" imgW="114151" imgH="215619" progId="Equation.3">
                  <p:embed/>
                  <p:pic>
                    <p:nvPicPr>
                      <p:cNvPr id="15374" name="Object 17">
                        <a:extLst>
                          <a:ext uri="{FF2B5EF4-FFF2-40B4-BE49-F238E27FC236}">
                            <a16:creationId xmlns:a16="http://schemas.microsoft.com/office/drawing/2014/main" id="{C3CADC1C-E2FA-47CE-8C96-9964AB7F20F4}"/>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024438" y="2852738"/>
                        <a:ext cx="93662" cy="203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5858" name="Line 18">
            <a:extLst>
              <a:ext uri="{FF2B5EF4-FFF2-40B4-BE49-F238E27FC236}">
                <a16:creationId xmlns:a16="http://schemas.microsoft.com/office/drawing/2014/main" id="{41E7FCD0-F84A-4165-B57D-C9AD38F68A30}"/>
              </a:ext>
            </a:extLst>
          </p:cNvPr>
          <p:cNvSpPr>
            <a:spLocks noChangeShapeType="1"/>
          </p:cNvSpPr>
          <p:nvPr/>
        </p:nvSpPr>
        <p:spPr bwMode="auto">
          <a:xfrm>
            <a:off x="5867400" y="4979988"/>
            <a:ext cx="0" cy="430212"/>
          </a:xfrm>
          <a:prstGeom prst="line">
            <a:avLst/>
          </a:prstGeom>
          <a:noFill/>
          <a:ln w="19050">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59" name="Line 19">
            <a:extLst>
              <a:ext uri="{FF2B5EF4-FFF2-40B4-BE49-F238E27FC236}">
                <a16:creationId xmlns:a16="http://schemas.microsoft.com/office/drawing/2014/main" id="{12807CF5-AEED-4BE2-9C3E-2AA3DFA31215}"/>
              </a:ext>
            </a:extLst>
          </p:cNvPr>
          <p:cNvSpPr>
            <a:spLocks noChangeShapeType="1"/>
          </p:cNvSpPr>
          <p:nvPr/>
        </p:nvSpPr>
        <p:spPr bwMode="auto">
          <a:xfrm flipH="1">
            <a:off x="5181600" y="5087938"/>
            <a:ext cx="674688" cy="0"/>
          </a:xfrm>
          <a:prstGeom prst="line">
            <a:avLst/>
          </a:prstGeom>
          <a:noFill/>
          <a:ln w="19050">
            <a:solidFill>
              <a:srgbClr val="00FF00"/>
            </a:solidFill>
            <a:round/>
            <a:headEnd type="triangle" w="sm" len="lg"/>
            <a:tailEnd type="triangle" w="sm" len="lg"/>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35860" name="Object 20">
            <a:extLst>
              <a:ext uri="{FF2B5EF4-FFF2-40B4-BE49-F238E27FC236}">
                <a16:creationId xmlns:a16="http://schemas.microsoft.com/office/drawing/2014/main" id="{136DB10B-E1EF-433C-BB86-D7FA4E3408AF}"/>
              </a:ext>
            </a:extLst>
          </p:cNvPr>
          <p:cNvGraphicFramePr>
            <a:graphicFrameLocks noChangeAspect="1"/>
          </p:cNvGraphicFramePr>
          <p:nvPr>
            <p:extLst/>
          </p:nvPr>
        </p:nvGraphicFramePr>
        <p:xfrm>
          <a:off x="5353050" y="5246688"/>
          <a:ext cx="381000" cy="342900"/>
        </p:xfrm>
        <a:graphic>
          <a:graphicData uri="http://schemas.openxmlformats.org/presentationml/2006/ole">
            <mc:AlternateContent xmlns:mc="http://schemas.openxmlformats.org/markup-compatibility/2006">
              <mc:Choice xmlns:v="urn:schemas-microsoft-com:vml" Requires="v">
                <p:oleObj spid="_x0000_s113777" name="Equation" r:id="rId15" imgW="571576" imgH="438116" progId="Equation.3">
                  <p:embed/>
                </p:oleObj>
              </mc:Choice>
              <mc:Fallback>
                <p:oleObj name="Equation" r:id="rId15" imgW="571576" imgH="438116" progId="Equation.3">
                  <p:embed/>
                  <p:pic>
                    <p:nvPicPr>
                      <p:cNvPr id="35860" name="Object 20">
                        <a:extLst>
                          <a:ext uri="{FF2B5EF4-FFF2-40B4-BE49-F238E27FC236}">
                            <a16:creationId xmlns:a16="http://schemas.microsoft.com/office/drawing/2014/main" id="{136DB10B-E1EF-433C-BB86-D7FA4E3408AF}"/>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353050" y="5246688"/>
                        <a:ext cx="381000" cy="342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5861" name="Object 21">
            <a:extLst>
              <a:ext uri="{FF2B5EF4-FFF2-40B4-BE49-F238E27FC236}">
                <a16:creationId xmlns:a16="http://schemas.microsoft.com/office/drawing/2014/main" id="{4827E463-532E-4136-AA83-3E6A8EA87405}"/>
              </a:ext>
            </a:extLst>
          </p:cNvPr>
          <p:cNvGraphicFramePr>
            <a:graphicFrameLocks noChangeAspect="1"/>
          </p:cNvGraphicFramePr>
          <p:nvPr>
            <p:extLst/>
          </p:nvPr>
        </p:nvGraphicFramePr>
        <p:xfrm>
          <a:off x="1071563" y="958850"/>
          <a:ext cx="2655887" cy="827088"/>
        </p:xfrm>
        <a:graphic>
          <a:graphicData uri="http://schemas.openxmlformats.org/presentationml/2006/ole">
            <mc:AlternateContent xmlns:mc="http://schemas.openxmlformats.org/markup-compatibility/2006">
              <mc:Choice xmlns:v="urn:schemas-microsoft-com:vml" Requires="v">
                <p:oleObj spid="_x0000_s113778" name="公式" r:id="rId17" imgW="1352639" imgH="400152" progId="Equation.3">
                  <p:embed/>
                </p:oleObj>
              </mc:Choice>
              <mc:Fallback>
                <p:oleObj name="公式" r:id="rId17" imgW="1352639" imgH="400152" progId="Equation.3">
                  <p:embed/>
                  <p:pic>
                    <p:nvPicPr>
                      <p:cNvPr id="35861" name="Object 21">
                        <a:extLst>
                          <a:ext uri="{FF2B5EF4-FFF2-40B4-BE49-F238E27FC236}">
                            <a16:creationId xmlns:a16="http://schemas.microsoft.com/office/drawing/2014/main" id="{4827E463-532E-4136-AA83-3E6A8EA87405}"/>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071563" y="958850"/>
                        <a:ext cx="2655887" cy="827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35862" name="Picture 22" descr="图形8">
            <a:extLst>
              <a:ext uri="{FF2B5EF4-FFF2-40B4-BE49-F238E27FC236}">
                <a16:creationId xmlns:a16="http://schemas.microsoft.com/office/drawing/2014/main" id="{163C0B44-1822-45FF-BC19-B3936C0F6EAD}"/>
              </a:ext>
            </a:extLst>
          </p:cNvPr>
          <p:cNvPicPr preferRelativeResize="0">
            <a:picLocks noChangeAspect="1" noChangeArrowheads="1"/>
          </p:cNvPicPr>
          <p:nvPr/>
        </p:nvPicPr>
        <p:blipFill>
          <a:blip r:embed="rId19">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829300" y="4340225"/>
            <a:ext cx="2701925" cy="1176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pic>
      <p:sp>
        <p:nvSpPr>
          <p:cNvPr id="35863" name="Line 23">
            <a:extLst>
              <a:ext uri="{FF2B5EF4-FFF2-40B4-BE49-F238E27FC236}">
                <a16:creationId xmlns:a16="http://schemas.microsoft.com/office/drawing/2014/main" id="{6603F233-6D86-498D-BCF1-29162B9D6946}"/>
              </a:ext>
            </a:extLst>
          </p:cNvPr>
          <p:cNvSpPr>
            <a:spLocks noChangeShapeType="1"/>
          </p:cNvSpPr>
          <p:nvPr/>
        </p:nvSpPr>
        <p:spPr bwMode="auto">
          <a:xfrm>
            <a:off x="5187950" y="4941888"/>
            <a:ext cx="334486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64" name="Line 24">
            <a:extLst>
              <a:ext uri="{FF2B5EF4-FFF2-40B4-BE49-F238E27FC236}">
                <a16:creationId xmlns:a16="http://schemas.microsoft.com/office/drawing/2014/main" id="{12D3FD89-806A-407B-9D07-46F9F0052785}"/>
              </a:ext>
            </a:extLst>
          </p:cNvPr>
          <p:cNvSpPr>
            <a:spLocks noChangeShapeType="1"/>
          </p:cNvSpPr>
          <p:nvPr/>
        </p:nvSpPr>
        <p:spPr bwMode="auto">
          <a:xfrm flipV="1">
            <a:off x="8529638" y="3475038"/>
            <a:ext cx="0" cy="1438275"/>
          </a:xfrm>
          <a:prstGeom prst="line">
            <a:avLst/>
          </a:prstGeom>
          <a:noFill/>
          <a:ln w="19050">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65" name="Line 25">
            <a:extLst>
              <a:ext uri="{FF2B5EF4-FFF2-40B4-BE49-F238E27FC236}">
                <a16:creationId xmlns:a16="http://schemas.microsoft.com/office/drawing/2014/main" id="{9AAE801A-144B-4FF6-ACD3-7C3C889D7CEF}"/>
              </a:ext>
            </a:extLst>
          </p:cNvPr>
          <p:cNvSpPr>
            <a:spLocks noChangeShapeType="1"/>
          </p:cNvSpPr>
          <p:nvPr/>
        </p:nvSpPr>
        <p:spPr bwMode="auto">
          <a:xfrm flipV="1">
            <a:off x="5187950" y="3475038"/>
            <a:ext cx="0" cy="1438275"/>
          </a:xfrm>
          <a:prstGeom prst="line">
            <a:avLst/>
          </a:prstGeom>
          <a:noFill/>
          <a:ln w="19050">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66" name="Line 26">
            <a:extLst>
              <a:ext uri="{FF2B5EF4-FFF2-40B4-BE49-F238E27FC236}">
                <a16:creationId xmlns:a16="http://schemas.microsoft.com/office/drawing/2014/main" id="{B89B043D-14C2-4B5C-920F-5DBAC1D93F6F}"/>
              </a:ext>
            </a:extLst>
          </p:cNvPr>
          <p:cNvSpPr>
            <a:spLocks noChangeShapeType="1"/>
          </p:cNvSpPr>
          <p:nvPr/>
        </p:nvSpPr>
        <p:spPr bwMode="auto">
          <a:xfrm>
            <a:off x="5187950" y="4913313"/>
            <a:ext cx="0" cy="933450"/>
          </a:xfrm>
          <a:prstGeom prst="line">
            <a:avLst/>
          </a:prstGeom>
          <a:noFill/>
          <a:ln w="19050">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67" name="Line 27">
            <a:extLst>
              <a:ext uri="{FF2B5EF4-FFF2-40B4-BE49-F238E27FC236}">
                <a16:creationId xmlns:a16="http://schemas.microsoft.com/office/drawing/2014/main" id="{794FC95B-2CBE-484D-A066-93ABBDEB47B0}"/>
              </a:ext>
            </a:extLst>
          </p:cNvPr>
          <p:cNvSpPr>
            <a:spLocks noChangeShapeType="1"/>
          </p:cNvSpPr>
          <p:nvPr/>
        </p:nvSpPr>
        <p:spPr bwMode="auto">
          <a:xfrm>
            <a:off x="8529638" y="4913313"/>
            <a:ext cx="0" cy="1077912"/>
          </a:xfrm>
          <a:prstGeom prst="line">
            <a:avLst/>
          </a:prstGeom>
          <a:noFill/>
          <a:ln w="19050">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3" name="Group 28">
            <a:extLst>
              <a:ext uri="{FF2B5EF4-FFF2-40B4-BE49-F238E27FC236}">
                <a16:creationId xmlns:a16="http://schemas.microsoft.com/office/drawing/2014/main" id="{F4901125-6EDB-480F-95E7-D91FF7B24898}"/>
              </a:ext>
            </a:extLst>
          </p:cNvPr>
          <p:cNvGrpSpPr>
            <a:grpSpLocks/>
          </p:cNvGrpSpPr>
          <p:nvPr/>
        </p:nvGrpSpPr>
        <p:grpSpPr bwMode="auto">
          <a:xfrm>
            <a:off x="5187950" y="3690938"/>
            <a:ext cx="3341688" cy="0"/>
            <a:chOff x="3405" y="2205"/>
            <a:chExt cx="2105" cy="0"/>
          </a:xfrm>
        </p:grpSpPr>
        <p:sp>
          <p:nvSpPr>
            <p:cNvPr id="15421" name="Line 29">
              <a:extLst>
                <a:ext uri="{FF2B5EF4-FFF2-40B4-BE49-F238E27FC236}">
                  <a16:creationId xmlns:a16="http://schemas.microsoft.com/office/drawing/2014/main" id="{9837C4DC-7481-4293-8D1E-9EA16A518DEC}"/>
                </a:ext>
              </a:extLst>
            </p:cNvPr>
            <p:cNvSpPr>
              <a:spLocks noChangeShapeType="1"/>
            </p:cNvSpPr>
            <p:nvPr/>
          </p:nvSpPr>
          <p:spPr bwMode="auto">
            <a:xfrm flipH="1">
              <a:off x="3405" y="2205"/>
              <a:ext cx="794" cy="0"/>
            </a:xfrm>
            <a:prstGeom prst="line">
              <a:avLst/>
            </a:prstGeom>
            <a:noFill/>
            <a:ln w="19050">
              <a:solidFill>
                <a:srgbClr val="00FF00"/>
              </a:solidFill>
              <a:prstDash val="dash"/>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15422" name="Line 30">
              <a:extLst>
                <a:ext uri="{FF2B5EF4-FFF2-40B4-BE49-F238E27FC236}">
                  <a16:creationId xmlns:a16="http://schemas.microsoft.com/office/drawing/2014/main" id="{F8D3BD4B-36F8-49D3-946A-E599F874C306}"/>
                </a:ext>
              </a:extLst>
            </p:cNvPr>
            <p:cNvSpPr>
              <a:spLocks noChangeShapeType="1"/>
            </p:cNvSpPr>
            <p:nvPr/>
          </p:nvSpPr>
          <p:spPr bwMode="auto">
            <a:xfrm>
              <a:off x="4438" y="2205"/>
              <a:ext cx="1072" cy="0"/>
            </a:xfrm>
            <a:prstGeom prst="line">
              <a:avLst/>
            </a:prstGeom>
            <a:noFill/>
            <a:ln w="19050">
              <a:solidFill>
                <a:srgbClr val="00FF00"/>
              </a:solidFill>
              <a:prstDash val="dash"/>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grpSp>
      <p:sp>
        <p:nvSpPr>
          <p:cNvPr id="35871" name="Line 31">
            <a:extLst>
              <a:ext uri="{FF2B5EF4-FFF2-40B4-BE49-F238E27FC236}">
                <a16:creationId xmlns:a16="http://schemas.microsoft.com/office/drawing/2014/main" id="{7D6A82EF-2D9E-44F0-892C-E7AE85121752}"/>
              </a:ext>
            </a:extLst>
          </p:cNvPr>
          <p:cNvSpPr>
            <a:spLocks noChangeShapeType="1"/>
          </p:cNvSpPr>
          <p:nvPr/>
        </p:nvSpPr>
        <p:spPr bwMode="auto">
          <a:xfrm flipH="1">
            <a:off x="5187950" y="5703888"/>
            <a:ext cx="1387475" cy="0"/>
          </a:xfrm>
          <a:prstGeom prst="line">
            <a:avLst/>
          </a:prstGeom>
          <a:noFill/>
          <a:ln w="19050">
            <a:solidFill>
              <a:srgbClr val="00FF00"/>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35872" name="Line 32">
            <a:extLst>
              <a:ext uri="{FF2B5EF4-FFF2-40B4-BE49-F238E27FC236}">
                <a16:creationId xmlns:a16="http://schemas.microsoft.com/office/drawing/2014/main" id="{3A4BA213-3780-4DBF-8AF6-2F28BD5F29D3}"/>
              </a:ext>
            </a:extLst>
          </p:cNvPr>
          <p:cNvSpPr>
            <a:spLocks noChangeShapeType="1"/>
          </p:cNvSpPr>
          <p:nvPr/>
        </p:nvSpPr>
        <p:spPr bwMode="auto">
          <a:xfrm>
            <a:off x="6953250" y="5703888"/>
            <a:ext cx="1576388" cy="0"/>
          </a:xfrm>
          <a:prstGeom prst="line">
            <a:avLst/>
          </a:prstGeom>
          <a:noFill/>
          <a:ln w="19050">
            <a:solidFill>
              <a:srgbClr val="00FF00"/>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35873" name="Object 33">
            <a:extLst>
              <a:ext uri="{FF2B5EF4-FFF2-40B4-BE49-F238E27FC236}">
                <a16:creationId xmlns:a16="http://schemas.microsoft.com/office/drawing/2014/main" id="{F8D98BE3-25F0-45F6-8BE7-FCDD4CBC09BB}"/>
              </a:ext>
            </a:extLst>
          </p:cNvPr>
          <p:cNvGraphicFramePr>
            <a:graphicFrameLocks noChangeAspect="1"/>
          </p:cNvGraphicFramePr>
          <p:nvPr>
            <p:extLst/>
          </p:nvPr>
        </p:nvGraphicFramePr>
        <p:xfrm>
          <a:off x="6488113" y="3467100"/>
          <a:ext cx="304800" cy="442913"/>
        </p:xfrm>
        <a:graphic>
          <a:graphicData uri="http://schemas.openxmlformats.org/presentationml/2006/ole">
            <mc:AlternateContent xmlns:mc="http://schemas.openxmlformats.org/markup-compatibility/2006">
              <mc:Choice xmlns:v="urn:schemas-microsoft-com:vml" Requires="v">
                <p:oleObj spid="_x0000_s113779" name="Equation" r:id="rId20" imgW="114376" imgH="152468" progId="Equation.3">
                  <p:embed/>
                </p:oleObj>
              </mc:Choice>
              <mc:Fallback>
                <p:oleObj name="Equation" r:id="rId20" imgW="114376" imgH="152468" progId="Equation.3">
                  <p:embed/>
                  <p:pic>
                    <p:nvPicPr>
                      <p:cNvPr id="35873" name="Object 33">
                        <a:extLst>
                          <a:ext uri="{FF2B5EF4-FFF2-40B4-BE49-F238E27FC236}">
                            <a16:creationId xmlns:a16="http://schemas.microsoft.com/office/drawing/2014/main" id="{F8D98BE3-25F0-45F6-8BE7-FCDD4CBC09BB}"/>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6488113" y="3467100"/>
                        <a:ext cx="304800" cy="442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389" name="Object 34">
            <a:extLst>
              <a:ext uri="{FF2B5EF4-FFF2-40B4-BE49-F238E27FC236}">
                <a16:creationId xmlns:a16="http://schemas.microsoft.com/office/drawing/2014/main" id="{0DDA9406-58A8-44EA-84B3-08EFF84A46A8}"/>
              </a:ext>
            </a:extLst>
          </p:cNvPr>
          <p:cNvGraphicFramePr>
            <a:graphicFrameLocks noChangeAspect="1"/>
          </p:cNvGraphicFramePr>
          <p:nvPr>
            <p:extLst/>
          </p:nvPr>
        </p:nvGraphicFramePr>
        <p:xfrm>
          <a:off x="5014913" y="2860675"/>
          <a:ext cx="93662" cy="203200"/>
        </p:xfrm>
        <a:graphic>
          <a:graphicData uri="http://schemas.openxmlformats.org/presentationml/2006/ole">
            <mc:AlternateContent xmlns:mc="http://schemas.openxmlformats.org/markup-compatibility/2006">
              <mc:Choice xmlns:v="urn:schemas-microsoft-com:vml" Requires="v">
                <p:oleObj spid="_x0000_s113780" name="Equation" r:id="rId22" imgW="114151" imgH="215619" progId="Equation.3">
                  <p:embed/>
                </p:oleObj>
              </mc:Choice>
              <mc:Fallback>
                <p:oleObj name="Equation" r:id="rId22" imgW="114151" imgH="215619" progId="Equation.3">
                  <p:embed/>
                  <p:pic>
                    <p:nvPicPr>
                      <p:cNvPr id="15389" name="Object 34">
                        <a:extLst>
                          <a:ext uri="{FF2B5EF4-FFF2-40B4-BE49-F238E27FC236}">
                            <a16:creationId xmlns:a16="http://schemas.microsoft.com/office/drawing/2014/main" id="{0DDA9406-58A8-44EA-84B3-08EFF84A46A8}"/>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014913" y="2860675"/>
                        <a:ext cx="93662" cy="203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5875" name="Object 35">
            <a:extLst>
              <a:ext uri="{FF2B5EF4-FFF2-40B4-BE49-F238E27FC236}">
                <a16:creationId xmlns:a16="http://schemas.microsoft.com/office/drawing/2014/main" id="{A0D96CC6-A79D-4122-84F9-A469634894CC}"/>
              </a:ext>
            </a:extLst>
          </p:cNvPr>
          <p:cNvGraphicFramePr>
            <a:graphicFrameLocks/>
          </p:cNvGraphicFramePr>
          <p:nvPr>
            <p:extLst/>
          </p:nvPr>
        </p:nvGraphicFramePr>
        <p:xfrm>
          <a:off x="4859338" y="4697413"/>
          <a:ext cx="268287" cy="390525"/>
        </p:xfrm>
        <a:graphic>
          <a:graphicData uri="http://schemas.openxmlformats.org/presentationml/2006/ole">
            <mc:AlternateContent xmlns:mc="http://schemas.openxmlformats.org/markup-compatibility/2006">
              <mc:Choice xmlns:v="urn:schemas-microsoft-com:vml" Requires="v">
                <p:oleObj spid="_x0000_s113781" name="Equation" r:id="rId23" imgW="114376" imgH="152468" progId="Equation.3">
                  <p:embed/>
                </p:oleObj>
              </mc:Choice>
              <mc:Fallback>
                <p:oleObj name="Equation" r:id="rId23" imgW="114376" imgH="152468" progId="Equation.3">
                  <p:embed/>
                  <p:pic>
                    <p:nvPicPr>
                      <p:cNvPr id="35875" name="Object 35">
                        <a:extLst>
                          <a:ext uri="{FF2B5EF4-FFF2-40B4-BE49-F238E27FC236}">
                            <a16:creationId xmlns:a16="http://schemas.microsoft.com/office/drawing/2014/main" id="{A0D96CC6-A79D-4122-84F9-A469634894CC}"/>
                          </a:ext>
                        </a:extLst>
                      </p:cNvPr>
                      <p:cNvPicPr>
                        <a:picLocks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4859338" y="4697413"/>
                        <a:ext cx="268287" cy="390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5876" name="Object 36">
            <a:extLst>
              <a:ext uri="{FF2B5EF4-FFF2-40B4-BE49-F238E27FC236}">
                <a16:creationId xmlns:a16="http://schemas.microsoft.com/office/drawing/2014/main" id="{071197E6-38ED-46DC-B90E-39B0DD661849}"/>
              </a:ext>
            </a:extLst>
          </p:cNvPr>
          <p:cNvGraphicFramePr>
            <a:graphicFrameLocks/>
          </p:cNvGraphicFramePr>
          <p:nvPr>
            <p:extLst/>
          </p:nvPr>
        </p:nvGraphicFramePr>
        <p:xfrm>
          <a:off x="6553200" y="5410200"/>
          <a:ext cx="463550" cy="530225"/>
        </p:xfrm>
        <a:graphic>
          <a:graphicData uri="http://schemas.openxmlformats.org/presentationml/2006/ole">
            <mc:AlternateContent xmlns:mc="http://schemas.openxmlformats.org/markup-compatibility/2006">
              <mc:Choice xmlns:v="urn:schemas-microsoft-com:vml" Requires="v">
                <p:oleObj spid="_x0000_s113782" name="Equation" r:id="rId25" imgW="209486" imgH="209414" progId="Equation.3">
                  <p:embed/>
                </p:oleObj>
              </mc:Choice>
              <mc:Fallback>
                <p:oleObj name="Equation" r:id="rId25" imgW="209486" imgH="209414" progId="Equation.3">
                  <p:embed/>
                  <p:pic>
                    <p:nvPicPr>
                      <p:cNvPr id="35876" name="Object 36">
                        <a:extLst>
                          <a:ext uri="{FF2B5EF4-FFF2-40B4-BE49-F238E27FC236}">
                            <a16:creationId xmlns:a16="http://schemas.microsoft.com/office/drawing/2014/main" id="{071197E6-38ED-46DC-B90E-39B0DD661849}"/>
                          </a:ext>
                        </a:extLst>
                      </p:cNvPr>
                      <p:cNvPicPr>
                        <a:picLocks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6553200" y="5410200"/>
                        <a:ext cx="463550" cy="530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5877" name="Text Box 37">
            <a:extLst>
              <a:ext uri="{FF2B5EF4-FFF2-40B4-BE49-F238E27FC236}">
                <a16:creationId xmlns:a16="http://schemas.microsoft.com/office/drawing/2014/main" id="{66785F3C-F879-43BD-BFF3-87930BDB5B45}"/>
              </a:ext>
            </a:extLst>
          </p:cNvPr>
          <p:cNvSpPr txBox="1">
            <a:spLocks noChangeArrowheads="1"/>
          </p:cNvSpPr>
          <p:nvPr/>
        </p:nvSpPr>
        <p:spPr bwMode="auto">
          <a:xfrm>
            <a:off x="7297738" y="4119563"/>
            <a:ext cx="3540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i="1">
                <a:solidFill>
                  <a:srgbClr val="FFFF66"/>
                </a:solidFill>
              </a:rPr>
              <a:t>u</a:t>
            </a:r>
          </a:p>
        </p:txBody>
      </p:sp>
      <p:sp>
        <p:nvSpPr>
          <p:cNvPr id="35878" name="Line 38">
            <a:extLst>
              <a:ext uri="{FF2B5EF4-FFF2-40B4-BE49-F238E27FC236}">
                <a16:creationId xmlns:a16="http://schemas.microsoft.com/office/drawing/2014/main" id="{906F8A9A-0D46-4397-841D-7F983D128EB2}"/>
              </a:ext>
            </a:extLst>
          </p:cNvPr>
          <p:cNvSpPr>
            <a:spLocks noChangeShapeType="1"/>
          </p:cNvSpPr>
          <p:nvPr/>
        </p:nvSpPr>
        <p:spPr bwMode="auto">
          <a:xfrm>
            <a:off x="7213600" y="4494213"/>
            <a:ext cx="558800" cy="0"/>
          </a:xfrm>
          <a:prstGeom prst="line">
            <a:avLst/>
          </a:prstGeom>
          <a:noFill/>
          <a:ln w="28575">
            <a:solidFill>
              <a:srgbClr val="00FFFF"/>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pic>
        <p:nvPicPr>
          <p:cNvPr id="35879" name="Picture 39" descr="图形9">
            <a:extLst>
              <a:ext uri="{FF2B5EF4-FFF2-40B4-BE49-F238E27FC236}">
                <a16:creationId xmlns:a16="http://schemas.microsoft.com/office/drawing/2014/main" id="{4FAD8D14-0A4B-472D-A3A7-EFBD6A6A8B23}"/>
              </a:ext>
            </a:extLst>
          </p:cNvPr>
          <p:cNvPicPr preferRelativeResize="0">
            <a:picLocks noChangeAspect="1" noChangeArrowheads="1"/>
          </p:cNvPicPr>
          <p:nvPr/>
        </p:nvPicPr>
        <p:blipFill>
          <a:blip r:embed="rId27">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192713" y="4343400"/>
            <a:ext cx="3313112" cy="1150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pic>
      <p:sp>
        <p:nvSpPr>
          <p:cNvPr id="35880" name="Oval 40">
            <a:extLst>
              <a:ext uri="{FF2B5EF4-FFF2-40B4-BE49-F238E27FC236}">
                <a16:creationId xmlns:a16="http://schemas.microsoft.com/office/drawing/2014/main" id="{84458E4E-9FE6-44C9-B281-7DCC6C3C0DC1}"/>
              </a:ext>
            </a:extLst>
          </p:cNvPr>
          <p:cNvSpPr>
            <a:spLocks noChangeArrowheads="1"/>
          </p:cNvSpPr>
          <p:nvPr/>
        </p:nvSpPr>
        <p:spPr bwMode="auto">
          <a:xfrm>
            <a:off x="5508625" y="533400"/>
            <a:ext cx="2578100" cy="2578100"/>
          </a:xfrm>
          <a:prstGeom prst="ellipse">
            <a:avLst/>
          </a:prstGeom>
          <a:noFill/>
          <a:ln w="28575">
            <a:solidFill>
              <a:srgbClr val="00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5881" name="Oval 41">
            <a:extLst>
              <a:ext uri="{FF2B5EF4-FFF2-40B4-BE49-F238E27FC236}">
                <a16:creationId xmlns:a16="http://schemas.microsoft.com/office/drawing/2014/main" id="{9E500BAE-6208-4C18-B0E9-8F85DE7C19E6}"/>
              </a:ext>
            </a:extLst>
          </p:cNvPr>
          <p:cNvSpPr>
            <a:spLocks noChangeArrowheads="1"/>
          </p:cNvSpPr>
          <p:nvPr/>
        </p:nvSpPr>
        <p:spPr bwMode="auto">
          <a:xfrm>
            <a:off x="5967413" y="933450"/>
            <a:ext cx="1947862" cy="1778000"/>
          </a:xfrm>
          <a:prstGeom prst="ellipse">
            <a:avLst/>
          </a:prstGeom>
          <a:noFill/>
          <a:ln w="28575">
            <a:solidFill>
              <a:srgbClr val="66FF33"/>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5882" name="Oval 42">
            <a:extLst>
              <a:ext uri="{FF2B5EF4-FFF2-40B4-BE49-F238E27FC236}">
                <a16:creationId xmlns:a16="http://schemas.microsoft.com/office/drawing/2014/main" id="{3CD6431C-6707-456A-B5B3-EBB2A05AFD40}"/>
              </a:ext>
            </a:extLst>
          </p:cNvPr>
          <p:cNvSpPr>
            <a:spLocks noChangeArrowheads="1"/>
          </p:cNvSpPr>
          <p:nvPr/>
        </p:nvSpPr>
        <p:spPr bwMode="auto">
          <a:xfrm>
            <a:off x="6424613" y="1163638"/>
            <a:ext cx="1317625" cy="1317625"/>
          </a:xfrm>
          <a:prstGeom prst="ellipse">
            <a:avLst/>
          </a:prstGeom>
          <a:noFill/>
          <a:ln w="28575">
            <a:solidFill>
              <a:srgbClr val="66FF33"/>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5883" name="Oval 43">
            <a:extLst>
              <a:ext uri="{FF2B5EF4-FFF2-40B4-BE49-F238E27FC236}">
                <a16:creationId xmlns:a16="http://schemas.microsoft.com/office/drawing/2014/main" id="{D9C845AF-0506-4C64-9DFC-4AF11BF12933}"/>
              </a:ext>
            </a:extLst>
          </p:cNvPr>
          <p:cNvSpPr>
            <a:spLocks noChangeArrowheads="1"/>
          </p:cNvSpPr>
          <p:nvPr/>
        </p:nvSpPr>
        <p:spPr bwMode="auto">
          <a:xfrm flipV="1">
            <a:off x="7112000" y="1793875"/>
            <a:ext cx="58738" cy="57150"/>
          </a:xfrm>
          <a:prstGeom prst="ellipse">
            <a:avLst/>
          </a:prstGeom>
          <a:solidFill>
            <a:srgbClr val="FFFFFF"/>
          </a:solidFill>
          <a:ln w="3175">
            <a:solidFill>
              <a:schemeClr val="bg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5884" name="Oval 44">
            <a:extLst>
              <a:ext uri="{FF2B5EF4-FFF2-40B4-BE49-F238E27FC236}">
                <a16:creationId xmlns:a16="http://schemas.microsoft.com/office/drawing/2014/main" id="{EE128193-F7A6-4E5D-837A-0D6DADD13F33}"/>
              </a:ext>
            </a:extLst>
          </p:cNvPr>
          <p:cNvSpPr>
            <a:spLocks noChangeArrowheads="1"/>
          </p:cNvSpPr>
          <p:nvPr/>
        </p:nvSpPr>
        <p:spPr bwMode="auto">
          <a:xfrm flipV="1">
            <a:off x="6769100" y="1793875"/>
            <a:ext cx="57150" cy="57150"/>
          </a:xfrm>
          <a:prstGeom prst="ellipse">
            <a:avLst/>
          </a:prstGeom>
          <a:solidFill>
            <a:srgbClr val="FFFFFF"/>
          </a:solidFill>
          <a:ln w="3175">
            <a:solidFill>
              <a:schemeClr val="bg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5885" name="Oval 45">
            <a:extLst>
              <a:ext uri="{FF2B5EF4-FFF2-40B4-BE49-F238E27FC236}">
                <a16:creationId xmlns:a16="http://schemas.microsoft.com/office/drawing/2014/main" id="{EC5EDAA6-C9B9-46C5-B2E2-232EB0B484E2}"/>
              </a:ext>
            </a:extLst>
          </p:cNvPr>
          <p:cNvSpPr>
            <a:spLocks noChangeArrowheads="1"/>
          </p:cNvSpPr>
          <p:nvPr/>
        </p:nvSpPr>
        <p:spPr bwMode="auto">
          <a:xfrm flipV="1">
            <a:off x="6940550" y="1793875"/>
            <a:ext cx="58738" cy="57150"/>
          </a:xfrm>
          <a:prstGeom prst="ellipse">
            <a:avLst/>
          </a:prstGeom>
          <a:solidFill>
            <a:srgbClr val="FFFFFF"/>
          </a:solidFill>
          <a:ln w="3175">
            <a:solidFill>
              <a:schemeClr val="bg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aphicFrame>
        <p:nvGraphicFramePr>
          <p:cNvPr id="35886" name="Object 46">
            <a:extLst>
              <a:ext uri="{FF2B5EF4-FFF2-40B4-BE49-F238E27FC236}">
                <a16:creationId xmlns:a16="http://schemas.microsoft.com/office/drawing/2014/main" id="{3B0D79A6-A58D-4020-851B-3A875372FDC5}"/>
              </a:ext>
            </a:extLst>
          </p:cNvPr>
          <p:cNvGraphicFramePr>
            <a:graphicFrameLocks noChangeAspect="1"/>
          </p:cNvGraphicFramePr>
          <p:nvPr>
            <p:extLst/>
          </p:nvPr>
        </p:nvGraphicFramePr>
        <p:xfrm>
          <a:off x="6530975" y="1793875"/>
          <a:ext cx="242888" cy="285750"/>
        </p:xfrm>
        <a:graphic>
          <a:graphicData uri="http://schemas.openxmlformats.org/presentationml/2006/ole">
            <mc:AlternateContent xmlns:mc="http://schemas.openxmlformats.org/markup-compatibility/2006">
              <mc:Choice xmlns:v="urn:schemas-microsoft-com:vml" Requires="v">
                <p:oleObj spid="_x0000_s113783" name="Equation" r:id="rId28" imgW="123857" imgH="152468" progId="Equation.3">
                  <p:embed/>
                </p:oleObj>
              </mc:Choice>
              <mc:Fallback>
                <p:oleObj name="Equation" r:id="rId28" imgW="123857" imgH="152468" progId="Equation.3">
                  <p:embed/>
                  <p:pic>
                    <p:nvPicPr>
                      <p:cNvPr id="35886" name="Object 46">
                        <a:extLst>
                          <a:ext uri="{FF2B5EF4-FFF2-40B4-BE49-F238E27FC236}">
                            <a16:creationId xmlns:a16="http://schemas.microsoft.com/office/drawing/2014/main" id="{3B0D79A6-A58D-4020-851B-3A875372FDC5}"/>
                          </a:ext>
                        </a:extLst>
                      </p:cNvPr>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6530975" y="1793875"/>
                        <a:ext cx="242888" cy="285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5887" name="Object 47">
            <a:extLst>
              <a:ext uri="{FF2B5EF4-FFF2-40B4-BE49-F238E27FC236}">
                <a16:creationId xmlns:a16="http://schemas.microsoft.com/office/drawing/2014/main" id="{CABEAFBE-D646-46B3-9E06-7EF0324017E2}"/>
              </a:ext>
            </a:extLst>
          </p:cNvPr>
          <p:cNvGraphicFramePr>
            <a:graphicFrameLocks noChangeAspect="1"/>
          </p:cNvGraphicFramePr>
          <p:nvPr>
            <p:extLst/>
          </p:nvPr>
        </p:nvGraphicFramePr>
        <p:xfrm>
          <a:off x="6954838" y="1196975"/>
          <a:ext cx="371475" cy="504825"/>
        </p:xfrm>
        <a:graphic>
          <a:graphicData uri="http://schemas.openxmlformats.org/presentationml/2006/ole">
            <mc:AlternateContent xmlns:mc="http://schemas.openxmlformats.org/markup-compatibility/2006">
              <mc:Choice xmlns:v="urn:schemas-microsoft-com:vml" Requires="v">
                <p:oleObj spid="_x0000_s113784" name="公式" r:id="rId30" imgW="285635" imgH="400152" progId="Equation.3">
                  <p:embed/>
                </p:oleObj>
              </mc:Choice>
              <mc:Fallback>
                <p:oleObj name="公式" r:id="rId30" imgW="285635" imgH="400152" progId="Equation.3">
                  <p:embed/>
                  <p:pic>
                    <p:nvPicPr>
                      <p:cNvPr id="35887" name="Object 47">
                        <a:extLst>
                          <a:ext uri="{FF2B5EF4-FFF2-40B4-BE49-F238E27FC236}">
                            <a16:creationId xmlns:a16="http://schemas.microsoft.com/office/drawing/2014/main" id="{CABEAFBE-D646-46B3-9E06-7EF0324017E2}"/>
                          </a:ext>
                        </a:extLst>
                      </p:cNvPr>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6954838" y="1196975"/>
                        <a:ext cx="371475" cy="504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5888" name="Line 48">
            <a:extLst>
              <a:ext uri="{FF2B5EF4-FFF2-40B4-BE49-F238E27FC236}">
                <a16:creationId xmlns:a16="http://schemas.microsoft.com/office/drawing/2014/main" id="{CF240447-A25E-4016-878C-1B7E316B0BE7}"/>
              </a:ext>
            </a:extLst>
          </p:cNvPr>
          <p:cNvSpPr>
            <a:spLocks noChangeShapeType="1"/>
          </p:cNvSpPr>
          <p:nvPr/>
        </p:nvSpPr>
        <p:spPr bwMode="auto">
          <a:xfrm>
            <a:off x="7564438" y="1820863"/>
            <a:ext cx="171450" cy="0"/>
          </a:xfrm>
          <a:prstGeom prst="line">
            <a:avLst/>
          </a:prstGeom>
          <a:noFill/>
          <a:ln w="28575">
            <a:solidFill>
              <a:srgbClr val="FF66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889" name="Line 49">
            <a:extLst>
              <a:ext uri="{FF2B5EF4-FFF2-40B4-BE49-F238E27FC236}">
                <a16:creationId xmlns:a16="http://schemas.microsoft.com/office/drawing/2014/main" id="{0C5D89B2-FFDD-4956-87DB-5DE5F841AD45}"/>
              </a:ext>
            </a:extLst>
          </p:cNvPr>
          <p:cNvSpPr>
            <a:spLocks noChangeShapeType="1"/>
          </p:cNvSpPr>
          <p:nvPr/>
        </p:nvSpPr>
        <p:spPr bwMode="auto">
          <a:xfrm flipH="1">
            <a:off x="7927975" y="1817688"/>
            <a:ext cx="200025" cy="0"/>
          </a:xfrm>
          <a:prstGeom prst="line">
            <a:avLst/>
          </a:prstGeom>
          <a:noFill/>
          <a:ln w="28575">
            <a:solidFill>
              <a:srgbClr val="FF66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35890" name="Object 50">
            <a:extLst>
              <a:ext uri="{FF2B5EF4-FFF2-40B4-BE49-F238E27FC236}">
                <a16:creationId xmlns:a16="http://schemas.microsoft.com/office/drawing/2014/main" id="{E68E459E-A1B6-4DBE-AE61-7218673F96EE}"/>
              </a:ext>
            </a:extLst>
          </p:cNvPr>
          <p:cNvGraphicFramePr>
            <a:graphicFrameLocks noChangeAspect="1"/>
          </p:cNvGraphicFramePr>
          <p:nvPr>
            <p:extLst/>
          </p:nvPr>
        </p:nvGraphicFramePr>
        <p:xfrm>
          <a:off x="7740650" y="1736725"/>
          <a:ext cx="206375" cy="204788"/>
        </p:xfrm>
        <a:graphic>
          <a:graphicData uri="http://schemas.openxmlformats.org/presentationml/2006/ole">
            <mc:AlternateContent xmlns:mc="http://schemas.openxmlformats.org/markup-compatibility/2006">
              <mc:Choice xmlns:v="urn:schemas-microsoft-com:vml" Requires="v">
                <p:oleObj spid="_x0000_s113785" name="Equation" r:id="rId32" imgW="152298" imgH="152468" progId="Equation.3">
                  <p:embed/>
                </p:oleObj>
              </mc:Choice>
              <mc:Fallback>
                <p:oleObj name="Equation" r:id="rId32" imgW="152298" imgH="152468" progId="Equation.3">
                  <p:embed/>
                  <p:pic>
                    <p:nvPicPr>
                      <p:cNvPr id="35890" name="Object 50">
                        <a:extLst>
                          <a:ext uri="{FF2B5EF4-FFF2-40B4-BE49-F238E27FC236}">
                            <a16:creationId xmlns:a16="http://schemas.microsoft.com/office/drawing/2014/main" id="{E68E459E-A1B6-4DBE-AE61-7218673F96EE}"/>
                          </a:ext>
                        </a:extLst>
                      </p:cNvPr>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7740650" y="1736725"/>
                        <a:ext cx="206375" cy="204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35891" name="Picture 51" descr="多普勒2">
            <a:extLst>
              <a:ext uri="{FF2B5EF4-FFF2-40B4-BE49-F238E27FC236}">
                <a16:creationId xmlns:a16="http://schemas.microsoft.com/office/drawing/2014/main" id="{A701A7AE-6CD3-449D-9A0F-987D6CA343D4}"/>
              </a:ext>
            </a:extLst>
          </p:cNvPr>
          <p:cNvPicPr>
            <a:picLocks noChangeAspect="1" noChangeArrowheads="1"/>
          </p:cNvPicPr>
          <p:nvPr/>
        </p:nvPicPr>
        <p:blipFill>
          <a:blip r:embed="rId3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159750" y="1687513"/>
            <a:ext cx="2667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92" name="Line 52">
            <a:extLst>
              <a:ext uri="{FF2B5EF4-FFF2-40B4-BE49-F238E27FC236}">
                <a16:creationId xmlns:a16="http://schemas.microsoft.com/office/drawing/2014/main" id="{42A78796-B012-48CF-B50A-8FBAE8B20014}"/>
              </a:ext>
            </a:extLst>
          </p:cNvPr>
          <p:cNvSpPr>
            <a:spLocks noChangeShapeType="1"/>
          </p:cNvSpPr>
          <p:nvPr/>
        </p:nvSpPr>
        <p:spPr bwMode="auto">
          <a:xfrm flipV="1">
            <a:off x="6800850" y="533400"/>
            <a:ext cx="0" cy="1262063"/>
          </a:xfrm>
          <a:prstGeom prst="line">
            <a:avLst/>
          </a:prstGeom>
          <a:noFill/>
          <a:ln w="28575">
            <a:solidFill>
              <a:schemeClr val="bg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893" name="Line 53">
            <a:extLst>
              <a:ext uri="{FF2B5EF4-FFF2-40B4-BE49-F238E27FC236}">
                <a16:creationId xmlns:a16="http://schemas.microsoft.com/office/drawing/2014/main" id="{FEDF7EBF-1B8C-476A-8414-AD36CB5FCFC8}"/>
              </a:ext>
            </a:extLst>
          </p:cNvPr>
          <p:cNvSpPr>
            <a:spLocks noChangeShapeType="1"/>
          </p:cNvSpPr>
          <p:nvPr/>
        </p:nvSpPr>
        <p:spPr bwMode="auto">
          <a:xfrm>
            <a:off x="6965950" y="1852613"/>
            <a:ext cx="0" cy="849312"/>
          </a:xfrm>
          <a:prstGeom prst="line">
            <a:avLst/>
          </a:prstGeom>
          <a:noFill/>
          <a:ln w="28575">
            <a:solidFill>
              <a:schemeClr val="bg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894" name="Line 54">
            <a:extLst>
              <a:ext uri="{FF2B5EF4-FFF2-40B4-BE49-F238E27FC236}">
                <a16:creationId xmlns:a16="http://schemas.microsoft.com/office/drawing/2014/main" id="{6962A5BB-2D26-43D0-A8C3-52344A6DEC5F}"/>
              </a:ext>
            </a:extLst>
          </p:cNvPr>
          <p:cNvSpPr>
            <a:spLocks noChangeShapeType="1"/>
          </p:cNvSpPr>
          <p:nvPr/>
        </p:nvSpPr>
        <p:spPr bwMode="auto">
          <a:xfrm>
            <a:off x="7146925" y="1858963"/>
            <a:ext cx="0" cy="598487"/>
          </a:xfrm>
          <a:prstGeom prst="line">
            <a:avLst/>
          </a:prstGeom>
          <a:noFill/>
          <a:ln w="28575">
            <a:solidFill>
              <a:srgbClr val="FFFFFF"/>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895" name="Line 55">
            <a:extLst>
              <a:ext uri="{FF2B5EF4-FFF2-40B4-BE49-F238E27FC236}">
                <a16:creationId xmlns:a16="http://schemas.microsoft.com/office/drawing/2014/main" id="{8C62CF5A-1BC0-4FAE-A9CA-80C447348618}"/>
              </a:ext>
            </a:extLst>
          </p:cNvPr>
          <p:cNvSpPr>
            <a:spLocks noChangeShapeType="1"/>
          </p:cNvSpPr>
          <p:nvPr/>
        </p:nvSpPr>
        <p:spPr bwMode="auto">
          <a:xfrm>
            <a:off x="6927850" y="1700213"/>
            <a:ext cx="293688" cy="0"/>
          </a:xfrm>
          <a:prstGeom prst="line">
            <a:avLst/>
          </a:prstGeom>
          <a:noFill/>
          <a:ln w="28575">
            <a:solidFill>
              <a:srgbClr val="00FF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896" name="Rectangle 56">
            <a:extLst>
              <a:ext uri="{FF2B5EF4-FFF2-40B4-BE49-F238E27FC236}">
                <a16:creationId xmlns:a16="http://schemas.microsoft.com/office/drawing/2014/main" id="{AE9558A8-1408-4D90-AE12-B4F7C52865B9}"/>
              </a:ext>
            </a:extLst>
          </p:cNvPr>
          <p:cNvSpPr>
            <a:spLocks noChangeArrowheads="1"/>
          </p:cNvSpPr>
          <p:nvPr/>
        </p:nvSpPr>
        <p:spPr bwMode="auto">
          <a:xfrm>
            <a:off x="8013700" y="1271588"/>
            <a:ext cx="9509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a:solidFill>
                  <a:schemeClr val="bg1"/>
                </a:solidFill>
                <a:ea typeface="楷体_GB2312" pitchFamily="49" charset="-122"/>
              </a:rPr>
              <a:t>观察者</a:t>
            </a:r>
          </a:p>
        </p:txBody>
      </p:sp>
      <p:sp>
        <p:nvSpPr>
          <p:cNvPr id="35897" name="Line 57">
            <a:extLst>
              <a:ext uri="{FF2B5EF4-FFF2-40B4-BE49-F238E27FC236}">
                <a16:creationId xmlns:a16="http://schemas.microsoft.com/office/drawing/2014/main" id="{11A2536A-1693-4A91-A914-A4B46C49B4F4}"/>
              </a:ext>
            </a:extLst>
          </p:cNvPr>
          <p:cNvSpPr>
            <a:spLocks noChangeShapeType="1"/>
          </p:cNvSpPr>
          <p:nvPr/>
        </p:nvSpPr>
        <p:spPr bwMode="auto">
          <a:xfrm>
            <a:off x="5218113" y="4941888"/>
            <a:ext cx="431800" cy="0"/>
          </a:xfrm>
          <a:prstGeom prst="line">
            <a:avLst/>
          </a:prstGeom>
          <a:noFill/>
          <a:ln w="28575">
            <a:solidFill>
              <a:srgbClr val="66FF33"/>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4" name="Group 58">
            <a:extLst>
              <a:ext uri="{FF2B5EF4-FFF2-40B4-BE49-F238E27FC236}">
                <a16:creationId xmlns:a16="http://schemas.microsoft.com/office/drawing/2014/main" id="{72F08255-26AA-4251-AC3E-823252FF3AC2}"/>
              </a:ext>
            </a:extLst>
          </p:cNvPr>
          <p:cNvGrpSpPr>
            <a:grpSpLocks/>
          </p:cNvGrpSpPr>
          <p:nvPr/>
        </p:nvGrpSpPr>
        <p:grpSpPr bwMode="auto">
          <a:xfrm>
            <a:off x="8172450" y="2781300"/>
            <a:ext cx="431800" cy="292100"/>
            <a:chOff x="5012" y="3612"/>
            <a:chExt cx="272" cy="184"/>
          </a:xfrm>
        </p:grpSpPr>
        <p:grpSp>
          <p:nvGrpSpPr>
            <p:cNvPr id="15415" name="Group 59">
              <a:extLst>
                <a:ext uri="{FF2B5EF4-FFF2-40B4-BE49-F238E27FC236}">
                  <a16:creationId xmlns:a16="http://schemas.microsoft.com/office/drawing/2014/main" id="{79D21C7E-73A1-47E4-B41D-A1DD2D284528}"/>
                </a:ext>
              </a:extLst>
            </p:cNvPr>
            <p:cNvGrpSpPr>
              <a:grpSpLocks/>
            </p:cNvGrpSpPr>
            <p:nvPr/>
          </p:nvGrpSpPr>
          <p:grpSpPr bwMode="auto">
            <a:xfrm>
              <a:off x="5030" y="3621"/>
              <a:ext cx="248" cy="175"/>
              <a:chOff x="4958" y="1120"/>
              <a:chExt cx="248" cy="175"/>
            </a:xfrm>
          </p:grpSpPr>
          <p:sp>
            <p:nvSpPr>
              <p:cNvPr id="15417" name="AutoShape 60">
                <a:hlinkClick r:id="rId35" action="ppaction://hlinkfile"/>
                <a:extLst>
                  <a:ext uri="{FF2B5EF4-FFF2-40B4-BE49-F238E27FC236}">
                    <a16:creationId xmlns:a16="http://schemas.microsoft.com/office/drawing/2014/main" id="{6ACB71D5-0370-423D-A863-9DA8A3047C3A}"/>
                  </a:ext>
                </a:extLst>
              </p:cNvPr>
              <p:cNvSpPr>
                <a:spLocks noChangeArrowheads="1"/>
              </p:cNvSpPr>
              <p:nvPr/>
            </p:nvSpPr>
            <p:spPr bwMode="auto">
              <a:xfrm>
                <a:off x="4958" y="1120"/>
                <a:ext cx="248" cy="175"/>
              </a:xfrm>
              <a:prstGeom prst="roundRect">
                <a:avLst>
                  <a:gd name="adj" fmla="val 19116"/>
                </a:avLst>
              </a:prstGeom>
              <a:solidFill>
                <a:srgbClr val="33CCCC">
                  <a:alpha val="39999"/>
                </a:srgbClr>
              </a:solidFill>
              <a:ln w="9525">
                <a:solidFill>
                  <a:srgbClr val="006666"/>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5418" name="AutoShape 61">
                <a:extLst>
                  <a:ext uri="{FF2B5EF4-FFF2-40B4-BE49-F238E27FC236}">
                    <a16:creationId xmlns:a16="http://schemas.microsoft.com/office/drawing/2014/main" id="{F45893D0-C14A-494F-B01E-7A6B7505BBC8}"/>
                  </a:ext>
                </a:extLst>
              </p:cNvPr>
              <p:cNvSpPr>
                <a:spLocks noChangeArrowheads="1"/>
              </p:cNvSpPr>
              <p:nvPr/>
            </p:nvSpPr>
            <p:spPr bwMode="auto">
              <a:xfrm>
                <a:off x="4991" y="1154"/>
                <a:ext cx="179" cy="104"/>
              </a:xfrm>
              <a:prstGeom prst="roundRect">
                <a:avLst>
                  <a:gd name="adj" fmla="val 22079"/>
                </a:avLst>
              </a:prstGeom>
              <a:solidFill>
                <a:srgbClr val="33CCCC">
                  <a:alpha val="50195"/>
                </a:srgbClr>
              </a:solidFill>
              <a:ln w="3175">
                <a:solidFill>
                  <a:srgbClr val="006666"/>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5419" name="AutoShape 62">
                <a:extLst>
                  <a:ext uri="{FF2B5EF4-FFF2-40B4-BE49-F238E27FC236}">
                    <a16:creationId xmlns:a16="http://schemas.microsoft.com/office/drawing/2014/main" id="{985828DB-D74D-4A62-9747-B96E142DDF37}"/>
                  </a:ext>
                </a:extLst>
              </p:cNvPr>
              <p:cNvSpPr>
                <a:spLocks noChangeArrowheads="1"/>
              </p:cNvSpPr>
              <p:nvPr/>
            </p:nvSpPr>
            <p:spPr bwMode="auto">
              <a:xfrm rot="5400000">
                <a:off x="5054" y="1174"/>
                <a:ext cx="66" cy="66"/>
              </a:xfrm>
              <a:prstGeom prst="triangle">
                <a:avLst>
                  <a:gd name="adj" fmla="val 50000"/>
                </a:avLst>
              </a:prstGeom>
              <a:solidFill>
                <a:srgbClr val="006666"/>
              </a:solidFill>
              <a:ln w="9525">
                <a:solidFill>
                  <a:srgbClr val="006666"/>
                </a:solidFill>
                <a:miter lim="800000"/>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5420" name="Line 63">
                <a:extLst>
                  <a:ext uri="{FF2B5EF4-FFF2-40B4-BE49-F238E27FC236}">
                    <a16:creationId xmlns:a16="http://schemas.microsoft.com/office/drawing/2014/main" id="{A54488D0-F861-422D-BE6A-AEFD3885BB36}"/>
                  </a:ext>
                </a:extLst>
              </p:cNvPr>
              <p:cNvSpPr>
                <a:spLocks noChangeShapeType="1"/>
              </p:cNvSpPr>
              <p:nvPr/>
            </p:nvSpPr>
            <p:spPr bwMode="auto">
              <a:xfrm>
                <a:off x="4985" y="1177"/>
                <a:ext cx="0" cy="0"/>
              </a:xfrm>
              <a:prstGeom prst="line">
                <a:avLst/>
              </a:prstGeom>
              <a:noFill/>
              <a:ln w="9525">
                <a:solidFill>
                  <a:srgbClr val="33CCCC"/>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5416" name="Rectangle 64">
              <a:hlinkClick r:id="rId36" action="ppaction://hlinkfile" tooltip="点击播放动画"/>
              <a:extLst>
                <a:ext uri="{FF2B5EF4-FFF2-40B4-BE49-F238E27FC236}">
                  <a16:creationId xmlns:a16="http://schemas.microsoft.com/office/drawing/2014/main" id="{635888D3-8457-4C77-A9E1-21313EF43B64}"/>
                </a:ext>
              </a:extLst>
            </p:cNvPr>
            <p:cNvSpPr>
              <a:spLocks noChangeArrowheads="1"/>
            </p:cNvSpPr>
            <p:nvPr/>
          </p:nvSpPr>
          <p:spPr bwMode="auto">
            <a:xfrm>
              <a:off x="5012" y="3612"/>
              <a:ext cx="272" cy="181"/>
            </a:xfrm>
            <a:prstGeom prst="rect">
              <a:avLst/>
            </a:prstGeom>
            <a:solidFill>
              <a:srgbClr val="00CC99">
                <a:alpha val="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
        <p:nvSpPr>
          <p:cNvPr id="15414" name="灯片编号占位符 1">
            <a:extLst>
              <a:ext uri="{FF2B5EF4-FFF2-40B4-BE49-F238E27FC236}">
                <a16:creationId xmlns:a16="http://schemas.microsoft.com/office/drawing/2014/main" id="{18DFF983-AAE6-48C7-88EE-BA7D43E31CF4}"/>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A47BA697-E103-4F1E-8DCA-B1CA4A7E9859}" type="slidenum">
              <a:rPr lang="en-US" altLang="zh-CN" b="0">
                <a:solidFill>
                  <a:srgbClr val="FF00FF"/>
                </a:solidFill>
              </a:rPr>
              <a:pPr eaLnBrk="1" hangingPunct="1"/>
              <a:t>4</a:t>
            </a:fld>
            <a:r>
              <a:rPr lang="en-US" altLang="zh-CN" b="0">
                <a:solidFill>
                  <a:srgbClr val="FF00FF"/>
                </a:solidFill>
              </a:rPr>
              <a:t>/23</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35843"/>
                                        </p:tgtEl>
                                        <p:attrNameLst>
                                          <p:attrName>style.visibility</p:attrName>
                                        </p:attrNameLst>
                                      </p:cBhvr>
                                      <p:to>
                                        <p:strVal val="visible"/>
                                      </p:to>
                                    </p:set>
                                    <p:animEffect transition="in" filter="blinds(horizontal)">
                                      <p:cBhvr>
                                        <p:cTn id="7" dur="500"/>
                                        <p:tgtEl>
                                          <p:spTgt spid="3584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5884"/>
                                        </p:tgtEl>
                                        <p:attrNameLst>
                                          <p:attrName>style.visibility</p:attrName>
                                        </p:attrNameLst>
                                      </p:cBhvr>
                                      <p:to>
                                        <p:strVal val="visible"/>
                                      </p:to>
                                    </p:set>
                                    <p:animEffect transition="in" filter="dissolve">
                                      <p:cBhvr>
                                        <p:cTn id="12" dur="500"/>
                                        <p:tgtEl>
                                          <p:spTgt spid="35884"/>
                                        </p:tgtEl>
                                      </p:cBhvr>
                                    </p:animEffect>
                                  </p:childTnLst>
                                </p:cTn>
                              </p:par>
                              <p:par>
                                <p:cTn id="13" presetID="9" presetClass="entr" presetSubtype="0" fill="hold" nodeType="withEffect">
                                  <p:stCondLst>
                                    <p:cond delay="0"/>
                                  </p:stCondLst>
                                  <p:childTnLst>
                                    <p:set>
                                      <p:cBhvr>
                                        <p:cTn id="14" dur="1" fill="hold">
                                          <p:stCondLst>
                                            <p:cond delay="0"/>
                                          </p:stCondLst>
                                        </p:cTn>
                                        <p:tgtEl>
                                          <p:spTgt spid="35886"/>
                                        </p:tgtEl>
                                        <p:attrNameLst>
                                          <p:attrName>style.visibility</p:attrName>
                                        </p:attrNameLst>
                                      </p:cBhvr>
                                      <p:to>
                                        <p:strVal val="visible"/>
                                      </p:to>
                                    </p:set>
                                    <p:animEffect transition="in" filter="dissolve">
                                      <p:cBhvr>
                                        <p:cTn id="15" dur="500"/>
                                        <p:tgtEl>
                                          <p:spTgt spid="35886"/>
                                        </p:tgtEl>
                                      </p:cBhvr>
                                    </p:animEffect>
                                  </p:childTnLst>
                                </p:cTn>
                              </p:par>
                              <p:par>
                                <p:cTn id="16" presetID="9" presetClass="entr" presetSubtype="0" fill="hold" nodeType="withEffect">
                                  <p:stCondLst>
                                    <p:cond delay="0"/>
                                  </p:stCondLst>
                                  <p:childTnLst>
                                    <p:set>
                                      <p:cBhvr>
                                        <p:cTn id="17" dur="1" fill="hold">
                                          <p:stCondLst>
                                            <p:cond delay="0"/>
                                          </p:stCondLst>
                                        </p:cTn>
                                        <p:tgtEl>
                                          <p:spTgt spid="35895"/>
                                        </p:tgtEl>
                                        <p:attrNameLst>
                                          <p:attrName>style.visibility</p:attrName>
                                        </p:attrNameLst>
                                      </p:cBhvr>
                                      <p:to>
                                        <p:strVal val="visible"/>
                                      </p:to>
                                    </p:set>
                                    <p:animEffect transition="in" filter="dissolve">
                                      <p:cBhvr>
                                        <p:cTn id="18" dur="500"/>
                                        <p:tgtEl>
                                          <p:spTgt spid="35895"/>
                                        </p:tgtEl>
                                      </p:cBhvr>
                                    </p:animEffect>
                                  </p:childTnLst>
                                </p:cTn>
                              </p:par>
                              <p:par>
                                <p:cTn id="19" presetID="9" presetClass="entr" presetSubtype="0" fill="hold" nodeType="withEffect">
                                  <p:stCondLst>
                                    <p:cond delay="0"/>
                                  </p:stCondLst>
                                  <p:childTnLst>
                                    <p:set>
                                      <p:cBhvr>
                                        <p:cTn id="20" dur="1" fill="hold">
                                          <p:stCondLst>
                                            <p:cond delay="0"/>
                                          </p:stCondLst>
                                        </p:cTn>
                                        <p:tgtEl>
                                          <p:spTgt spid="35887"/>
                                        </p:tgtEl>
                                        <p:attrNameLst>
                                          <p:attrName>style.visibility</p:attrName>
                                        </p:attrNameLst>
                                      </p:cBhvr>
                                      <p:to>
                                        <p:strVal val="visible"/>
                                      </p:to>
                                    </p:set>
                                    <p:animEffect transition="in" filter="dissolve">
                                      <p:cBhvr>
                                        <p:cTn id="21" dur="500"/>
                                        <p:tgtEl>
                                          <p:spTgt spid="35887"/>
                                        </p:tgtEl>
                                      </p:cBhvr>
                                    </p:animEffect>
                                  </p:childTnLst>
                                </p:cTn>
                              </p:par>
                            </p:childTnLst>
                          </p:cTn>
                        </p:par>
                        <p:par>
                          <p:cTn id="22" fill="hold" nodeType="afterGroup">
                            <p:stCondLst>
                              <p:cond delay="500"/>
                            </p:stCondLst>
                            <p:childTnLst>
                              <p:par>
                                <p:cTn id="23" presetID="9" presetClass="entr" presetSubtype="0" fill="hold" nodeType="afterEffect">
                                  <p:stCondLst>
                                    <p:cond delay="0"/>
                                  </p:stCondLst>
                                  <p:childTnLst>
                                    <p:set>
                                      <p:cBhvr>
                                        <p:cTn id="24" dur="1" fill="hold">
                                          <p:stCondLst>
                                            <p:cond delay="0"/>
                                          </p:stCondLst>
                                        </p:cTn>
                                        <p:tgtEl>
                                          <p:spTgt spid="35891"/>
                                        </p:tgtEl>
                                        <p:attrNameLst>
                                          <p:attrName>style.visibility</p:attrName>
                                        </p:attrNameLst>
                                      </p:cBhvr>
                                      <p:to>
                                        <p:strVal val="visible"/>
                                      </p:to>
                                    </p:set>
                                    <p:animEffect transition="in" filter="dissolve">
                                      <p:cBhvr>
                                        <p:cTn id="25" dur="500"/>
                                        <p:tgtEl>
                                          <p:spTgt spid="35891"/>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35896"/>
                                        </p:tgtEl>
                                        <p:attrNameLst>
                                          <p:attrName>style.visibility</p:attrName>
                                        </p:attrNameLst>
                                      </p:cBhvr>
                                      <p:to>
                                        <p:strVal val="visible"/>
                                      </p:to>
                                    </p:set>
                                    <p:animEffect transition="in" filter="dissolve">
                                      <p:cBhvr>
                                        <p:cTn id="28" dur="500"/>
                                        <p:tgtEl>
                                          <p:spTgt spid="35896"/>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3" presetClass="entr" presetSubtype="16" fill="hold" grpId="0" nodeType="clickEffect">
                                  <p:stCondLst>
                                    <p:cond delay="0"/>
                                  </p:stCondLst>
                                  <p:childTnLst>
                                    <p:set>
                                      <p:cBhvr>
                                        <p:cTn id="32" dur="1" fill="hold">
                                          <p:stCondLst>
                                            <p:cond delay="0"/>
                                          </p:stCondLst>
                                        </p:cTn>
                                        <p:tgtEl>
                                          <p:spTgt spid="35880"/>
                                        </p:tgtEl>
                                        <p:attrNameLst>
                                          <p:attrName>style.visibility</p:attrName>
                                        </p:attrNameLst>
                                      </p:cBhvr>
                                      <p:to>
                                        <p:strVal val="visible"/>
                                      </p:to>
                                    </p:set>
                                    <p:anim calcmode="lin" valueType="num">
                                      <p:cBhvr>
                                        <p:cTn id="33" dur="3000" fill="hold"/>
                                        <p:tgtEl>
                                          <p:spTgt spid="35880"/>
                                        </p:tgtEl>
                                        <p:attrNameLst>
                                          <p:attrName>ppt_w</p:attrName>
                                        </p:attrNameLst>
                                      </p:cBhvr>
                                      <p:tavLst>
                                        <p:tav tm="0">
                                          <p:val>
                                            <p:fltVal val="0"/>
                                          </p:val>
                                        </p:tav>
                                        <p:tav tm="100000">
                                          <p:val>
                                            <p:strVal val="#ppt_w"/>
                                          </p:val>
                                        </p:tav>
                                      </p:tavLst>
                                    </p:anim>
                                    <p:anim calcmode="lin" valueType="num">
                                      <p:cBhvr>
                                        <p:cTn id="34" dur="3000" fill="hold"/>
                                        <p:tgtEl>
                                          <p:spTgt spid="35880"/>
                                        </p:tgtEl>
                                        <p:attrNameLst>
                                          <p:attrName>ppt_h</p:attrName>
                                        </p:attrNameLst>
                                      </p:cBhvr>
                                      <p:tavLst>
                                        <p:tav tm="0">
                                          <p:val>
                                            <p:fltVal val="0"/>
                                          </p:val>
                                        </p:tav>
                                        <p:tav tm="100000">
                                          <p:val>
                                            <p:strVal val="#ppt_h"/>
                                          </p:val>
                                        </p:tav>
                                      </p:tavLst>
                                    </p:anim>
                                  </p:childTnLst>
                                </p:cTn>
                              </p:par>
                              <p:par>
                                <p:cTn id="35" presetID="23" presetClass="entr" presetSubtype="16" fill="hold" grpId="0" nodeType="withEffect">
                                  <p:stCondLst>
                                    <p:cond delay="1000"/>
                                  </p:stCondLst>
                                  <p:childTnLst>
                                    <p:set>
                                      <p:cBhvr>
                                        <p:cTn id="36" dur="1" fill="hold">
                                          <p:stCondLst>
                                            <p:cond delay="0"/>
                                          </p:stCondLst>
                                        </p:cTn>
                                        <p:tgtEl>
                                          <p:spTgt spid="35885"/>
                                        </p:tgtEl>
                                        <p:attrNameLst>
                                          <p:attrName>style.visibility</p:attrName>
                                        </p:attrNameLst>
                                      </p:cBhvr>
                                      <p:to>
                                        <p:strVal val="visible"/>
                                      </p:to>
                                    </p:set>
                                    <p:anim calcmode="lin" valueType="num">
                                      <p:cBhvr>
                                        <p:cTn id="37" dur="500" fill="hold"/>
                                        <p:tgtEl>
                                          <p:spTgt spid="35885"/>
                                        </p:tgtEl>
                                        <p:attrNameLst>
                                          <p:attrName>ppt_w</p:attrName>
                                        </p:attrNameLst>
                                      </p:cBhvr>
                                      <p:tavLst>
                                        <p:tav tm="0">
                                          <p:val>
                                            <p:fltVal val="0"/>
                                          </p:val>
                                        </p:tav>
                                        <p:tav tm="100000">
                                          <p:val>
                                            <p:strVal val="#ppt_w"/>
                                          </p:val>
                                        </p:tav>
                                      </p:tavLst>
                                    </p:anim>
                                    <p:anim calcmode="lin" valueType="num">
                                      <p:cBhvr>
                                        <p:cTn id="38" dur="500" fill="hold"/>
                                        <p:tgtEl>
                                          <p:spTgt spid="35885"/>
                                        </p:tgtEl>
                                        <p:attrNameLst>
                                          <p:attrName>ppt_h</p:attrName>
                                        </p:attrNameLst>
                                      </p:cBhvr>
                                      <p:tavLst>
                                        <p:tav tm="0">
                                          <p:val>
                                            <p:fltVal val="0"/>
                                          </p:val>
                                        </p:tav>
                                        <p:tav tm="100000">
                                          <p:val>
                                            <p:strVal val="#ppt_h"/>
                                          </p:val>
                                        </p:tav>
                                      </p:tavLst>
                                    </p:anim>
                                  </p:childTnLst>
                                </p:cTn>
                              </p:par>
                              <p:par>
                                <p:cTn id="39" presetID="23" presetClass="entr" presetSubtype="16" fill="hold" grpId="0" nodeType="withEffect">
                                  <p:stCondLst>
                                    <p:cond delay="1000"/>
                                  </p:stCondLst>
                                  <p:childTnLst>
                                    <p:set>
                                      <p:cBhvr>
                                        <p:cTn id="40" dur="1" fill="hold">
                                          <p:stCondLst>
                                            <p:cond delay="0"/>
                                          </p:stCondLst>
                                        </p:cTn>
                                        <p:tgtEl>
                                          <p:spTgt spid="35881"/>
                                        </p:tgtEl>
                                        <p:attrNameLst>
                                          <p:attrName>style.visibility</p:attrName>
                                        </p:attrNameLst>
                                      </p:cBhvr>
                                      <p:to>
                                        <p:strVal val="visible"/>
                                      </p:to>
                                    </p:set>
                                    <p:anim calcmode="lin" valueType="num">
                                      <p:cBhvr>
                                        <p:cTn id="41" dur="2000" fill="hold"/>
                                        <p:tgtEl>
                                          <p:spTgt spid="35881"/>
                                        </p:tgtEl>
                                        <p:attrNameLst>
                                          <p:attrName>ppt_w</p:attrName>
                                        </p:attrNameLst>
                                      </p:cBhvr>
                                      <p:tavLst>
                                        <p:tav tm="0">
                                          <p:val>
                                            <p:fltVal val="0"/>
                                          </p:val>
                                        </p:tav>
                                        <p:tav tm="100000">
                                          <p:val>
                                            <p:strVal val="#ppt_w"/>
                                          </p:val>
                                        </p:tav>
                                      </p:tavLst>
                                    </p:anim>
                                    <p:anim calcmode="lin" valueType="num">
                                      <p:cBhvr>
                                        <p:cTn id="42" dur="2000" fill="hold"/>
                                        <p:tgtEl>
                                          <p:spTgt spid="35881"/>
                                        </p:tgtEl>
                                        <p:attrNameLst>
                                          <p:attrName>ppt_h</p:attrName>
                                        </p:attrNameLst>
                                      </p:cBhvr>
                                      <p:tavLst>
                                        <p:tav tm="0">
                                          <p:val>
                                            <p:fltVal val="0"/>
                                          </p:val>
                                        </p:tav>
                                        <p:tav tm="100000">
                                          <p:val>
                                            <p:strVal val="#ppt_h"/>
                                          </p:val>
                                        </p:tav>
                                      </p:tavLst>
                                    </p:anim>
                                  </p:childTnLst>
                                </p:cTn>
                              </p:par>
                              <p:par>
                                <p:cTn id="43" presetID="23" presetClass="entr" presetSubtype="16" fill="hold" grpId="0" nodeType="withEffect">
                                  <p:stCondLst>
                                    <p:cond delay="2000"/>
                                  </p:stCondLst>
                                  <p:childTnLst>
                                    <p:set>
                                      <p:cBhvr>
                                        <p:cTn id="44" dur="1" fill="hold">
                                          <p:stCondLst>
                                            <p:cond delay="0"/>
                                          </p:stCondLst>
                                        </p:cTn>
                                        <p:tgtEl>
                                          <p:spTgt spid="35883"/>
                                        </p:tgtEl>
                                        <p:attrNameLst>
                                          <p:attrName>style.visibility</p:attrName>
                                        </p:attrNameLst>
                                      </p:cBhvr>
                                      <p:to>
                                        <p:strVal val="visible"/>
                                      </p:to>
                                    </p:set>
                                    <p:anim calcmode="lin" valueType="num">
                                      <p:cBhvr>
                                        <p:cTn id="45" dur="500" fill="hold"/>
                                        <p:tgtEl>
                                          <p:spTgt spid="35883"/>
                                        </p:tgtEl>
                                        <p:attrNameLst>
                                          <p:attrName>ppt_w</p:attrName>
                                        </p:attrNameLst>
                                      </p:cBhvr>
                                      <p:tavLst>
                                        <p:tav tm="0">
                                          <p:val>
                                            <p:fltVal val="0"/>
                                          </p:val>
                                        </p:tav>
                                        <p:tav tm="100000">
                                          <p:val>
                                            <p:strVal val="#ppt_w"/>
                                          </p:val>
                                        </p:tav>
                                      </p:tavLst>
                                    </p:anim>
                                    <p:anim calcmode="lin" valueType="num">
                                      <p:cBhvr>
                                        <p:cTn id="46" dur="500" fill="hold"/>
                                        <p:tgtEl>
                                          <p:spTgt spid="35883"/>
                                        </p:tgtEl>
                                        <p:attrNameLst>
                                          <p:attrName>ppt_h</p:attrName>
                                        </p:attrNameLst>
                                      </p:cBhvr>
                                      <p:tavLst>
                                        <p:tav tm="0">
                                          <p:val>
                                            <p:fltVal val="0"/>
                                          </p:val>
                                        </p:tav>
                                        <p:tav tm="100000">
                                          <p:val>
                                            <p:strVal val="#ppt_h"/>
                                          </p:val>
                                        </p:tav>
                                      </p:tavLst>
                                    </p:anim>
                                  </p:childTnLst>
                                </p:cTn>
                              </p:par>
                              <p:par>
                                <p:cTn id="47" presetID="23" presetClass="entr" presetSubtype="16" fill="hold" grpId="0" nodeType="withEffect">
                                  <p:stCondLst>
                                    <p:cond delay="2000"/>
                                  </p:stCondLst>
                                  <p:childTnLst>
                                    <p:set>
                                      <p:cBhvr>
                                        <p:cTn id="48" dur="1" fill="hold">
                                          <p:stCondLst>
                                            <p:cond delay="0"/>
                                          </p:stCondLst>
                                        </p:cTn>
                                        <p:tgtEl>
                                          <p:spTgt spid="35882"/>
                                        </p:tgtEl>
                                        <p:attrNameLst>
                                          <p:attrName>style.visibility</p:attrName>
                                        </p:attrNameLst>
                                      </p:cBhvr>
                                      <p:to>
                                        <p:strVal val="visible"/>
                                      </p:to>
                                    </p:set>
                                    <p:anim calcmode="lin" valueType="num">
                                      <p:cBhvr>
                                        <p:cTn id="49" dur="1000" fill="hold"/>
                                        <p:tgtEl>
                                          <p:spTgt spid="35882"/>
                                        </p:tgtEl>
                                        <p:attrNameLst>
                                          <p:attrName>ppt_w</p:attrName>
                                        </p:attrNameLst>
                                      </p:cBhvr>
                                      <p:tavLst>
                                        <p:tav tm="0">
                                          <p:val>
                                            <p:fltVal val="0"/>
                                          </p:val>
                                        </p:tav>
                                        <p:tav tm="100000">
                                          <p:val>
                                            <p:strVal val="#ppt_w"/>
                                          </p:val>
                                        </p:tav>
                                      </p:tavLst>
                                    </p:anim>
                                    <p:anim calcmode="lin" valueType="num">
                                      <p:cBhvr>
                                        <p:cTn id="50" dur="1000" fill="hold"/>
                                        <p:tgtEl>
                                          <p:spTgt spid="35882"/>
                                        </p:tgtEl>
                                        <p:attrNameLst>
                                          <p:attrName>ppt_h</p:attrName>
                                        </p:attrNameLst>
                                      </p:cBhvr>
                                      <p:tavLst>
                                        <p:tav tm="0">
                                          <p:val>
                                            <p:fltVal val="0"/>
                                          </p:val>
                                        </p:tav>
                                        <p:tav tm="100000">
                                          <p:val>
                                            <p:strVal val="#ppt_h"/>
                                          </p:val>
                                        </p:tav>
                                      </p:tavLst>
                                    </p:anim>
                                  </p:childTnLst>
                                </p:cTn>
                              </p:par>
                            </p:childTnLst>
                          </p:cTn>
                        </p:par>
                        <p:par>
                          <p:cTn id="51" fill="hold" nodeType="afterGroup">
                            <p:stCondLst>
                              <p:cond delay="3000"/>
                            </p:stCondLst>
                            <p:childTnLst>
                              <p:par>
                                <p:cTn id="52" presetID="22" presetClass="entr" presetSubtype="4" fill="hold" nodeType="afterEffect">
                                  <p:stCondLst>
                                    <p:cond delay="0"/>
                                  </p:stCondLst>
                                  <p:childTnLst>
                                    <p:set>
                                      <p:cBhvr>
                                        <p:cTn id="53" dur="1" fill="hold">
                                          <p:stCondLst>
                                            <p:cond delay="0"/>
                                          </p:stCondLst>
                                        </p:cTn>
                                        <p:tgtEl>
                                          <p:spTgt spid="35892"/>
                                        </p:tgtEl>
                                        <p:attrNameLst>
                                          <p:attrName>style.visibility</p:attrName>
                                        </p:attrNameLst>
                                      </p:cBhvr>
                                      <p:to>
                                        <p:strVal val="visible"/>
                                      </p:to>
                                    </p:set>
                                    <p:animEffect transition="in" filter="wipe(down)">
                                      <p:cBhvr>
                                        <p:cTn id="54" dur="500"/>
                                        <p:tgtEl>
                                          <p:spTgt spid="35892"/>
                                        </p:tgtEl>
                                      </p:cBhvr>
                                    </p:animEffect>
                                  </p:childTnLst>
                                </p:cTn>
                              </p:par>
                            </p:childTnLst>
                          </p:cTn>
                        </p:par>
                        <p:par>
                          <p:cTn id="55" fill="hold" nodeType="afterGroup">
                            <p:stCondLst>
                              <p:cond delay="3500"/>
                            </p:stCondLst>
                            <p:childTnLst>
                              <p:par>
                                <p:cTn id="56" presetID="22" presetClass="entr" presetSubtype="1" fill="hold" nodeType="afterEffect">
                                  <p:stCondLst>
                                    <p:cond delay="0"/>
                                  </p:stCondLst>
                                  <p:childTnLst>
                                    <p:set>
                                      <p:cBhvr>
                                        <p:cTn id="57" dur="1" fill="hold">
                                          <p:stCondLst>
                                            <p:cond delay="0"/>
                                          </p:stCondLst>
                                        </p:cTn>
                                        <p:tgtEl>
                                          <p:spTgt spid="35893"/>
                                        </p:tgtEl>
                                        <p:attrNameLst>
                                          <p:attrName>style.visibility</p:attrName>
                                        </p:attrNameLst>
                                      </p:cBhvr>
                                      <p:to>
                                        <p:strVal val="visible"/>
                                      </p:to>
                                    </p:set>
                                    <p:animEffect transition="in" filter="wipe(up)">
                                      <p:cBhvr>
                                        <p:cTn id="58" dur="500"/>
                                        <p:tgtEl>
                                          <p:spTgt spid="35893"/>
                                        </p:tgtEl>
                                      </p:cBhvr>
                                    </p:animEffect>
                                  </p:childTnLst>
                                </p:cTn>
                              </p:par>
                            </p:childTnLst>
                          </p:cTn>
                        </p:par>
                        <p:par>
                          <p:cTn id="59" fill="hold" nodeType="afterGroup">
                            <p:stCondLst>
                              <p:cond delay="4000"/>
                            </p:stCondLst>
                            <p:childTnLst>
                              <p:par>
                                <p:cTn id="60" presetID="22" presetClass="entr" presetSubtype="1" fill="hold" nodeType="afterEffect">
                                  <p:stCondLst>
                                    <p:cond delay="0"/>
                                  </p:stCondLst>
                                  <p:childTnLst>
                                    <p:set>
                                      <p:cBhvr>
                                        <p:cTn id="61" dur="1" fill="hold">
                                          <p:stCondLst>
                                            <p:cond delay="0"/>
                                          </p:stCondLst>
                                        </p:cTn>
                                        <p:tgtEl>
                                          <p:spTgt spid="35894"/>
                                        </p:tgtEl>
                                        <p:attrNameLst>
                                          <p:attrName>style.visibility</p:attrName>
                                        </p:attrNameLst>
                                      </p:cBhvr>
                                      <p:to>
                                        <p:strVal val="visible"/>
                                      </p:to>
                                    </p:set>
                                    <p:animEffect transition="in" filter="wipe(up)">
                                      <p:cBhvr>
                                        <p:cTn id="62" dur="500"/>
                                        <p:tgtEl>
                                          <p:spTgt spid="35894"/>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9" presetClass="entr" presetSubtype="0" fill="hold" nodeType="clickEffect">
                                  <p:stCondLst>
                                    <p:cond delay="0"/>
                                  </p:stCondLst>
                                  <p:childTnLst>
                                    <p:set>
                                      <p:cBhvr>
                                        <p:cTn id="66" dur="1" fill="hold">
                                          <p:stCondLst>
                                            <p:cond delay="0"/>
                                          </p:stCondLst>
                                        </p:cTn>
                                        <p:tgtEl>
                                          <p:spTgt spid="35888"/>
                                        </p:tgtEl>
                                        <p:attrNameLst>
                                          <p:attrName>style.visibility</p:attrName>
                                        </p:attrNameLst>
                                      </p:cBhvr>
                                      <p:to>
                                        <p:strVal val="visible"/>
                                      </p:to>
                                    </p:set>
                                    <p:animEffect transition="in" filter="dissolve">
                                      <p:cBhvr>
                                        <p:cTn id="67" dur="500"/>
                                        <p:tgtEl>
                                          <p:spTgt spid="35888"/>
                                        </p:tgtEl>
                                      </p:cBhvr>
                                    </p:animEffect>
                                  </p:childTnLst>
                                </p:cTn>
                              </p:par>
                              <p:par>
                                <p:cTn id="68" presetID="9" presetClass="entr" presetSubtype="0" fill="hold" nodeType="withEffect">
                                  <p:stCondLst>
                                    <p:cond delay="0"/>
                                  </p:stCondLst>
                                  <p:childTnLst>
                                    <p:set>
                                      <p:cBhvr>
                                        <p:cTn id="69" dur="1" fill="hold">
                                          <p:stCondLst>
                                            <p:cond delay="0"/>
                                          </p:stCondLst>
                                        </p:cTn>
                                        <p:tgtEl>
                                          <p:spTgt spid="35889"/>
                                        </p:tgtEl>
                                        <p:attrNameLst>
                                          <p:attrName>style.visibility</p:attrName>
                                        </p:attrNameLst>
                                      </p:cBhvr>
                                      <p:to>
                                        <p:strVal val="visible"/>
                                      </p:to>
                                    </p:set>
                                    <p:animEffect transition="in" filter="dissolve">
                                      <p:cBhvr>
                                        <p:cTn id="70" dur="500"/>
                                        <p:tgtEl>
                                          <p:spTgt spid="35889"/>
                                        </p:tgtEl>
                                      </p:cBhvr>
                                    </p:animEffect>
                                  </p:childTnLst>
                                </p:cTn>
                              </p:par>
                              <p:par>
                                <p:cTn id="71" presetID="9" presetClass="entr" presetSubtype="0" fill="hold" nodeType="withEffect">
                                  <p:stCondLst>
                                    <p:cond delay="0"/>
                                  </p:stCondLst>
                                  <p:childTnLst>
                                    <p:set>
                                      <p:cBhvr>
                                        <p:cTn id="72" dur="1" fill="hold">
                                          <p:stCondLst>
                                            <p:cond delay="0"/>
                                          </p:stCondLst>
                                        </p:cTn>
                                        <p:tgtEl>
                                          <p:spTgt spid="35890"/>
                                        </p:tgtEl>
                                        <p:attrNameLst>
                                          <p:attrName>style.visibility</p:attrName>
                                        </p:attrNameLst>
                                      </p:cBhvr>
                                      <p:to>
                                        <p:strVal val="visible"/>
                                      </p:to>
                                    </p:set>
                                    <p:animEffect transition="in" filter="dissolve">
                                      <p:cBhvr>
                                        <p:cTn id="73" dur="500"/>
                                        <p:tgtEl>
                                          <p:spTgt spid="35890"/>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9" presetClass="entr" presetSubtype="0" fill="hold" nodeType="clickEffect">
                                  <p:stCondLst>
                                    <p:cond delay="0"/>
                                  </p:stCondLst>
                                  <p:childTnLst>
                                    <p:set>
                                      <p:cBhvr>
                                        <p:cTn id="77" dur="1" fill="hold">
                                          <p:stCondLst>
                                            <p:cond delay="0"/>
                                          </p:stCondLst>
                                        </p:cTn>
                                        <p:tgtEl>
                                          <p:spTgt spid="35875"/>
                                        </p:tgtEl>
                                        <p:attrNameLst>
                                          <p:attrName>style.visibility</p:attrName>
                                        </p:attrNameLst>
                                      </p:cBhvr>
                                      <p:to>
                                        <p:strVal val="visible"/>
                                      </p:to>
                                    </p:set>
                                    <p:animEffect transition="in" filter="dissolve">
                                      <p:cBhvr>
                                        <p:cTn id="78" dur="500"/>
                                        <p:tgtEl>
                                          <p:spTgt spid="35875"/>
                                        </p:tgtEl>
                                      </p:cBhvr>
                                    </p:animEffect>
                                  </p:childTnLst>
                                </p:cTn>
                              </p:par>
                              <p:par>
                                <p:cTn id="79" presetID="9" presetClass="entr" presetSubtype="0" fill="hold" nodeType="withEffect">
                                  <p:stCondLst>
                                    <p:cond delay="0"/>
                                  </p:stCondLst>
                                  <p:childTnLst>
                                    <p:set>
                                      <p:cBhvr>
                                        <p:cTn id="80" dur="1" fill="hold">
                                          <p:stCondLst>
                                            <p:cond delay="0"/>
                                          </p:stCondLst>
                                        </p:cTn>
                                        <p:tgtEl>
                                          <p:spTgt spid="35897"/>
                                        </p:tgtEl>
                                        <p:attrNameLst>
                                          <p:attrName>style.visibility</p:attrName>
                                        </p:attrNameLst>
                                      </p:cBhvr>
                                      <p:to>
                                        <p:strVal val="visible"/>
                                      </p:to>
                                    </p:set>
                                    <p:animEffect transition="in" filter="dissolve">
                                      <p:cBhvr>
                                        <p:cTn id="81" dur="500"/>
                                        <p:tgtEl>
                                          <p:spTgt spid="35897"/>
                                        </p:tgtEl>
                                      </p:cBhvr>
                                    </p:animEffect>
                                  </p:childTnLst>
                                </p:cTn>
                              </p:par>
                            </p:childTnLst>
                          </p:cTn>
                        </p:par>
                        <p:par>
                          <p:cTn id="82" fill="hold" nodeType="afterGroup">
                            <p:stCondLst>
                              <p:cond delay="500"/>
                            </p:stCondLst>
                            <p:childTnLst>
                              <p:par>
                                <p:cTn id="83" presetID="22" presetClass="entr" presetSubtype="8" fill="hold" nodeType="afterEffect">
                                  <p:stCondLst>
                                    <p:cond delay="0"/>
                                  </p:stCondLst>
                                  <p:childTnLst>
                                    <p:set>
                                      <p:cBhvr>
                                        <p:cTn id="84" dur="1" fill="hold">
                                          <p:stCondLst>
                                            <p:cond delay="0"/>
                                          </p:stCondLst>
                                        </p:cTn>
                                        <p:tgtEl>
                                          <p:spTgt spid="35863"/>
                                        </p:tgtEl>
                                        <p:attrNameLst>
                                          <p:attrName>style.visibility</p:attrName>
                                        </p:attrNameLst>
                                      </p:cBhvr>
                                      <p:to>
                                        <p:strVal val="visible"/>
                                      </p:to>
                                    </p:set>
                                    <p:animEffect transition="in" filter="wipe(left)">
                                      <p:cBhvr>
                                        <p:cTn id="85" dur="500"/>
                                        <p:tgtEl>
                                          <p:spTgt spid="35863"/>
                                        </p:tgtEl>
                                      </p:cBhvr>
                                    </p:animEffect>
                                  </p:childTnLst>
                                </p:cTn>
                              </p:par>
                            </p:childTnLst>
                          </p:cTn>
                        </p:par>
                      </p:childTnLst>
                    </p:cTn>
                  </p:par>
                  <p:par>
                    <p:cTn id="86" fill="hold" nodeType="clickPar">
                      <p:stCondLst>
                        <p:cond delay="indefinite"/>
                      </p:stCondLst>
                      <p:childTnLst>
                        <p:par>
                          <p:cTn id="87" fill="hold" nodeType="withGroup">
                            <p:stCondLst>
                              <p:cond delay="0"/>
                            </p:stCondLst>
                            <p:childTnLst>
                              <p:par>
                                <p:cTn id="88" presetID="22" presetClass="entr" presetSubtype="8" fill="hold" nodeType="clickEffect">
                                  <p:stCondLst>
                                    <p:cond delay="0"/>
                                  </p:stCondLst>
                                  <p:childTnLst>
                                    <p:set>
                                      <p:cBhvr>
                                        <p:cTn id="89" dur="1" fill="hold">
                                          <p:stCondLst>
                                            <p:cond delay="0"/>
                                          </p:stCondLst>
                                        </p:cTn>
                                        <p:tgtEl>
                                          <p:spTgt spid="35879"/>
                                        </p:tgtEl>
                                        <p:attrNameLst>
                                          <p:attrName>style.visibility</p:attrName>
                                        </p:attrNameLst>
                                      </p:cBhvr>
                                      <p:to>
                                        <p:strVal val="visible"/>
                                      </p:to>
                                    </p:set>
                                    <p:animEffect transition="in" filter="wipe(left)">
                                      <p:cBhvr>
                                        <p:cTn id="90" dur="500"/>
                                        <p:tgtEl>
                                          <p:spTgt spid="35879"/>
                                        </p:tgtEl>
                                      </p:cBhvr>
                                    </p:animEffect>
                                  </p:childTnLst>
                                </p:cTn>
                              </p:par>
                              <p:par>
                                <p:cTn id="91" presetID="9" presetClass="entr" presetSubtype="0" fill="hold" nodeType="withEffect">
                                  <p:stCondLst>
                                    <p:cond delay="0"/>
                                  </p:stCondLst>
                                  <p:childTnLst>
                                    <p:set>
                                      <p:cBhvr>
                                        <p:cTn id="92" dur="1" fill="hold">
                                          <p:stCondLst>
                                            <p:cond delay="0"/>
                                          </p:stCondLst>
                                        </p:cTn>
                                        <p:tgtEl>
                                          <p:spTgt spid="35865"/>
                                        </p:tgtEl>
                                        <p:attrNameLst>
                                          <p:attrName>style.visibility</p:attrName>
                                        </p:attrNameLst>
                                      </p:cBhvr>
                                      <p:to>
                                        <p:strVal val="visible"/>
                                      </p:to>
                                    </p:set>
                                    <p:animEffect transition="in" filter="dissolve">
                                      <p:cBhvr>
                                        <p:cTn id="93" dur="500"/>
                                        <p:tgtEl>
                                          <p:spTgt spid="35865"/>
                                        </p:tgtEl>
                                      </p:cBhvr>
                                    </p:animEffect>
                                  </p:childTnLst>
                                </p:cTn>
                              </p:par>
                              <p:par>
                                <p:cTn id="94" presetID="9" presetClass="entr" presetSubtype="0" fill="hold" nodeType="withEffect">
                                  <p:stCondLst>
                                    <p:cond delay="0"/>
                                  </p:stCondLst>
                                  <p:childTnLst>
                                    <p:set>
                                      <p:cBhvr>
                                        <p:cTn id="95" dur="1" fill="hold">
                                          <p:stCondLst>
                                            <p:cond delay="0"/>
                                          </p:stCondLst>
                                        </p:cTn>
                                        <p:tgtEl>
                                          <p:spTgt spid="35864"/>
                                        </p:tgtEl>
                                        <p:attrNameLst>
                                          <p:attrName>style.visibility</p:attrName>
                                        </p:attrNameLst>
                                      </p:cBhvr>
                                      <p:to>
                                        <p:strVal val="visible"/>
                                      </p:to>
                                    </p:set>
                                    <p:animEffect transition="in" filter="dissolve">
                                      <p:cBhvr>
                                        <p:cTn id="96" dur="500"/>
                                        <p:tgtEl>
                                          <p:spTgt spid="35864"/>
                                        </p:tgtEl>
                                      </p:cBhvr>
                                    </p:animEffect>
                                  </p:childTnLst>
                                </p:cTn>
                              </p:par>
                              <p:par>
                                <p:cTn id="97" presetID="9" presetClass="entr" presetSubtype="0" fill="hold" nodeType="withEffect">
                                  <p:stCondLst>
                                    <p:cond delay="0"/>
                                  </p:stCondLst>
                                  <p:childTnLst>
                                    <p:set>
                                      <p:cBhvr>
                                        <p:cTn id="98" dur="1" fill="hold">
                                          <p:stCondLst>
                                            <p:cond delay="0"/>
                                          </p:stCondLst>
                                        </p:cTn>
                                        <p:tgtEl>
                                          <p:spTgt spid="3"/>
                                        </p:tgtEl>
                                        <p:attrNameLst>
                                          <p:attrName>style.visibility</p:attrName>
                                        </p:attrNameLst>
                                      </p:cBhvr>
                                      <p:to>
                                        <p:strVal val="visible"/>
                                      </p:to>
                                    </p:set>
                                    <p:animEffect transition="in" filter="dissolve">
                                      <p:cBhvr>
                                        <p:cTn id="99" dur="500"/>
                                        <p:tgtEl>
                                          <p:spTgt spid="3"/>
                                        </p:tgtEl>
                                      </p:cBhvr>
                                    </p:animEffect>
                                  </p:childTnLst>
                                </p:cTn>
                              </p:par>
                              <p:par>
                                <p:cTn id="100" presetID="9" presetClass="entr" presetSubtype="0" fill="hold" nodeType="withEffect">
                                  <p:stCondLst>
                                    <p:cond delay="0"/>
                                  </p:stCondLst>
                                  <p:childTnLst>
                                    <p:set>
                                      <p:cBhvr>
                                        <p:cTn id="101" dur="1" fill="hold">
                                          <p:stCondLst>
                                            <p:cond delay="0"/>
                                          </p:stCondLst>
                                        </p:cTn>
                                        <p:tgtEl>
                                          <p:spTgt spid="35873"/>
                                        </p:tgtEl>
                                        <p:attrNameLst>
                                          <p:attrName>style.visibility</p:attrName>
                                        </p:attrNameLst>
                                      </p:cBhvr>
                                      <p:to>
                                        <p:strVal val="visible"/>
                                      </p:to>
                                    </p:set>
                                    <p:animEffect transition="in" filter="dissolve">
                                      <p:cBhvr>
                                        <p:cTn id="102" dur="500"/>
                                        <p:tgtEl>
                                          <p:spTgt spid="35873"/>
                                        </p:tgtEl>
                                      </p:cBhvr>
                                    </p:animEffec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22" presetClass="entr" presetSubtype="8" fill="hold" nodeType="clickEffect">
                                  <p:stCondLst>
                                    <p:cond delay="0"/>
                                  </p:stCondLst>
                                  <p:childTnLst>
                                    <p:set>
                                      <p:cBhvr>
                                        <p:cTn id="106" dur="1" fill="hold">
                                          <p:stCondLst>
                                            <p:cond delay="0"/>
                                          </p:stCondLst>
                                        </p:cTn>
                                        <p:tgtEl>
                                          <p:spTgt spid="35878"/>
                                        </p:tgtEl>
                                        <p:attrNameLst>
                                          <p:attrName>style.visibility</p:attrName>
                                        </p:attrNameLst>
                                      </p:cBhvr>
                                      <p:to>
                                        <p:strVal val="visible"/>
                                      </p:to>
                                    </p:set>
                                    <p:animEffect transition="in" filter="wipe(left)">
                                      <p:cBhvr>
                                        <p:cTn id="107" dur="500"/>
                                        <p:tgtEl>
                                          <p:spTgt spid="35878"/>
                                        </p:tgtEl>
                                      </p:cBhvr>
                                    </p:animEffect>
                                  </p:childTnLst>
                                </p:cTn>
                              </p:par>
                              <p:par>
                                <p:cTn id="108" presetID="1" presetClass="entr" presetSubtype="0" fill="hold" grpId="0" nodeType="withEffect">
                                  <p:stCondLst>
                                    <p:cond delay="0"/>
                                  </p:stCondLst>
                                  <p:childTnLst>
                                    <p:set>
                                      <p:cBhvr>
                                        <p:cTn id="109" dur="1" fill="hold">
                                          <p:stCondLst>
                                            <p:cond delay="499"/>
                                          </p:stCondLst>
                                        </p:cTn>
                                        <p:tgtEl>
                                          <p:spTgt spid="35877"/>
                                        </p:tgtEl>
                                        <p:attrNameLst>
                                          <p:attrName>style.visibility</p:attrName>
                                        </p:attrNameLst>
                                      </p:cBhvr>
                                      <p:to>
                                        <p:strVal val="visible"/>
                                      </p:to>
                                    </p:set>
                                  </p:childTnLst>
                                </p:cTn>
                              </p:par>
                            </p:childTnLst>
                          </p:cTn>
                        </p:par>
                        <p:par>
                          <p:cTn id="110" fill="hold" nodeType="afterGroup">
                            <p:stCondLst>
                              <p:cond delay="500"/>
                            </p:stCondLst>
                            <p:childTnLst>
                              <p:par>
                                <p:cTn id="111" presetID="9" presetClass="entr" presetSubtype="0" fill="hold" nodeType="afterEffect">
                                  <p:stCondLst>
                                    <p:cond delay="0"/>
                                  </p:stCondLst>
                                  <p:childTnLst>
                                    <p:set>
                                      <p:cBhvr>
                                        <p:cTn id="112" dur="1" fill="hold">
                                          <p:stCondLst>
                                            <p:cond delay="0"/>
                                          </p:stCondLst>
                                        </p:cTn>
                                        <p:tgtEl>
                                          <p:spTgt spid="35867"/>
                                        </p:tgtEl>
                                        <p:attrNameLst>
                                          <p:attrName>style.visibility</p:attrName>
                                        </p:attrNameLst>
                                      </p:cBhvr>
                                      <p:to>
                                        <p:strVal val="visible"/>
                                      </p:to>
                                    </p:set>
                                    <p:animEffect transition="in" filter="dissolve">
                                      <p:cBhvr>
                                        <p:cTn id="113" dur="500"/>
                                        <p:tgtEl>
                                          <p:spTgt spid="35867"/>
                                        </p:tgtEl>
                                      </p:cBhvr>
                                    </p:animEffect>
                                  </p:childTnLst>
                                </p:cTn>
                              </p:par>
                              <p:par>
                                <p:cTn id="114" presetID="9" presetClass="entr" presetSubtype="0" fill="hold" nodeType="withEffect">
                                  <p:stCondLst>
                                    <p:cond delay="0"/>
                                  </p:stCondLst>
                                  <p:childTnLst>
                                    <p:set>
                                      <p:cBhvr>
                                        <p:cTn id="115" dur="1" fill="hold">
                                          <p:stCondLst>
                                            <p:cond delay="0"/>
                                          </p:stCondLst>
                                        </p:cTn>
                                        <p:tgtEl>
                                          <p:spTgt spid="35866"/>
                                        </p:tgtEl>
                                        <p:attrNameLst>
                                          <p:attrName>style.visibility</p:attrName>
                                        </p:attrNameLst>
                                      </p:cBhvr>
                                      <p:to>
                                        <p:strVal val="visible"/>
                                      </p:to>
                                    </p:set>
                                    <p:animEffect transition="in" filter="dissolve">
                                      <p:cBhvr>
                                        <p:cTn id="116" dur="500"/>
                                        <p:tgtEl>
                                          <p:spTgt spid="35866"/>
                                        </p:tgtEl>
                                      </p:cBhvr>
                                    </p:animEffect>
                                  </p:childTnLst>
                                </p:cTn>
                              </p:par>
                              <p:par>
                                <p:cTn id="117" presetID="9" presetClass="entr" presetSubtype="0" fill="hold" nodeType="withEffect">
                                  <p:stCondLst>
                                    <p:cond delay="0"/>
                                  </p:stCondLst>
                                  <p:childTnLst>
                                    <p:set>
                                      <p:cBhvr>
                                        <p:cTn id="118" dur="1" fill="hold">
                                          <p:stCondLst>
                                            <p:cond delay="0"/>
                                          </p:stCondLst>
                                        </p:cTn>
                                        <p:tgtEl>
                                          <p:spTgt spid="35871"/>
                                        </p:tgtEl>
                                        <p:attrNameLst>
                                          <p:attrName>style.visibility</p:attrName>
                                        </p:attrNameLst>
                                      </p:cBhvr>
                                      <p:to>
                                        <p:strVal val="visible"/>
                                      </p:to>
                                    </p:set>
                                    <p:animEffect transition="in" filter="dissolve">
                                      <p:cBhvr>
                                        <p:cTn id="119" dur="500"/>
                                        <p:tgtEl>
                                          <p:spTgt spid="35871"/>
                                        </p:tgtEl>
                                      </p:cBhvr>
                                    </p:animEffect>
                                  </p:childTnLst>
                                </p:cTn>
                              </p:par>
                              <p:par>
                                <p:cTn id="120" presetID="9" presetClass="entr" presetSubtype="0" fill="hold" nodeType="withEffect">
                                  <p:stCondLst>
                                    <p:cond delay="0"/>
                                  </p:stCondLst>
                                  <p:childTnLst>
                                    <p:set>
                                      <p:cBhvr>
                                        <p:cTn id="121" dur="1" fill="hold">
                                          <p:stCondLst>
                                            <p:cond delay="0"/>
                                          </p:stCondLst>
                                        </p:cTn>
                                        <p:tgtEl>
                                          <p:spTgt spid="35872"/>
                                        </p:tgtEl>
                                        <p:attrNameLst>
                                          <p:attrName>style.visibility</p:attrName>
                                        </p:attrNameLst>
                                      </p:cBhvr>
                                      <p:to>
                                        <p:strVal val="visible"/>
                                      </p:to>
                                    </p:set>
                                    <p:animEffect transition="in" filter="dissolve">
                                      <p:cBhvr>
                                        <p:cTn id="122" dur="500"/>
                                        <p:tgtEl>
                                          <p:spTgt spid="35872"/>
                                        </p:tgtEl>
                                      </p:cBhvr>
                                    </p:animEffect>
                                  </p:childTnLst>
                                </p:cTn>
                              </p:par>
                              <p:par>
                                <p:cTn id="123" presetID="9" presetClass="entr" presetSubtype="0" fill="hold" nodeType="withEffect">
                                  <p:stCondLst>
                                    <p:cond delay="0"/>
                                  </p:stCondLst>
                                  <p:childTnLst>
                                    <p:set>
                                      <p:cBhvr>
                                        <p:cTn id="124" dur="1" fill="hold">
                                          <p:stCondLst>
                                            <p:cond delay="0"/>
                                          </p:stCondLst>
                                        </p:cTn>
                                        <p:tgtEl>
                                          <p:spTgt spid="35876"/>
                                        </p:tgtEl>
                                        <p:attrNameLst>
                                          <p:attrName>style.visibility</p:attrName>
                                        </p:attrNameLst>
                                      </p:cBhvr>
                                      <p:to>
                                        <p:strVal val="visible"/>
                                      </p:to>
                                    </p:set>
                                    <p:animEffect transition="in" filter="dissolve">
                                      <p:cBhvr>
                                        <p:cTn id="125" dur="500"/>
                                        <p:tgtEl>
                                          <p:spTgt spid="35876"/>
                                        </p:tgtEl>
                                      </p:cBhvr>
                                    </p:animEffect>
                                  </p:childTnLst>
                                </p:cTn>
                              </p:par>
                            </p:childTnLst>
                          </p:cTn>
                        </p:par>
                      </p:childTnLst>
                    </p:cTn>
                  </p:par>
                  <p:par>
                    <p:cTn id="126" fill="hold" nodeType="clickPar">
                      <p:stCondLst>
                        <p:cond delay="indefinite"/>
                      </p:stCondLst>
                      <p:childTnLst>
                        <p:par>
                          <p:cTn id="127" fill="hold" nodeType="withGroup">
                            <p:stCondLst>
                              <p:cond delay="0"/>
                            </p:stCondLst>
                            <p:childTnLst>
                              <p:par>
                                <p:cTn id="128" presetID="9" presetClass="entr" presetSubtype="0" fill="hold" nodeType="clickEffect">
                                  <p:stCondLst>
                                    <p:cond delay="0"/>
                                  </p:stCondLst>
                                  <p:childTnLst>
                                    <p:set>
                                      <p:cBhvr>
                                        <p:cTn id="129" dur="1" fill="hold">
                                          <p:stCondLst>
                                            <p:cond delay="0"/>
                                          </p:stCondLst>
                                        </p:cTn>
                                        <p:tgtEl>
                                          <p:spTgt spid="35858"/>
                                        </p:tgtEl>
                                        <p:attrNameLst>
                                          <p:attrName>style.visibility</p:attrName>
                                        </p:attrNameLst>
                                      </p:cBhvr>
                                      <p:to>
                                        <p:strVal val="visible"/>
                                      </p:to>
                                    </p:set>
                                    <p:animEffect transition="in" filter="dissolve">
                                      <p:cBhvr>
                                        <p:cTn id="130" dur="500"/>
                                        <p:tgtEl>
                                          <p:spTgt spid="35858"/>
                                        </p:tgtEl>
                                      </p:cBhvr>
                                    </p:animEffect>
                                  </p:childTnLst>
                                </p:cTn>
                              </p:par>
                              <p:par>
                                <p:cTn id="131" presetID="9" presetClass="entr" presetSubtype="0" fill="hold" nodeType="withEffect">
                                  <p:stCondLst>
                                    <p:cond delay="0"/>
                                  </p:stCondLst>
                                  <p:childTnLst>
                                    <p:set>
                                      <p:cBhvr>
                                        <p:cTn id="132" dur="1" fill="hold">
                                          <p:stCondLst>
                                            <p:cond delay="0"/>
                                          </p:stCondLst>
                                        </p:cTn>
                                        <p:tgtEl>
                                          <p:spTgt spid="35859"/>
                                        </p:tgtEl>
                                        <p:attrNameLst>
                                          <p:attrName>style.visibility</p:attrName>
                                        </p:attrNameLst>
                                      </p:cBhvr>
                                      <p:to>
                                        <p:strVal val="visible"/>
                                      </p:to>
                                    </p:set>
                                    <p:animEffect transition="in" filter="dissolve">
                                      <p:cBhvr>
                                        <p:cTn id="133" dur="500"/>
                                        <p:tgtEl>
                                          <p:spTgt spid="35859"/>
                                        </p:tgtEl>
                                      </p:cBhvr>
                                    </p:animEffect>
                                  </p:childTnLst>
                                </p:cTn>
                              </p:par>
                              <p:par>
                                <p:cTn id="134" presetID="9" presetClass="entr" presetSubtype="0" fill="hold" nodeType="withEffect">
                                  <p:stCondLst>
                                    <p:cond delay="0"/>
                                  </p:stCondLst>
                                  <p:childTnLst>
                                    <p:set>
                                      <p:cBhvr>
                                        <p:cTn id="135" dur="1" fill="hold">
                                          <p:stCondLst>
                                            <p:cond delay="0"/>
                                          </p:stCondLst>
                                        </p:cTn>
                                        <p:tgtEl>
                                          <p:spTgt spid="35860"/>
                                        </p:tgtEl>
                                        <p:attrNameLst>
                                          <p:attrName>style.visibility</p:attrName>
                                        </p:attrNameLst>
                                      </p:cBhvr>
                                      <p:to>
                                        <p:strVal val="visible"/>
                                      </p:to>
                                    </p:set>
                                    <p:animEffect transition="in" filter="dissolve">
                                      <p:cBhvr>
                                        <p:cTn id="136" dur="500"/>
                                        <p:tgtEl>
                                          <p:spTgt spid="35860"/>
                                        </p:tgtEl>
                                      </p:cBhvr>
                                    </p:animEffect>
                                  </p:childTnLst>
                                </p:cTn>
                              </p:par>
                            </p:childTnLst>
                          </p:cTn>
                        </p:par>
                      </p:childTnLst>
                    </p:cTn>
                  </p:par>
                  <p:par>
                    <p:cTn id="137" fill="hold" nodeType="clickPar">
                      <p:stCondLst>
                        <p:cond delay="indefinite"/>
                      </p:stCondLst>
                      <p:childTnLst>
                        <p:par>
                          <p:cTn id="138" fill="hold" nodeType="withGroup">
                            <p:stCondLst>
                              <p:cond delay="0"/>
                            </p:stCondLst>
                            <p:childTnLst>
                              <p:par>
                                <p:cTn id="139" presetID="22" presetClass="entr" presetSubtype="8" fill="hold" nodeType="clickEffect">
                                  <p:stCondLst>
                                    <p:cond delay="0"/>
                                  </p:stCondLst>
                                  <p:childTnLst>
                                    <p:set>
                                      <p:cBhvr>
                                        <p:cTn id="140" dur="1" fill="hold">
                                          <p:stCondLst>
                                            <p:cond delay="0"/>
                                          </p:stCondLst>
                                        </p:cTn>
                                        <p:tgtEl>
                                          <p:spTgt spid="35862"/>
                                        </p:tgtEl>
                                        <p:attrNameLst>
                                          <p:attrName>style.visibility</p:attrName>
                                        </p:attrNameLst>
                                      </p:cBhvr>
                                      <p:to>
                                        <p:strVal val="visible"/>
                                      </p:to>
                                    </p:set>
                                    <p:animEffect transition="in" filter="wipe(left)">
                                      <p:cBhvr>
                                        <p:cTn id="141" dur="500"/>
                                        <p:tgtEl>
                                          <p:spTgt spid="35862"/>
                                        </p:tgtEl>
                                      </p:cBhvr>
                                    </p:animEffect>
                                  </p:childTnLst>
                                </p:cTn>
                              </p:par>
                            </p:childTnLst>
                          </p:cTn>
                        </p:par>
                        <p:par>
                          <p:cTn id="142" fill="hold" nodeType="afterGroup">
                            <p:stCondLst>
                              <p:cond delay="500"/>
                            </p:stCondLst>
                            <p:childTnLst>
                              <p:par>
                                <p:cTn id="143" presetID="9" presetClass="entr" presetSubtype="0" fill="hold" nodeType="afterEffect">
                                  <p:stCondLst>
                                    <p:cond delay="0"/>
                                  </p:stCondLst>
                                  <p:childTnLst>
                                    <p:set>
                                      <p:cBhvr>
                                        <p:cTn id="144" dur="1" fill="hold">
                                          <p:stCondLst>
                                            <p:cond delay="0"/>
                                          </p:stCondLst>
                                        </p:cTn>
                                        <p:tgtEl>
                                          <p:spTgt spid="2"/>
                                        </p:tgtEl>
                                        <p:attrNameLst>
                                          <p:attrName>style.visibility</p:attrName>
                                        </p:attrNameLst>
                                      </p:cBhvr>
                                      <p:to>
                                        <p:strVal val="visible"/>
                                      </p:to>
                                    </p:set>
                                    <p:animEffect transition="in" filter="dissolve">
                                      <p:cBhvr>
                                        <p:cTn id="145" dur="500"/>
                                        <p:tgtEl>
                                          <p:spTgt spid="2"/>
                                        </p:tgtEl>
                                      </p:cBhvr>
                                    </p:animEffect>
                                  </p:childTnLst>
                                </p:cTn>
                              </p:par>
                              <p:par>
                                <p:cTn id="146" presetID="9" presetClass="entr" presetSubtype="0" fill="hold" nodeType="withEffect">
                                  <p:stCondLst>
                                    <p:cond delay="0"/>
                                  </p:stCondLst>
                                  <p:childTnLst>
                                    <p:set>
                                      <p:cBhvr>
                                        <p:cTn id="147" dur="1" fill="hold">
                                          <p:stCondLst>
                                            <p:cond delay="0"/>
                                          </p:stCondLst>
                                        </p:cTn>
                                        <p:tgtEl>
                                          <p:spTgt spid="35856"/>
                                        </p:tgtEl>
                                        <p:attrNameLst>
                                          <p:attrName>style.visibility</p:attrName>
                                        </p:attrNameLst>
                                      </p:cBhvr>
                                      <p:to>
                                        <p:strVal val="visible"/>
                                      </p:to>
                                    </p:set>
                                    <p:animEffect transition="in" filter="dissolve">
                                      <p:cBhvr>
                                        <p:cTn id="148" dur="500"/>
                                        <p:tgtEl>
                                          <p:spTgt spid="35856"/>
                                        </p:tgtEl>
                                      </p:cBhvr>
                                    </p:animEffect>
                                  </p:childTnLst>
                                </p:cTn>
                              </p:par>
                            </p:childTnLst>
                          </p:cTn>
                        </p:par>
                      </p:childTnLst>
                    </p:cTn>
                  </p:par>
                  <p:par>
                    <p:cTn id="149" fill="hold" nodeType="clickPar">
                      <p:stCondLst>
                        <p:cond delay="indefinite"/>
                      </p:stCondLst>
                      <p:childTnLst>
                        <p:par>
                          <p:cTn id="150" fill="hold" nodeType="withGroup">
                            <p:stCondLst>
                              <p:cond delay="0"/>
                            </p:stCondLst>
                            <p:childTnLst>
                              <p:par>
                                <p:cTn id="151" presetID="3" presetClass="entr" presetSubtype="10" fill="hold" grpId="0" nodeType="clickEffect">
                                  <p:stCondLst>
                                    <p:cond delay="0"/>
                                  </p:stCondLst>
                                  <p:childTnLst>
                                    <p:set>
                                      <p:cBhvr>
                                        <p:cTn id="152" dur="1" fill="hold">
                                          <p:stCondLst>
                                            <p:cond delay="0"/>
                                          </p:stCondLst>
                                        </p:cTn>
                                        <p:tgtEl>
                                          <p:spTgt spid="35844"/>
                                        </p:tgtEl>
                                        <p:attrNameLst>
                                          <p:attrName>style.visibility</p:attrName>
                                        </p:attrNameLst>
                                      </p:cBhvr>
                                      <p:to>
                                        <p:strVal val="visible"/>
                                      </p:to>
                                    </p:set>
                                    <p:animEffect transition="in" filter="blinds(horizontal)">
                                      <p:cBhvr>
                                        <p:cTn id="153" dur="500"/>
                                        <p:tgtEl>
                                          <p:spTgt spid="35844"/>
                                        </p:tgtEl>
                                      </p:cBhvr>
                                    </p:animEffect>
                                  </p:childTnLst>
                                </p:cTn>
                              </p:par>
                            </p:childTnLst>
                          </p:cTn>
                        </p:par>
                        <p:par>
                          <p:cTn id="154" fill="hold" nodeType="afterGroup">
                            <p:stCondLst>
                              <p:cond delay="500"/>
                            </p:stCondLst>
                            <p:childTnLst>
                              <p:par>
                                <p:cTn id="155" presetID="22" presetClass="entr" presetSubtype="8" fill="hold" nodeType="afterEffect">
                                  <p:stCondLst>
                                    <p:cond delay="0"/>
                                  </p:stCondLst>
                                  <p:childTnLst>
                                    <p:set>
                                      <p:cBhvr>
                                        <p:cTn id="156" dur="1" fill="hold">
                                          <p:stCondLst>
                                            <p:cond delay="0"/>
                                          </p:stCondLst>
                                        </p:cTn>
                                        <p:tgtEl>
                                          <p:spTgt spid="4"/>
                                        </p:tgtEl>
                                        <p:attrNameLst>
                                          <p:attrName>style.visibility</p:attrName>
                                        </p:attrNameLst>
                                      </p:cBhvr>
                                      <p:to>
                                        <p:strVal val="visible"/>
                                      </p:to>
                                    </p:set>
                                    <p:animEffect transition="in" filter="wipe(left)">
                                      <p:cBhvr>
                                        <p:cTn id="157" dur="500"/>
                                        <p:tgtEl>
                                          <p:spTgt spid="4"/>
                                        </p:tgtEl>
                                      </p:cBhvr>
                                    </p:animEffect>
                                  </p:childTnLst>
                                </p:cTn>
                              </p:par>
                            </p:childTnLst>
                          </p:cTn>
                        </p:par>
                      </p:childTnLst>
                    </p:cTn>
                  </p:par>
                  <p:par>
                    <p:cTn id="158" fill="hold" nodeType="clickPar">
                      <p:stCondLst>
                        <p:cond delay="indefinite"/>
                      </p:stCondLst>
                      <p:childTnLst>
                        <p:par>
                          <p:cTn id="159" fill="hold" nodeType="withGroup">
                            <p:stCondLst>
                              <p:cond delay="0"/>
                            </p:stCondLst>
                            <p:childTnLst>
                              <p:par>
                                <p:cTn id="160" presetID="22" presetClass="entr" presetSubtype="8" fill="hold" nodeType="clickEffect">
                                  <p:stCondLst>
                                    <p:cond delay="0"/>
                                  </p:stCondLst>
                                  <p:childTnLst>
                                    <p:set>
                                      <p:cBhvr>
                                        <p:cTn id="161" dur="1" fill="hold">
                                          <p:stCondLst>
                                            <p:cond delay="0"/>
                                          </p:stCondLst>
                                        </p:cTn>
                                        <p:tgtEl>
                                          <p:spTgt spid="35861"/>
                                        </p:tgtEl>
                                        <p:attrNameLst>
                                          <p:attrName>style.visibility</p:attrName>
                                        </p:attrNameLst>
                                      </p:cBhvr>
                                      <p:to>
                                        <p:strVal val="visible"/>
                                      </p:to>
                                    </p:set>
                                    <p:animEffect transition="in" filter="wipe(left)">
                                      <p:cBhvr>
                                        <p:cTn id="162" dur="500"/>
                                        <p:tgtEl>
                                          <p:spTgt spid="35861"/>
                                        </p:tgtEl>
                                      </p:cBhvr>
                                    </p:animEffect>
                                  </p:childTnLst>
                                </p:cTn>
                              </p:par>
                            </p:childTnLst>
                          </p:cTn>
                        </p:par>
                      </p:childTnLst>
                    </p:cTn>
                  </p:par>
                  <p:par>
                    <p:cTn id="163" fill="hold" nodeType="clickPar">
                      <p:stCondLst>
                        <p:cond delay="indefinite"/>
                      </p:stCondLst>
                      <p:childTnLst>
                        <p:par>
                          <p:cTn id="164" fill="hold" nodeType="withGroup">
                            <p:stCondLst>
                              <p:cond delay="0"/>
                            </p:stCondLst>
                            <p:childTnLst>
                              <p:par>
                                <p:cTn id="165" presetID="22" presetClass="entr" presetSubtype="8" fill="hold" nodeType="clickEffect">
                                  <p:stCondLst>
                                    <p:cond delay="0"/>
                                  </p:stCondLst>
                                  <p:childTnLst>
                                    <p:set>
                                      <p:cBhvr>
                                        <p:cTn id="166" dur="1" fill="hold">
                                          <p:stCondLst>
                                            <p:cond delay="0"/>
                                          </p:stCondLst>
                                        </p:cTn>
                                        <p:tgtEl>
                                          <p:spTgt spid="35842"/>
                                        </p:tgtEl>
                                        <p:attrNameLst>
                                          <p:attrName>style.visibility</p:attrName>
                                        </p:attrNameLst>
                                      </p:cBhvr>
                                      <p:to>
                                        <p:strVal val="visible"/>
                                      </p:to>
                                    </p:set>
                                    <p:animEffect transition="in" filter="wipe(left)">
                                      <p:cBhvr>
                                        <p:cTn id="167" dur="500"/>
                                        <p:tgtEl>
                                          <p:spTgt spid="35842"/>
                                        </p:tgtEl>
                                      </p:cBhvr>
                                    </p:animEffect>
                                  </p:childTnLst>
                                </p:cTn>
                              </p:par>
                            </p:childTnLst>
                          </p:cTn>
                        </p:par>
                      </p:childTnLst>
                    </p:cTn>
                  </p:par>
                  <p:par>
                    <p:cTn id="168" fill="hold" nodeType="clickPar">
                      <p:stCondLst>
                        <p:cond delay="indefinite"/>
                      </p:stCondLst>
                      <p:childTnLst>
                        <p:par>
                          <p:cTn id="169" fill="hold" nodeType="withGroup">
                            <p:stCondLst>
                              <p:cond delay="0"/>
                            </p:stCondLst>
                            <p:childTnLst>
                              <p:par>
                                <p:cTn id="170" presetID="22" presetClass="entr" presetSubtype="8" fill="hold" grpId="0" nodeType="clickEffect">
                                  <p:stCondLst>
                                    <p:cond delay="0"/>
                                  </p:stCondLst>
                                  <p:childTnLst>
                                    <p:set>
                                      <p:cBhvr>
                                        <p:cTn id="171" dur="1" fill="hold">
                                          <p:stCondLst>
                                            <p:cond delay="0"/>
                                          </p:stCondLst>
                                        </p:cTn>
                                        <p:tgtEl>
                                          <p:spTgt spid="35849"/>
                                        </p:tgtEl>
                                        <p:attrNameLst>
                                          <p:attrName>style.visibility</p:attrName>
                                        </p:attrNameLst>
                                      </p:cBhvr>
                                      <p:to>
                                        <p:strVal val="visible"/>
                                      </p:to>
                                    </p:set>
                                    <p:animEffect transition="in" filter="wipe(left)">
                                      <p:cBhvr>
                                        <p:cTn id="172" dur="500"/>
                                        <p:tgtEl>
                                          <p:spTgt spid="35849"/>
                                        </p:tgtEl>
                                      </p:cBhvr>
                                    </p:animEffect>
                                  </p:childTnLst>
                                </p:cTn>
                              </p:par>
                            </p:childTnLst>
                          </p:cTn>
                        </p:par>
                        <p:par>
                          <p:cTn id="173" fill="hold" nodeType="afterGroup">
                            <p:stCondLst>
                              <p:cond delay="500"/>
                            </p:stCondLst>
                            <p:childTnLst>
                              <p:par>
                                <p:cTn id="174" presetID="22" presetClass="entr" presetSubtype="8" fill="hold" nodeType="afterEffect">
                                  <p:stCondLst>
                                    <p:cond delay="0"/>
                                  </p:stCondLst>
                                  <p:childTnLst>
                                    <p:set>
                                      <p:cBhvr>
                                        <p:cTn id="175" dur="1" fill="hold">
                                          <p:stCondLst>
                                            <p:cond delay="0"/>
                                          </p:stCondLst>
                                        </p:cTn>
                                        <p:tgtEl>
                                          <p:spTgt spid="35850"/>
                                        </p:tgtEl>
                                        <p:attrNameLst>
                                          <p:attrName>style.visibility</p:attrName>
                                        </p:attrNameLst>
                                      </p:cBhvr>
                                      <p:to>
                                        <p:strVal val="visible"/>
                                      </p:to>
                                    </p:set>
                                    <p:animEffect transition="in" filter="wipe(left)">
                                      <p:cBhvr>
                                        <p:cTn id="176" dur="500"/>
                                        <p:tgtEl>
                                          <p:spTgt spid="35850"/>
                                        </p:tgtEl>
                                      </p:cBhvr>
                                    </p:animEffect>
                                  </p:childTnLst>
                                </p:cTn>
                              </p:par>
                            </p:childTnLst>
                          </p:cTn>
                        </p:par>
                      </p:childTnLst>
                    </p:cTn>
                  </p:par>
                  <p:par>
                    <p:cTn id="177" fill="hold" nodeType="clickPar">
                      <p:stCondLst>
                        <p:cond delay="indefinite"/>
                      </p:stCondLst>
                      <p:childTnLst>
                        <p:par>
                          <p:cTn id="178" fill="hold" nodeType="withGroup">
                            <p:stCondLst>
                              <p:cond delay="0"/>
                            </p:stCondLst>
                            <p:childTnLst>
                              <p:par>
                                <p:cTn id="179" presetID="22" presetClass="entr" presetSubtype="8" fill="hold" grpId="0" nodeType="clickEffect">
                                  <p:stCondLst>
                                    <p:cond delay="0"/>
                                  </p:stCondLst>
                                  <p:childTnLst>
                                    <p:set>
                                      <p:cBhvr>
                                        <p:cTn id="180" dur="1" fill="hold">
                                          <p:stCondLst>
                                            <p:cond delay="0"/>
                                          </p:stCondLst>
                                        </p:cTn>
                                        <p:tgtEl>
                                          <p:spTgt spid="35847"/>
                                        </p:tgtEl>
                                        <p:attrNameLst>
                                          <p:attrName>style.visibility</p:attrName>
                                        </p:attrNameLst>
                                      </p:cBhvr>
                                      <p:to>
                                        <p:strVal val="visible"/>
                                      </p:to>
                                    </p:set>
                                    <p:animEffect transition="in" filter="wipe(left)">
                                      <p:cBhvr>
                                        <p:cTn id="181" dur="500"/>
                                        <p:tgtEl>
                                          <p:spTgt spid="35847"/>
                                        </p:tgtEl>
                                      </p:cBhvr>
                                    </p:animEffect>
                                  </p:childTnLst>
                                </p:cTn>
                              </p:par>
                            </p:childTnLst>
                          </p:cTn>
                        </p:par>
                        <p:par>
                          <p:cTn id="182" fill="hold" nodeType="afterGroup">
                            <p:stCondLst>
                              <p:cond delay="500"/>
                            </p:stCondLst>
                            <p:childTnLst>
                              <p:par>
                                <p:cTn id="183" presetID="22" presetClass="entr" presetSubtype="8" fill="hold" nodeType="afterEffect">
                                  <p:stCondLst>
                                    <p:cond delay="0"/>
                                  </p:stCondLst>
                                  <p:childTnLst>
                                    <p:set>
                                      <p:cBhvr>
                                        <p:cTn id="184" dur="1" fill="hold">
                                          <p:stCondLst>
                                            <p:cond delay="0"/>
                                          </p:stCondLst>
                                        </p:cTn>
                                        <p:tgtEl>
                                          <p:spTgt spid="35848"/>
                                        </p:tgtEl>
                                        <p:attrNameLst>
                                          <p:attrName>style.visibility</p:attrName>
                                        </p:attrNameLst>
                                      </p:cBhvr>
                                      <p:to>
                                        <p:strVal val="visible"/>
                                      </p:to>
                                    </p:set>
                                    <p:animEffect transition="in" filter="wipe(left)">
                                      <p:cBhvr>
                                        <p:cTn id="185" dur="500"/>
                                        <p:tgtEl>
                                          <p:spTgt spid="35848"/>
                                        </p:tgtEl>
                                      </p:cBhvr>
                                    </p:animEffect>
                                  </p:childTnLst>
                                </p:cTn>
                              </p:par>
                            </p:childTnLst>
                          </p:cTn>
                        </p:par>
                      </p:childTnLst>
                    </p:cTn>
                  </p:par>
                  <p:par>
                    <p:cTn id="186" fill="hold" nodeType="clickPar">
                      <p:stCondLst>
                        <p:cond delay="indefinite"/>
                      </p:stCondLst>
                      <p:childTnLst>
                        <p:par>
                          <p:cTn id="187" fill="hold" nodeType="withGroup">
                            <p:stCondLst>
                              <p:cond delay="0"/>
                            </p:stCondLst>
                            <p:childTnLst>
                              <p:par>
                                <p:cTn id="188" presetID="22" presetClass="entr" presetSubtype="8" fill="hold" grpId="0" nodeType="clickEffect">
                                  <p:stCondLst>
                                    <p:cond delay="0"/>
                                  </p:stCondLst>
                                  <p:childTnLst>
                                    <p:set>
                                      <p:cBhvr>
                                        <p:cTn id="189" dur="1" fill="hold">
                                          <p:stCondLst>
                                            <p:cond delay="0"/>
                                          </p:stCondLst>
                                        </p:cTn>
                                        <p:tgtEl>
                                          <p:spTgt spid="35846"/>
                                        </p:tgtEl>
                                        <p:attrNameLst>
                                          <p:attrName>style.visibility</p:attrName>
                                        </p:attrNameLst>
                                      </p:cBhvr>
                                      <p:to>
                                        <p:strVal val="visible"/>
                                      </p:to>
                                    </p:set>
                                    <p:animEffect transition="in" filter="wipe(left)">
                                      <p:cBhvr>
                                        <p:cTn id="190" dur="500"/>
                                        <p:tgtEl>
                                          <p:spTgt spid="35846"/>
                                        </p:tgtEl>
                                      </p:cBhvr>
                                    </p:animEffect>
                                  </p:childTnLst>
                                </p:cTn>
                              </p:par>
                            </p:childTnLst>
                          </p:cTn>
                        </p:par>
                      </p:childTnLst>
                    </p:cTn>
                  </p:par>
                  <p:par>
                    <p:cTn id="191" fill="hold" nodeType="clickPar">
                      <p:stCondLst>
                        <p:cond delay="indefinite"/>
                      </p:stCondLst>
                      <p:childTnLst>
                        <p:par>
                          <p:cTn id="192" fill="hold" nodeType="withGroup">
                            <p:stCondLst>
                              <p:cond delay="0"/>
                            </p:stCondLst>
                            <p:childTnLst>
                              <p:par>
                                <p:cTn id="193" presetID="22" presetClass="entr" presetSubtype="8" fill="hold" nodeType="clickEffect">
                                  <p:stCondLst>
                                    <p:cond delay="0"/>
                                  </p:stCondLst>
                                  <p:childTnLst>
                                    <p:set>
                                      <p:cBhvr>
                                        <p:cTn id="194" dur="1" fill="hold">
                                          <p:stCondLst>
                                            <p:cond delay="0"/>
                                          </p:stCondLst>
                                        </p:cTn>
                                        <p:tgtEl>
                                          <p:spTgt spid="35845"/>
                                        </p:tgtEl>
                                        <p:attrNameLst>
                                          <p:attrName>style.visibility</p:attrName>
                                        </p:attrNameLst>
                                      </p:cBhvr>
                                      <p:to>
                                        <p:strVal val="visible"/>
                                      </p:to>
                                    </p:set>
                                    <p:animEffect transition="in" filter="wipe(left)">
                                      <p:cBhvr>
                                        <p:cTn id="195" dur="500"/>
                                        <p:tgtEl>
                                          <p:spTgt spid="35845"/>
                                        </p:tgtEl>
                                      </p:cBhvr>
                                    </p:animEffect>
                                  </p:childTnLst>
                                </p:cTn>
                              </p:par>
                            </p:childTnLst>
                          </p:cTn>
                        </p:par>
                        <p:par>
                          <p:cTn id="196" fill="hold" nodeType="afterGroup">
                            <p:stCondLst>
                              <p:cond delay="500"/>
                            </p:stCondLst>
                            <p:childTnLst>
                              <p:par>
                                <p:cTn id="197" presetID="22" presetClass="entr" presetSubtype="8" fill="hold" grpId="0" nodeType="afterEffect">
                                  <p:stCondLst>
                                    <p:cond delay="0"/>
                                  </p:stCondLst>
                                  <p:childTnLst>
                                    <p:set>
                                      <p:cBhvr>
                                        <p:cTn id="198" dur="1" fill="hold">
                                          <p:stCondLst>
                                            <p:cond delay="0"/>
                                          </p:stCondLst>
                                        </p:cTn>
                                        <p:tgtEl>
                                          <p:spTgt spid="35851"/>
                                        </p:tgtEl>
                                        <p:attrNameLst>
                                          <p:attrName>style.visibility</p:attrName>
                                        </p:attrNameLst>
                                      </p:cBhvr>
                                      <p:to>
                                        <p:strVal val="visible"/>
                                      </p:to>
                                    </p:set>
                                    <p:animEffect transition="in" filter="wipe(left)">
                                      <p:cBhvr>
                                        <p:cTn id="199" dur="500"/>
                                        <p:tgtEl>
                                          <p:spTgt spid="358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3" grpId="0" autoUpdateAnimBg="0"/>
      <p:bldP spid="35844" grpId="0" autoUpdateAnimBg="0"/>
      <p:bldP spid="35846" grpId="0" autoUpdateAnimBg="0"/>
      <p:bldP spid="35847" grpId="0" autoUpdateAnimBg="0"/>
      <p:bldP spid="35849" grpId="0" autoUpdateAnimBg="0"/>
      <p:bldP spid="35851" grpId="0" autoUpdateAnimBg="0"/>
      <p:bldP spid="35877" grpId="0" autoUpdateAnimBg="0"/>
      <p:bldP spid="35880" grpId="0" animBg="1"/>
      <p:bldP spid="35881" grpId="0" animBg="1"/>
      <p:bldP spid="35882" grpId="0" animBg="1"/>
      <p:bldP spid="35883" grpId="0" animBg="1"/>
      <p:bldP spid="35884" grpId="0" animBg="1"/>
      <p:bldP spid="35885" grpId="0" animBg="1"/>
      <p:bldP spid="35896"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3">
            <a:extLst>
              <a:ext uri="{FF2B5EF4-FFF2-40B4-BE49-F238E27FC236}">
                <a16:creationId xmlns:a16="http://schemas.microsoft.com/office/drawing/2014/main" id="{147546EF-E302-4DDA-A8D0-6AEA0041E8C4}"/>
              </a:ext>
            </a:extLst>
          </p:cNvPr>
          <p:cNvSpPr>
            <a:spLocks noChangeArrowheads="1"/>
          </p:cNvSpPr>
          <p:nvPr/>
        </p:nvSpPr>
        <p:spPr bwMode="auto">
          <a:xfrm>
            <a:off x="479425" y="1731963"/>
            <a:ext cx="539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a:solidFill>
                  <a:schemeClr val="bg1"/>
                </a:solidFill>
                <a:ea typeface="仿宋_GB2312" pitchFamily="49" charset="-122"/>
              </a:rPr>
              <a:t>(2)</a:t>
            </a:r>
            <a:endParaRPr lang="en-US" altLang="zh-CN">
              <a:solidFill>
                <a:srgbClr val="66FFFF"/>
              </a:solidFill>
              <a:ea typeface="仿宋_GB2312" pitchFamily="49" charset="-122"/>
            </a:endParaRPr>
          </a:p>
        </p:txBody>
      </p:sp>
      <p:graphicFrame>
        <p:nvGraphicFramePr>
          <p:cNvPr id="36868" name="Object 4">
            <a:extLst>
              <a:ext uri="{FF2B5EF4-FFF2-40B4-BE49-F238E27FC236}">
                <a16:creationId xmlns:a16="http://schemas.microsoft.com/office/drawing/2014/main" id="{3AAFF1E9-C3B9-42D8-BC43-7E4835577976}"/>
              </a:ext>
            </a:extLst>
          </p:cNvPr>
          <p:cNvGraphicFramePr>
            <a:graphicFrameLocks noChangeAspect="1"/>
          </p:cNvGraphicFramePr>
          <p:nvPr>
            <p:extLst>
              <p:ext uri="{D42A27DB-BD31-4B8C-83A1-F6EECF244321}">
                <p14:modId xmlns:p14="http://schemas.microsoft.com/office/powerpoint/2010/main" val="2182843689"/>
              </p:ext>
            </p:extLst>
          </p:nvPr>
        </p:nvGraphicFramePr>
        <p:xfrm>
          <a:off x="2056674" y="3295650"/>
          <a:ext cx="1384300" cy="914400"/>
        </p:xfrm>
        <a:graphic>
          <a:graphicData uri="http://schemas.openxmlformats.org/presentationml/2006/ole">
            <mc:AlternateContent xmlns:mc="http://schemas.openxmlformats.org/markup-compatibility/2006">
              <mc:Choice xmlns:v="urn:schemas-microsoft-com:vml" Requires="v">
                <p:oleObj spid="_x0000_s114767" name="公式" r:id="rId3" imgW="1352639" imgH="885723" progId="Equation.3">
                  <p:embed/>
                </p:oleObj>
              </mc:Choice>
              <mc:Fallback>
                <p:oleObj name="公式" r:id="rId3" imgW="1352639" imgH="885723" progId="Equation.3">
                  <p:embed/>
                  <p:pic>
                    <p:nvPicPr>
                      <p:cNvPr id="36868" name="Object 4">
                        <a:extLst>
                          <a:ext uri="{FF2B5EF4-FFF2-40B4-BE49-F238E27FC236}">
                            <a16:creationId xmlns:a16="http://schemas.microsoft.com/office/drawing/2014/main" id="{3AAFF1E9-C3B9-42D8-BC43-7E483557797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6674" y="3295650"/>
                        <a:ext cx="13843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6869" name="Rectangle 5">
            <a:extLst>
              <a:ext uri="{FF2B5EF4-FFF2-40B4-BE49-F238E27FC236}">
                <a16:creationId xmlns:a16="http://schemas.microsoft.com/office/drawing/2014/main" id="{EDACF7C8-550F-4A31-B689-AFE607BE5D28}"/>
              </a:ext>
            </a:extLst>
          </p:cNvPr>
          <p:cNvSpPr>
            <a:spLocks noChangeArrowheads="1"/>
          </p:cNvSpPr>
          <p:nvPr/>
        </p:nvSpPr>
        <p:spPr bwMode="auto">
          <a:xfrm>
            <a:off x="468313" y="754063"/>
            <a:ext cx="8399462"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44500" indent="-444500">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pPr>
            <a:r>
              <a:rPr lang="en-US" altLang="zh-CN">
                <a:solidFill>
                  <a:schemeClr val="bg1"/>
                </a:solidFill>
                <a:ea typeface="仿宋_GB2312" pitchFamily="49" charset="-122"/>
              </a:rPr>
              <a:t>(1) </a:t>
            </a:r>
            <a:r>
              <a:rPr lang="zh-CN" altLang="en-US">
                <a:solidFill>
                  <a:schemeClr val="bg1"/>
                </a:solidFill>
                <a:latin typeface="楷体_GB2312" pitchFamily="49" charset="-122"/>
                <a:ea typeface="楷体_GB2312" pitchFamily="49" charset="-122"/>
              </a:rPr>
              <a:t>当波源或观察者在二者联线</a:t>
            </a:r>
            <a:r>
              <a:rPr lang="zh-CN" altLang="en-US">
                <a:solidFill>
                  <a:srgbClr val="66FFFF"/>
                </a:solidFill>
                <a:latin typeface="楷体_GB2312" pitchFamily="49" charset="-122"/>
                <a:ea typeface="楷体_GB2312" pitchFamily="49" charset="-122"/>
              </a:rPr>
              <a:t>垂直方向上</a:t>
            </a:r>
            <a:r>
              <a:rPr lang="zh-CN" altLang="en-US">
                <a:solidFill>
                  <a:schemeClr val="bg1"/>
                </a:solidFill>
                <a:latin typeface="楷体_GB2312" pitchFamily="49" charset="-122"/>
                <a:ea typeface="楷体_GB2312" pitchFamily="49" charset="-122"/>
              </a:rPr>
              <a:t>运动时，</a:t>
            </a:r>
            <a:r>
              <a:rPr lang="zh-CN" altLang="en-US">
                <a:solidFill>
                  <a:srgbClr val="66FFFF"/>
                </a:solidFill>
                <a:latin typeface="楷体_GB2312" pitchFamily="49" charset="-122"/>
                <a:ea typeface="楷体_GB2312" pitchFamily="49" charset="-122"/>
              </a:rPr>
              <a:t>无多普勒效应</a:t>
            </a:r>
            <a:r>
              <a:rPr lang="zh-CN" altLang="en-US">
                <a:solidFill>
                  <a:schemeClr val="bg1"/>
                </a:solidFill>
                <a:latin typeface="楷体_GB2312" pitchFamily="49" charset="-122"/>
                <a:ea typeface="楷体_GB2312" pitchFamily="49" charset="-122"/>
              </a:rPr>
              <a:t>。</a:t>
            </a:r>
          </a:p>
        </p:txBody>
      </p:sp>
      <p:sp>
        <p:nvSpPr>
          <p:cNvPr id="36874" name="Text Box 10">
            <a:extLst>
              <a:ext uri="{FF2B5EF4-FFF2-40B4-BE49-F238E27FC236}">
                <a16:creationId xmlns:a16="http://schemas.microsoft.com/office/drawing/2014/main" id="{8806765D-06C9-4575-9EF1-4617CA933994}"/>
              </a:ext>
            </a:extLst>
          </p:cNvPr>
          <p:cNvSpPr txBox="1">
            <a:spLocks noChangeArrowheads="1"/>
          </p:cNvSpPr>
          <p:nvPr/>
        </p:nvSpPr>
        <p:spPr bwMode="auto">
          <a:xfrm>
            <a:off x="766763" y="307975"/>
            <a:ext cx="8001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a:solidFill>
                  <a:srgbClr val="FFFF00"/>
                </a:solidFill>
                <a:latin typeface="宋体" panose="02010600030101010101" pitchFamily="2" charset="-122"/>
              </a:rPr>
              <a:t>讨论</a:t>
            </a:r>
          </a:p>
        </p:txBody>
      </p:sp>
      <p:sp>
        <p:nvSpPr>
          <p:cNvPr id="36875" name="Text Box 11">
            <a:extLst>
              <a:ext uri="{FF2B5EF4-FFF2-40B4-BE49-F238E27FC236}">
                <a16:creationId xmlns:a16="http://schemas.microsoft.com/office/drawing/2014/main" id="{1528D64D-C72C-4B86-9E57-C6AAC88D40EF}"/>
              </a:ext>
            </a:extLst>
          </p:cNvPr>
          <p:cNvSpPr txBox="1">
            <a:spLocks noChangeArrowheads="1"/>
          </p:cNvSpPr>
          <p:nvPr/>
        </p:nvSpPr>
        <p:spPr bwMode="auto">
          <a:xfrm>
            <a:off x="1130300" y="1692275"/>
            <a:ext cx="7905750" cy="51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nSpc>
                <a:spcPct val="125000"/>
              </a:lnSpc>
            </a:pPr>
            <a:r>
              <a:rPr lang="zh-CN" altLang="en-US">
                <a:solidFill>
                  <a:schemeClr val="hlink"/>
                </a:solidFill>
                <a:latin typeface="楷体_GB2312" pitchFamily="49" charset="-122"/>
                <a:ea typeface="楷体_GB2312" pitchFamily="49" charset="-122"/>
              </a:rPr>
              <a:t>       </a:t>
            </a:r>
            <a:r>
              <a:rPr lang="zh-CN" altLang="en-US">
                <a:solidFill>
                  <a:schemeClr val="bg1"/>
                </a:solidFill>
                <a:latin typeface="楷体_GB2312" pitchFamily="49" charset="-122"/>
                <a:ea typeface="楷体_GB2312" pitchFamily="49" charset="-122"/>
              </a:rPr>
              <a:t>时，</a:t>
            </a:r>
            <a:r>
              <a:rPr lang="zh-CN" altLang="en-US">
                <a:solidFill>
                  <a:schemeClr val="bg1"/>
                </a:solidFill>
                <a:latin typeface="仿宋_GB2312" pitchFamily="49" charset="-122"/>
                <a:ea typeface="楷体_GB2312" pitchFamily="49" charset="-122"/>
              </a:rPr>
              <a:t>多普勒效应</a:t>
            </a:r>
            <a:r>
              <a:rPr lang="zh-CN" altLang="en-US">
                <a:solidFill>
                  <a:schemeClr val="bg1"/>
                </a:solidFill>
                <a:latin typeface="楷体_GB2312" pitchFamily="49" charset="-122"/>
                <a:ea typeface="楷体_GB2312" pitchFamily="49" charset="-122"/>
              </a:rPr>
              <a:t>失去意义，此时形成冲击波（激波）</a:t>
            </a:r>
          </a:p>
        </p:txBody>
      </p:sp>
      <p:sp>
        <p:nvSpPr>
          <p:cNvPr id="36876" name="Rectangle 12">
            <a:extLst>
              <a:ext uri="{FF2B5EF4-FFF2-40B4-BE49-F238E27FC236}">
                <a16:creationId xmlns:a16="http://schemas.microsoft.com/office/drawing/2014/main" id="{CBB9C475-C32A-43B5-BEBD-374F4E734360}"/>
              </a:ext>
            </a:extLst>
          </p:cNvPr>
          <p:cNvSpPr>
            <a:spLocks noChangeArrowheads="1"/>
          </p:cNvSpPr>
          <p:nvPr/>
        </p:nvSpPr>
        <p:spPr bwMode="auto">
          <a:xfrm>
            <a:off x="1043608" y="2735263"/>
            <a:ext cx="2307906"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dirty="0">
                <a:solidFill>
                  <a:srgbClr val="66FFFF"/>
                </a:solidFill>
                <a:latin typeface="楷体_GB2312" pitchFamily="49" charset="-122"/>
                <a:ea typeface="楷体_GB2312" pitchFamily="49" charset="-122"/>
              </a:rPr>
              <a:t>马赫角：</a:t>
            </a:r>
            <a:r>
              <a:rPr lang="el-GR" altLang="zh-CN" i="1" dirty="0">
                <a:solidFill>
                  <a:srgbClr val="66FFFF"/>
                </a:solidFill>
                <a:ea typeface="楷体_GB2312" pitchFamily="49" charset="-122"/>
                <a:cs typeface="Times New Roman" panose="02020603050405020304" pitchFamily="18" charset="0"/>
              </a:rPr>
              <a:t>θ</a:t>
            </a:r>
            <a:r>
              <a:rPr lang="zh-CN" altLang="en-US" dirty="0">
                <a:solidFill>
                  <a:srgbClr val="66FFFF"/>
                </a:solidFill>
                <a:latin typeface="楷体_GB2312" pitchFamily="49" charset="-122"/>
                <a:ea typeface="楷体_GB2312" pitchFamily="49" charset="-122"/>
              </a:rPr>
              <a:t> </a:t>
            </a:r>
          </a:p>
        </p:txBody>
      </p:sp>
      <p:sp>
        <p:nvSpPr>
          <p:cNvPr id="36877" name="Line 13">
            <a:extLst>
              <a:ext uri="{FF2B5EF4-FFF2-40B4-BE49-F238E27FC236}">
                <a16:creationId xmlns:a16="http://schemas.microsoft.com/office/drawing/2014/main" id="{ED83183C-9E81-4C00-87E4-36A6E5908AD0}"/>
              </a:ext>
            </a:extLst>
          </p:cNvPr>
          <p:cNvSpPr>
            <a:spLocks noChangeShapeType="1"/>
          </p:cNvSpPr>
          <p:nvPr/>
        </p:nvSpPr>
        <p:spPr bwMode="auto">
          <a:xfrm>
            <a:off x="5029200" y="2432050"/>
            <a:ext cx="3295650" cy="1290638"/>
          </a:xfrm>
          <a:prstGeom prst="line">
            <a:avLst/>
          </a:prstGeom>
          <a:noFill/>
          <a:ln w="38100">
            <a:solidFill>
              <a:srgbClr val="FF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393" name="Line 14">
            <a:extLst>
              <a:ext uri="{FF2B5EF4-FFF2-40B4-BE49-F238E27FC236}">
                <a16:creationId xmlns:a16="http://schemas.microsoft.com/office/drawing/2014/main" id="{019F04B7-5B4C-4249-ADAC-20CF7032D982}"/>
              </a:ext>
            </a:extLst>
          </p:cNvPr>
          <p:cNvSpPr>
            <a:spLocks noChangeShapeType="1"/>
          </p:cNvSpPr>
          <p:nvPr/>
        </p:nvSpPr>
        <p:spPr bwMode="auto">
          <a:xfrm>
            <a:off x="4667250" y="4637088"/>
            <a:ext cx="0" cy="0"/>
          </a:xfrm>
          <a:prstGeom prst="line">
            <a:avLst/>
          </a:prstGeom>
          <a:noFill/>
          <a:ln w="38100">
            <a:solidFill>
              <a:srgbClr val="FF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879" name="Line 15">
            <a:extLst>
              <a:ext uri="{FF2B5EF4-FFF2-40B4-BE49-F238E27FC236}">
                <a16:creationId xmlns:a16="http://schemas.microsoft.com/office/drawing/2014/main" id="{4328C810-4EC5-4BE2-B861-93B6F7CA9525}"/>
              </a:ext>
            </a:extLst>
          </p:cNvPr>
          <p:cNvSpPr>
            <a:spLocks noChangeShapeType="1"/>
          </p:cNvSpPr>
          <p:nvPr/>
        </p:nvSpPr>
        <p:spPr bwMode="auto">
          <a:xfrm flipH="1">
            <a:off x="5062538" y="3716338"/>
            <a:ext cx="3254375" cy="1296987"/>
          </a:xfrm>
          <a:prstGeom prst="line">
            <a:avLst/>
          </a:prstGeom>
          <a:noFill/>
          <a:ln w="38100">
            <a:solidFill>
              <a:srgbClr val="FF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36880" name="Object 16">
            <a:extLst>
              <a:ext uri="{FF2B5EF4-FFF2-40B4-BE49-F238E27FC236}">
                <a16:creationId xmlns:a16="http://schemas.microsoft.com/office/drawing/2014/main" id="{838DF97E-E9EE-4E68-998D-C7F6CB4D1202}"/>
              </a:ext>
            </a:extLst>
          </p:cNvPr>
          <p:cNvGraphicFramePr>
            <a:graphicFrameLocks noChangeAspect="1"/>
          </p:cNvGraphicFramePr>
          <p:nvPr>
            <p:extLst/>
          </p:nvPr>
        </p:nvGraphicFramePr>
        <p:xfrm>
          <a:off x="8181975" y="3367088"/>
          <a:ext cx="196850" cy="331787"/>
        </p:xfrm>
        <a:graphic>
          <a:graphicData uri="http://schemas.openxmlformats.org/presentationml/2006/ole">
            <mc:AlternateContent xmlns:mc="http://schemas.openxmlformats.org/markup-compatibility/2006">
              <mc:Choice xmlns:v="urn:schemas-microsoft-com:vml" Requires="v">
                <p:oleObj spid="_x0000_s114768" name="Equation" r:id="rId5" imgW="114376" imgH="152468" progId="Equation.3">
                  <p:embed/>
                </p:oleObj>
              </mc:Choice>
              <mc:Fallback>
                <p:oleObj name="Equation" r:id="rId5" imgW="114376" imgH="152468" progId="Equation.3">
                  <p:embed/>
                  <p:pic>
                    <p:nvPicPr>
                      <p:cNvPr id="36880" name="Object 16">
                        <a:extLst>
                          <a:ext uri="{FF2B5EF4-FFF2-40B4-BE49-F238E27FC236}">
                            <a16:creationId xmlns:a16="http://schemas.microsoft.com/office/drawing/2014/main" id="{838DF97E-E9EE-4E68-998D-C7F6CB4D120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181975" y="3367088"/>
                        <a:ext cx="196850" cy="331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881" name="Object 17">
            <a:extLst>
              <a:ext uri="{FF2B5EF4-FFF2-40B4-BE49-F238E27FC236}">
                <a16:creationId xmlns:a16="http://schemas.microsoft.com/office/drawing/2014/main" id="{6412DB56-3E98-4CB7-8D6A-09F3CC3CE94F}"/>
              </a:ext>
            </a:extLst>
          </p:cNvPr>
          <p:cNvGraphicFramePr>
            <a:graphicFrameLocks noChangeAspect="1"/>
          </p:cNvGraphicFramePr>
          <p:nvPr>
            <p:extLst/>
          </p:nvPr>
        </p:nvGraphicFramePr>
        <p:xfrm>
          <a:off x="8558213" y="3246438"/>
          <a:ext cx="309562" cy="433387"/>
        </p:xfrm>
        <a:graphic>
          <a:graphicData uri="http://schemas.openxmlformats.org/presentationml/2006/ole">
            <mc:AlternateContent xmlns:mc="http://schemas.openxmlformats.org/markup-compatibility/2006">
              <mc:Choice xmlns:v="urn:schemas-microsoft-com:vml" Requires="v">
                <p:oleObj spid="_x0000_s114769" name="公式" r:id="rId7" imgW="285635" imgH="400152" progId="Equation.3">
                  <p:embed/>
                </p:oleObj>
              </mc:Choice>
              <mc:Fallback>
                <p:oleObj name="公式" r:id="rId7" imgW="285635" imgH="400152" progId="Equation.3">
                  <p:embed/>
                  <p:pic>
                    <p:nvPicPr>
                      <p:cNvPr id="36881" name="Object 17">
                        <a:extLst>
                          <a:ext uri="{FF2B5EF4-FFF2-40B4-BE49-F238E27FC236}">
                            <a16:creationId xmlns:a16="http://schemas.microsoft.com/office/drawing/2014/main" id="{6412DB56-3E98-4CB7-8D6A-09F3CC3CE94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558213" y="3246438"/>
                        <a:ext cx="309562" cy="433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6882" name="Line 18">
            <a:extLst>
              <a:ext uri="{FF2B5EF4-FFF2-40B4-BE49-F238E27FC236}">
                <a16:creationId xmlns:a16="http://schemas.microsoft.com/office/drawing/2014/main" id="{23171CC3-9246-42E3-8EF4-312E09E61100}"/>
              </a:ext>
            </a:extLst>
          </p:cNvPr>
          <p:cNvSpPr>
            <a:spLocks noChangeShapeType="1"/>
          </p:cNvSpPr>
          <p:nvPr/>
        </p:nvSpPr>
        <p:spPr bwMode="auto">
          <a:xfrm>
            <a:off x="8424863" y="3698875"/>
            <a:ext cx="396875" cy="0"/>
          </a:xfrm>
          <a:prstGeom prst="line">
            <a:avLst/>
          </a:prstGeom>
          <a:noFill/>
          <a:ln w="28575">
            <a:solidFill>
              <a:srgbClr val="FF99FF"/>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36883" name="Line 19">
            <a:extLst>
              <a:ext uri="{FF2B5EF4-FFF2-40B4-BE49-F238E27FC236}">
                <a16:creationId xmlns:a16="http://schemas.microsoft.com/office/drawing/2014/main" id="{F11AA59E-F739-4200-9E06-FF732100AAF6}"/>
              </a:ext>
            </a:extLst>
          </p:cNvPr>
          <p:cNvSpPr>
            <a:spLocks noChangeShapeType="1"/>
          </p:cNvSpPr>
          <p:nvPr/>
        </p:nvSpPr>
        <p:spPr bwMode="auto">
          <a:xfrm>
            <a:off x="5861050" y="3698875"/>
            <a:ext cx="0" cy="1314450"/>
          </a:xfrm>
          <a:prstGeom prst="line">
            <a:avLst/>
          </a:prstGeom>
          <a:noFill/>
          <a:ln w="28575">
            <a:solidFill>
              <a:srgbClr val="FF99FF"/>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884" name="Line 20">
            <a:extLst>
              <a:ext uri="{FF2B5EF4-FFF2-40B4-BE49-F238E27FC236}">
                <a16:creationId xmlns:a16="http://schemas.microsoft.com/office/drawing/2014/main" id="{393B4BBB-6130-44B4-B797-03436E5BD548}"/>
              </a:ext>
            </a:extLst>
          </p:cNvPr>
          <p:cNvSpPr>
            <a:spLocks noChangeShapeType="1"/>
          </p:cNvSpPr>
          <p:nvPr/>
        </p:nvSpPr>
        <p:spPr bwMode="auto">
          <a:xfrm flipH="1">
            <a:off x="8293100" y="3717925"/>
            <a:ext cx="19050" cy="1314450"/>
          </a:xfrm>
          <a:prstGeom prst="line">
            <a:avLst/>
          </a:prstGeom>
          <a:noFill/>
          <a:ln w="28575">
            <a:solidFill>
              <a:srgbClr val="FF99FF"/>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885" name="Line 21">
            <a:extLst>
              <a:ext uri="{FF2B5EF4-FFF2-40B4-BE49-F238E27FC236}">
                <a16:creationId xmlns:a16="http://schemas.microsoft.com/office/drawing/2014/main" id="{7298B1DA-60B7-455A-B13F-9396ABD9276F}"/>
              </a:ext>
            </a:extLst>
          </p:cNvPr>
          <p:cNvSpPr>
            <a:spLocks noChangeShapeType="1"/>
          </p:cNvSpPr>
          <p:nvPr/>
        </p:nvSpPr>
        <p:spPr bwMode="auto">
          <a:xfrm>
            <a:off x="5867400" y="4727575"/>
            <a:ext cx="2409825" cy="0"/>
          </a:xfrm>
          <a:prstGeom prst="line">
            <a:avLst/>
          </a:prstGeom>
          <a:noFill/>
          <a:ln w="28575">
            <a:solidFill>
              <a:srgbClr val="FF99FF"/>
            </a:solidFill>
            <a:round/>
            <a:headEnd type="triangle" w="sm" len="lg"/>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36886" name="Line 22">
            <a:extLst>
              <a:ext uri="{FF2B5EF4-FFF2-40B4-BE49-F238E27FC236}">
                <a16:creationId xmlns:a16="http://schemas.microsoft.com/office/drawing/2014/main" id="{61F8D850-3C2F-4524-BBDC-6C928496E7E9}"/>
              </a:ext>
            </a:extLst>
          </p:cNvPr>
          <p:cNvSpPr>
            <a:spLocks noChangeShapeType="1"/>
          </p:cNvSpPr>
          <p:nvPr/>
        </p:nvSpPr>
        <p:spPr bwMode="auto">
          <a:xfrm>
            <a:off x="5819775" y="3679825"/>
            <a:ext cx="319088" cy="876300"/>
          </a:xfrm>
          <a:prstGeom prst="line">
            <a:avLst/>
          </a:prstGeom>
          <a:noFill/>
          <a:ln w="38100">
            <a:solidFill>
              <a:srgbClr val="FF99FF"/>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36887" name="Line 23">
            <a:extLst>
              <a:ext uri="{FF2B5EF4-FFF2-40B4-BE49-F238E27FC236}">
                <a16:creationId xmlns:a16="http://schemas.microsoft.com/office/drawing/2014/main" id="{1FDBCAA8-F878-4485-A1C7-8B8C3DF8E67B}"/>
              </a:ext>
            </a:extLst>
          </p:cNvPr>
          <p:cNvSpPr>
            <a:spLocks noChangeShapeType="1"/>
          </p:cNvSpPr>
          <p:nvPr/>
        </p:nvSpPr>
        <p:spPr bwMode="auto">
          <a:xfrm flipH="1">
            <a:off x="4572000" y="3722688"/>
            <a:ext cx="3705225" cy="0"/>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36888" name="Object 24">
            <a:extLst>
              <a:ext uri="{FF2B5EF4-FFF2-40B4-BE49-F238E27FC236}">
                <a16:creationId xmlns:a16="http://schemas.microsoft.com/office/drawing/2014/main" id="{66046038-9176-4136-8E55-D25ED60050A3}"/>
              </a:ext>
            </a:extLst>
          </p:cNvPr>
          <p:cNvGraphicFramePr>
            <a:graphicFrameLocks noChangeAspect="1"/>
          </p:cNvGraphicFramePr>
          <p:nvPr>
            <p:extLst/>
          </p:nvPr>
        </p:nvGraphicFramePr>
        <p:xfrm>
          <a:off x="6962775" y="4337050"/>
          <a:ext cx="441325" cy="460375"/>
        </p:xfrm>
        <a:graphic>
          <a:graphicData uri="http://schemas.openxmlformats.org/presentationml/2006/ole">
            <mc:AlternateContent xmlns:mc="http://schemas.openxmlformats.org/markup-compatibility/2006">
              <mc:Choice xmlns:v="urn:schemas-microsoft-com:vml" Requires="v">
                <p:oleObj spid="_x0000_s114770" name="Equation" r:id="rId9" imgW="571576" imgH="438116" progId="Equation.3">
                  <p:embed/>
                </p:oleObj>
              </mc:Choice>
              <mc:Fallback>
                <p:oleObj name="Equation" r:id="rId9" imgW="571576" imgH="438116" progId="Equation.3">
                  <p:embed/>
                  <p:pic>
                    <p:nvPicPr>
                      <p:cNvPr id="36888" name="Object 24">
                        <a:extLst>
                          <a:ext uri="{FF2B5EF4-FFF2-40B4-BE49-F238E27FC236}">
                            <a16:creationId xmlns:a16="http://schemas.microsoft.com/office/drawing/2014/main" id="{66046038-9176-4136-8E55-D25ED60050A3}"/>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962775" y="4337050"/>
                        <a:ext cx="441325"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889" name="Object 25">
            <a:extLst>
              <a:ext uri="{FF2B5EF4-FFF2-40B4-BE49-F238E27FC236}">
                <a16:creationId xmlns:a16="http://schemas.microsoft.com/office/drawing/2014/main" id="{B807D2AB-21F9-4AE3-9750-BB9DE27B29A6}"/>
              </a:ext>
            </a:extLst>
          </p:cNvPr>
          <p:cNvGraphicFramePr>
            <a:graphicFrameLocks noChangeAspect="1"/>
          </p:cNvGraphicFramePr>
          <p:nvPr>
            <p:extLst/>
          </p:nvPr>
        </p:nvGraphicFramePr>
        <p:xfrm>
          <a:off x="6056313" y="3870325"/>
          <a:ext cx="341312" cy="450850"/>
        </p:xfrm>
        <a:graphic>
          <a:graphicData uri="http://schemas.openxmlformats.org/presentationml/2006/ole">
            <mc:AlternateContent xmlns:mc="http://schemas.openxmlformats.org/markup-compatibility/2006">
              <mc:Choice xmlns:v="urn:schemas-microsoft-com:vml" Requires="v">
                <p:oleObj spid="_x0000_s114771" name="Equation" r:id="rId11" imgW="209486" imgH="209414" progId="Equation.3">
                  <p:embed/>
                </p:oleObj>
              </mc:Choice>
              <mc:Fallback>
                <p:oleObj name="Equation" r:id="rId11" imgW="209486" imgH="209414" progId="Equation.3">
                  <p:embed/>
                  <p:pic>
                    <p:nvPicPr>
                      <p:cNvPr id="36889" name="Object 25">
                        <a:extLst>
                          <a:ext uri="{FF2B5EF4-FFF2-40B4-BE49-F238E27FC236}">
                            <a16:creationId xmlns:a16="http://schemas.microsoft.com/office/drawing/2014/main" id="{B807D2AB-21F9-4AE3-9750-BB9DE27B29A6}"/>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056313" y="3870325"/>
                        <a:ext cx="341312" cy="450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6890" name="Freeform 26">
            <a:extLst>
              <a:ext uri="{FF2B5EF4-FFF2-40B4-BE49-F238E27FC236}">
                <a16:creationId xmlns:a16="http://schemas.microsoft.com/office/drawing/2014/main" id="{0000BC8F-BEC4-4D7C-BBF2-ADD53EC90F86}"/>
              </a:ext>
            </a:extLst>
          </p:cNvPr>
          <p:cNvSpPr>
            <a:spLocks/>
          </p:cNvSpPr>
          <p:nvPr/>
        </p:nvSpPr>
        <p:spPr bwMode="auto">
          <a:xfrm>
            <a:off x="4787900" y="2492375"/>
            <a:ext cx="360363" cy="1223963"/>
          </a:xfrm>
          <a:custGeom>
            <a:avLst/>
            <a:gdLst>
              <a:gd name="T0" fmla="*/ 2147483646 w 296"/>
              <a:gd name="T1" fmla="*/ 0 h 960"/>
              <a:gd name="T2" fmla="*/ 2147483646 w 296"/>
              <a:gd name="T3" fmla="*/ 2147483646 h 960"/>
              <a:gd name="T4" fmla="*/ 2147483646 w 296"/>
              <a:gd name="T5" fmla="*/ 2147483646 h 960"/>
              <a:gd name="T6" fmla="*/ 2147483646 w 296"/>
              <a:gd name="T7" fmla="*/ 2147483646 h 960"/>
              <a:gd name="T8" fmla="*/ 2147483646 w 296"/>
              <a:gd name="T9" fmla="*/ 2147483646 h 960"/>
              <a:gd name="T10" fmla="*/ 2147483646 w 296"/>
              <a:gd name="T11" fmla="*/ 2147483646 h 960"/>
              <a:gd name="T12" fmla="*/ 0 60000 65536"/>
              <a:gd name="T13" fmla="*/ 0 60000 65536"/>
              <a:gd name="T14" fmla="*/ 0 60000 65536"/>
              <a:gd name="T15" fmla="*/ 0 60000 65536"/>
              <a:gd name="T16" fmla="*/ 0 60000 65536"/>
              <a:gd name="T17" fmla="*/ 0 60000 65536"/>
              <a:gd name="T18" fmla="*/ 0 w 296"/>
              <a:gd name="T19" fmla="*/ 0 h 960"/>
              <a:gd name="T20" fmla="*/ 296 w 296"/>
              <a:gd name="T21" fmla="*/ 960 h 960"/>
            </a:gdLst>
            <a:ahLst/>
            <a:cxnLst>
              <a:cxn ang="T12">
                <a:pos x="T0" y="T1"/>
              </a:cxn>
              <a:cxn ang="T13">
                <a:pos x="T2" y="T3"/>
              </a:cxn>
              <a:cxn ang="T14">
                <a:pos x="T4" y="T5"/>
              </a:cxn>
              <a:cxn ang="T15">
                <a:pos x="T6" y="T7"/>
              </a:cxn>
              <a:cxn ang="T16">
                <a:pos x="T8" y="T9"/>
              </a:cxn>
              <a:cxn ang="T17">
                <a:pos x="T10" y="T11"/>
              </a:cxn>
            </a:cxnLst>
            <a:rect l="T18" t="T19" r="T20" b="T21"/>
            <a:pathLst>
              <a:path w="296" h="960">
                <a:moveTo>
                  <a:pt x="296" y="0"/>
                </a:moveTo>
                <a:cubicBezTo>
                  <a:pt x="244" y="40"/>
                  <a:pt x="192" y="80"/>
                  <a:pt x="152" y="144"/>
                </a:cubicBezTo>
                <a:cubicBezTo>
                  <a:pt x="112" y="208"/>
                  <a:pt x="80" y="296"/>
                  <a:pt x="56" y="384"/>
                </a:cubicBezTo>
                <a:cubicBezTo>
                  <a:pt x="32" y="472"/>
                  <a:pt x="16" y="600"/>
                  <a:pt x="8" y="672"/>
                </a:cubicBezTo>
                <a:cubicBezTo>
                  <a:pt x="0" y="744"/>
                  <a:pt x="8" y="768"/>
                  <a:pt x="8" y="816"/>
                </a:cubicBezTo>
                <a:cubicBezTo>
                  <a:pt x="8" y="864"/>
                  <a:pt x="8" y="936"/>
                  <a:pt x="8" y="960"/>
                </a:cubicBezTo>
              </a:path>
            </a:pathLst>
          </a:custGeom>
          <a:noFill/>
          <a:ln w="38100">
            <a:solidFill>
              <a:srgbClr val="FF99FF"/>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aphicFrame>
        <p:nvGraphicFramePr>
          <p:cNvPr id="36891" name="Object 27">
            <a:extLst>
              <a:ext uri="{FF2B5EF4-FFF2-40B4-BE49-F238E27FC236}">
                <a16:creationId xmlns:a16="http://schemas.microsoft.com/office/drawing/2014/main" id="{5AECB9B1-1A4A-4F3E-98FE-266A5A6C5785}"/>
              </a:ext>
            </a:extLst>
          </p:cNvPr>
          <p:cNvGraphicFramePr>
            <a:graphicFrameLocks noChangeAspect="1"/>
          </p:cNvGraphicFramePr>
          <p:nvPr>
            <p:extLst/>
          </p:nvPr>
        </p:nvGraphicFramePr>
        <p:xfrm>
          <a:off x="4427538" y="2879725"/>
          <a:ext cx="330200" cy="439738"/>
        </p:xfrm>
        <a:graphic>
          <a:graphicData uri="http://schemas.openxmlformats.org/presentationml/2006/ole">
            <mc:AlternateContent xmlns:mc="http://schemas.openxmlformats.org/markup-compatibility/2006">
              <mc:Choice xmlns:v="urn:schemas-microsoft-com:vml" Requires="v">
                <p:oleObj spid="_x0000_s114772" name="Equation" r:id="rId13" imgW="95110" imgH="152468" progId="Equation.3">
                  <p:embed/>
                </p:oleObj>
              </mc:Choice>
              <mc:Fallback>
                <p:oleObj name="Equation" r:id="rId13" imgW="95110" imgH="152468" progId="Equation.3">
                  <p:embed/>
                  <p:pic>
                    <p:nvPicPr>
                      <p:cNvPr id="36891" name="Object 27">
                        <a:extLst>
                          <a:ext uri="{FF2B5EF4-FFF2-40B4-BE49-F238E27FC236}">
                            <a16:creationId xmlns:a16="http://schemas.microsoft.com/office/drawing/2014/main" id="{5AECB9B1-1A4A-4F3E-98FE-266A5A6C5785}"/>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427538" y="2879725"/>
                        <a:ext cx="330200" cy="439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6892" name="Oval 28">
            <a:extLst>
              <a:ext uri="{FF2B5EF4-FFF2-40B4-BE49-F238E27FC236}">
                <a16:creationId xmlns:a16="http://schemas.microsoft.com/office/drawing/2014/main" id="{A4935691-02D7-45E5-90CB-18ADE2175556}"/>
              </a:ext>
            </a:extLst>
          </p:cNvPr>
          <p:cNvSpPr>
            <a:spLocks noChangeArrowheads="1"/>
          </p:cNvSpPr>
          <p:nvPr/>
        </p:nvSpPr>
        <p:spPr bwMode="auto">
          <a:xfrm>
            <a:off x="5008563" y="2844800"/>
            <a:ext cx="1666875" cy="1771650"/>
          </a:xfrm>
          <a:prstGeom prst="ellipse">
            <a:avLst/>
          </a:prstGeom>
          <a:noFill/>
          <a:ln w="38100">
            <a:solidFill>
              <a:srgbClr val="99FF33"/>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6893" name="Oval 29">
            <a:extLst>
              <a:ext uri="{FF2B5EF4-FFF2-40B4-BE49-F238E27FC236}">
                <a16:creationId xmlns:a16="http://schemas.microsoft.com/office/drawing/2014/main" id="{4EC75BE0-6DEE-42A4-823C-079922B9463A}"/>
              </a:ext>
            </a:extLst>
          </p:cNvPr>
          <p:cNvSpPr>
            <a:spLocks noChangeArrowheads="1"/>
          </p:cNvSpPr>
          <p:nvPr/>
        </p:nvSpPr>
        <p:spPr bwMode="auto">
          <a:xfrm flipH="1" flipV="1">
            <a:off x="5784850" y="3633788"/>
            <a:ext cx="152400" cy="152400"/>
          </a:xfrm>
          <a:prstGeom prst="ellipse">
            <a:avLst/>
          </a:prstGeom>
          <a:solidFill>
            <a:srgbClr val="FF6600"/>
          </a:solidFill>
          <a:ln>
            <a:noFill/>
          </a:ln>
          <a:extLst>
            <a:ext uri="{91240B29-F687-4F45-9708-019B960494DF}">
              <a14:hiddenLine xmlns:a14="http://schemas.microsoft.com/office/drawing/2010/main" w="12700">
                <a:solidFill>
                  <a:srgbClr val="000000"/>
                </a:solidFill>
                <a:round/>
                <a:headEnd/>
                <a:tailEnd/>
              </a14:hiddenLine>
            </a:ext>
          </a:extLst>
        </p:spPr>
        <p:txBody>
          <a:bodyPr rot="10800000"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latin typeface="仿宋_GB2312" pitchFamily="49" charset="-122"/>
              <a:ea typeface="仿宋_GB2312" pitchFamily="49" charset="-122"/>
            </a:endParaRPr>
          </a:p>
        </p:txBody>
      </p:sp>
      <p:sp>
        <p:nvSpPr>
          <p:cNvPr id="36894" name="Oval 30">
            <a:extLst>
              <a:ext uri="{FF2B5EF4-FFF2-40B4-BE49-F238E27FC236}">
                <a16:creationId xmlns:a16="http://schemas.microsoft.com/office/drawing/2014/main" id="{63DAA862-8530-4618-8A09-368D0DDC5918}"/>
              </a:ext>
            </a:extLst>
          </p:cNvPr>
          <p:cNvSpPr>
            <a:spLocks noChangeArrowheads="1"/>
          </p:cNvSpPr>
          <p:nvPr/>
        </p:nvSpPr>
        <p:spPr bwMode="auto">
          <a:xfrm>
            <a:off x="7234238" y="3429000"/>
            <a:ext cx="527050" cy="571500"/>
          </a:xfrm>
          <a:prstGeom prst="ellipse">
            <a:avLst/>
          </a:prstGeom>
          <a:noFill/>
          <a:ln w="38100">
            <a:solidFill>
              <a:srgbClr val="99FF33"/>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6895" name="Oval 31">
            <a:extLst>
              <a:ext uri="{FF2B5EF4-FFF2-40B4-BE49-F238E27FC236}">
                <a16:creationId xmlns:a16="http://schemas.microsoft.com/office/drawing/2014/main" id="{5831847B-3BE1-4235-9AE9-0A9ACE89DF85}"/>
              </a:ext>
            </a:extLst>
          </p:cNvPr>
          <p:cNvSpPr>
            <a:spLocks noChangeArrowheads="1"/>
          </p:cNvSpPr>
          <p:nvPr/>
        </p:nvSpPr>
        <p:spPr bwMode="auto">
          <a:xfrm>
            <a:off x="6508750" y="3238500"/>
            <a:ext cx="936625" cy="971550"/>
          </a:xfrm>
          <a:prstGeom prst="ellipse">
            <a:avLst/>
          </a:prstGeom>
          <a:noFill/>
          <a:ln w="38100">
            <a:solidFill>
              <a:srgbClr val="99FF33"/>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6896" name="Oval 32">
            <a:extLst>
              <a:ext uri="{FF2B5EF4-FFF2-40B4-BE49-F238E27FC236}">
                <a16:creationId xmlns:a16="http://schemas.microsoft.com/office/drawing/2014/main" id="{BF4789C3-FC9A-4889-9689-E6BDC00C25C9}"/>
              </a:ext>
            </a:extLst>
          </p:cNvPr>
          <p:cNvSpPr>
            <a:spLocks noChangeArrowheads="1"/>
          </p:cNvSpPr>
          <p:nvPr/>
        </p:nvSpPr>
        <p:spPr bwMode="auto">
          <a:xfrm>
            <a:off x="5784850" y="3040063"/>
            <a:ext cx="1236663" cy="1371600"/>
          </a:xfrm>
          <a:prstGeom prst="ellipse">
            <a:avLst/>
          </a:prstGeom>
          <a:noFill/>
          <a:ln w="38100">
            <a:solidFill>
              <a:srgbClr val="99FF33"/>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6412" name="Line 33">
            <a:extLst>
              <a:ext uri="{FF2B5EF4-FFF2-40B4-BE49-F238E27FC236}">
                <a16:creationId xmlns:a16="http://schemas.microsoft.com/office/drawing/2014/main" id="{5E62E82D-F440-4575-955D-1720F8825237}"/>
              </a:ext>
            </a:extLst>
          </p:cNvPr>
          <p:cNvSpPr>
            <a:spLocks noChangeShapeType="1"/>
          </p:cNvSpPr>
          <p:nvPr/>
        </p:nvSpPr>
        <p:spPr bwMode="auto">
          <a:xfrm>
            <a:off x="4648200" y="4640263"/>
            <a:ext cx="0" cy="0"/>
          </a:xfrm>
          <a:prstGeom prst="line">
            <a:avLst/>
          </a:prstGeom>
          <a:noFill/>
          <a:ln w="38100">
            <a:solidFill>
              <a:srgbClr val="99FF33"/>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898" name="Oval 34">
            <a:extLst>
              <a:ext uri="{FF2B5EF4-FFF2-40B4-BE49-F238E27FC236}">
                <a16:creationId xmlns:a16="http://schemas.microsoft.com/office/drawing/2014/main" id="{32120295-7301-4F89-B813-25EB87CD0999}"/>
              </a:ext>
            </a:extLst>
          </p:cNvPr>
          <p:cNvSpPr>
            <a:spLocks noChangeArrowheads="1"/>
          </p:cNvSpPr>
          <p:nvPr/>
        </p:nvSpPr>
        <p:spPr bwMode="auto">
          <a:xfrm flipH="1" flipV="1">
            <a:off x="6324600" y="3633788"/>
            <a:ext cx="152400" cy="152400"/>
          </a:xfrm>
          <a:prstGeom prst="ellipse">
            <a:avLst/>
          </a:prstGeom>
          <a:solidFill>
            <a:srgbClr val="FF6600"/>
          </a:solidFill>
          <a:ln>
            <a:noFill/>
          </a:ln>
          <a:extLst>
            <a:ext uri="{91240B29-F687-4F45-9708-019B960494DF}">
              <a14:hiddenLine xmlns:a14="http://schemas.microsoft.com/office/drawing/2010/main" w="12700">
                <a:solidFill>
                  <a:srgbClr val="000000"/>
                </a:solidFill>
                <a:round/>
                <a:headEnd/>
                <a:tailEnd/>
              </a14:hiddenLine>
            </a:ext>
          </a:extLst>
        </p:spPr>
        <p:txBody>
          <a:bodyPr rot="10800000"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latin typeface="仿宋_GB2312" pitchFamily="49" charset="-122"/>
              <a:ea typeface="仿宋_GB2312" pitchFamily="49" charset="-122"/>
            </a:endParaRPr>
          </a:p>
        </p:txBody>
      </p:sp>
      <p:sp>
        <p:nvSpPr>
          <p:cNvPr id="36899" name="Oval 35">
            <a:extLst>
              <a:ext uri="{FF2B5EF4-FFF2-40B4-BE49-F238E27FC236}">
                <a16:creationId xmlns:a16="http://schemas.microsoft.com/office/drawing/2014/main" id="{F3961961-1B31-4F5A-BDFD-E787CDC5B20C}"/>
              </a:ext>
            </a:extLst>
          </p:cNvPr>
          <p:cNvSpPr>
            <a:spLocks noChangeArrowheads="1"/>
          </p:cNvSpPr>
          <p:nvPr/>
        </p:nvSpPr>
        <p:spPr bwMode="auto">
          <a:xfrm flipH="1" flipV="1">
            <a:off x="6934200" y="3633788"/>
            <a:ext cx="152400" cy="152400"/>
          </a:xfrm>
          <a:prstGeom prst="ellipse">
            <a:avLst/>
          </a:prstGeom>
          <a:solidFill>
            <a:srgbClr val="FF6600"/>
          </a:solidFill>
          <a:ln>
            <a:noFill/>
          </a:ln>
          <a:extLst>
            <a:ext uri="{91240B29-F687-4F45-9708-019B960494DF}">
              <a14:hiddenLine xmlns:a14="http://schemas.microsoft.com/office/drawing/2010/main" w="12700">
                <a:solidFill>
                  <a:srgbClr val="000000"/>
                </a:solidFill>
                <a:round/>
                <a:headEnd/>
                <a:tailEnd/>
              </a14:hiddenLine>
            </a:ext>
          </a:extLst>
        </p:spPr>
        <p:txBody>
          <a:bodyPr rot="10800000"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latin typeface="仿宋_GB2312" pitchFamily="49" charset="-122"/>
              <a:ea typeface="仿宋_GB2312" pitchFamily="49" charset="-122"/>
            </a:endParaRPr>
          </a:p>
        </p:txBody>
      </p:sp>
      <p:sp>
        <p:nvSpPr>
          <p:cNvPr id="36900" name="Oval 36">
            <a:extLst>
              <a:ext uri="{FF2B5EF4-FFF2-40B4-BE49-F238E27FC236}">
                <a16:creationId xmlns:a16="http://schemas.microsoft.com/office/drawing/2014/main" id="{04506CB8-CC1D-47AE-A19F-A7416C8FBE56}"/>
              </a:ext>
            </a:extLst>
          </p:cNvPr>
          <p:cNvSpPr>
            <a:spLocks noChangeArrowheads="1"/>
          </p:cNvSpPr>
          <p:nvPr/>
        </p:nvSpPr>
        <p:spPr bwMode="auto">
          <a:xfrm flipH="1" flipV="1">
            <a:off x="7443788" y="3629025"/>
            <a:ext cx="152400" cy="152400"/>
          </a:xfrm>
          <a:prstGeom prst="ellipse">
            <a:avLst/>
          </a:prstGeom>
          <a:solidFill>
            <a:srgbClr val="FF6600"/>
          </a:solidFill>
          <a:ln>
            <a:noFill/>
          </a:ln>
          <a:extLst>
            <a:ext uri="{91240B29-F687-4F45-9708-019B960494DF}">
              <a14:hiddenLine xmlns:a14="http://schemas.microsoft.com/office/drawing/2010/main" w="12700">
                <a:solidFill>
                  <a:srgbClr val="000000"/>
                </a:solidFill>
                <a:round/>
                <a:headEnd/>
                <a:tailEnd/>
              </a14:hiddenLine>
            </a:ext>
          </a:extLst>
        </p:spPr>
        <p:txBody>
          <a:bodyPr rot="10800000"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latin typeface="仿宋_GB2312" pitchFamily="49" charset="-122"/>
              <a:ea typeface="仿宋_GB2312" pitchFamily="49" charset="-122"/>
            </a:endParaRPr>
          </a:p>
        </p:txBody>
      </p:sp>
      <p:graphicFrame>
        <p:nvGraphicFramePr>
          <p:cNvPr id="36901" name="Object 37">
            <a:extLst>
              <a:ext uri="{FF2B5EF4-FFF2-40B4-BE49-F238E27FC236}">
                <a16:creationId xmlns:a16="http://schemas.microsoft.com/office/drawing/2014/main" id="{39B33EFB-8676-47D7-B04B-8A1221B8F6BA}"/>
              </a:ext>
            </a:extLst>
          </p:cNvPr>
          <p:cNvGraphicFramePr>
            <a:graphicFrameLocks noChangeAspect="1"/>
          </p:cNvGraphicFramePr>
          <p:nvPr>
            <p:extLst/>
          </p:nvPr>
        </p:nvGraphicFramePr>
        <p:xfrm>
          <a:off x="946150" y="1757363"/>
          <a:ext cx="889000" cy="431800"/>
        </p:xfrm>
        <a:graphic>
          <a:graphicData uri="http://schemas.openxmlformats.org/presentationml/2006/ole">
            <mc:AlternateContent xmlns:mc="http://schemas.openxmlformats.org/markup-compatibility/2006">
              <mc:Choice xmlns:v="urn:schemas-microsoft-com:vml" Requires="v">
                <p:oleObj spid="_x0000_s114773" name="Equation" r:id="rId15" imgW="857212" imgH="400152" progId="Equation.3">
                  <p:embed/>
                </p:oleObj>
              </mc:Choice>
              <mc:Fallback>
                <p:oleObj name="Equation" r:id="rId15" imgW="857212" imgH="400152" progId="Equation.3">
                  <p:embed/>
                  <p:pic>
                    <p:nvPicPr>
                      <p:cNvPr id="36901" name="Object 37">
                        <a:extLst>
                          <a:ext uri="{FF2B5EF4-FFF2-40B4-BE49-F238E27FC236}">
                            <a16:creationId xmlns:a16="http://schemas.microsoft.com/office/drawing/2014/main" id="{39B33EFB-8676-47D7-B04B-8A1221B8F6BA}"/>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946150" y="1757363"/>
                        <a:ext cx="8890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902" name="Object 38">
            <a:extLst>
              <a:ext uri="{FF2B5EF4-FFF2-40B4-BE49-F238E27FC236}">
                <a16:creationId xmlns:a16="http://schemas.microsoft.com/office/drawing/2014/main" id="{9660AE1F-BE08-4155-9BF1-BC506D5A8CCC}"/>
              </a:ext>
            </a:extLst>
          </p:cNvPr>
          <p:cNvGraphicFramePr>
            <a:graphicFrameLocks noChangeAspect="1"/>
          </p:cNvGraphicFramePr>
          <p:nvPr>
            <p:extLst/>
          </p:nvPr>
        </p:nvGraphicFramePr>
        <p:xfrm>
          <a:off x="5867400" y="3346450"/>
          <a:ext cx="196850" cy="331788"/>
        </p:xfrm>
        <a:graphic>
          <a:graphicData uri="http://schemas.openxmlformats.org/presentationml/2006/ole">
            <mc:AlternateContent xmlns:mc="http://schemas.openxmlformats.org/markup-compatibility/2006">
              <mc:Choice xmlns:v="urn:schemas-microsoft-com:vml" Requires="v">
                <p:oleObj spid="_x0000_s114774" name="Equation" r:id="rId17" imgW="114376" imgH="152468" progId="Equation.3">
                  <p:embed/>
                </p:oleObj>
              </mc:Choice>
              <mc:Fallback>
                <p:oleObj name="Equation" r:id="rId17" imgW="114376" imgH="152468" progId="Equation.3">
                  <p:embed/>
                  <p:pic>
                    <p:nvPicPr>
                      <p:cNvPr id="36902" name="Object 38">
                        <a:extLst>
                          <a:ext uri="{FF2B5EF4-FFF2-40B4-BE49-F238E27FC236}">
                            <a16:creationId xmlns:a16="http://schemas.microsoft.com/office/drawing/2014/main" id="{9660AE1F-BE08-4155-9BF1-BC506D5A8CCC}"/>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867400" y="3346450"/>
                        <a:ext cx="196850" cy="331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903" name="Object 39">
            <a:extLst>
              <a:ext uri="{FF2B5EF4-FFF2-40B4-BE49-F238E27FC236}">
                <a16:creationId xmlns:a16="http://schemas.microsoft.com/office/drawing/2014/main" id="{1C51346B-21DF-4E48-B9F9-772E4D992066}"/>
              </a:ext>
            </a:extLst>
          </p:cNvPr>
          <p:cNvGraphicFramePr>
            <a:graphicFrameLocks noChangeAspect="1"/>
          </p:cNvGraphicFramePr>
          <p:nvPr>
            <p:extLst/>
          </p:nvPr>
        </p:nvGraphicFramePr>
        <p:xfrm>
          <a:off x="6248400" y="3346450"/>
          <a:ext cx="196850" cy="331788"/>
        </p:xfrm>
        <a:graphic>
          <a:graphicData uri="http://schemas.openxmlformats.org/presentationml/2006/ole">
            <mc:AlternateContent xmlns:mc="http://schemas.openxmlformats.org/markup-compatibility/2006">
              <mc:Choice xmlns:v="urn:schemas-microsoft-com:vml" Requires="v">
                <p:oleObj spid="_x0000_s114775" name="Equation" r:id="rId19" imgW="114376" imgH="152468" progId="Equation.3">
                  <p:embed/>
                </p:oleObj>
              </mc:Choice>
              <mc:Fallback>
                <p:oleObj name="Equation" r:id="rId19" imgW="114376" imgH="152468" progId="Equation.3">
                  <p:embed/>
                  <p:pic>
                    <p:nvPicPr>
                      <p:cNvPr id="36903" name="Object 39">
                        <a:extLst>
                          <a:ext uri="{FF2B5EF4-FFF2-40B4-BE49-F238E27FC236}">
                            <a16:creationId xmlns:a16="http://schemas.microsoft.com/office/drawing/2014/main" id="{1C51346B-21DF-4E48-B9F9-772E4D992066}"/>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248400" y="3346450"/>
                        <a:ext cx="196850" cy="331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904" name="Object 40">
            <a:extLst>
              <a:ext uri="{FF2B5EF4-FFF2-40B4-BE49-F238E27FC236}">
                <a16:creationId xmlns:a16="http://schemas.microsoft.com/office/drawing/2014/main" id="{C795F421-D5FF-44CF-B11C-01307E193C47}"/>
              </a:ext>
            </a:extLst>
          </p:cNvPr>
          <p:cNvGraphicFramePr>
            <a:graphicFrameLocks noChangeAspect="1"/>
          </p:cNvGraphicFramePr>
          <p:nvPr>
            <p:extLst/>
          </p:nvPr>
        </p:nvGraphicFramePr>
        <p:xfrm>
          <a:off x="6781800" y="3422650"/>
          <a:ext cx="196850" cy="331788"/>
        </p:xfrm>
        <a:graphic>
          <a:graphicData uri="http://schemas.openxmlformats.org/presentationml/2006/ole">
            <mc:AlternateContent xmlns:mc="http://schemas.openxmlformats.org/markup-compatibility/2006">
              <mc:Choice xmlns:v="urn:schemas-microsoft-com:vml" Requires="v">
                <p:oleObj spid="_x0000_s114776" name="Equation" r:id="rId21" imgW="114376" imgH="152468" progId="Equation.3">
                  <p:embed/>
                </p:oleObj>
              </mc:Choice>
              <mc:Fallback>
                <p:oleObj name="Equation" r:id="rId21" imgW="114376" imgH="152468" progId="Equation.3">
                  <p:embed/>
                  <p:pic>
                    <p:nvPicPr>
                      <p:cNvPr id="36904" name="Object 40">
                        <a:extLst>
                          <a:ext uri="{FF2B5EF4-FFF2-40B4-BE49-F238E27FC236}">
                            <a16:creationId xmlns:a16="http://schemas.microsoft.com/office/drawing/2014/main" id="{C795F421-D5FF-44CF-B11C-01307E193C47}"/>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6781800" y="3422650"/>
                        <a:ext cx="196850" cy="331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905" name="Object 41">
            <a:extLst>
              <a:ext uri="{FF2B5EF4-FFF2-40B4-BE49-F238E27FC236}">
                <a16:creationId xmlns:a16="http://schemas.microsoft.com/office/drawing/2014/main" id="{A8228CBC-C3C9-4113-8B5F-5228AA3FFDF4}"/>
              </a:ext>
            </a:extLst>
          </p:cNvPr>
          <p:cNvGraphicFramePr>
            <a:graphicFrameLocks noChangeAspect="1"/>
          </p:cNvGraphicFramePr>
          <p:nvPr>
            <p:extLst/>
          </p:nvPr>
        </p:nvGraphicFramePr>
        <p:xfrm>
          <a:off x="7467600" y="3422650"/>
          <a:ext cx="196850" cy="331788"/>
        </p:xfrm>
        <a:graphic>
          <a:graphicData uri="http://schemas.openxmlformats.org/presentationml/2006/ole">
            <mc:AlternateContent xmlns:mc="http://schemas.openxmlformats.org/markup-compatibility/2006">
              <mc:Choice xmlns:v="urn:schemas-microsoft-com:vml" Requires="v">
                <p:oleObj spid="_x0000_s114777" name="Equation" r:id="rId23" imgW="114376" imgH="152468" progId="Equation.3">
                  <p:embed/>
                </p:oleObj>
              </mc:Choice>
              <mc:Fallback>
                <p:oleObj name="Equation" r:id="rId23" imgW="114376" imgH="152468" progId="Equation.3">
                  <p:embed/>
                  <p:pic>
                    <p:nvPicPr>
                      <p:cNvPr id="36905" name="Object 41">
                        <a:extLst>
                          <a:ext uri="{FF2B5EF4-FFF2-40B4-BE49-F238E27FC236}">
                            <a16:creationId xmlns:a16="http://schemas.microsoft.com/office/drawing/2014/main" id="{A8228CBC-C3C9-4113-8B5F-5228AA3FFDF4}"/>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7467600" y="3422650"/>
                        <a:ext cx="196850" cy="331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6906" name="AutoShape 42">
            <a:extLst>
              <a:ext uri="{FF2B5EF4-FFF2-40B4-BE49-F238E27FC236}">
                <a16:creationId xmlns:a16="http://schemas.microsoft.com/office/drawing/2014/main" id="{297E1713-A0CC-41BA-AC1F-3BDE6D0EAEA8}"/>
              </a:ext>
            </a:extLst>
          </p:cNvPr>
          <p:cNvSpPr>
            <a:spLocks noChangeArrowheads="1"/>
          </p:cNvSpPr>
          <p:nvPr/>
        </p:nvSpPr>
        <p:spPr bwMode="auto">
          <a:xfrm>
            <a:off x="323850" y="260350"/>
            <a:ext cx="360363" cy="576263"/>
          </a:xfrm>
          <a:prstGeom prst="star4">
            <a:avLst>
              <a:gd name="adj" fmla="val 18519"/>
            </a:avLst>
          </a:prstGeom>
          <a:gradFill rotWithShape="0">
            <a:gsLst>
              <a:gs pos="0">
                <a:srgbClr val="99FF99"/>
              </a:gs>
              <a:gs pos="100000">
                <a:srgbClr val="477647"/>
              </a:gs>
            </a:gsLst>
            <a:path path="shape">
              <a:fillToRect l="50000" t="50000" r="50000" b="50000"/>
            </a:path>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nvGrpSpPr>
          <p:cNvPr id="2" name="Group 43">
            <a:extLst>
              <a:ext uri="{FF2B5EF4-FFF2-40B4-BE49-F238E27FC236}">
                <a16:creationId xmlns:a16="http://schemas.microsoft.com/office/drawing/2014/main" id="{144B9CA4-0318-45D5-AA34-79CC3B5AEDB2}"/>
              </a:ext>
            </a:extLst>
          </p:cNvPr>
          <p:cNvGrpSpPr>
            <a:grpSpLocks/>
          </p:cNvGrpSpPr>
          <p:nvPr/>
        </p:nvGrpSpPr>
        <p:grpSpPr bwMode="auto">
          <a:xfrm>
            <a:off x="7667625" y="2416175"/>
            <a:ext cx="431800" cy="292100"/>
            <a:chOff x="5012" y="3612"/>
            <a:chExt cx="272" cy="184"/>
          </a:xfrm>
        </p:grpSpPr>
        <p:grpSp>
          <p:nvGrpSpPr>
            <p:cNvPr id="16424" name="Group 44">
              <a:extLst>
                <a:ext uri="{FF2B5EF4-FFF2-40B4-BE49-F238E27FC236}">
                  <a16:creationId xmlns:a16="http://schemas.microsoft.com/office/drawing/2014/main" id="{94E6FC44-660E-498F-9F60-B3A690504F22}"/>
                </a:ext>
              </a:extLst>
            </p:cNvPr>
            <p:cNvGrpSpPr>
              <a:grpSpLocks/>
            </p:cNvGrpSpPr>
            <p:nvPr/>
          </p:nvGrpSpPr>
          <p:grpSpPr bwMode="auto">
            <a:xfrm>
              <a:off x="5030" y="3621"/>
              <a:ext cx="248" cy="175"/>
              <a:chOff x="4958" y="1120"/>
              <a:chExt cx="248" cy="175"/>
            </a:xfrm>
          </p:grpSpPr>
          <p:sp>
            <p:nvSpPr>
              <p:cNvPr id="16426" name="AutoShape 45">
                <a:hlinkClick r:id="rId25" action="ppaction://hlinkfile"/>
                <a:extLst>
                  <a:ext uri="{FF2B5EF4-FFF2-40B4-BE49-F238E27FC236}">
                    <a16:creationId xmlns:a16="http://schemas.microsoft.com/office/drawing/2014/main" id="{95D6BF99-EC08-482B-95CC-4350EA77BCA0}"/>
                  </a:ext>
                </a:extLst>
              </p:cNvPr>
              <p:cNvSpPr>
                <a:spLocks noChangeArrowheads="1"/>
              </p:cNvSpPr>
              <p:nvPr/>
            </p:nvSpPr>
            <p:spPr bwMode="auto">
              <a:xfrm>
                <a:off x="4958" y="1120"/>
                <a:ext cx="248" cy="175"/>
              </a:xfrm>
              <a:prstGeom prst="roundRect">
                <a:avLst>
                  <a:gd name="adj" fmla="val 19116"/>
                </a:avLst>
              </a:prstGeom>
              <a:solidFill>
                <a:srgbClr val="33CCCC">
                  <a:alpha val="39999"/>
                </a:srgbClr>
              </a:solidFill>
              <a:ln w="9525">
                <a:solidFill>
                  <a:srgbClr val="006666"/>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6427" name="AutoShape 46">
                <a:extLst>
                  <a:ext uri="{FF2B5EF4-FFF2-40B4-BE49-F238E27FC236}">
                    <a16:creationId xmlns:a16="http://schemas.microsoft.com/office/drawing/2014/main" id="{08B2A3B1-32D5-42E3-8D3F-8568FC19F8D0}"/>
                  </a:ext>
                </a:extLst>
              </p:cNvPr>
              <p:cNvSpPr>
                <a:spLocks noChangeArrowheads="1"/>
              </p:cNvSpPr>
              <p:nvPr/>
            </p:nvSpPr>
            <p:spPr bwMode="auto">
              <a:xfrm>
                <a:off x="4991" y="1154"/>
                <a:ext cx="179" cy="104"/>
              </a:xfrm>
              <a:prstGeom prst="roundRect">
                <a:avLst>
                  <a:gd name="adj" fmla="val 22079"/>
                </a:avLst>
              </a:prstGeom>
              <a:solidFill>
                <a:srgbClr val="33CCCC">
                  <a:alpha val="50195"/>
                </a:srgbClr>
              </a:solidFill>
              <a:ln w="3175">
                <a:solidFill>
                  <a:srgbClr val="006666"/>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6428" name="AutoShape 47">
                <a:extLst>
                  <a:ext uri="{FF2B5EF4-FFF2-40B4-BE49-F238E27FC236}">
                    <a16:creationId xmlns:a16="http://schemas.microsoft.com/office/drawing/2014/main" id="{2685F41E-96C2-4D51-A1A9-73F4764FA4C2}"/>
                  </a:ext>
                </a:extLst>
              </p:cNvPr>
              <p:cNvSpPr>
                <a:spLocks noChangeArrowheads="1"/>
              </p:cNvSpPr>
              <p:nvPr/>
            </p:nvSpPr>
            <p:spPr bwMode="auto">
              <a:xfrm rot="5400000">
                <a:off x="5054" y="1174"/>
                <a:ext cx="66" cy="66"/>
              </a:xfrm>
              <a:prstGeom prst="triangle">
                <a:avLst>
                  <a:gd name="adj" fmla="val 50000"/>
                </a:avLst>
              </a:prstGeom>
              <a:solidFill>
                <a:srgbClr val="006666"/>
              </a:solidFill>
              <a:ln w="9525">
                <a:solidFill>
                  <a:srgbClr val="006666"/>
                </a:solidFill>
                <a:miter lim="800000"/>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6429" name="Line 48">
                <a:extLst>
                  <a:ext uri="{FF2B5EF4-FFF2-40B4-BE49-F238E27FC236}">
                    <a16:creationId xmlns:a16="http://schemas.microsoft.com/office/drawing/2014/main" id="{57133B83-B9C1-4DCD-85BE-32FE7786CCEE}"/>
                  </a:ext>
                </a:extLst>
              </p:cNvPr>
              <p:cNvSpPr>
                <a:spLocks noChangeShapeType="1"/>
              </p:cNvSpPr>
              <p:nvPr/>
            </p:nvSpPr>
            <p:spPr bwMode="auto">
              <a:xfrm>
                <a:off x="4985" y="1177"/>
                <a:ext cx="0" cy="0"/>
              </a:xfrm>
              <a:prstGeom prst="line">
                <a:avLst/>
              </a:prstGeom>
              <a:noFill/>
              <a:ln w="9525">
                <a:solidFill>
                  <a:srgbClr val="33CCCC"/>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6425" name="Rectangle 49">
              <a:hlinkClick r:id="rId26" action="ppaction://hlinkfile" tooltip="点击播放动画"/>
              <a:extLst>
                <a:ext uri="{FF2B5EF4-FFF2-40B4-BE49-F238E27FC236}">
                  <a16:creationId xmlns:a16="http://schemas.microsoft.com/office/drawing/2014/main" id="{81BDBDF6-1BEB-445D-B62D-78A492ADC86E}"/>
                </a:ext>
              </a:extLst>
            </p:cNvPr>
            <p:cNvSpPr>
              <a:spLocks noChangeArrowheads="1"/>
            </p:cNvSpPr>
            <p:nvPr/>
          </p:nvSpPr>
          <p:spPr bwMode="auto">
            <a:xfrm>
              <a:off x="5012" y="3612"/>
              <a:ext cx="272" cy="181"/>
            </a:xfrm>
            <a:prstGeom prst="rect">
              <a:avLst/>
            </a:prstGeom>
            <a:solidFill>
              <a:srgbClr val="00CC99">
                <a:alpha val="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
        <p:nvSpPr>
          <p:cNvPr id="16423" name="灯片编号占位符 1">
            <a:extLst>
              <a:ext uri="{FF2B5EF4-FFF2-40B4-BE49-F238E27FC236}">
                <a16:creationId xmlns:a16="http://schemas.microsoft.com/office/drawing/2014/main" id="{F0AFC13C-9FCF-4954-AD2B-58D00B118125}"/>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FF4F43B8-8AC0-4256-8237-C7404BA85697}" type="slidenum">
              <a:rPr lang="en-US" altLang="zh-CN" b="0">
                <a:solidFill>
                  <a:srgbClr val="FF00FF"/>
                </a:solidFill>
              </a:rPr>
              <a:pPr eaLnBrk="1" hangingPunct="1"/>
              <a:t>5</a:t>
            </a:fld>
            <a:r>
              <a:rPr lang="en-US" altLang="zh-CN" b="0">
                <a:solidFill>
                  <a:srgbClr val="FF00FF"/>
                </a:solidFill>
              </a:rPr>
              <a:t>/23</a:t>
            </a:r>
          </a:p>
        </p:txBody>
      </p:sp>
      <p:sp>
        <p:nvSpPr>
          <p:cNvPr id="46" name="Rectangle 12">
            <a:extLst>
              <a:ext uri="{FF2B5EF4-FFF2-40B4-BE49-F238E27FC236}">
                <a16:creationId xmlns:a16="http://schemas.microsoft.com/office/drawing/2014/main" id="{37C02C7B-4D65-40B9-871F-089BE14DB08E}"/>
              </a:ext>
            </a:extLst>
          </p:cNvPr>
          <p:cNvSpPr>
            <a:spLocks noChangeArrowheads="1"/>
          </p:cNvSpPr>
          <p:nvPr/>
        </p:nvSpPr>
        <p:spPr bwMode="auto">
          <a:xfrm>
            <a:off x="1043607" y="4357620"/>
            <a:ext cx="320454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dirty="0">
                <a:solidFill>
                  <a:srgbClr val="66FFFF"/>
                </a:solidFill>
                <a:latin typeface="楷体_GB2312" pitchFamily="49" charset="-122"/>
                <a:ea typeface="楷体_GB2312" pitchFamily="49" charset="-122"/>
              </a:rPr>
              <a:t>马赫面：圆锥面 </a:t>
            </a:r>
          </a:p>
        </p:txBody>
      </p:sp>
      <p:sp>
        <p:nvSpPr>
          <p:cNvPr id="47" name="Rectangle 12">
            <a:extLst>
              <a:ext uri="{FF2B5EF4-FFF2-40B4-BE49-F238E27FC236}">
                <a16:creationId xmlns:a16="http://schemas.microsoft.com/office/drawing/2014/main" id="{64DDD75B-9021-4158-AB33-B59E2839A409}"/>
              </a:ext>
            </a:extLst>
          </p:cNvPr>
          <p:cNvSpPr>
            <a:spLocks noChangeArrowheads="1"/>
          </p:cNvSpPr>
          <p:nvPr/>
        </p:nvSpPr>
        <p:spPr bwMode="auto">
          <a:xfrm>
            <a:off x="1030151" y="5138852"/>
            <a:ext cx="166964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dirty="0">
                <a:solidFill>
                  <a:srgbClr val="66FFFF"/>
                </a:solidFill>
                <a:latin typeface="楷体_GB2312" pitchFamily="49" charset="-122"/>
                <a:ea typeface="楷体_GB2312" pitchFamily="49" charset="-122"/>
              </a:rPr>
              <a:t>马赫数： </a:t>
            </a:r>
          </a:p>
        </p:txBody>
      </p:sp>
      <mc:AlternateContent xmlns:mc="http://schemas.openxmlformats.org/markup-compatibility/2006">
        <mc:Choice xmlns:a14="http://schemas.microsoft.com/office/drawing/2010/main" Requires="a14">
          <p:sp>
            <p:nvSpPr>
              <p:cNvPr id="48" name="Object 4">
                <a:extLst>
                  <a:ext uri="{FF2B5EF4-FFF2-40B4-BE49-F238E27FC236}">
                    <a16:creationId xmlns:a16="http://schemas.microsoft.com/office/drawing/2014/main" id="{97914C61-52E7-4FD9-8A81-E755B9CB6F4B}"/>
                  </a:ext>
                </a:extLst>
              </p:cNvPr>
              <p:cNvSpPr txBox="1"/>
              <p:nvPr/>
            </p:nvSpPr>
            <p:spPr bwMode="auto">
              <a:xfrm>
                <a:off x="2411760" y="5290774"/>
                <a:ext cx="1669641" cy="914400"/>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f>
                        <m:fPr>
                          <m:ctrlPr>
                            <a:rPr lang="zh-CN" altLang="en-US" smtClean="0">
                              <a:solidFill>
                                <a:srgbClr val="FFC000"/>
                              </a:solidFill>
                              <a:latin typeface="+mn-lt"/>
                            </a:rPr>
                          </m:ctrlPr>
                        </m:fPr>
                        <m:num>
                          <m:r>
                            <a:rPr lang="en-US" altLang="zh-CN" b="1" i="0" smtClean="0">
                              <a:solidFill>
                                <a:srgbClr val="FFC000"/>
                              </a:solidFill>
                              <a:latin typeface="+mn-lt"/>
                            </a:rPr>
                            <m:t>𝟏</m:t>
                          </m:r>
                        </m:num>
                        <m:den>
                          <m:func>
                            <m:funcPr>
                              <m:ctrlPr>
                                <a:rPr lang="zh-CN" altLang="en-US">
                                  <a:solidFill>
                                    <a:srgbClr val="FFC000"/>
                                  </a:solidFill>
                                  <a:latin typeface="+mn-lt"/>
                                </a:rPr>
                              </m:ctrlPr>
                            </m:funcPr>
                            <m:fName>
                              <m:r>
                                <m:rPr>
                                  <m:sty m:val="p"/>
                                </m:rPr>
                                <a:rPr lang="zh-CN" altLang="en-US" i="0">
                                  <a:solidFill>
                                    <a:srgbClr val="FFC000"/>
                                  </a:solidFill>
                                  <a:latin typeface="+mn-lt"/>
                                </a:rPr>
                                <m:t>sin</m:t>
                              </m:r>
                            </m:fName>
                            <m:e>
                              <m:r>
                                <a:rPr lang="zh-CN" altLang="en-US" i="1">
                                  <a:solidFill>
                                    <a:srgbClr val="FFC000"/>
                                  </a:solidFill>
                                  <a:latin typeface="+mn-lt"/>
                                </a:rPr>
                                <m:t>𝜃</m:t>
                              </m:r>
                            </m:e>
                          </m:func>
                        </m:den>
                      </m:f>
                      <m:r>
                        <a:rPr lang="zh-CN" altLang="en-US" i="0">
                          <a:solidFill>
                            <a:srgbClr val="FFC000"/>
                          </a:solidFill>
                          <a:latin typeface="+mn-lt"/>
                        </a:rPr>
                        <m:t> </m:t>
                      </m:r>
                      <m:r>
                        <a:rPr lang="zh-CN" altLang="en-US" i="0">
                          <a:solidFill>
                            <a:srgbClr val="FFC000"/>
                          </a:solidFill>
                          <a:latin typeface="+mn-lt"/>
                        </a:rPr>
                        <m:t>=</m:t>
                      </m:r>
                      <m:f>
                        <m:fPr>
                          <m:ctrlPr>
                            <a:rPr lang="zh-CN" altLang="en-US">
                              <a:solidFill>
                                <a:srgbClr val="FFC000"/>
                              </a:solidFill>
                              <a:latin typeface="+mn-lt"/>
                            </a:rPr>
                          </m:ctrlPr>
                        </m:fPr>
                        <m:num>
                          <m:sSub>
                            <m:sSubPr>
                              <m:ctrlPr>
                                <a:rPr lang="zh-CN" altLang="en-US">
                                  <a:solidFill>
                                    <a:srgbClr val="FFC000"/>
                                  </a:solidFill>
                                  <a:latin typeface="+mn-lt"/>
                                </a:rPr>
                              </m:ctrlPr>
                            </m:sSubPr>
                            <m:e>
                              <m:r>
                                <a:rPr lang="zh-CN" altLang="en-US" i="1">
                                  <a:solidFill>
                                    <a:srgbClr val="FFC000"/>
                                  </a:solidFill>
                                  <a:latin typeface="+mn-lt"/>
                                </a:rPr>
                                <m:t>𝑣</m:t>
                              </m:r>
                            </m:e>
                            <m:sub>
                              <m:r>
                                <m:rPr>
                                  <m:sty m:val="p"/>
                                </m:rPr>
                                <a:rPr lang="zh-CN" altLang="en-US" i="0">
                                  <a:solidFill>
                                    <a:srgbClr val="FFC000"/>
                                  </a:solidFill>
                                  <a:latin typeface="+mn-lt"/>
                                </a:rPr>
                                <m:t>s</m:t>
                              </m:r>
                            </m:sub>
                          </m:sSub>
                        </m:num>
                        <m:den>
                          <m:r>
                            <a:rPr lang="zh-CN" altLang="en-US" i="1">
                              <a:solidFill>
                                <a:srgbClr val="FFC000"/>
                              </a:solidFill>
                              <a:latin typeface="+mn-lt"/>
                            </a:rPr>
                            <m:t>𝑢</m:t>
                          </m:r>
                        </m:den>
                      </m:f>
                    </m:oMath>
                  </m:oMathPara>
                </a14:m>
                <a:endParaRPr lang="zh-CN" altLang="en-US" dirty="0">
                  <a:latin typeface="+mn-lt"/>
                </a:endParaRPr>
              </a:p>
            </p:txBody>
          </p:sp>
        </mc:Choice>
        <mc:Fallback>
          <p:sp>
            <p:nvSpPr>
              <p:cNvPr id="48" name="Object 4">
                <a:extLst>
                  <a:ext uri="{FF2B5EF4-FFF2-40B4-BE49-F238E27FC236}">
                    <a16:creationId xmlns:a16="http://schemas.microsoft.com/office/drawing/2014/main" id="{97914C61-52E7-4FD9-8A81-E755B9CB6F4B}"/>
                  </a:ext>
                </a:extLst>
              </p:cNvPr>
              <p:cNvSpPr txBox="1">
                <a:spLocks noRot="1" noChangeAspect="1" noMove="1" noResize="1" noEditPoints="1" noAdjustHandles="1" noChangeArrowheads="1" noChangeShapeType="1" noTextEdit="1"/>
              </p:cNvSpPr>
              <p:nvPr/>
            </p:nvSpPr>
            <p:spPr bwMode="auto">
              <a:xfrm>
                <a:off x="2411760" y="5290774"/>
                <a:ext cx="1669641" cy="914400"/>
              </a:xfrm>
              <a:prstGeom prst="rect">
                <a:avLst/>
              </a:prstGeom>
              <a:blipFill>
                <a:blip r:embed="rId27"/>
                <a:stretch>
                  <a:fillRect/>
                </a:stretch>
              </a:blipFill>
              <a:ln>
                <a:noFill/>
              </a:ln>
              <a:effectLst/>
              <a:extLst/>
            </p:spPr>
            <p:txBody>
              <a:bodyPr/>
              <a:lstStyle/>
              <a:p>
                <a:r>
                  <a:rPr lang="zh-CN" altLang="en-US">
                    <a:noFill/>
                  </a:rPr>
                  <a:t> </a:t>
                </a:r>
              </a:p>
            </p:txBody>
          </p:sp>
        </mc:Fallback>
      </mc:AlternateContent>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36906"/>
                                        </p:tgtEl>
                                        <p:attrNameLst>
                                          <p:attrName>style.visibility</p:attrName>
                                        </p:attrNameLst>
                                      </p:cBhvr>
                                      <p:to>
                                        <p:strVal val="visible"/>
                                      </p:to>
                                    </p:set>
                                    <p:animEffect transition="in" filter="dissolve">
                                      <p:cBhvr>
                                        <p:cTn id="7" dur="500"/>
                                        <p:tgtEl>
                                          <p:spTgt spid="36906"/>
                                        </p:tgtEl>
                                      </p:cBhvr>
                                    </p:animEffect>
                                  </p:childTnLst>
                                </p:cTn>
                              </p:par>
                              <p:par>
                                <p:cTn id="8" presetID="9" presetClass="entr" presetSubtype="0" fill="hold" grpId="0" nodeType="withEffect">
                                  <p:stCondLst>
                                    <p:cond delay="0"/>
                                  </p:stCondLst>
                                  <p:childTnLst>
                                    <p:set>
                                      <p:cBhvr>
                                        <p:cTn id="9" dur="1" fill="hold">
                                          <p:stCondLst>
                                            <p:cond delay="0"/>
                                          </p:stCondLst>
                                        </p:cTn>
                                        <p:tgtEl>
                                          <p:spTgt spid="36874"/>
                                        </p:tgtEl>
                                        <p:attrNameLst>
                                          <p:attrName>style.visibility</p:attrName>
                                        </p:attrNameLst>
                                      </p:cBhvr>
                                      <p:to>
                                        <p:strVal val="visible"/>
                                      </p:to>
                                    </p:set>
                                    <p:animEffect transition="in" filter="dissolve">
                                      <p:cBhvr>
                                        <p:cTn id="10" dur="500"/>
                                        <p:tgtEl>
                                          <p:spTgt spid="36874"/>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36869"/>
                                        </p:tgtEl>
                                        <p:attrNameLst>
                                          <p:attrName>style.visibility</p:attrName>
                                        </p:attrNameLst>
                                      </p:cBhvr>
                                      <p:to>
                                        <p:strVal val="visible"/>
                                      </p:to>
                                    </p:set>
                                    <p:animEffect transition="in" filter="wipe(left)">
                                      <p:cBhvr>
                                        <p:cTn id="15" dur="500"/>
                                        <p:tgtEl>
                                          <p:spTgt spid="36869"/>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36867"/>
                                        </p:tgtEl>
                                        <p:attrNameLst>
                                          <p:attrName>style.visibility</p:attrName>
                                        </p:attrNameLst>
                                      </p:cBhvr>
                                      <p:to>
                                        <p:strVal val="visible"/>
                                      </p:to>
                                    </p:set>
                                    <p:animEffect transition="in" filter="wipe(left)">
                                      <p:cBhvr>
                                        <p:cTn id="20" dur="500"/>
                                        <p:tgtEl>
                                          <p:spTgt spid="36867"/>
                                        </p:tgtEl>
                                      </p:cBhvr>
                                    </p:animEffect>
                                  </p:childTnLst>
                                </p:cTn>
                              </p:par>
                            </p:childTnLst>
                          </p:cTn>
                        </p:par>
                        <p:par>
                          <p:cTn id="21" fill="hold" nodeType="afterGroup">
                            <p:stCondLst>
                              <p:cond delay="500"/>
                            </p:stCondLst>
                            <p:childTnLst>
                              <p:par>
                                <p:cTn id="22" presetID="22" presetClass="entr" presetSubtype="8" fill="hold" nodeType="afterEffect">
                                  <p:stCondLst>
                                    <p:cond delay="0"/>
                                  </p:stCondLst>
                                  <p:childTnLst>
                                    <p:set>
                                      <p:cBhvr>
                                        <p:cTn id="23" dur="1" fill="hold">
                                          <p:stCondLst>
                                            <p:cond delay="0"/>
                                          </p:stCondLst>
                                        </p:cTn>
                                        <p:tgtEl>
                                          <p:spTgt spid="36901"/>
                                        </p:tgtEl>
                                        <p:attrNameLst>
                                          <p:attrName>style.visibility</p:attrName>
                                        </p:attrNameLst>
                                      </p:cBhvr>
                                      <p:to>
                                        <p:strVal val="visible"/>
                                      </p:to>
                                    </p:set>
                                    <p:animEffect transition="in" filter="wipe(left)">
                                      <p:cBhvr>
                                        <p:cTn id="24" dur="500"/>
                                        <p:tgtEl>
                                          <p:spTgt spid="36901"/>
                                        </p:tgtEl>
                                      </p:cBhvr>
                                    </p:animEffect>
                                  </p:childTnLst>
                                </p:cTn>
                              </p:par>
                            </p:childTnLst>
                          </p:cTn>
                        </p:par>
                        <p:par>
                          <p:cTn id="25" fill="hold" nodeType="afterGroup">
                            <p:stCondLst>
                              <p:cond delay="1000"/>
                            </p:stCondLst>
                            <p:childTnLst>
                              <p:par>
                                <p:cTn id="26" presetID="22" presetClass="entr" presetSubtype="8" fill="hold" grpId="0" nodeType="afterEffect">
                                  <p:stCondLst>
                                    <p:cond delay="0"/>
                                  </p:stCondLst>
                                  <p:childTnLst>
                                    <p:set>
                                      <p:cBhvr>
                                        <p:cTn id="27" dur="1" fill="hold">
                                          <p:stCondLst>
                                            <p:cond delay="0"/>
                                          </p:stCondLst>
                                        </p:cTn>
                                        <p:tgtEl>
                                          <p:spTgt spid="36875"/>
                                        </p:tgtEl>
                                        <p:attrNameLst>
                                          <p:attrName>style.visibility</p:attrName>
                                        </p:attrNameLst>
                                      </p:cBhvr>
                                      <p:to>
                                        <p:strVal val="visible"/>
                                      </p:to>
                                    </p:set>
                                    <p:animEffect transition="in" filter="wipe(left)">
                                      <p:cBhvr>
                                        <p:cTn id="28" dur="500"/>
                                        <p:tgtEl>
                                          <p:spTgt spid="36875"/>
                                        </p:tgtEl>
                                      </p:cBhvr>
                                    </p:animEffect>
                                  </p:childTnLst>
                                </p:cTn>
                              </p:par>
                            </p:childTnLst>
                          </p:cTn>
                        </p:par>
                        <p:par>
                          <p:cTn id="29" fill="hold" nodeType="afterGroup">
                            <p:stCondLst>
                              <p:cond delay="1500"/>
                            </p:stCondLst>
                            <p:childTnLst>
                              <p:par>
                                <p:cTn id="30" presetID="23" presetClass="entr" presetSubtype="32" fill="hold" nodeType="afterEffect">
                                  <p:stCondLst>
                                    <p:cond delay="0"/>
                                  </p:stCondLst>
                                  <p:childTnLst>
                                    <p:set>
                                      <p:cBhvr>
                                        <p:cTn id="31" dur="1" fill="hold">
                                          <p:stCondLst>
                                            <p:cond delay="0"/>
                                          </p:stCondLst>
                                        </p:cTn>
                                        <p:tgtEl>
                                          <p:spTgt spid="2"/>
                                        </p:tgtEl>
                                        <p:attrNameLst>
                                          <p:attrName>style.visibility</p:attrName>
                                        </p:attrNameLst>
                                      </p:cBhvr>
                                      <p:to>
                                        <p:strVal val="visible"/>
                                      </p:to>
                                    </p:set>
                                    <p:anim calcmode="lin" valueType="num">
                                      <p:cBhvr>
                                        <p:cTn id="32" dur="500" fill="hold"/>
                                        <p:tgtEl>
                                          <p:spTgt spid="2"/>
                                        </p:tgtEl>
                                        <p:attrNameLst>
                                          <p:attrName>ppt_w</p:attrName>
                                        </p:attrNameLst>
                                      </p:cBhvr>
                                      <p:tavLst>
                                        <p:tav tm="0">
                                          <p:val>
                                            <p:strVal val="4*#ppt_w"/>
                                          </p:val>
                                        </p:tav>
                                        <p:tav tm="100000">
                                          <p:val>
                                            <p:strVal val="#ppt_w"/>
                                          </p:val>
                                        </p:tav>
                                      </p:tavLst>
                                    </p:anim>
                                    <p:anim calcmode="lin" valueType="num">
                                      <p:cBhvr>
                                        <p:cTn id="33" dur="500" fill="hold"/>
                                        <p:tgtEl>
                                          <p:spTgt spid="2"/>
                                        </p:tgtEl>
                                        <p:attrNameLst>
                                          <p:attrName>ppt_h</p:attrName>
                                        </p:attrNameLst>
                                      </p:cBhvr>
                                      <p:tavLst>
                                        <p:tav tm="0">
                                          <p:val>
                                            <p:strVal val="4*#ppt_h"/>
                                          </p:val>
                                        </p:tav>
                                        <p:tav tm="100000">
                                          <p:val>
                                            <p:strVal val="#ppt_h"/>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9" presetClass="entr" presetSubtype="0" fill="hold" nodeType="clickEffect">
                                  <p:stCondLst>
                                    <p:cond delay="0"/>
                                  </p:stCondLst>
                                  <p:childTnLst>
                                    <p:set>
                                      <p:cBhvr>
                                        <p:cTn id="37" dur="1" fill="hold">
                                          <p:stCondLst>
                                            <p:cond delay="0"/>
                                          </p:stCondLst>
                                        </p:cTn>
                                        <p:tgtEl>
                                          <p:spTgt spid="36887"/>
                                        </p:tgtEl>
                                        <p:attrNameLst>
                                          <p:attrName>style.visibility</p:attrName>
                                        </p:attrNameLst>
                                      </p:cBhvr>
                                      <p:to>
                                        <p:strVal val="visible"/>
                                      </p:to>
                                    </p:set>
                                    <p:animEffect transition="in" filter="dissolve">
                                      <p:cBhvr>
                                        <p:cTn id="38" dur="500"/>
                                        <p:tgtEl>
                                          <p:spTgt spid="36887"/>
                                        </p:tgtEl>
                                      </p:cBhvr>
                                    </p:animEffect>
                                  </p:childTnLst>
                                </p:cTn>
                              </p:par>
                              <p:par>
                                <p:cTn id="39" presetID="9" presetClass="entr" presetSubtype="0" fill="hold" nodeType="withEffect">
                                  <p:stCondLst>
                                    <p:cond delay="0"/>
                                  </p:stCondLst>
                                  <p:childTnLst>
                                    <p:set>
                                      <p:cBhvr>
                                        <p:cTn id="40" dur="1" fill="hold">
                                          <p:stCondLst>
                                            <p:cond delay="0"/>
                                          </p:stCondLst>
                                        </p:cTn>
                                        <p:tgtEl>
                                          <p:spTgt spid="36882"/>
                                        </p:tgtEl>
                                        <p:attrNameLst>
                                          <p:attrName>style.visibility</p:attrName>
                                        </p:attrNameLst>
                                      </p:cBhvr>
                                      <p:to>
                                        <p:strVal val="visible"/>
                                      </p:to>
                                    </p:set>
                                    <p:animEffect transition="in" filter="dissolve">
                                      <p:cBhvr>
                                        <p:cTn id="41" dur="500"/>
                                        <p:tgtEl>
                                          <p:spTgt spid="36882"/>
                                        </p:tgtEl>
                                      </p:cBhvr>
                                    </p:animEffect>
                                  </p:childTnLst>
                                </p:cTn>
                              </p:par>
                              <p:par>
                                <p:cTn id="42" presetID="9" presetClass="entr" presetSubtype="0" fill="hold" nodeType="withEffect">
                                  <p:stCondLst>
                                    <p:cond delay="0"/>
                                  </p:stCondLst>
                                  <p:childTnLst>
                                    <p:set>
                                      <p:cBhvr>
                                        <p:cTn id="43" dur="1" fill="hold">
                                          <p:stCondLst>
                                            <p:cond delay="0"/>
                                          </p:stCondLst>
                                        </p:cTn>
                                        <p:tgtEl>
                                          <p:spTgt spid="36881"/>
                                        </p:tgtEl>
                                        <p:attrNameLst>
                                          <p:attrName>style.visibility</p:attrName>
                                        </p:attrNameLst>
                                      </p:cBhvr>
                                      <p:to>
                                        <p:strVal val="visible"/>
                                      </p:to>
                                    </p:set>
                                    <p:animEffect transition="in" filter="dissolve">
                                      <p:cBhvr>
                                        <p:cTn id="44" dur="500"/>
                                        <p:tgtEl>
                                          <p:spTgt spid="36881"/>
                                        </p:tgtEl>
                                      </p:cBhvr>
                                    </p:animEffect>
                                  </p:childTnLst>
                                </p:cTn>
                              </p:par>
                              <p:par>
                                <p:cTn id="45" presetID="9" presetClass="entr" presetSubtype="0" fill="hold" grpId="0" nodeType="withEffect">
                                  <p:stCondLst>
                                    <p:cond delay="0"/>
                                  </p:stCondLst>
                                  <p:childTnLst>
                                    <p:set>
                                      <p:cBhvr>
                                        <p:cTn id="46" dur="1" fill="hold">
                                          <p:stCondLst>
                                            <p:cond delay="0"/>
                                          </p:stCondLst>
                                        </p:cTn>
                                        <p:tgtEl>
                                          <p:spTgt spid="36893"/>
                                        </p:tgtEl>
                                        <p:attrNameLst>
                                          <p:attrName>style.visibility</p:attrName>
                                        </p:attrNameLst>
                                      </p:cBhvr>
                                      <p:to>
                                        <p:strVal val="visible"/>
                                      </p:to>
                                    </p:set>
                                    <p:animEffect transition="in" filter="dissolve">
                                      <p:cBhvr>
                                        <p:cTn id="47" dur="500"/>
                                        <p:tgtEl>
                                          <p:spTgt spid="36893"/>
                                        </p:tgtEl>
                                      </p:cBhvr>
                                    </p:animEffect>
                                  </p:childTnLst>
                                </p:cTn>
                              </p:par>
                              <p:par>
                                <p:cTn id="48" presetID="9" presetClass="entr" presetSubtype="0" fill="hold" nodeType="withEffect">
                                  <p:stCondLst>
                                    <p:cond delay="0"/>
                                  </p:stCondLst>
                                  <p:childTnLst>
                                    <p:set>
                                      <p:cBhvr>
                                        <p:cTn id="49" dur="1" fill="hold">
                                          <p:stCondLst>
                                            <p:cond delay="0"/>
                                          </p:stCondLst>
                                        </p:cTn>
                                        <p:tgtEl>
                                          <p:spTgt spid="36902"/>
                                        </p:tgtEl>
                                        <p:attrNameLst>
                                          <p:attrName>style.visibility</p:attrName>
                                        </p:attrNameLst>
                                      </p:cBhvr>
                                      <p:to>
                                        <p:strVal val="visible"/>
                                      </p:to>
                                    </p:set>
                                    <p:animEffect transition="in" filter="dissolve">
                                      <p:cBhvr>
                                        <p:cTn id="50" dur="500"/>
                                        <p:tgtEl>
                                          <p:spTgt spid="36902"/>
                                        </p:tgtEl>
                                      </p:cBhvr>
                                    </p:animEffect>
                                  </p:childTnLst>
                                  <p:subTnLst>
                                    <p:set>
                                      <p:cBhvr override="childStyle">
                                        <p:cTn dur="1" fill="hold" display="0" masterRel="nextClick" afterEffect="1"/>
                                        <p:tgtEl>
                                          <p:spTgt spid="36902"/>
                                        </p:tgtEl>
                                        <p:attrNameLst>
                                          <p:attrName>style.visibility</p:attrName>
                                        </p:attrNameLst>
                                      </p:cBhvr>
                                      <p:to>
                                        <p:strVal val="hidden"/>
                                      </p:to>
                                    </p:set>
                                  </p:subTnLst>
                                </p:cTn>
                              </p:par>
                              <p:par>
                                <p:cTn id="51" presetID="9" presetClass="entr" presetSubtype="0" fill="hold" grpId="0" nodeType="withEffect">
                                  <p:stCondLst>
                                    <p:cond delay="0"/>
                                  </p:stCondLst>
                                  <p:childTnLst>
                                    <p:set>
                                      <p:cBhvr>
                                        <p:cTn id="52" dur="1" fill="hold">
                                          <p:stCondLst>
                                            <p:cond delay="0"/>
                                          </p:stCondLst>
                                        </p:cTn>
                                        <p:tgtEl>
                                          <p:spTgt spid="36892"/>
                                        </p:tgtEl>
                                        <p:attrNameLst>
                                          <p:attrName>style.visibility</p:attrName>
                                        </p:attrNameLst>
                                      </p:cBhvr>
                                      <p:to>
                                        <p:strVal val="visible"/>
                                      </p:to>
                                    </p:set>
                                    <p:animEffect transition="in" filter="dissolve">
                                      <p:cBhvr>
                                        <p:cTn id="53" dur="500"/>
                                        <p:tgtEl>
                                          <p:spTgt spid="36892"/>
                                        </p:tgtEl>
                                      </p:cBhvr>
                                    </p:animEffect>
                                  </p:childTnLst>
                                </p:cTn>
                              </p:par>
                              <p:par>
                                <p:cTn id="54" presetID="9" presetClass="entr" presetSubtype="0" fill="hold" grpId="0" nodeType="withEffect">
                                  <p:stCondLst>
                                    <p:cond delay="0"/>
                                  </p:stCondLst>
                                  <p:childTnLst>
                                    <p:set>
                                      <p:cBhvr>
                                        <p:cTn id="55" dur="1" fill="hold">
                                          <p:stCondLst>
                                            <p:cond delay="0"/>
                                          </p:stCondLst>
                                        </p:cTn>
                                        <p:tgtEl>
                                          <p:spTgt spid="36898"/>
                                        </p:tgtEl>
                                        <p:attrNameLst>
                                          <p:attrName>style.visibility</p:attrName>
                                        </p:attrNameLst>
                                      </p:cBhvr>
                                      <p:to>
                                        <p:strVal val="visible"/>
                                      </p:to>
                                    </p:set>
                                    <p:animEffect transition="in" filter="dissolve">
                                      <p:cBhvr>
                                        <p:cTn id="56" dur="500"/>
                                        <p:tgtEl>
                                          <p:spTgt spid="36898"/>
                                        </p:tgtEl>
                                      </p:cBhvr>
                                    </p:animEffect>
                                  </p:childTnLst>
                                </p:cTn>
                              </p:par>
                              <p:par>
                                <p:cTn id="57" presetID="9" presetClass="entr" presetSubtype="0" fill="hold" nodeType="withEffect">
                                  <p:stCondLst>
                                    <p:cond delay="0"/>
                                  </p:stCondLst>
                                  <p:childTnLst>
                                    <p:set>
                                      <p:cBhvr>
                                        <p:cTn id="58" dur="1" fill="hold">
                                          <p:stCondLst>
                                            <p:cond delay="0"/>
                                          </p:stCondLst>
                                        </p:cTn>
                                        <p:tgtEl>
                                          <p:spTgt spid="36903"/>
                                        </p:tgtEl>
                                        <p:attrNameLst>
                                          <p:attrName>style.visibility</p:attrName>
                                        </p:attrNameLst>
                                      </p:cBhvr>
                                      <p:to>
                                        <p:strVal val="visible"/>
                                      </p:to>
                                    </p:set>
                                    <p:animEffect transition="in" filter="dissolve">
                                      <p:cBhvr>
                                        <p:cTn id="59" dur="500"/>
                                        <p:tgtEl>
                                          <p:spTgt spid="36903"/>
                                        </p:tgtEl>
                                      </p:cBhvr>
                                    </p:animEffect>
                                  </p:childTnLst>
                                  <p:subTnLst>
                                    <p:set>
                                      <p:cBhvr override="childStyle">
                                        <p:cTn dur="1" fill="hold" display="0" masterRel="nextClick" afterEffect="1"/>
                                        <p:tgtEl>
                                          <p:spTgt spid="36903"/>
                                        </p:tgtEl>
                                        <p:attrNameLst>
                                          <p:attrName>style.visibility</p:attrName>
                                        </p:attrNameLst>
                                      </p:cBhvr>
                                      <p:to>
                                        <p:strVal val="hidden"/>
                                      </p:to>
                                    </p:set>
                                  </p:subTnLst>
                                </p:cTn>
                              </p:par>
                              <p:par>
                                <p:cTn id="60" presetID="9" presetClass="entr" presetSubtype="0" fill="hold" grpId="0" nodeType="withEffect">
                                  <p:stCondLst>
                                    <p:cond delay="0"/>
                                  </p:stCondLst>
                                  <p:childTnLst>
                                    <p:set>
                                      <p:cBhvr>
                                        <p:cTn id="61" dur="1" fill="hold">
                                          <p:stCondLst>
                                            <p:cond delay="0"/>
                                          </p:stCondLst>
                                        </p:cTn>
                                        <p:tgtEl>
                                          <p:spTgt spid="36896"/>
                                        </p:tgtEl>
                                        <p:attrNameLst>
                                          <p:attrName>style.visibility</p:attrName>
                                        </p:attrNameLst>
                                      </p:cBhvr>
                                      <p:to>
                                        <p:strVal val="visible"/>
                                      </p:to>
                                    </p:set>
                                    <p:animEffect transition="in" filter="dissolve">
                                      <p:cBhvr>
                                        <p:cTn id="62" dur="500"/>
                                        <p:tgtEl>
                                          <p:spTgt spid="36896"/>
                                        </p:tgtEl>
                                      </p:cBhvr>
                                    </p:animEffect>
                                  </p:childTnLst>
                                </p:cTn>
                              </p:par>
                              <p:par>
                                <p:cTn id="63" presetID="9" presetClass="entr" presetSubtype="0" fill="hold" grpId="0" nodeType="withEffect">
                                  <p:stCondLst>
                                    <p:cond delay="0"/>
                                  </p:stCondLst>
                                  <p:childTnLst>
                                    <p:set>
                                      <p:cBhvr>
                                        <p:cTn id="64" dur="1" fill="hold">
                                          <p:stCondLst>
                                            <p:cond delay="0"/>
                                          </p:stCondLst>
                                        </p:cTn>
                                        <p:tgtEl>
                                          <p:spTgt spid="36899"/>
                                        </p:tgtEl>
                                        <p:attrNameLst>
                                          <p:attrName>style.visibility</p:attrName>
                                        </p:attrNameLst>
                                      </p:cBhvr>
                                      <p:to>
                                        <p:strVal val="visible"/>
                                      </p:to>
                                    </p:set>
                                    <p:animEffect transition="in" filter="dissolve">
                                      <p:cBhvr>
                                        <p:cTn id="65" dur="500"/>
                                        <p:tgtEl>
                                          <p:spTgt spid="36899"/>
                                        </p:tgtEl>
                                      </p:cBhvr>
                                    </p:animEffect>
                                  </p:childTnLst>
                                </p:cTn>
                              </p:par>
                              <p:par>
                                <p:cTn id="66" presetID="9" presetClass="entr" presetSubtype="0" fill="hold" nodeType="withEffect">
                                  <p:stCondLst>
                                    <p:cond delay="0"/>
                                  </p:stCondLst>
                                  <p:childTnLst>
                                    <p:set>
                                      <p:cBhvr>
                                        <p:cTn id="67" dur="1" fill="hold">
                                          <p:stCondLst>
                                            <p:cond delay="0"/>
                                          </p:stCondLst>
                                        </p:cTn>
                                        <p:tgtEl>
                                          <p:spTgt spid="36904"/>
                                        </p:tgtEl>
                                        <p:attrNameLst>
                                          <p:attrName>style.visibility</p:attrName>
                                        </p:attrNameLst>
                                      </p:cBhvr>
                                      <p:to>
                                        <p:strVal val="visible"/>
                                      </p:to>
                                    </p:set>
                                    <p:animEffect transition="in" filter="dissolve">
                                      <p:cBhvr>
                                        <p:cTn id="68" dur="500"/>
                                        <p:tgtEl>
                                          <p:spTgt spid="36904"/>
                                        </p:tgtEl>
                                      </p:cBhvr>
                                    </p:animEffect>
                                  </p:childTnLst>
                                  <p:subTnLst>
                                    <p:set>
                                      <p:cBhvr override="childStyle">
                                        <p:cTn dur="1" fill="hold" display="0" masterRel="nextClick" afterEffect="1"/>
                                        <p:tgtEl>
                                          <p:spTgt spid="36904"/>
                                        </p:tgtEl>
                                        <p:attrNameLst>
                                          <p:attrName>style.visibility</p:attrName>
                                        </p:attrNameLst>
                                      </p:cBhvr>
                                      <p:to>
                                        <p:strVal val="hidden"/>
                                      </p:to>
                                    </p:set>
                                  </p:subTnLst>
                                </p:cTn>
                              </p:par>
                              <p:par>
                                <p:cTn id="69" presetID="9" presetClass="entr" presetSubtype="0" fill="hold" grpId="0" nodeType="withEffect">
                                  <p:stCondLst>
                                    <p:cond delay="0"/>
                                  </p:stCondLst>
                                  <p:childTnLst>
                                    <p:set>
                                      <p:cBhvr>
                                        <p:cTn id="70" dur="1" fill="hold">
                                          <p:stCondLst>
                                            <p:cond delay="0"/>
                                          </p:stCondLst>
                                        </p:cTn>
                                        <p:tgtEl>
                                          <p:spTgt spid="36895"/>
                                        </p:tgtEl>
                                        <p:attrNameLst>
                                          <p:attrName>style.visibility</p:attrName>
                                        </p:attrNameLst>
                                      </p:cBhvr>
                                      <p:to>
                                        <p:strVal val="visible"/>
                                      </p:to>
                                    </p:set>
                                    <p:animEffect transition="in" filter="dissolve">
                                      <p:cBhvr>
                                        <p:cTn id="71" dur="500"/>
                                        <p:tgtEl>
                                          <p:spTgt spid="36895"/>
                                        </p:tgtEl>
                                      </p:cBhvr>
                                    </p:animEffect>
                                  </p:childTnLst>
                                </p:cTn>
                              </p:par>
                              <p:par>
                                <p:cTn id="72" presetID="9" presetClass="entr" presetSubtype="0" fill="hold" grpId="0" nodeType="withEffect">
                                  <p:stCondLst>
                                    <p:cond delay="0"/>
                                  </p:stCondLst>
                                  <p:childTnLst>
                                    <p:set>
                                      <p:cBhvr>
                                        <p:cTn id="73" dur="1" fill="hold">
                                          <p:stCondLst>
                                            <p:cond delay="0"/>
                                          </p:stCondLst>
                                        </p:cTn>
                                        <p:tgtEl>
                                          <p:spTgt spid="36900"/>
                                        </p:tgtEl>
                                        <p:attrNameLst>
                                          <p:attrName>style.visibility</p:attrName>
                                        </p:attrNameLst>
                                      </p:cBhvr>
                                      <p:to>
                                        <p:strVal val="visible"/>
                                      </p:to>
                                    </p:set>
                                    <p:animEffect transition="in" filter="dissolve">
                                      <p:cBhvr>
                                        <p:cTn id="74" dur="500"/>
                                        <p:tgtEl>
                                          <p:spTgt spid="36900"/>
                                        </p:tgtEl>
                                      </p:cBhvr>
                                    </p:animEffect>
                                  </p:childTnLst>
                                </p:cTn>
                              </p:par>
                              <p:par>
                                <p:cTn id="75" presetID="9" presetClass="entr" presetSubtype="0" fill="hold" nodeType="withEffect">
                                  <p:stCondLst>
                                    <p:cond delay="0"/>
                                  </p:stCondLst>
                                  <p:childTnLst>
                                    <p:set>
                                      <p:cBhvr>
                                        <p:cTn id="76" dur="1" fill="hold">
                                          <p:stCondLst>
                                            <p:cond delay="0"/>
                                          </p:stCondLst>
                                        </p:cTn>
                                        <p:tgtEl>
                                          <p:spTgt spid="36905"/>
                                        </p:tgtEl>
                                        <p:attrNameLst>
                                          <p:attrName>style.visibility</p:attrName>
                                        </p:attrNameLst>
                                      </p:cBhvr>
                                      <p:to>
                                        <p:strVal val="visible"/>
                                      </p:to>
                                    </p:set>
                                    <p:animEffect transition="in" filter="dissolve">
                                      <p:cBhvr>
                                        <p:cTn id="77" dur="500"/>
                                        <p:tgtEl>
                                          <p:spTgt spid="36905"/>
                                        </p:tgtEl>
                                      </p:cBhvr>
                                    </p:animEffect>
                                  </p:childTnLst>
                                  <p:subTnLst>
                                    <p:set>
                                      <p:cBhvr override="childStyle">
                                        <p:cTn dur="1" fill="hold" display="0" masterRel="nextClick" afterEffect="1"/>
                                        <p:tgtEl>
                                          <p:spTgt spid="36905"/>
                                        </p:tgtEl>
                                        <p:attrNameLst>
                                          <p:attrName>style.visibility</p:attrName>
                                        </p:attrNameLst>
                                      </p:cBhvr>
                                      <p:to>
                                        <p:strVal val="hidden"/>
                                      </p:to>
                                    </p:set>
                                  </p:subTnLst>
                                </p:cTn>
                              </p:par>
                              <p:par>
                                <p:cTn id="78" presetID="9" presetClass="entr" presetSubtype="0" fill="hold" grpId="0" nodeType="withEffect">
                                  <p:stCondLst>
                                    <p:cond delay="0"/>
                                  </p:stCondLst>
                                  <p:childTnLst>
                                    <p:set>
                                      <p:cBhvr>
                                        <p:cTn id="79" dur="1" fill="hold">
                                          <p:stCondLst>
                                            <p:cond delay="0"/>
                                          </p:stCondLst>
                                        </p:cTn>
                                        <p:tgtEl>
                                          <p:spTgt spid="36894"/>
                                        </p:tgtEl>
                                        <p:attrNameLst>
                                          <p:attrName>style.visibility</p:attrName>
                                        </p:attrNameLst>
                                      </p:cBhvr>
                                      <p:to>
                                        <p:strVal val="visible"/>
                                      </p:to>
                                    </p:set>
                                    <p:animEffect transition="in" filter="dissolve">
                                      <p:cBhvr>
                                        <p:cTn id="80" dur="500"/>
                                        <p:tgtEl>
                                          <p:spTgt spid="36894"/>
                                        </p:tgtEl>
                                      </p:cBhvr>
                                    </p:animEffect>
                                  </p:childTnLst>
                                </p:cTn>
                              </p:par>
                              <p:par>
                                <p:cTn id="81" presetID="9" presetClass="entr" presetSubtype="0" fill="hold" nodeType="withEffect">
                                  <p:stCondLst>
                                    <p:cond delay="0"/>
                                  </p:stCondLst>
                                  <p:childTnLst>
                                    <p:set>
                                      <p:cBhvr>
                                        <p:cTn id="82" dur="1" fill="hold">
                                          <p:stCondLst>
                                            <p:cond delay="0"/>
                                          </p:stCondLst>
                                        </p:cTn>
                                        <p:tgtEl>
                                          <p:spTgt spid="36880"/>
                                        </p:tgtEl>
                                        <p:attrNameLst>
                                          <p:attrName>style.visibility</p:attrName>
                                        </p:attrNameLst>
                                      </p:cBhvr>
                                      <p:to>
                                        <p:strVal val="visible"/>
                                      </p:to>
                                    </p:set>
                                    <p:animEffect transition="in" filter="dissolve">
                                      <p:cBhvr>
                                        <p:cTn id="83" dur="500"/>
                                        <p:tgtEl>
                                          <p:spTgt spid="36880"/>
                                        </p:tgtEl>
                                      </p:cBhvr>
                                    </p:animEffect>
                                  </p:childTnLst>
                                </p:cTn>
                              </p:par>
                              <p:par>
                                <p:cTn id="84" presetID="9" presetClass="entr" presetSubtype="0" fill="hold" nodeType="withEffect">
                                  <p:stCondLst>
                                    <p:cond delay="0"/>
                                  </p:stCondLst>
                                  <p:childTnLst>
                                    <p:set>
                                      <p:cBhvr>
                                        <p:cTn id="85" dur="1" fill="hold">
                                          <p:stCondLst>
                                            <p:cond delay="0"/>
                                          </p:stCondLst>
                                        </p:cTn>
                                        <p:tgtEl>
                                          <p:spTgt spid="36877"/>
                                        </p:tgtEl>
                                        <p:attrNameLst>
                                          <p:attrName>style.visibility</p:attrName>
                                        </p:attrNameLst>
                                      </p:cBhvr>
                                      <p:to>
                                        <p:strVal val="visible"/>
                                      </p:to>
                                    </p:set>
                                    <p:animEffect transition="in" filter="dissolve">
                                      <p:cBhvr>
                                        <p:cTn id="86" dur="500"/>
                                        <p:tgtEl>
                                          <p:spTgt spid="36877"/>
                                        </p:tgtEl>
                                      </p:cBhvr>
                                    </p:animEffect>
                                  </p:childTnLst>
                                </p:cTn>
                              </p:par>
                              <p:par>
                                <p:cTn id="87" presetID="9" presetClass="entr" presetSubtype="0" fill="hold" nodeType="withEffect">
                                  <p:stCondLst>
                                    <p:cond delay="0"/>
                                  </p:stCondLst>
                                  <p:childTnLst>
                                    <p:set>
                                      <p:cBhvr>
                                        <p:cTn id="88" dur="1" fill="hold">
                                          <p:stCondLst>
                                            <p:cond delay="0"/>
                                          </p:stCondLst>
                                        </p:cTn>
                                        <p:tgtEl>
                                          <p:spTgt spid="36879"/>
                                        </p:tgtEl>
                                        <p:attrNameLst>
                                          <p:attrName>style.visibility</p:attrName>
                                        </p:attrNameLst>
                                      </p:cBhvr>
                                      <p:to>
                                        <p:strVal val="visible"/>
                                      </p:to>
                                    </p:set>
                                    <p:animEffect transition="in" filter="dissolve">
                                      <p:cBhvr>
                                        <p:cTn id="89" dur="500"/>
                                        <p:tgtEl>
                                          <p:spTgt spid="36879"/>
                                        </p:tgtEl>
                                      </p:cBhvr>
                                    </p:animEffect>
                                  </p:childTnLst>
                                </p:cTn>
                              </p:par>
                              <p:par>
                                <p:cTn id="90" presetID="9" presetClass="entr" presetSubtype="0" fill="hold" nodeType="withEffect">
                                  <p:stCondLst>
                                    <p:cond delay="0"/>
                                  </p:stCondLst>
                                  <p:childTnLst>
                                    <p:set>
                                      <p:cBhvr>
                                        <p:cTn id="91" dur="1" fill="hold">
                                          <p:stCondLst>
                                            <p:cond delay="0"/>
                                          </p:stCondLst>
                                        </p:cTn>
                                        <p:tgtEl>
                                          <p:spTgt spid="36883"/>
                                        </p:tgtEl>
                                        <p:attrNameLst>
                                          <p:attrName>style.visibility</p:attrName>
                                        </p:attrNameLst>
                                      </p:cBhvr>
                                      <p:to>
                                        <p:strVal val="visible"/>
                                      </p:to>
                                    </p:set>
                                    <p:animEffect transition="in" filter="dissolve">
                                      <p:cBhvr>
                                        <p:cTn id="92" dur="500"/>
                                        <p:tgtEl>
                                          <p:spTgt spid="36883"/>
                                        </p:tgtEl>
                                      </p:cBhvr>
                                    </p:animEffect>
                                  </p:childTnLst>
                                </p:cTn>
                              </p:par>
                              <p:par>
                                <p:cTn id="93" presetID="9" presetClass="entr" presetSubtype="0" fill="hold" nodeType="withEffect">
                                  <p:stCondLst>
                                    <p:cond delay="0"/>
                                  </p:stCondLst>
                                  <p:childTnLst>
                                    <p:set>
                                      <p:cBhvr>
                                        <p:cTn id="94" dur="1" fill="hold">
                                          <p:stCondLst>
                                            <p:cond delay="0"/>
                                          </p:stCondLst>
                                        </p:cTn>
                                        <p:tgtEl>
                                          <p:spTgt spid="36884"/>
                                        </p:tgtEl>
                                        <p:attrNameLst>
                                          <p:attrName>style.visibility</p:attrName>
                                        </p:attrNameLst>
                                      </p:cBhvr>
                                      <p:to>
                                        <p:strVal val="visible"/>
                                      </p:to>
                                    </p:set>
                                    <p:animEffect transition="in" filter="dissolve">
                                      <p:cBhvr>
                                        <p:cTn id="95" dur="500"/>
                                        <p:tgtEl>
                                          <p:spTgt spid="36884"/>
                                        </p:tgtEl>
                                      </p:cBhvr>
                                    </p:animEffect>
                                  </p:childTnLst>
                                </p:cTn>
                              </p:par>
                              <p:par>
                                <p:cTn id="96" presetID="9" presetClass="entr" presetSubtype="0" fill="hold" nodeType="withEffect">
                                  <p:stCondLst>
                                    <p:cond delay="0"/>
                                  </p:stCondLst>
                                  <p:childTnLst>
                                    <p:set>
                                      <p:cBhvr>
                                        <p:cTn id="97" dur="1" fill="hold">
                                          <p:stCondLst>
                                            <p:cond delay="0"/>
                                          </p:stCondLst>
                                        </p:cTn>
                                        <p:tgtEl>
                                          <p:spTgt spid="36885"/>
                                        </p:tgtEl>
                                        <p:attrNameLst>
                                          <p:attrName>style.visibility</p:attrName>
                                        </p:attrNameLst>
                                      </p:cBhvr>
                                      <p:to>
                                        <p:strVal val="visible"/>
                                      </p:to>
                                    </p:set>
                                    <p:animEffect transition="in" filter="dissolve">
                                      <p:cBhvr>
                                        <p:cTn id="98" dur="500"/>
                                        <p:tgtEl>
                                          <p:spTgt spid="36885"/>
                                        </p:tgtEl>
                                      </p:cBhvr>
                                    </p:animEffect>
                                  </p:childTnLst>
                                </p:cTn>
                              </p:par>
                              <p:par>
                                <p:cTn id="99" presetID="9" presetClass="entr" presetSubtype="0" fill="hold" nodeType="withEffect">
                                  <p:stCondLst>
                                    <p:cond delay="0"/>
                                  </p:stCondLst>
                                  <p:childTnLst>
                                    <p:set>
                                      <p:cBhvr>
                                        <p:cTn id="100" dur="1" fill="hold">
                                          <p:stCondLst>
                                            <p:cond delay="0"/>
                                          </p:stCondLst>
                                        </p:cTn>
                                        <p:tgtEl>
                                          <p:spTgt spid="36888"/>
                                        </p:tgtEl>
                                        <p:attrNameLst>
                                          <p:attrName>style.visibility</p:attrName>
                                        </p:attrNameLst>
                                      </p:cBhvr>
                                      <p:to>
                                        <p:strVal val="visible"/>
                                      </p:to>
                                    </p:set>
                                    <p:animEffect transition="in" filter="dissolve">
                                      <p:cBhvr>
                                        <p:cTn id="101" dur="500"/>
                                        <p:tgtEl>
                                          <p:spTgt spid="36888"/>
                                        </p:tgtEl>
                                      </p:cBhvr>
                                    </p:animEffect>
                                  </p:childTnLst>
                                </p:cTn>
                              </p:par>
                              <p:par>
                                <p:cTn id="102" presetID="9" presetClass="entr" presetSubtype="0" fill="hold" nodeType="withEffect">
                                  <p:stCondLst>
                                    <p:cond delay="0"/>
                                  </p:stCondLst>
                                  <p:childTnLst>
                                    <p:set>
                                      <p:cBhvr>
                                        <p:cTn id="103" dur="1" fill="hold">
                                          <p:stCondLst>
                                            <p:cond delay="0"/>
                                          </p:stCondLst>
                                        </p:cTn>
                                        <p:tgtEl>
                                          <p:spTgt spid="36886"/>
                                        </p:tgtEl>
                                        <p:attrNameLst>
                                          <p:attrName>style.visibility</p:attrName>
                                        </p:attrNameLst>
                                      </p:cBhvr>
                                      <p:to>
                                        <p:strVal val="visible"/>
                                      </p:to>
                                    </p:set>
                                    <p:animEffect transition="in" filter="dissolve">
                                      <p:cBhvr>
                                        <p:cTn id="104" dur="500"/>
                                        <p:tgtEl>
                                          <p:spTgt spid="36886"/>
                                        </p:tgtEl>
                                      </p:cBhvr>
                                    </p:animEffect>
                                  </p:childTnLst>
                                </p:cTn>
                              </p:par>
                              <p:par>
                                <p:cTn id="105" presetID="9" presetClass="entr" presetSubtype="0" fill="hold" nodeType="withEffect">
                                  <p:stCondLst>
                                    <p:cond delay="0"/>
                                  </p:stCondLst>
                                  <p:childTnLst>
                                    <p:set>
                                      <p:cBhvr>
                                        <p:cTn id="106" dur="1" fill="hold">
                                          <p:stCondLst>
                                            <p:cond delay="0"/>
                                          </p:stCondLst>
                                        </p:cTn>
                                        <p:tgtEl>
                                          <p:spTgt spid="36889"/>
                                        </p:tgtEl>
                                        <p:attrNameLst>
                                          <p:attrName>style.visibility</p:attrName>
                                        </p:attrNameLst>
                                      </p:cBhvr>
                                      <p:to>
                                        <p:strVal val="visible"/>
                                      </p:to>
                                    </p:set>
                                    <p:animEffect transition="in" filter="dissolve">
                                      <p:cBhvr>
                                        <p:cTn id="107" dur="500"/>
                                        <p:tgtEl>
                                          <p:spTgt spid="36889"/>
                                        </p:tgtEl>
                                      </p:cBhvr>
                                    </p:animEffect>
                                  </p:childTnLst>
                                </p:cTn>
                              </p:par>
                              <p:par>
                                <p:cTn id="108" presetID="9" presetClass="entr" presetSubtype="0" fill="hold" nodeType="withEffect">
                                  <p:stCondLst>
                                    <p:cond delay="0"/>
                                  </p:stCondLst>
                                  <p:childTnLst>
                                    <p:set>
                                      <p:cBhvr>
                                        <p:cTn id="109" dur="1" fill="hold">
                                          <p:stCondLst>
                                            <p:cond delay="0"/>
                                          </p:stCondLst>
                                        </p:cTn>
                                        <p:tgtEl>
                                          <p:spTgt spid="36890"/>
                                        </p:tgtEl>
                                        <p:attrNameLst>
                                          <p:attrName>style.visibility</p:attrName>
                                        </p:attrNameLst>
                                      </p:cBhvr>
                                      <p:to>
                                        <p:strVal val="visible"/>
                                      </p:to>
                                    </p:set>
                                    <p:animEffect transition="in" filter="dissolve">
                                      <p:cBhvr>
                                        <p:cTn id="110" dur="500"/>
                                        <p:tgtEl>
                                          <p:spTgt spid="36890"/>
                                        </p:tgtEl>
                                      </p:cBhvr>
                                    </p:animEffect>
                                  </p:childTnLst>
                                </p:cTn>
                              </p:par>
                              <p:par>
                                <p:cTn id="111" presetID="9" presetClass="entr" presetSubtype="0" fill="hold" nodeType="withEffect">
                                  <p:stCondLst>
                                    <p:cond delay="0"/>
                                  </p:stCondLst>
                                  <p:childTnLst>
                                    <p:set>
                                      <p:cBhvr>
                                        <p:cTn id="112" dur="1" fill="hold">
                                          <p:stCondLst>
                                            <p:cond delay="0"/>
                                          </p:stCondLst>
                                        </p:cTn>
                                        <p:tgtEl>
                                          <p:spTgt spid="36891"/>
                                        </p:tgtEl>
                                        <p:attrNameLst>
                                          <p:attrName>style.visibility</p:attrName>
                                        </p:attrNameLst>
                                      </p:cBhvr>
                                      <p:to>
                                        <p:strVal val="visible"/>
                                      </p:to>
                                    </p:set>
                                    <p:animEffect transition="in" filter="dissolve">
                                      <p:cBhvr>
                                        <p:cTn id="113" dur="500"/>
                                        <p:tgtEl>
                                          <p:spTgt spid="36891"/>
                                        </p:tgtEl>
                                      </p:cBhvr>
                                    </p:animEffect>
                                  </p:childTnLst>
                                </p:cTn>
                              </p:par>
                            </p:childTnLst>
                          </p:cTn>
                        </p:par>
                      </p:childTnLst>
                    </p:cTn>
                  </p:par>
                  <p:par>
                    <p:cTn id="114" fill="hold" nodeType="clickPar">
                      <p:stCondLst>
                        <p:cond delay="indefinite"/>
                      </p:stCondLst>
                      <p:childTnLst>
                        <p:par>
                          <p:cTn id="115" fill="hold" nodeType="withGroup">
                            <p:stCondLst>
                              <p:cond delay="0"/>
                            </p:stCondLst>
                            <p:childTnLst>
                              <p:par>
                                <p:cTn id="116" presetID="22" presetClass="entr" presetSubtype="8" fill="hold" grpId="0" nodeType="clickEffect">
                                  <p:stCondLst>
                                    <p:cond delay="0"/>
                                  </p:stCondLst>
                                  <p:childTnLst>
                                    <p:set>
                                      <p:cBhvr>
                                        <p:cTn id="117" dur="1" fill="hold">
                                          <p:stCondLst>
                                            <p:cond delay="0"/>
                                          </p:stCondLst>
                                        </p:cTn>
                                        <p:tgtEl>
                                          <p:spTgt spid="36876"/>
                                        </p:tgtEl>
                                        <p:attrNameLst>
                                          <p:attrName>style.visibility</p:attrName>
                                        </p:attrNameLst>
                                      </p:cBhvr>
                                      <p:to>
                                        <p:strVal val="visible"/>
                                      </p:to>
                                    </p:set>
                                    <p:animEffect transition="in" filter="wipe(left)">
                                      <p:cBhvr>
                                        <p:cTn id="118" dur="500"/>
                                        <p:tgtEl>
                                          <p:spTgt spid="36876"/>
                                        </p:tgtEl>
                                      </p:cBhvr>
                                    </p:animEffect>
                                  </p:childTnLst>
                                </p:cTn>
                              </p:par>
                            </p:childTnLst>
                          </p:cTn>
                        </p:par>
                        <p:par>
                          <p:cTn id="119" fill="hold" nodeType="afterGroup">
                            <p:stCondLst>
                              <p:cond delay="500"/>
                            </p:stCondLst>
                            <p:childTnLst>
                              <p:par>
                                <p:cTn id="120" presetID="9" presetClass="entr" presetSubtype="0" fill="hold" nodeType="afterEffect">
                                  <p:stCondLst>
                                    <p:cond delay="0"/>
                                  </p:stCondLst>
                                  <p:childTnLst>
                                    <p:set>
                                      <p:cBhvr>
                                        <p:cTn id="121" dur="1" fill="hold">
                                          <p:stCondLst>
                                            <p:cond delay="0"/>
                                          </p:stCondLst>
                                        </p:cTn>
                                        <p:tgtEl>
                                          <p:spTgt spid="36868"/>
                                        </p:tgtEl>
                                        <p:attrNameLst>
                                          <p:attrName>style.visibility</p:attrName>
                                        </p:attrNameLst>
                                      </p:cBhvr>
                                      <p:to>
                                        <p:strVal val="visible"/>
                                      </p:to>
                                    </p:set>
                                    <p:animEffect transition="in" filter="dissolve">
                                      <p:cBhvr>
                                        <p:cTn id="122" dur="500"/>
                                        <p:tgtEl>
                                          <p:spTgt spid="36868"/>
                                        </p:tgtEl>
                                      </p:cBhvr>
                                    </p:animEffect>
                                  </p:childTnLst>
                                </p:cTn>
                              </p:par>
                            </p:childTnLst>
                          </p:cTn>
                        </p:par>
                      </p:childTnLst>
                    </p:cTn>
                  </p:par>
                  <p:par>
                    <p:cTn id="123" fill="hold">
                      <p:stCondLst>
                        <p:cond delay="indefinite"/>
                      </p:stCondLst>
                      <p:childTnLst>
                        <p:par>
                          <p:cTn id="124" fill="hold">
                            <p:stCondLst>
                              <p:cond delay="0"/>
                            </p:stCondLst>
                            <p:childTnLst>
                              <p:par>
                                <p:cTn id="125" presetID="22" presetClass="entr" presetSubtype="8" fill="hold" grpId="0" nodeType="clickEffect">
                                  <p:stCondLst>
                                    <p:cond delay="0"/>
                                  </p:stCondLst>
                                  <p:childTnLst>
                                    <p:set>
                                      <p:cBhvr>
                                        <p:cTn id="126" dur="1" fill="hold">
                                          <p:stCondLst>
                                            <p:cond delay="0"/>
                                          </p:stCondLst>
                                        </p:cTn>
                                        <p:tgtEl>
                                          <p:spTgt spid="46"/>
                                        </p:tgtEl>
                                        <p:attrNameLst>
                                          <p:attrName>style.visibility</p:attrName>
                                        </p:attrNameLst>
                                      </p:cBhvr>
                                      <p:to>
                                        <p:strVal val="visible"/>
                                      </p:to>
                                    </p:set>
                                    <p:animEffect transition="in" filter="wipe(left)">
                                      <p:cBhvr>
                                        <p:cTn id="127" dur="500"/>
                                        <p:tgtEl>
                                          <p:spTgt spid="46"/>
                                        </p:tgtEl>
                                      </p:cBhvr>
                                    </p:animEffect>
                                  </p:childTnLst>
                                </p:cTn>
                              </p:par>
                            </p:childTnLst>
                          </p:cTn>
                        </p:par>
                      </p:childTnLst>
                    </p:cTn>
                  </p:par>
                  <p:par>
                    <p:cTn id="128" fill="hold">
                      <p:stCondLst>
                        <p:cond delay="indefinite"/>
                      </p:stCondLst>
                      <p:childTnLst>
                        <p:par>
                          <p:cTn id="129" fill="hold">
                            <p:stCondLst>
                              <p:cond delay="0"/>
                            </p:stCondLst>
                            <p:childTnLst>
                              <p:par>
                                <p:cTn id="130" presetID="22" presetClass="entr" presetSubtype="8" fill="hold" grpId="0" nodeType="clickEffect">
                                  <p:stCondLst>
                                    <p:cond delay="0"/>
                                  </p:stCondLst>
                                  <p:childTnLst>
                                    <p:set>
                                      <p:cBhvr>
                                        <p:cTn id="131" dur="1" fill="hold">
                                          <p:stCondLst>
                                            <p:cond delay="0"/>
                                          </p:stCondLst>
                                        </p:cTn>
                                        <p:tgtEl>
                                          <p:spTgt spid="47"/>
                                        </p:tgtEl>
                                        <p:attrNameLst>
                                          <p:attrName>style.visibility</p:attrName>
                                        </p:attrNameLst>
                                      </p:cBhvr>
                                      <p:to>
                                        <p:strVal val="visible"/>
                                      </p:to>
                                    </p:set>
                                    <p:animEffect transition="in" filter="wipe(left)">
                                      <p:cBhvr>
                                        <p:cTn id="132" dur="500"/>
                                        <p:tgtEl>
                                          <p:spTgt spid="47"/>
                                        </p:tgtEl>
                                      </p:cBhvr>
                                    </p:animEffect>
                                  </p:childTnLst>
                                </p:cTn>
                              </p:par>
                            </p:childTnLst>
                          </p:cTn>
                        </p:par>
                        <p:par>
                          <p:cTn id="133" fill="hold">
                            <p:stCondLst>
                              <p:cond delay="500"/>
                            </p:stCondLst>
                            <p:childTnLst>
                              <p:par>
                                <p:cTn id="134" presetID="22" presetClass="entr" presetSubtype="8" fill="hold" grpId="0" nodeType="afterEffect">
                                  <p:stCondLst>
                                    <p:cond delay="0"/>
                                  </p:stCondLst>
                                  <p:childTnLst>
                                    <p:set>
                                      <p:cBhvr>
                                        <p:cTn id="135" dur="1" fill="hold">
                                          <p:stCondLst>
                                            <p:cond delay="0"/>
                                          </p:stCondLst>
                                        </p:cTn>
                                        <p:tgtEl>
                                          <p:spTgt spid="48"/>
                                        </p:tgtEl>
                                        <p:attrNameLst>
                                          <p:attrName>style.visibility</p:attrName>
                                        </p:attrNameLst>
                                      </p:cBhvr>
                                      <p:to>
                                        <p:strVal val="visible"/>
                                      </p:to>
                                    </p:set>
                                    <p:animEffect transition="in" filter="wipe(left)">
                                      <p:cBhvr>
                                        <p:cTn id="136"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7" grpId="0" autoUpdateAnimBg="0"/>
      <p:bldP spid="36869" grpId="0" autoUpdateAnimBg="0"/>
      <p:bldP spid="36874" grpId="0" autoUpdateAnimBg="0"/>
      <p:bldP spid="36875" grpId="0" autoUpdateAnimBg="0"/>
      <p:bldP spid="36876" grpId="0" autoUpdateAnimBg="0"/>
      <p:bldP spid="36892" grpId="0" animBg="1"/>
      <p:bldP spid="36893" grpId="0" animBg="1" autoUpdateAnimBg="0"/>
      <p:bldP spid="36894" grpId="0" animBg="1"/>
      <p:bldP spid="36895" grpId="0" animBg="1"/>
      <p:bldP spid="36896" grpId="0" animBg="1"/>
      <p:bldP spid="36898" grpId="0" animBg="1" autoUpdateAnimBg="0"/>
      <p:bldP spid="36899" grpId="0" animBg="1" autoUpdateAnimBg="0"/>
      <p:bldP spid="36900" grpId="0" animBg="1" autoUpdateAnimBg="0"/>
      <p:bldP spid="36906" grpId="0" animBg="1"/>
      <p:bldP spid="46" grpId="0" autoUpdateAnimBg="0"/>
      <p:bldP spid="47" grpId="0" autoUpdateAnimBg="0"/>
      <p:bldP spid="4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图片 1">
            <a:extLst>
              <a:ext uri="{FF2B5EF4-FFF2-40B4-BE49-F238E27FC236}">
                <a16:creationId xmlns:a16="http://schemas.microsoft.com/office/drawing/2014/main" id="{0343876A-383D-4D6F-B5E8-62166AF1C727}"/>
              </a:ext>
            </a:extLst>
          </p:cNvPr>
          <p:cNvPicPr>
            <a:picLocks noChangeAspect="1"/>
          </p:cNvPicPr>
          <p:nvPr/>
        </p:nvPicPr>
        <p:blipFill>
          <a:blip r:embed="rId3">
            <a:extLst>
              <a:ext uri="{28A0092B-C50C-407E-A947-70E740481C1C}">
                <a14:useLocalDpi xmlns:a14="http://schemas.microsoft.com/office/drawing/2010/main" val="0"/>
              </a:ext>
            </a:extLst>
          </a:blip>
          <a:srcRect l="6047" t="1372" r="6303" b="7140"/>
          <a:stretch>
            <a:fillRect/>
          </a:stretch>
        </p:blipFill>
        <p:spPr bwMode="auto">
          <a:xfrm>
            <a:off x="4859338" y="3106738"/>
            <a:ext cx="3913187" cy="3716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1" name="图片 2">
            <a:extLst>
              <a:ext uri="{FF2B5EF4-FFF2-40B4-BE49-F238E27FC236}">
                <a16:creationId xmlns:a16="http://schemas.microsoft.com/office/drawing/2014/main" id="{30FE4CCA-C629-4DF1-90BF-DE304CA8532E}"/>
              </a:ext>
            </a:extLst>
          </p:cNvPr>
          <p:cNvPicPr>
            <a:picLocks noChangeAspect="1"/>
          </p:cNvPicPr>
          <p:nvPr/>
        </p:nvPicPr>
        <p:blipFill>
          <a:blip r:embed="rId4">
            <a:extLst>
              <a:ext uri="{28A0092B-C50C-407E-A947-70E740481C1C}">
                <a14:useLocalDpi xmlns:a14="http://schemas.microsoft.com/office/drawing/2010/main" val="0"/>
              </a:ext>
            </a:extLst>
          </a:blip>
          <a:srcRect l="11076" t="14822" r="26472" b="5975"/>
          <a:stretch>
            <a:fillRect/>
          </a:stretch>
        </p:blipFill>
        <p:spPr bwMode="auto">
          <a:xfrm>
            <a:off x="4948238" y="36513"/>
            <a:ext cx="4071937" cy="3367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2" name="图片 3">
            <a:extLst>
              <a:ext uri="{FF2B5EF4-FFF2-40B4-BE49-F238E27FC236}">
                <a16:creationId xmlns:a16="http://schemas.microsoft.com/office/drawing/2014/main" id="{9294D3EC-9459-46A2-B237-1FA2A37B6520}"/>
              </a:ext>
            </a:extLst>
          </p:cNvPr>
          <p:cNvPicPr>
            <a:picLocks noChangeAspect="1"/>
          </p:cNvPicPr>
          <p:nvPr/>
        </p:nvPicPr>
        <p:blipFill>
          <a:blip r:embed="rId5">
            <a:extLst>
              <a:ext uri="{28A0092B-C50C-407E-A947-70E740481C1C}">
                <a14:useLocalDpi xmlns:a14="http://schemas.microsoft.com/office/drawing/2010/main" val="0"/>
              </a:ext>
            </a:extLst>
          </a:blip>
          <a:srcRect l="27428" t="23515" b="11450"/>
          <a:stretch>
            <a:fillRect/>
          </a:stretch>
        </p:blipFill>
        <p:spPr bwMode="auto">
          <a:xfrm>
            <a:off x="438150" y="3567113"/>
            <a:ext cx="4257675" cy="3233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3" name="图片 4">
            <a:extLst>
              <a:ext uri="{FF2B5EF4-FFF2-40B4-BE49-F238E27FC236}">
                <a16:creationId xmlns:a16="http://schemas.microsoft.com/office/drawing/2014/main" id="{82FAE6BA-DFE9-42EE-A109-502471510717}"/>
              </a:ext>
            </a:extLst>
          </p:cNvPr>
          <p:cNvPicPr>
            <a:picLocks noChangeAspect="1"/>
          </p:cNvPicPr>
          <p:nvPr/>
        </p:nvPicPr>
        <p:blipFill>
          <a:blip r:embed="rId6">
            <a:extLst>
              <a:ext uri="{28A0092B-C50C-407E-A947-70E740481C1C}">
                <a14:useLocalDpi xmlns:a14="http://schemas.microsoft.com/office/drawing/2010/main" val="0"/>
              </a:ext>
            </a:extLst>
          </a:blip>
          <a:srcRect l="20715" t="17648" r="8295" b="11688"/>
          <a:stretch>
            <a:fillRect/>
          </a:stretch>
        </p:blipFill>
        <p:spPr bwMode="auto">
          <a:xfrm>
            <a:off x="438150" y="90488"/>
            <a:ext cx="4278313" cy="340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2" descr="音障">
            <a:extLst>
              <a:ext uri="{FF2B5EF4-FFF2-40B4-BE49-F238E27FC236}">
                <a16:creationId xmlns:a16="http://schemas.microsoft.com/office/drawing/2014/main" id="{63F3C8A0-70FA-4586-B2EB-2A9037C153A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Line 3">
            <a:extLst>
              <a:ext uri="{FF2B5EF4-FFF2-40B4-BE49-F238E27FC236}">
                <a16:creationId xmlns:a16="http://schemas.microsoft.com/office/drawing/2014/main" id="{A5CABB28-9169-4DA3-A264-5F706B69ACCF}"/>
              </a:ext>
            </a:extLst>
          </p:cNvPr>
          <p:cNvSpPr>
            <a:spLocks noChangeShapeType="1"/>
          </p:cNvSpPr>
          <p:nvPr/>
        </p:nvSpPr>
        <p:spPr bwMode="auto">
          <a:xfrm>
            <a:off x="4421188" y="3478213"/>
            <a:ext cx="4032250" cy="0"/>
          </a:xfrm>
          <a:prstGeom prst="line">
            <a:avLst/>
          </a:prstGeom>
          <a:noFill/>
          <a:ln w="34925">
            <a:solidFill>
              <a:srgbClr val="FFFF00"/>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8" name="Line 4">
            <a:extLst>
              <a:ext uri="{FF2B5EF4-FFF2-40B4-BE49-F238E27FC236}">
                <a16:creationId xmlns:a16="http://schemas.microsoft.com/office/drawing/2014/main" id="{C8EA377F-3C80-47C9-947B-8C8FC3712288}"/>
              </a:ext>
            </a:extLst>
          </p:cNvPr>
          <p:cNvSpPr>
            <a:spLocks noChangeShapeType="1"/>
          </p:cNvSpPr>
          <p:nvPr/>
        </p:nvSpPr>
        <p:spPr bwMode="auto">
          <a:xfrm>
            <a:off x="4427538" y="3473450"/>
            <a:ext cx="1728787" cy="2730500"/>
          </a:xfrm>
          <a:prstGeom prst="line">
            <a:avLst/>
          </a:prstGeom>
          <a:noFill/>
          <a:ln w="34925">
            <a:solidFill>
              <a:srgbClr val="FFFF00"/>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9" name="Arc 5">
            <a:extLst>
              <a:ext uri="{FF2B5EF4-FFF2-40B4-BE49-F238E27FC236}">
                <a16:creationId xmlns:a16="http://schemas.microsoft.com/office/drawing/2014/main" id="{11CC81F2-07F9-41F3-813B-A734BA788207}"/>
              </a:ext>
            </a:extLst>
          </p:cNvPr>
          <p:cNvSpPr>
            <a:spLocks/>
          </p:cNvSpPr>
          <p:nvPr/>
        </p:nvSpPr>
        <p:spPr bwMode="auto">
          <a:xfrm rot="10675798" flipH="1">
            <a:off x="4964113" y="3516313"/>
            <a:ext cx="504825" cy="792162"/>
          </a:xfrm>
          <a:custGeom>
            <a:avLst/>
            <a:gdLst>
              <a:gd name="T0" fmla="*/ 0 w 21600"/>
              <a:gd name="T1" fmla="*/ 0 h 21600"/>
              <a:gd name="T2" fmla="*/ 2147483646 w 21600"/>
              <a:gd name="T3" fmla="*/ 2147483646 h 21600"/>
              <a:gd name="T4" fmla="*/ 0 w 21600"/>
              <a:gd name="T5" fmla="*/ 214748364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4925">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zh-CN" altLang="en-US"/>
          </a:p>
        </p:txBody>
      </p:sp>
      <p:sp>
        <p:nvSpPr>
          <p:cNvPr id="10" name="Text Box 6">
            <a:extLst>
              <a:ext uri="{FF2B5EF4-FFF2-40B4-BE49-F238E27FC236}">
                <a16:creationId xmlns:a16="http://schemas.microsoft.com/office/drawing/2014/main" id="{9B127FD3-AF17-48D4-AEE6-9578EEC253A5}"/>
              </a:ext>
            </a:extLst>
          </p:cNvPr>
          <p:cNvSpPr txBox="1">
            <a:spLocks noChangeArrowheads="1"/>
          </p:cNvSpPr>
          <p:nvPr/>
        </p:nvSpPr>
        <p:spPr bwMode="auto">
          <a:xfrm>
            <a:off x="5414963" y="3859213"/>
            <a:ext cx="330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l-GR" altLang="zh-CN" sz="2000" i="1">
                <a:solidFill>
                  <a:srgbClr val="FFFF00"/>
                </a:solidFill>
                <a:latin typeface="华文中宋" panose="02010600040101010101" pitchFamily="2" charset="-122"/>
                <a:ea typeface="华文中宋" panose="02010600040101010101" pitchFamily="2" charset="-122"/>
                <a:cs typeface="Arial" panose="020B0604020202020204" pitchFamily="34" charset="0"/>
              </a:rPr>
              <a:t>θ</a:t>
            </a:r>
            <a:endParaRPr lang="el-GR" altLang="zh-CN" sz="2000" i="1">
              <a:solidFill>
                <a:srgbClr val="FFFF00"/>
              </a:solidFill>
              <a:latin typeface="Arial" panose="020B0604020202020204" pitchFamily="34" charset="0"/>
              <a:ea typeface="华文中宋" panose="02010600040101010101" pitchFamily="2" charset="-122"/>
              <a:cs typeface="Arial" panose="020B0604020202020204" pitchFamily="34" charset="0"/>
            </a:endParaRPr>
          </a:p>
        </p:txBody>
      </p:sp>
      <p:graphicFrame>
        <p:nvGraphicFramePr>
          <p:cNvPr id="11" name="Object 2">
            <a:extLst>
              <a:ext uri="{FF2B5EF4-FFF2-40B4-BE49-F238E27FC236}">
                <a16:creationId xmlns:a16="http://schemas.microsoft.com/office/drawing/2014/main" id="{CE2B7C79-2B94-45E4-96FA-3BB2DE5124E4}"/>
              </a:ext>
            </a:extLst>
          </p:cNvPr>
          <p:cNvGraphicFramePr>
            <a:graphicFrameLocks noChangeAspect="1"/>
          </p:cNvGraphicFramePr>
          <p:nvPr/>
        </p:nvGraphicFramePr>
        <p:xfrm>
          <a:off x="3048000" y="4373563"/>
          <a:ext cx="1504950" cy="996950"/>
        </p:xfrm>
        <a:graphic>
          <a:graphicData uri="http://schemas.openxmlformats.org/presentationml/2006/ole">
            <mc:AlternateContent xmlns:mc="http://schemas.openxmlformats.org/markup-compatibility/2006">
              <mc:Choice xmlns:v="urn:schemas-microsoft-com:vml" Requires="v">
                <p:oleObj spid="_x0000_s115721" name="Equation" r:id="rId8" imgW="634725" imgH="393529" progId="">
                  <p:embed/>
                </p:oleObj>
              </mc:Choice>
              <mc:Fallback>
                <p:oleObj name="Equation" r:id="rId8" imgW="634725" imgH="393529" progId="">
                  <p:embed/>
                  <p:pic>
                    <p:nvPicPr>
                      <p:cNvPr id="11" name="Object 2">
                        <a:extLst>
                          <a:ext uri="{FF2B5EF4-FFF2-40B4-BE49-F238E27FC236}">
                            <a16:creationId xmlns:a16="http://schemas.microsoft.com/office/drawing/2014/main" id="{CE2B7C79-2B94-45E4-96FA-3BB2DE5124E4}"/>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048000" y="4373563"/>
                        <a:ext cx="1504950" cy="996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par>
                                <p:cTn id="8" presetID="9"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dissolve">
                                      <p:cBhvr>
                                        <p:cTn id="10" dur="500"/>
                                        <p:tgtEl>
                                          <p:spTgt spid="8"/>
                                        </p:tgtEl>
                                      </p:cBhvr>
                                    </p:animEffect>
                                  </p:childTnLst>
                                </p:cTn>
                              </p:par>
                            </p:childTnLst>
                          </p:cTn>
                        </p:par>
                        <p:par>
                          <p:cTn id="11" fill="hold" nodeType="afterGroup">
                            <p:stCondLst>
                              <p:cond delay="500"/>
                            </p:stCondLst>
                            <p:childTnLst>
                              <p:par>
                                <p:cTn id="12" presetID="9" presetClass="entr" presetSubtype="0" fill="hold" nodeType="after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dissolve">
                                      <p:cBhvr>
                                        <p:cTn id="14" dur="500"/>
                                        <p:tgtEl>
                                          <p:spTgt spid="9"/>
                                        </p:tgtEl>
                                      </p:cBhvr>
                                    </p:animEffect>
                                  </p:childTnLst>
                                </p:cTn>
                              </p:par>
                            </p:childTnLst>
                          </p:cTn>
                        </p:par>
                        <p:par>
                          <p:cTn id="15" fill="hold" nodeType="afterGroup">
                            <p:stCondLst>
                              <p:cond delay="1000"/>
                            </p:stCondLst>
                            <p:childTnLst>
                              <p:par>
                                <p:cTn id="16" presetID="9" presetClass="entr" presetSubtype="0" fill="hold" grpId="0" nodeType="after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dissolve">
                                      <p:cBhvr>
                                        <p:cTn id="18" dur="500"/>
                                        <p:tgtEl>
                                          <p:spTgt spid="10"/>
                                        </p:tgtEl>
                                      </p:cBhvr>
                                    </p:animEffect>
                                  </p:childTnLst>
                                </p:cTn>
                              </p:par>
                            </p:childTnLst>
                          </p:cTn>
                        </p:par>
                        <p:par>
                          <p:cTn id="19" fill="hold" nodeType="afterGroup">
                            <p:stCondLst>
                              <p:cond delay="1500"/>
                            </p:stCondLst>
                            <p:childTnLst>
                              <p:par>
                                <p:cTn id="20" presetID="9" presetClass="entr" presetSubtype="0" fill="hold" nodeType="after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dissolve">
                                      <p:cBhvr>
                                        <p:cTn id="22" dur="500"/>
                                        <p:tgtEl>
                                          <p:spTgt spid="1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xit" presetSubtype="0" fill="hold" nodeType="clickEffect">
                                  <p:stCondLst>
                                    <p:cond delay="0"/>
                                  </p:stCondLst>
                                  <p:childTnLst>
                                    <p:set>
                                      <p:cBhvr>
                                        <p:cTn id="26" dur="1" fill="hold">
                                          <p:stCondLst>
                                            <p:cond delay="0"/>
                                          </p:stCondLst>
                                        </p:cTn>
                                        <p:tgtEl>
                                          <p:spTgt spid="7"/>
                                        </p:tgtEl>
                                        <p:attrNameLst>
                                          <p:attrName>style.visibility</p:attrName>
                                        </p:attrNameLst>
                                      </p:cBhvr>
                                      <p:to>
                                        <p:strVal val="hidden"/>
                                      </p:to>
                                    </p:set>
                                  </p:childTnLst>
                                </p:cTn>
                              </p:par>
                              <p:par>
                                <p:cTn id="27" presetID="1" presetClass="exit" presetSubtype="0" fill="hold" nodeType="withEffect">
                                  <p:stCondLst>
                                    <p:cond delay="0"/>
                                  </p:stCondLst>
                                  <p:childTnLst>
                                    <p:set>
                                      <p:cBhvr>
                                        <p:cTn id="28" dur="1" fill="hold">
                                          <p:stCondLst>
                                            <p:cond delay="0"/>
                                          </p:stCondLst>
                                        </p:cTn>
                                        <p:tgtEl>
                                          <p:spTgt spid="8"/>
                                        </p:tgtEl>
                                        <p:attrNameLst>
                                          <p:attrName>style.visibility</p:attrName>
                                        </p:attrNameLst>
                                      </p:cBhvr>
                                      <p:to>
                                        <p:strVal val="hidden"/>
                                      </p:to>
                                    </p:set>
                                  </p:childTnLst>
                                </p:cTn>
                              </p:par>
                              <p:par>
                                <p:cTn id="29" presetID="1" presetClass="exit" presetSubtype="0" fill="hold" nodeType="withEffect">
                                  <p:stCondLst>
                                    <p:cond delay="0"/>
                                  </p:stCondLst>
                                  <p:childTnLst>
                                    <p:set>
                                      <p:cBhvr>
                                        <p:cTn id="30" dur="1" fill="hold">
                                          <p:stCondLst>
                                            <p:cond delay="0"/>
                                          </p:stCondLst>
                                        </p:cTn>
                                        <p:tgtEl>
                                          <p:spTgt spid="9"/>
                                        </p:tgtEl>
                                        <p:attrNameLst>
                                          <p:attrName>style.visibility</p:attrName>
                                        </p:attrNameLst>
                                      </p:cBhvr>
                                      <p:to>
                                        <p:strVal val="hidden"/>
                                      </p:to>
                                    </p:set>
                                  </p:childTnLst>
                                </p:cTn>
                              </p:par>
                              <p:par>
                                <p:cTn id="31" presetID="1" presetClass="exit" presetSubtype="0" fill="hold" grpId="1" nodeType="withEffect">
                                  <p:stCondLst>
                                    <p:cond delay="0"/>
                                  </p:stCondLst>
                                  <p:childTnLst>
                                    <p:set>
                                      <p:cBhvr>
                                        <p:cTn id="32" dur="1" fill="hold">
                                          <p:stCondLst>
                                            <p:cond delay="0"/>
                                          </p:stCondLst>
                                        </p:cTn>
                                        <p:tgtEl>
                                          <p:spTgt spid="10"/>
                                        </p:tgtEl>
                                        <p:attrNameLst>
                                          <p:attrName>style.visibility</p:attrName>
                                        </p:attrNameLst>
                                      </p:cBhvr>
                                      <p:to>
                                        <p:strVal val="hidden"/>
                                      </p:to>
                                    </p:set>
                                  </p:childTnLst>
                                </p:cTn>
                              </p:par>
                              <p:par>
                                <p:cTn id="33" presetID="1" presetClass="exit" presetSubtype="0" fill="hold" nodeType="withEffect">
                                  <p:stCondLst>
                                    <p:cond delay="0"/>
                                  </p:stCondLst>
                                  <p:childTnLst>
                                    <p:set>
                                      <p:cBhvr>
                                        <p:cTn id="34" dur="1" fill="hold">
                                          <p:stCondLst>
                                            <p:cond delay="0"/>
                                          </p:stCondLst>
                                        </p:cTn>
                                        <p:tgtEl>
                                          <p:spTgt spid="11"/>
                                        </p:tgtEl>
                                        <p:attrNameLst>
                                          <p:attrName>style.visibility</p:attrName>
                                        </p:attrNameLst>
                                      </p:cBhvr>
                                      <p:to>
                                        <p:strVal val="hidden"/>
                                      </p:to>
                                    </p:set>
                                  </p:childTnLst>
                                </p:cTn>
                              </p:par>
                              <p:par>
                                <p:cTn id="35" presetID="1" presetClass="exit" presetSubtype="0" fill="hold" nodeType="withEffect">
                                  <p:stCondLst>
                                    <p:cond delay="0"/>
                                  </p:stCondLst>
                                  <p:childTnLst>
                                    <p:set>
                                      <p:cBhvr>
                                        <p:cTn id="36" dur="1" fill="hold">
                                          <p:stCondLst>
                                            <p:cond delay="0"/>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0" grpId="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8">
            <a:extLst>
              <a:ext uri="{FF2B5EF4-FFF2-40B4-BE49-F238E27FC236}">
                <a16:creationId xmlns:a16="http://schemas.microsoft.com/office/drawing/2014/main" id="{EA2C9553-BDED-424A-85E5-8159AB9ECD97}"/>
              </a:ext>
            </a:extLst>
          </p:cNvPr>
          <p:cNvGrpSpPr>
            <a:grpSpLocks/>
          </p:cNvGrpSpPr>
          <p:nvPr/>
        </p:nvGrpSpPr>
        <p:grpSpPr bwMode="auto">
          <a:xfrm>
            <a:off x="395288" y="549275"/>
            <a:ext cx="8424862" cy="6121400"/>
            <a:chOff x="249" y="346"/>
            <a:chExt cx="5307" cy="3856"/>
          </a:xfrm>
        </p:grpSpPr>
        <p:pic>
          <p:nvPicPr>
            <p:cNvPr id="18435" name="Picture 3" descr="F-141">
              <a:extLst>
                <a:ext uri="{FF2B5EF4-FFF2-40B4-BE49-F238E27FC236}">
                  <a16:creationId xmlns:a16="http://schemas.microsoft.com/office/drawing/2014/main" id="{1BF60788-E4DE-4936-B887-0D5A20545C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9" y="2296"/>
              <a:ext cx="2541" cy="19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6" name="Picture 4" descr="F-181">
              <a:extLst>
                <a:ext uri="{FF2B5EF4-FFF2-40B4-BE49-F238E27FC236}">
                  <a16:creationId xmlns:a16="http://schemas.microsoft.com/office/drawing/2014/main" id="{B3B1FA18-0488-4123-9C4E-4AD7715E5C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9" y="346"/>
              <a:ext cx="2540" cy="19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7" name="Picture 6" descr="超音速子弹2">
              <a:extLst>
                <a:ext uri="{FF2B5EF4-FFF2-40B4-BE49-F238E27FC236}">
                  <a16:creationId xmlns:a16="http://schemas.microsoft.com/office/drawing/2014/main" id="{6DF64385-E9C9-4B39-9FFA-B044E9F2677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b="15710"/>
            <a:stretch>
              <a:fillRect/>
            </a:stretch>
          </p:blipFill>
          <p:spPr bwMode="auto">
            <a:xfrm>
              <a:off x="3016" y="482"/>
              <a:ext cx="2540" cy="2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8" name="Text Box 7">
              <a:extLst>
                <a:ext uri="{FF2B5EF4-FFF2-40B4-BE49-F238E27FC236}">
                  <a16:creationId xmlns:a16="http://schemas.microsoft.com/office/drawing/2014/main" id="{CF49B134-9100-4C6C-8968-A2167D8A9AFE}"/>
                </a:ext>
              </a:extLst>
            </p:cNvPr>
            <p:cNvSpPr txBox="1">
              <a:spLocks noChangeArrowheads="1"/>
            </p:cNvSpPr>
            <p:nvPr/>
          </p:nvSpPr>
          <p:spPr bwMode="auto">
            <a:xfrm>
              <a:off x="3061" y="3521"/>
              <a:ext cx="2450" cy="5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Bef>
                  <a:spcPct val="50000"/>
                </a:spcBef>
              </a:pPr>
              <a:r>
                <a:rPr lang="en-US" altLang="zh-CN" sz="2200">
                  <a:solidFill>
                    <a:srgbClr val="FFFF00"/>
                  </a:solidFill>
                </a:rPr>
                <a:t>     </a:t>
              </a:r>
              <a:r>
                <a:rPr lang="zh-CN" altLang="en-US" sz="2200">
                  <a:solidFill>
                    <a:srgbClr val="FFFF00"/>
                  </a:solidFill>
                </a:rPr>
                <a:t>超音速的飞机和子弹在空气中形成的激波</a:t>
              </a: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ext Box 2">
            <a:extLst>
              <a:ext uri="{FF2B5EF4-FFF2-40B4-BE49-F238E27FC236}">
                <a16:creationId xmlns:a16="http://schemas.microsoft.com/office/drawing/2014/main" id="{3DEA5DA7-38E0-4FB6-9970-81F29B41918B}"/>
              </a:ext>
            </a:extLst>
          </p:cNvPr>
          <p:cNvSpPr txBox="1">
            <a:spLocks noChangeArrowheads="1"/>
          </p:cNvSpPr>
          <p:nvPr/>
        </p:nvSpPr>
        <p:spPr bwMode="auto">
          <a:xfrm>
            <a:off x="755650" y="260350"/>
            <a:ext cx="82296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spcBef>
                <a:spcPct val="50000"/>
              </a:spcBef>
            </a:pPr>
            <a:r>
              <a:rPr lang="zh-CN" altLang="en-US">
                <a:solidFill>
                  <a:schemeClr val="bg1"/>
                </a:solidFill>
              </a:rPr>
              <a:t>一警笛发射频率</a:t>
            </a:r>
            <a:r>
              <a:rPr lang="en-US" altLang="zh-CN">
                <a:solidFill>
                  <a:srgbClr val="00FFFF"/>
                </a:solidFill>
              </a:rPr>
              <a:t>1500 Hz </a:t>
            </a:r>
            <a:r>
              <a:rPr lang="zh-CN" altLang="en-US">
                <a:solidFill>
                  <a:schemeClr val="bg1"/>
                </a:solidFill>
              </a:rPr>
              <a:t>的声波，速度</a:t>
            </a:r>
            <a:r>
              <a:rPr lang="en-US" altLang="zh-CN">
                <a:solidFill>
                  <a:srgbClr val="00FFFF"/>
                </a:solidFill>
              </a:rPr>
              <a:t>330 m/s </a:t>
            </a:r>
            <a:r>
              <a:rPr lang="zh-CN" altLang="en-US">
                <a:solidFill>
                  <a:schemeClr val="bg1"/>
                </a:solidFill>
              </a:rPr>
              <a:t>，以</a:t>
            </a:r>
            <a:r>
              <a:rPr lang="en-US" altLang="zh-CN">
                <a:solidFill>
                  <a:srgbClr val="00FFFF"/>
                </a:solidFill>
              </a:rPr>
              <a:t>22 m/s </a:t>
            </a:r>
            <a:r>
              <a:rPr lang="zh-CN" altLang="en-US">
                <a:solidFill>
                  <a:schemeClr val="bg1"/>
                </a:solidFill>
              </a:rPr>
              <a:t>的速度向某一方向运动，一人以</a:t>
            </a:r>
            <a:r>
              <a:rPr lang="en-US" altLang="zh-CN">
                <a:solidFill>
                  <a:srgbClr val="00FFFF"/>
                </a:solidFill>
              </a:rPr>
              <a:t>6 m/s </a:t>
            </a:r>
            <a:r>
              <a:rPr lang="zh-CN" altLang="en-US">
                <a:solidFill>
                  <a:schemeClr val="bg1"/>
                </a:solidFill>
              </a:rPr>
              <a:t>的速度跟踪其后</a:t>
            </a:r>
            <a:endParaRPr lang="en-US" altLang="zh-CN">
              <a:solidFill>
                <a:schemeClr val="bg1"/>
              </a:solidFill>
            </a:endParaRPr>
          </a:p>
        </p:txBody>
      </p:sp>
      <p:graphicFrame>
        <p:nvGraphicFramePr>
          <p:cNvPr id="19459" name="Object 3">
            <a:extLst>
              <a:ext uri="{FF2B5EF4-FFF2-40B4-BE49-F238E27FC236}">
                <a16:creationId xmlns:a16="http://schemas.microsoft.com/office/drawing/2014/main" id="{E527A1D5-D325-49AC-9B63-321FDBEFB69C}"/>
              </a:ext>
            </a:extLst>
          </p:cNvPr>
          <p:cNvGraphicFramePr>
            <a:graphicFrameLocks noChangeAspect="1"/>
          </p:cNvGraphicFramePr>
          <p:nvPr>
            <p:extLst/>
          </p:nvPr>
        </p:nvGraphicFramePr>
        <p:xfrm>
          <a:off x="4514850" y="2633663"/>
          <a:ext cx="114300" cy="215900"/>
        </p:xfrm>
        <a:graphic>
          <a:graphicData uri="http://schemas.openxmlformats.org/presentationml/2006/ole">
            <mc:AlternateContent xmlns:mc="http://schemas.openxmlformats.org/markup-compatibility/2006">
              <mc:Choice xmlns:v="urn:schemas-microsoft-com:vml" Requires="v">
                <p:oleObj spid="_x0000_s116750" name="Equation" r:id="rId3" imgW="114151" imgH="215619" progId="Equation.3">
                  <p:embed/>
                </p:oleObj>
              </mc:Choice>
              <mc:Fallback>
                <p:oleObj name="Equation" r:id="rId3" imgW="114151" imgH="215619" progId="Equation.3">
                  <p:embed/>
                  <p:pic>
                    <p:nvPicPr>
                      <p:cNvPr id="19459" name="Object 3">
                        <a:extLst>
                          <a:ext uri="{FF2B5EF4-FFF2-40B4-BE49-F238E27FC236}">
                            <a16:creationId xmlns:a16="http://schemas.microsoft.com/office/drawing/2014/main" id="{E527A1D5-D325-49AC-9B63-321FDBEFB69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2633663"/>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AlternateContent xmlns:mc="http://schemas.openxmlformats.org/markup-compatibility/2006" xmlns:a14="http://schemas.microsoft.com/office/drawing/2010/main">
        <mc:Choice Requires="a14">
          <p:sp>
            <p:nvSpPr>
              <p:cNvPr id="37892" name="Object 4">
                <a:extLst>
                  <a:ext uri="{FF2B5EF4-FFF2-40B4-BE49-F238E27FC236}">
                    <a16:creationId xmlns:a16="http://schemas.microsoft.com/office/drawing/2014/main" id="{02132E06-2860-40CD-AA54-C1520F577815}"/>
                  </a:ext>
                </a:extLst>
              </p:cNvPr>
              <p:cNvSpPr txBox="1"/>
              <p:nvPr/>
            </p:nvSpPr>
            <p:spPr bwMode="auto">
              <a:xfrm>
                <a:off x="1259632" y="2857500"/>
                <a:ext cx="2088231" cy="830263"/>
              </a:xfrm>
              <a:prstGeom prst="rect">
                <a:avLst/>
              </a:prstGeom>
              <a:noFill/>
              <a:ln>
                <a:noFill/>
              </a:ln>
              <a:effectLst/>
              <a:extLst/>
            </p:spPr>
            <p:txBody>
              <a:bodyPr>
                <a:normAutofit fontScale="92500"/>
              </a:bodyPr>
              <a:lstStyle/>
              <a:p>
                <a:pPr/>
                <a14:m>
                  <m:oMathPara xmlns:m="http://schemas.openxmlformats.org/officeDocument/2006/math">
                    <m:oMathParaPr>
                      <m:jc m:val="centerGroup"/>
                    </m:oMathParaPr>
                    <m:oMath xmlns:m="http://schemas.openxmlformats.org/officeDocument/2006/math">
                      <m:sSub>
                        <m:sSubPr>
                          <m:ctrlPr>
                            <a:rPr lang="zh-CN" altLang="en-US" i="1" smtClean="0">
                              <a:solidFill>
                                <a:srgbClr val="FFC000"/>
                              </a:solidFill>
                              <a:latin typeface="Cambria Math" panose="02040503050406030204" pitchFamily="18" charset="0"/>
                            </a:rPr>
                          </m:ctrlPr>
                        </m:sSubPr>
                        <m:e>
                          <m:r>
                            <a:rPr lang="en-US" altLang="zh-CN" b="1" i="1" smtClean="0">
                              <a:solidFill>
                                <a:srgbClr val="FFC000"/>
                              </a:solidFill>
                              <a:latin typeface="Cambria Math" panose="02040503050406030204" pitchFamily="18" charset="0"/>
                            </a:rPr>
                            <m:t>𝒇</m:t>
                          </m:r>
                        </m:e>
                        <m:sub>
                          <m:r>
                            <a:rPr lang="zh-CN" altLang="en-US" i="1">
                              <a:solidFill>
                                <a:srgbClr val="FFC000"/>
                              </a:solidFill>
                              <a:latin typeface="Cambria Math" panose="02040503050406030204" pitchFamily="18" charset="0"/>
                            </a:rPr>
                            <m:t>𝑅</m:t>
                          </m:r>
                        </m:sub>
                      </m:sSub>
                      <m:r>
                        <a:rPr lang="zh-CN" altLang="en-US" i="1">
                          <a:solidFill>
                            <a:srgbClr val="FFC000"/>
                          </a:solidFill>
                          <a:latin typeface="Cambria Math" panose="02040503050406030204" pitchFamily="18" charset="0"/>
                        </a:rPr>
                        <m:t>=</m:t>
                      </m:r>
                      <m:f>
                        <m:fPr>
                          <m:ctrlPr>
                            <a:rPr lang="zh-CN" altLang="en-US" i="1">
                              <a:solidFill>
                                <a:srgbClr val="FFC000"/>
                              </a:solidFill>
                              <a:latin typeface="Cambria Math" panose="02040503050406030204" pitchFamily="18" charset="0"/>
                            </a:rPr>
                          </m:ctrlPr>
                        </m:fPr>
                        <m:num>
                          <m:r>
                            <a:rPr lang="zh-CN" altLang="en-US" i="1">
                              <a:solidFill>
                                <a:srgbClr val="FFC000"/>
                              </a:solidFill>
                              <a:latin typeface="Cambria Math" panose="02040503050406030204" pitchFamily="18" charset="0"/>
                            </a:rPr>
                            <m:t>𝑢</m:t>
                          </m:r>
                          <m:r>
                            <a:rPr lang="zh-CN" altLang="en-US" i="1">
                              <a:solidFill>
                                <a:srgbClr val="FFC000"/>
                              </a:solidFill>
                              <a:latin typeface="Cambria Math" panose="02040503050406030204" pitchFamily="18" charset="0"/>
                            </a:rPr>
                            <m:t>+</m:t>
                          </m:r>
                          <m:sSub>
                            <m:sSubPr>
                              <m:ctrlPr>
                                <a:rPr lang="zh-CN" altLang="en-US" i="1">
                                  <a:solidFill>
                                    <a:srgbClr val="FFC000"/>
                                  </a:solidFill>
                                  <a:latin typeface="Cambria Math" panose="02040503050406030204" pitchFamily="18" charset="0"/>
                                </a:rPr>
                              </m:ctrlPr>
                            </m:sSubPr>
                            <m:e>
                              <m:r>
                                <a:rPr lang="zh-CN" altLang="en-US" i="1">
                                  <a:solidFill>
                                    <a:srgbClr val="FFC000"/>
                                  </a:solidFill>
                                  <a:latin typeface="Cambria Math" panose="02040503050406030204" pitchFamily="18" charset="0"/>
                                </a:rPr>
                                <m:t>𝑣</m:t>
                              </m:r>
                            </m:e>
                            <m:sub>
                              <m:r>
                                <a:rPr lang="zh-CN" altLang="en-US" i="1">
                                  <a:solidFill>
                                    <a:srgbClr val="FFC000"/>
                                  </a:solidFill>
                                  <a:latin typeface="Cambria Math" panose="02040503050406030204" pitchFamily="18" charset="0"/>
                                </a:rPr>
                                <m:t>𝑜</m:t>
                              </m:r>
                            </m:sub>
                          </m:sSub>
                        </m:num>
                        <m:den>
                          <m:r>
                            <a:rPr lang="zh-CN" altLang="en-US" i="1">
                              <a:solidFill>
                                <a:srgbClr val="FFC000"/>
                              </a:solidFill>
                              <a:latin typeface="Cambria Math" panose="02040503050406030204" pitchFamily="18" charset="0"/>
                            </a:rPr>
                            <m:t>𝑢</m:t>
                          </m:r>
                          <m:r>
                            <a:rPr lang="zh-CN" altLang="en-US" i="1">
                              <a:solidFill>
                                <a:srgbClr val="FFC000"/>
                              </a:solidFill>
                              <a:latin typeface="Cambria Math" panose="02040503050406030204" pitchFamily="18" charset="0"/>
                            </a:rPr>
                            <m:t>−</m:t>
                          </m:r>
                          <m:sSub>
                            <m:sSubPr>
                              <m:ctrlPr>
                                <a:rPr lang="en-US" altLang="zh-CN" i="1" smtClean="0">
                                  <a:solidFill>
                                    <a:srgbClr val="FFC000"/>
                                  </a:solidFill>
                                  <a:latin typeface="Cambria Math" panose="02040503050406030204" pitchFamily="18" charset="0"/>
                                </a:rPr>
                              </m:ctrlPr>
                            </m:sSubPr>
                            <m:e>
                              <m:r>
                                <a:rPr lang="zh-CN" altLang="en-US" i="1">
                                  <a:solidFill>
                                    <a:srgbClr val="FFC000"/>
                                  </a:solidFill>
                                  <a:latin typeface="Cambria Math" panose="02040503050406030204" pitchFamily="18" charset="0"/>
                                </a:rPr>
                                <m:t>𝑣</m:t>
                              </m:r>
                            </m:e>
                            <m:sub>
                              <m:r>
                                <a:rPr lang="zh-CN" altLang="en-US" i="1">
                                  <a:solidFill>
                                    <a:srgbClr val="FFC000"/>
                                  </a:solidFill>
                                  <a:latin typeface="Cambria Math" panose="02040503050406030204" pitchFamily="18" charset="0"/>
                                </a:rPr>
                                <m:t>𝑆</m:t>
                              </m:r>
                            </m:sub>
                          </m:sSub>
                        </m:den>
                      </m:f>
                      <m:sSub>
                        <m:sSubPr>
                          <m:ctrlPr>
                            <a:rPr lang="zh-CN" altLang="en-US" i="1">
                              <a:solidFill>
                                <a:srgbClr val="FFC000"/>
                              </a:solidFill>
                              <a:latin typeface="Cambria Math" panose="02040503050406030204" pitchFamily="18" charset="0"/>
                            </a:rPr>
                          </m:ctrlPr>
                        </m:sSubPr>
                        <m:e>
                          <m:r>
                            <a:rPr lang="en-US" altLang="zh-CN" b="1" i="1" smtClean="0">
                              <a:solidFill>
                                <a:srgbClr val="FFC000"/>
                              </a:solidFill>
                              <a:latin typeface="Cambria Math" panose="02040503050406030204" pitchFamily="18" charset="0"/>
                            </a:rPr>
                            <m:t>𝒇</m:t>
                          </m:r>
                        </m:e>
                        <m:sub>
                          <m:r>
                            <a:rPr lang="zh-CN" altLang="en-US" i="1">
                              <a:solidFill>
                                <a:srgbClr val="FFC000"/>
                              </a:solidFill>
                              <a:latin typeface="Cambria Math" panose="02040503050406030204" pitchFamily="18" charset="0"/>
                            </a:rPr>
                            <m:t>0</m:t>
                          </m:r>
                        </m:sub>
                      </m:sSub>
                    </m:oMath>
                  </m:oMathPara>
                </a14:m>
                <a:endParaRPr lang="zh-CN" altLang="en-US" i="1" dirty="0">
                  <a:solidFill>
                    <a:srgbClr val="FFC000"/>
                  </a:solidFill>
                  <a:latin typeface="+mn-lt"/>
                </a:endParaRPr>
              </a:p>
            </p:txBody>
          </p:sp>
        </mc:Choice>
        <mc:Fallback xmlns="">
          <p:sp>
            <p:nvSpPr>
              <p:cNvPr id="37892" name="Object 4">
                <a:extLst>
                  <a:ext uri="{FF2B5EF4-FFF2-40B4-BE49-F238E27FC236}">
                    <a16:creationId xmlns:a16="http://schemas.microsoft.com/office/drawing/2014/main" id="{02132E06-2860-40CD-AA54-C1520F577815}"/>
                  </a:ext>
                </a:extLst>
              </p:cNvPr>
              <p:cNvSpPr txBox="1">
                <a:spLocks noRot="1" noChangeAspect="1" noMove="1" noResize="1" noEditPoints="1" noAdjustHandles="1" noChangeArrowheads="1" noChangeShapeType="1" noTextEdit="1"/>
              </p:cNvSpPr>
              <p:nvPr/>
            </p:nvSpPr>
            <p:spPr bwMode="auto">
              <a:xfrm>
                <a:off x="1259632" y="2857500"/>
                <a:ext cx="2088231" cy="830263"/>
              </a:xfrm>
              <a:prstGeom prst="rect">
                <a:avLst/>
              </a:prstGeom>
              <a:blipFill>
                <a:blip r:embed="rId5"/>
                <a:stretch>
                  <a:fillRect/>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7893" name="Object 5">
                <a:extLst>
                  <a:ext uri="{FF2B5EF4-FFF2-40B4-BE49-F238E27FC236}">
                    <a16:creationId xmlns:a16="http://schemas.microsoft.com/office/drawing/2014/main" id="{A44537E6-2148-455D-BD75-A9203C6BF5BC}"/>
                  </a:ext>
                </a:extLst>
              </p:cNvPr>
              <p:cNvSpPr txBox="1"/>
              <p:nvPr/>
            </p:nvSpPr>
            <p:spPr bwMode="auto">
              <a:xfrm>
                <a:off x="1331640" y="4306888"/>
                <a:ext cx="5832648" cy="954930"/>
              </a:xfrm>
              <a:prstGeom prst="rect">
                <a:avLst/>
              </a:prstGeom>
              <a:noFill/>
              <a:ln>
                <a:noFill/>
              </a:ln>
              <a:effectLst/>
              <a:extLst/>
            </p:spPr>
            <p:txBody>
              <a:bodyPr>
                <a:normAutofit fontScale="92500"/>
              </a:bodyPr>
              <a:lstStyle/>
              <a:p>
                <a:pPr/>
                <a14:m>
                  <m:oMathPara xmlns:m="http://schemas.openxmlformats.org/officeDocument/2006/math">
                    <m:oMathParaPr>
                      <m:jc m:val="centerGroup"/>
                    </m:oMathParaPr>
                    <m:oMath xmlns:m="http://schemas.openxmlformats.org/officeDocument/2006/math">
                      <m:r>
                        <a:rPr lang="en-US" altLang="zh-CN" b="1" i="1" smtClean="0">
                          <a:solidFill>
                            <a:srgbClr val="FFC000"/>
                          </a:solidFill>
                          <a:latin typeface="Cambria Math" panose="02040503050406030204" pitchFamily="18" charset="0"/>
                        </a:rPr>
                        <m:t>𝒇</m:t>
                      </m:r>
                      <m:r>
                        <a:rPr lang="zh-CN" altLang="en-US" i="1">
                          <a:solidFill>
                            <a:srgbClr val="FFC000"/>
                          </a:solidFill>
                          <a:latin typeface="Cambria Math" panose="02040503050406030204" pitchFamily="18" charset="0"/>
                        </a:rPr>
                        <m:t>=</m:t>
                      </m:r>
                      <m:f>
                        <m:fPr>
                          <m:ctrlPr>
                            <a:rPr lang="zh-CN" altLang="en-US" i="1">
                              <a:solidFill>
                                <a:srgbClr val="FFC000"/>
                              </a:solidFill>
                              <a:latin typeface="Cambria Math" panose="02040503050406030204" pitchFamily="18" charset="0"/>
                            </a:rPr>
                          </m:ctrlPr>
                        </m:fPr>
                        <m:num>
                          <m:r>
                            <a:rPr lang="zh-CN" altLang="en-US" i="1">
                              <a:solidFill>
                                <a:srgbClr val="FFC000"/>
                              </a:solidFill>
                              <a:latin typeface="Cambria Math" panose="02040503050406030204" pitchFamily="18" charset="0"/>
                            </a:rPr>
                            <m:t>𝑢</m:t>
                          </m:r>
                        </m:num>
                        <m:den>
                          <m:r>
                            <a:rPr lang="zh-CN" altLang="en-US" i="1">
                              <a:solidFill>
                                <a:srgbClr val="FFC000"/>
                              </a:solidFill>
                              <a:latin typeface="Cambria Math" panose="02040503050406030204" pitchFamily="18" charset="0"/>
                            </a:rPr>
                            <m:t>𝑢</m:t>
                          </m:r>
                          <m:r>
                            <a:rPr lang="zh-CN" altLang="en-US" i="1">
                              <a:solidFill>
                                <a:srgbClr val="FFC000"/>
                              </a:solidFill>
                              <a:latin typeface="Cambria Math" panose="02040503050406030204" pitchFamily="18" charset="0"/>
                            </a:rPr>
                            <m:t>−</m:t>
                          </m:r>
                          <m:sSub>
                            <m:sSubPr>
                              <m:ctrlPr>
                                <a:rPr lang="zh-CN" altLang="en-US" i="1">
                                  <a:solidFill>
                                    <a:srgbClr val="FFC000"/>
                                  </a:solidFill>
                                  <a:latin typeface="Cambria Math" panose="02040503050406030204" pitchFamily="18" charset="0"/>
                                </a:rPr>
                              </m:ctrlPr>
                            </m:sSubPr>
                            <m:e>
                              <m:r>
                                <a:rPr lang="zh-CN" altLang="en-US" i="1">
                                  <a:solidFill>
                                    <a:srgbClr val="FFC000"/>
                                  </a:solidFill>
                                  <a:latin typeface="Cambria Math" panose="02040503050406030204" pitchFamily="18" charset="0"/>
                                </a:rPr>
                                <m:t>𝑣</m:t>
                              </m:r>
                            </m:e>
                            <m:sub>
                              <m:r>
                                <a:rPr lang="zh-CN" altLang="en-US" i="1">
                                  <a:solidFill>
                                    <a:srgbClr val="FFC000"/>
                                  </a:solidFill>
                                  <a:latin typeface="Cambria Math" panose="02040503050406030204" pitchFamily="18" charset="0"/>
                                </a:rPr>
                                <m:t>𝑆</m:t>
                              </m:r>
                            </m:sub>
                          </m:sSub>
                        </m:den>
                      </m:f>
                      <m:sSub>
                        <m:sSubPr>
                          <m:ctrlPr>
                            <a:rPr lang="zh-CN" altLang="en-US" i="1">
                              <a:solidFill>
                                <a:srgbClr val="FFC000"/>
                              </a:solidFill>
                              <a:latin typeface="Cambria Math" panose="02040503050406030204" pitchFamily="18" charset="0"/>
                            </a:rPr>
                          </m:ctrlPr>
                        </m:sSubPr>
                        <m:e>
                          <m:r>
                            <a:rPr lang="en-US" altLang="zh-CN" b="1" i="1" smtClean="0">
                              <a:solidFill>
                                <a:srgbClr val="FFC000"/>
                              </a:solidFill>
                              <a:latin typeface="Cambria Math" panose="02040503050406030204" pitchFamily="18" charset="0"/>
                            </a:rPr>
                            <m:t>𝒇</m:t>
                          </m:r>
                        </m:e>
                        <m:sub>
                          <m:r>
                            <a:rPr lang="zh-CN" altLang="en-US" i="1">
                              <a:solidFill>
                                <a:srgbClr val="FFC000"/>
                              </a:solidFill>
                              <a:latin typeface="Cambria Math" panose="02040503050406030204" pitchFamily="18" charset="0"/>
                            </a:rPr>
                            <m:t>0</m:t>
                          </m:r>
                        </m:sub>
                      </m:sSub>
                      <m:r>
                        <a:rPr lang="zh-CN" altLang="en-US" i="1">
                          <a:solidFill>
                            <a:srgbClr val="FFC000"/>
                          </a:solidFill>
                          <a:latin typeface="Cambria Math" panose="02040503050406030204" pitchFamily="18" charset="0"/>
                        </a:rPr>
                        <m:t>=</m:t>
                      </m:r>
                      <m:f>
                        <m:fPr>
                          <m:ctrlPr>
                            <a:rPr lang="zh-CN" altLang="en-US" i="1">
                              <a:solidFill>
                                <a:srgbClr val="FFC000"/>
                              </a:solidFill>
                              <a:latin typeface="Cambria Math" panose="02040503050406030204" pitchFamily="18" charset="0"/>
                            </a:rPr>
                          </m:ctrlPr>
                        </m:fPr>
                        <m:num>
                          <m:r>
                            <a:rPr lang="zh-CN" altLang="en-US" i="1">
                              <a:solidFill>
                                <a:srgbClr val="FFC000"/>
                              </a:solidFill>
                              <a:latin typeface="Cambria Math" panose="02040503050406030204" pitchFamily="18" charset="0"/>
                            </a:rPr>
                            <m:t>330</m:t>
                          </m:r>
                        </m:num>
                        <m:den>
                          <m:r>
                            <a:rPr lang="zh-CN" altLang="en-US" i="1">
                              <a:solidFill>
                                <a:srgbClr val="FFC000"/>
                              </a:solidFill>
                              <a:latin typeface="Cambria Math" panose="02040503050406030204" pitchFamily="18" charset="0"/>
                            </a:rPr>
                            <m:t>330+22</m:t>
                          </m:r>
                        </m:den>
                      </m:f>
                      <m:r>
                        <a:rPr lang="zh-CN" altLang="en-US" i="1">
                          <a:solidFill>
                            <a:srgbClr val="FFC000"/>
                          </a:solidFill>
                          <a:latin typeface="Cambria Math" panose="02040503050406030204" pitchFamily="18" charset="0"/>
                        </a:rPr>
                        <m:t>×1500=1406</m:t>
                      </m:r>
                      <m:r>
                        <m:rPr>
                          <m:nor/>
                        </m:rPr>
                        <a:rPr lang="zh-CN" altLang="en-US" i="1">
                          <a:solidFill>
                            <a:srgbClr val="FFC000"/>
                          </a:solidFill>
                          <a:latin typeface="+mn-lt"/>
                        </a:rPr>
                        <m:t> </m:t>
                      </m:r>
                      <m:r>
                        <m:rPr>
                          <m:nor/>
                        </m:rPr>
                        <a:rPr lang="zh-CN" altLang="en-US">
                          <a:solidFill>
                            <a:srgbClr val="FFC000"/>
                          </a:solidFill>
                          <a:latin typeface="+mn-lt"/>
                        </a:rPr>
                        <m:t>Hz</m:t>
                      </m:r>
                    </m:oMath>
                  </m:oMathPara>
                </a14:m>
                <a:endParaRPr lang="zh-CN" altLang="en-US" dirty="0">
                  <a:solidFill>
                    <a:srgbClr val="FFC000"/>
                  </a:solidFill>
                  <a:latin typeface="+mn-lt"/>
                </a:endParaRPr>
              </a:p>
            </p:txBody>
          </p:sp>
        </mc:Choice>
        <mc:Fallback xmlns="">
          <p:sp>
            <p:nvSpPr>
              <p:cNvPr id="37893" name="Object 5">
                <a:extLst>
                  <a:ext uri="{FF2B5EF4-FFF2-40B4-BE49-F238E27FC236}">
                    <a16:creationId xmlns:a16="http://schemas.microsoft.com/office/drawing/2014/main" id="{A44537E6-2148-455D-BD75-A9203C6BF5BC}"/>
                  </a:ext>
                </a:extLst>
              </p:cNvPr>
              <p:cNvSpPr txBox="1">
                <a:spLocks noRot="1" noChangeAspect="1" noMove="1" noResize="1" noEditPoints="1" noAdjustHandles="1" noChangeArrowheads="1" noChangeShapeType="1" noTextEdit="1"/>
              </p:cNvSpPr>
              <p:nvPr/>
            </p:nvSpPr>
            <p:spPr bwMode="auto">
              <a:xfrm>
                <a:off x="1331640" y="4306888"/>
                <a:ext cx="5832648" cy="954930"/>
              </a:xfrm>
              <a:prstGeom prst="rect">
                <a:avLst/>
              </a:prstGeom>
              <a:blipFill>
                <a:blip r:embed="rId6"/>
                <a:stretch>
                  <a:fillRect/>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7894" name="Object 6">
                <a:extLst>
                  <a:ext uri="{FF2B5EF4-FFF2-40B4-BE49-F238E27FC236}">
                    <a16:creationId xmlns:a16="http://schemas.microsoft.com/office/drawing/2014/main" id="{0B857872-C7FE-4DD2-BC65-F989C46C7F6C}"/>
                  </a:ext>
                </a:extLst>
              </p:cNvPr>
              <p:cNvSpPr txBox="1"/>
              <p:nvPr/>
            </p:nvSpPr>
            <p:spPr bwMode="auto">
              <a:xfrm>
                <a:off x="1284139" y="5786438"/>
                <a:ext cx="5736133" cy="954930"/>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r>
                        <a:rPr lang="zh-CN" altLang="en-US" i="1" smtClean="0">
                          <a:solidFill>
                            <a:srgbClr val="FFC000"/>
                          </a:solidFill>
                          <a:latin typeface="Cambria Math" panose="02040503050406030204" pitchFamily="18" charset="0"/>
                        </a:rPr>
                        <m:t>𝜆</m:t>
                      </m:r>
                      <m:r>
                        <a:rPr lang="zh-CN" altLang="en-US" i="1" smtClean="0">
                          <a:solidFill>
                            <a:srgbClr val="FFC000"/>
                          </a:solidFill>
                          <a:latin typeface="Cambria Math" panose="02040503050406030204" pitchFamily="18" charset="0"/>
                        </a:rPr>
                        <m:t>=</m:t>
                      </m:r>
                      <m:f>
                        <m:fPr>
                          <m:ctrlPr>
                            <a:rPr lang="zh-CN" altLang="en-US" i="1">
                              <a:solidFill>
                                <a:srgbClr val="FFC000"/>
                              </a:solidFill>
                              <a:latin typeface="Cambria Math" panose="02040503050406030204" pitchFamily="18" charset="0"/>
                            </a:rPr>
                          </m:ctrlPr>
                        </m:fPr>
                        <m:num>
                          <m:r>
                            <a:rPr lang="zh-CN" altLang="en-US" i="1">
                              <a:solidFill>
                                <a:srgbClr val="FFC000"/>
                              </a:solidFill>
                              <a:latin typeface="Cambria Math" panose="02040503050406030204" pitchFamily="18" charset="0"/>
                            </a:rPr>
                            <m:t>𝑢</m:t>
                          </m:r>
                        </m:num>
                        <m:den>
                          <m:r>
                            <a:rPr lang="en-US" altLang="zh-CN" i="1">
                              <a:solidFill>
                                <a:srgbClr val="FFC000"/>
                              </a:solidFill>
                              <a:latin typeface="Cambria Math" panose="02040503050406030204" pitchFamily="18" charset="0"/>
                            </a:rPr>
                            <m:t>𝑓</m:t>
                          </m:r>
                        </m:den>
                      </m:f>
                      <m:r>
                        <a:rPr lang="en-US" altLang="zh-CN" i="1">
                          <a:solidFill>
                            <a:srgbClr val="FFC000"/>
                          </a:solidFill>
                          <a:latin typeface="Cambria Math" panose="02040503050406030204" pitchFamily="18" charset="0"/>
                        </a:rPr>
                        <m:t>=</m:t>
                      </m:r>
                      <m:f>
                        <m:fPr>
                          <m:ctrlPr>
                            <a:rPr lang="zh-CN" altLang="en-US" i="1">
                              <a:solidFill>
                                <a:srgbClr val="FFC000"/>
                              </a:solidFill>
                              <a:latin typeface="Cambria Math" panose="02040503050406030204" pitchFamily="18" charset="0"/>
                            </a:rPr>
                          </m:ctrlPr>
                        </m:fPr>
                        <m:num>
                          <m:r>
                            <a:rPr lang="zh-CN" altLang="en-US" i="1">
                              <a:solidFill>
                                <a:srgbClr val="FFC000"/>
                              </a:solidFill>
                              <a:latin typeface="Cambria Math" panose="02040503050406030204" pitchFamily="18" charset="0"/>
                            </a:rPr>
                            <m:t>𝑢</m:t>
                          </m:r>
                          <m:r>
                            <a:rPr lang="en-US" altLang="zh-CN" b="1" i="1" smtClean="0">
                              <a:solidFill>
                                <a:srgbClr val="FFC000"/>
                              </a:solidFill>
                              <a:latin typeface="Cambria Math" panose="02040503050406030204" pitchFamily="18" charset="0"/>
                            </a:rPr>
                            <m:t>−</m:t>
                          </m:r>
                          <m:sSub>
                            <m:sSubPr>
                              <m:ctrlPr>
                                <a:rPr lang="zh-CN" altLang="en-US" i="1">
                                  <a:solidFill>
                                    <a:srgbClr val="FFC000"/>
                                  </a:solidFill>
                                  <a:latin typeface="Cambria Math" panose="02040503050406030204" pitchFamily="18" charset="0"/>
                                </a:rPr>
                              </m:ctrlPr>
                            </m:sSubPr>
                            <m:e>
                              <m:r>
                                <a:rPr lang="zh-CN" altLang="en-US" i="1">
                                  <a:solidFill>
                                    <a:srgbClr val="FFC000"/>
                                  </a:solidFill>
                                  <a:latin typeface="Cambria Math" panose="02040503050406030204" pitchFamily="18" charset="0"/>
                                </a:rPr>
                                <m:t>𝑣</m:t>
                              </m:r>
                            </m:e>
                            <m:sub>
                              <m:r>
                                <a:rPr lang="zh-CN" altLang="en-US" i="1">
                                  <a:solidFill>
                                    <a:srgbClr val="FFC000"/>
                                  </a:solidFill>
                                  <a:latin typeface="Cambria Math" panose="02040503050406030204" pitchFamily="18" charset="0"/>
                                </a:rPr>
                                <m:t>𝑠</m:t>
                              </m:r>
                            </m:sub>
                          </m:sSub>
                        </m:num>
                        <m:den>
                          <m:sSub>
                            <m:sSubPr>
                              <m:ctrlPr>
                                <a:rPr lang="en-US" altLang="zh-CN" i="1" smtClean="0">
                                  <a:solidFill>
                                    <a:srgbClr val="FFC000"/>
                                  </a:solidFill>
                                  <a:latin typeface="Cambria Math" panose="02040503050406030204" pitchFamily="18" charset="0"/>
                                  <a:ea typeface="+mn-ea"/>
                                </a:rPr>
                              </m:ctrlPr>
                            </m:sSubPr>
                            <m:e>
                              <m:r>
                                <a:rPr lang="en-US" altLang="zh-CN" b="1" i="1" smtClean="0">
                                  <a:solidFill>
                                    <a:srgbClr val="FFC000"/>
                                  </a:solidFill>
                                  <a:latin typeface="Cambria Math" panose="02040503050406030204" pitchFamily="18" charset="0"/>
                                </a:rPr>
                                <m:t>𝒇</m:t>
                              </m:r>
                            </m:e>
                            <m:sub>
                              <m:r>
                                <a:rPr lang="en-US" altLang="zh-CN" b="1" i="1" smtClean="0">
                                  <a:solidFill>
                                    <a:srgbClr val="FFC000"/>
                                  </a:solidFill>
                                  <a:latin typeface="Cambria Math" panose="02040503050406030204" pitchFamily="18" charset="0"/>
                                  <a:ea typeface="+mn-ea"/>
                                </a:rPr>
                                <m:t>𝟎</m:t>
                              </m:r>
                            </m:sub>
                          </m:sSub>
                        </m:den>
                      </m:f>
                      <m:r>
                        <a:rPr lang="zh-CN" altLang="en-US" i="1">
                          <a:solidFill>
                            <a:srgbClr val="FFC000"/>
                          </a:solidFill>
                          <a:latin typeface="Cambria Math" panose="02040503050406030204" pitchFamily="18" charset="0"/>
                        </a:rPr>
                        <m:t>=</m:t>
                      </m:r>
                      <m:f>
                        <m:fPr>
                          <m:ctrlPr>
                            <a:rPr lang="zh-CN" altLang="en-US" i="1">
                              <a:solidFill>
                                <a:srgbClr val="FFC000"/>
                              </a:solidFill>
                              <a:latin typeface="Cambria Math" panose="02040503050406030204" pitchFamily="18" charset="0"/>
                            </a:rPr>
                          </m:ctrlPr>
                        </m:fPr>
                        <m:num>
                          <m:r>
                            <a:rPr lang="zh-CN" altLang="en-US" i="1">
                              <a:solidFill>
                                <a:srgbClr val="FFC000"/>
                              </a:solidFill>
                              <a:latin typeface="Cambria Math" panose="02040503050406030204" pitchFamily="18" charset="0"/>
                            </a:rPr>
                            <m:t>330+22</m:t>
                          </m:r>
                        </m:num>
                        <m:den>
                          <m:r>
                            <a:rPr lang="zh-CN" altLang="en-US" i="1">
                              <a:solidFill>
                                <a:srgbClr val="FFC000"/>
                              </a:solidFill>
                              <a:latin typeface="Cambria Math" panose="02040503050406030204" pitchFamily="18" charset="0"/>
                            </a:rPr>
                            <m:t>1500</m:t>
                          </m:r>
                        </m:den>
                      </m:f>
                      <m:r>
                        <a:rPr lang="zh-CN" altLang="en-US" i="1">
                          <a:solidFill>
                            <a:srgbClr val="FFC000"/>
                          </a:solidFill>
                          <a:latin typeface="Cambria Math" panose="02040503050406030204" pitchFamily="18" charset="0"/>
                        </a:rPr>
                        <m:t>=0.23</m:t>
                      </m:r>
                      <m:r>
                        <m:rPr>
                          <m:nor/>
                        </m:rPr>
                        <a:rPr lang="zh-CN" altLang="en-US" i="0">
                          <a:solidFill>
                            <a:srgbClr val="FFC000"/>
                          </a:solidFill>
                          <a:latin typeface="Cambria Math" panose="02040503050406030204" pitchFamily="18" charset="0"/>
                        </a:rPr>
                        <m:t> </m:t>
                      </m:r>
                      <m:r>
                        <m:rPr>
                          <m:nor/>
                        </m:rPr>
                        <a:rPr lang="zh-CN" altLang="en-US" i="0">
                          <a:solidFill>
                            <a:srgbClr val="FFC000"/>
                          </a:solidFill>
                          <a:latin typeface="Cambria Math" panose="02040503050406030204" pitchFamily="18" charset="0"/>
                        </a:rPr>
                        <m:t>m</m:t>
                      </m:r>
                    </m:oMath>
                  </m:oMathPara>
                </a14:m>
                <a:endParaRPr lang="zh-CN" altLang="en-US" dirty="0">
                  <a:solidFill>
                    <a:srgbClr val="FFC000"/>
                  </a:solidFill>
                </a:endParaRPr>
              </a:p>
            </p:txBody>
          </p:sp>
        </mc:Choice>
        <mc:Fallback xmlns="">
          <p:sp>
            <p:nvSpPr>
              <p:cNvPr id="37894" name="Object 6">
                <a:extLst>
                  <a:ext uri="{FF2B5EF4-FFF2-40B4-BE49-F238E27FC236}">
                    <a16:creationId xmlns:a16="http://schemas.microsoft.com/office/drawing/2014/main" id="{0B857872-C7FE-4DD2-BC65-F989C46C7F6C}"/>
                  </a:ext>
                </a:extLst>
              </p:cNvPr>
              <p:cNvSpPr txBox="1">
                <a:spLocks noRot="1" noChangeAspect="1" noMove="1" noResize="1" noEditPoints="1" noAdjustHandles="1" noChangeArrowheads="1" noChangeShapeType="1" noTextEdit="1"/>
              </p:cNvSpPr>
              <p:nvPr/>
            </p:nvSpPr>
            <p:spPr bwMode="auto">
              <a:xfrm>
                <a:off x="1284139" y="5786438"/>
                <a:ext cx="5736133" cy="954930"/>
              </a:xfrm>
              <a:prstGeom prst="rect">
                <a:avLst/>
              </a:prstGeom>
              <a:blipFill>
                <a:blip r:embed="rId7"/>
                <a:stretch>
                  <a:fillRect/>
                </a:stretch>
              </a:blipFill>
              <a:ln>
                <a:noFill/>
              </a:ln>
              <a:effectLst/>
              <a:extLst/>
            </p:spPr>
            <p:txBody>
              <a:bodyPr/>
              <a:lstStyle/>
              <a:p>
                <a:r>
                  <a:rPr lang="zh-CN" altLang="en-US">
                    <a:noFill/>
                  </a:rPr>
                  <a:t> </a:t>
                </a:r>
              </a:p>
            </p:txBody>
          </p:sp>
        </mc:Fallback>
      </mc:AlternateContent>
      <p:sp>
        <p:nvSpPr>
          <p:cNvPr id="19463" name="Text Box 7">
            <a:extLst>
              <a:ext uri="{FF2B5EF4-FFF2-40B4-BE49-F238E27FC236}">
                <a16:creationId xmlns:a16="http://schemas.microsoft.com/office/drawing/2014/main" id="{A96B0836-FE75-4CB9-953A-BAAD3AD1FCDD}"/>
              </a:ext>
            </a:extLst>
          </p:cNvPr>
          <p:cNvSpPr txBox="1">
            <a:spLocks noChangeArrowheads="1"/>
          </p:cNvSpPr>
          <p:nvPr/>
        </p:nvSpPr>
        <p:spPr bwMode="auto">
          <a:xfrm>
            <a:off x="0" y="3692525"/>
            <a:ext cx="1981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endParaRPr lang="zh-CN" altLang="en-US">
              <a:solidFill>
                <a:srgbClr val="FFFF66"/>
              </a:solidFill>
              <a:ea typeface="仿宋_GB2312" pitchFamily="49" charset="-122"/>
            </a:endParaRPr>
          </a:p>
        </p:txBody>
      </p:sp>
      <p:sp>
        <p:nvSpPr>
          <p:cNvPr id="37896" name="Rectangle 8">
            <a:extLst>
              <a:ext uri="{FF2B5EF4-FFF2-40B4-BE49-F238E27FC236}">
                <a16:creationId xmlns:a16="http://schemas.microsoft.com/office/drawing/2014/main" id="{2EC0A8E7-159D-413F-8871-283B8705733F}"/>
              </a:ext>
            </a:extLst>
          </p:cNvPr>
          <p:cNvSpPr>
            <a:spLocks noChangeArrowheads="1"/>
          </p:cNvSpPr>
          <p:nvPr/>
        </p:nvSpPr>
        <p:spPr bwMode="auto">
          <a:xfrm>
            <a:off x="714375" y="2322513"/>
            <a:ext cx="75549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rPr>
              <a:t>观察者接收到的频率 </a:t>
            </a:r>
            <a:r>
              <a:rPr lang="en-US" altLang="zh-CN">
                <a:solidFill>
                  <a:schemeClr val="bg1"/>
                </a:solidFill>
              </a:rPr>
              <a:t>( </a:t>
            </a:r>
            <a:r>
              <a:rPr lang="zh-CN" altLang="en-US">
                <a:solidFill>
                  <a:schemeClr val="bg1"/>
                </a:solidFill>
              </a:rPr>
              <a:t>波源和观察者同时运动 </a:t>
            </a:r>
            <a:r>
              <a:rPr lang="en-US" altLang="zh-CN">
                <a:solidFill>
                  <a:schemeClr val="bg1"/>
                </a:solidFill>
              </a:rPr>
              <a:t>) </a:t>
            </a:r>
            <a:r>
              <a:rPr lang="zh-CN" altLang="en-US">
                <a:solidFill>
                  <a:schemeClr val="bg1"/>
                </a:solidFill>
              </a:rPr>
              <a:t>：</a:t>
            </a:r>
          </a:p>
        </p:txBody>
      </p:sp>
      <p:sp>
        <p:nvSpPr>
          <p:cNvPr id="37897" name="Rectangle 9">
            <a:extLst>
              <a:ext uri="{FF2B5EF4-FFF2-40B4-BE49-F238E27FC236}">
                <a16:creationId xmlns:a16="http://schemas.microsoft.com/office/drawing/2014/main" id="{5A721FA2-8E96-417B-995E-3F61B9AB62E3}"/>
              </a:ext>
            </a:extLst>
          </p:cNvPr>
          <p:cNvSpPr>
            <a:spLocks noChangeArrowheads="1"/>
          </p:cNvSpPr>
          <p:nvPr/>
        </p:nvSpPr>
        <p:spPr bwMode="auto">
          <a:xfrm>
            <a:off x="749300" y="3770313"/>
            <a:ext cx="80375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rPr>
              <a:t>警笛后方空气中声波的频率 </a:t>
            </a:r>
            <a:r>
              <a:rPr lang="en-US" altLang="zh-CN">
                <a:solidFill>
                  <a:schemeClr val="bg1"/>
                </a:solidFill>
                <a:sym typeface="Wingdings" panose="05000000000000000000" pitchFamily="2" charset="2"/>
              </a:rPr>
              <a:t>( </a:t>
            </a:r>
            <a:r>
              <a:rPr lang="zh-CN" altLang="en-US">
                <a:solidFill>
                  <a:schemeClr val="bg1"/>
                </a:solidFill>
              </a:rPr>
              <a:t>观察者静止，波源运动 </a:t>
            </a:r>
            <a:r>
              <a:rPr lang="en-US" altLang="zh-CN">
                <a:solidFill>
                  <a:schemeClr val="bg1"/>
                </a:solidFill>
              </a:rPr>
              <a:t>) </a:t>
            </a:r>
            <a:r>
              <a:rPr lang="zh-CN" altLang="en-US">
                <a:solidFill>
                  <a:schemeClr val="bg1"/>
                </a:solidFill>
              </a:rPr>
              <a:t>：</a:t>
            </a:r>
          </a:p>
        </p:txBody>
      </p:sp>
      <p:sp>
        <p:nvSpPr>
          <p:cNvPr id="37898" name="Rectangle 10">
            <a:extLst>
              <a:ext uri="{FF2B5EF4-FFF2-40B4-BE49-F238E27FC236}">
                <a16:creationId xmlns:a16="http://schemas.microsoft.com/office/drawing/2014/main" id="{49AA65FB-FB29-4CF1-B21E-CA3E4C6ACE0A}"/>
              </a:ext>
            </a:extLst>
          </p:cNvPr>
          <p:cNvSpPr>
            <a:spLocks noChangeArrowheads="1"/>
          </p:cNvSpPr>
          <p:nvPr/>
        </p:nvSpPr>
        <p:spPr bwMode="auto">
          <a:xfrm>
            <a:off x="785813" y="5214938"/>
            <a:ext cx="48720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rPr>
              <a:t>警笛后方空气中声波的波长</a:t>
            </a:r>
            <a:r>
              <a:rPr lang="en-US" altLang="zh-CN">
                <a:solidFill>
                  <a:schemeClr val="bg1"/>
                </a:solidFill>
              </a:rPr>
              <a:t>:</a:t>
            </a:r>
          </a:p>
        </p:txBody>
      </p:sp>
      <p:sp>
        <p:nvSpPr>
          <p:cNvPr id="37899" name="Text Box 11">
            <a:extLst>
              <a:ext uri="{FF2B5EF4-FFF2-40B4-BE49-F238E27FC236}">
                <a16:creationId xmlns:a16="http://schemas.microsoft.com/office/drawing/2014/main" id="{8BA2FFA2-5BB8-419A-A1FF-7CE42DED1F7A}"/>
              </a:ext>
            </a:extLst>
          </p:cNvPr>
          <p:cNvSpPr txBox="1">
            <a:spLocks noChangeArrowheads="1"/>
          </p:cNvSpPr>
          <p:nvPr/>
        </p:nvSpPr>
        <p:spPr bwMode="auto">
          <a:xfrm>
            <a:off x="273050" y="304800"/>
            <a:ext cx="492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a:solidFill>
                  <a:srgbClr val="FFFF00"/>
                </a:solidFill>
              </a:rPr>
              <a:t>例</a:t>
            </a:r>
          </a:p>
        </p:txBody>
      </p:sp>
      <p:sp>
        <p:nvSpPr>
          <p:cNvPr id="37900" name="Text Box 12">
            <a:extLst>
              <a:ext uri="{FF2B5EF4-FFF2-40B4-BE49-F238E27FC236}">
                <a16:creationId xmlns:a16="http://schemas.microsoft.com/office/drawing/2014/main" id="{4840DD1E-8247-4655-AD06-70AFD03293C4}"/>
              </a:ext>
            </a:extLst>
          </p:cNvPr>
          <p:cNvSpPr txBox="1">
            <a:spLocks noChangeArrowheads="1"/>
          </p:cNvSpPr>
          <p:nvPr/>
        </p:nvSpPr>
        <p:spPr bwMode="auto">
          <a:xfrm>
            <a:off x="269875" y="2322513"/>
            <a:ext cx="492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a:solidFill>
                  <a:srgbClr val="FFFF00"/>
                </a:solidFill>
              </a:rPr>
              <a:t>解</a:t>
            </a:r>
          </a:p>
        </p:txBody>
      </p:sp>
      <p:sp>
        <p:nvSpPr>
          <p:cNvPr id="37901" name="Rectangle 13">
            <a:extLst>
              <a:ext uri="{FF2B5EF4-FFF2-40B4-BE49-F238E27FC236}">
                <a16:creationId xmlns:a16="http://schemas.microsoft.com/office/drawing/2014/main" id="{912B31DE-4B1C-4E2E-8929-B88D7C641588}"/>
              </a:ext>
            </a:extLst>
          </p:cNvPr>
          <p:cNvSpPr>
            <a:spLocks noChangeArrowheads="1"/>
          </p:cNvSpPr>
          <p:nvPr/>
        </p:nvSpPr>
        <p:spPr bwMode="auto">
          <a:xfrm>
            <a:off x="735013" y="1196975"/>
            <a:ext cx="8208962"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pPr>
            <a:r>
              <a:rPr lang="zh-CN" altLang="en-US">
                <a:solidFill>
                  <a:schemeClr val="bg1"/>
                </a:solidFill>
              </a:rPr>
              <a:t>该人听到的警笛发出的声音的频率以及在警笛后方空气中声波的波长？</a:t>
            </a:r>
          </a:p>
        </p:txBody>
      </p:sp>
      <p:sp>
        <p:nvSpPr>
          <p:cNvPr id="37902" name="Rectangle 14">
            <a:extLst>
              <a:ext uri="{FF2B5EF4-FFF2-40B4-BE49-F238E27FC236}">
                <a16:creationId xmlns:a16="http://schemas.microsoft.com/office/drawing/2014/main" id="{9D923291-F63C-4629-8F19-584750EE753F}"/>
              </a:ext>
            </a:extLst>
          </p:cNvPr>
          <p:cNvSpPr>
            <a:spLocks noChangeArrowheads="1"/>
          </p:cNvSpPr>
          <p:nvPr/>
        </p:nvSpPr>
        <p:spPr bwMode="auto">
          <a:xfrm>
            <a:off x="263525" y="1268413"/>
            <a:ext cx="4857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rgbClr val="FFFF00"/>
                </a:solidFill>
              </a:rPr>
              <a:t>求</a:t>
            </a:r>
          </a:p>
        </p:txBody>
      </p:sp>
      <p:graphicFrame>
        <p:nvGraphicFramePr>
          <p:cNvPr id="37903" name="Object 15">
            <a:extLst>
              <a:ext uri="{FF2B5EF4-FFF2-40B4-BE49-F238E27FC236}">
                <a16:creationId xmlns:a16="http://schemas.microsoft.com/office/drawing/2014/main" id="{4D2DA38E-F956-49D5-B36D-8469914E54A9}"/>
              </a:ext>
            </a:extLst>
          </p:cNvPr>
          <p:cNvGraphicFramePr>
            <a:graphicFrameLocks noChangeAspect="1"/>
          </p:cNvGraphicFramePr>
          <p:nvPr>
            <p:extLst/>
          </p:nvPr>
        </p:nvGraphicFramePr>
        <p:xfrm>
          <a:off x="3286125" y="2857500"/>
          <a:ext cx="3379788" cy="755650"/>
        </p:xfrm>
        <a:graphic>
          <a:graphicData uri="http://schemas.openxmlformats.org/presentationml/2006/ole">
            <mc:AlternateContent xmlns:mc="http://schemas.openxmlformats.org/markup-compatibility/2006">
              <mc:Choice xmlns:v="urn:schemas-microsoft-com:vml" Requires="v">
                <p:oleObj spid="_x0000_s116751" name="公式" r:id="rId8" imgW="1723904" imgH="352391" progId="Equation.3">
                  <p:embed/>
                </p:oleObj>
              </mc:Choice>
              <mc:Fallback>
                <p:oleObj name="公式" r:id="rId8" imgW="1723904" imgH="352391" progId="Equation.3">
                  <p:embed/>
                  <p:pic>
                    <p:nvPicPr>
                      <p:cNvPr id="37903" name="Object 15">
                        <a:extLst>
                          <a:ext uri="{FF2B5EF4-FFF2-40B4-BE49-F238E27FC236}">
                            <a16:creationId xmlns:a16="http://schemas.microsoft.com/office/drawing/2014/main" id="{4D2DA38E-F956-49D5-B36D-8469914E54A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286125" y="2857500"/>
                        <a:ext cx="3379788" cy="755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9472" name="灯片编号占位符 1">
            <a:extLst>
              <a:ext uri="{FF2B5EF4-FFF2-40B4-BE49-F238E27FC236}">
                <a16:creationId xmlns:a16="http://schemas.microsoft.com/office/drawing/2014/main" id="{5399A99F-D680-4E2B-AEE1-3BE42F9C1960}"/>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1556EB1A-0675-42C3-9E1E-5753B41B0BEE}" type="slidenum">
              <a:rPr lang="en-US" altLang="zh-CN" b="0">
                <a:solidFill>
                  <a:srgbClr val="FF00FF"/>
                </a:solidFill>
              </a:rPr>
              <a:pPr eaLnBrk="1" hangingPunct="1"/>
              <a:t>8</a:t>
            </a:fld>
            <a:r>
              <a:rPr lang="en-US" altLang="zh-CN" b="0">
                <a:solidFill>
                  <a:srgbClr val="FF00FF"/>
                </a:solidFill>
              </a:rPr>
              <a:t>/25</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37899"/>
                                        </p:tgtEl>
                                        <p:attrNameLst>
                                          <p:attrName>style.visibility</p:attrName>
                                        </p:attrNameLst>
                                      </p:cBhvr>
                                      <p:to>
                                        <p:strVal val="visible"/>
                                      </p:to>
                                    </p:set>
                                    <p:animEffect transition="in" filter="blinds(horizontal)">
                                      <p:cBhvr>
                                        <p:cTn id="7" dur="500"/>
                                        <p:tgtEl>
                                          <p:spTgt spid="37899"/>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37890"/>
                                        </p:tgtEl>
                                        <p:attrNameLst>
                                          <p:attrName>style.visibility</p:attrName>
                                        </p:attrNameLst>
                                      </p:cBhvr>
                                      <p:to>
                                        <p:strVal val="visible"/>
                                      </p:to>
                                    </p:set>
                                    <p:animEffect transition="in" filter="blinds(horizontal)">
                                      <p:cBhvr>
                                        <p:cTn id="10" dur="500"/>
                                        <p:tgtEl>
                                          <p:spTgt spid="37890"/>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37902"/>
                                        </p:tgtEl>
                                        <p:attrNameLst>
                                          <p:attrName>style.visibility</p:attrName>
                                        </p:attrNameLst>
                                      </p:cBhvr>
                                      <p:to>
                                        <p:strVal val="visible"/>
                                      </p:to>
                                    </p:set>
                                    <p:animEffect transition="in" filter="blinds(horizontal)">
                                      <p:cBhvr>
                                        <p:cTn id="13" dur="500"/>
                                        <p:tgtEl>
                                          <p:spTgt spid="37902"/>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37901"/>
                                        </p:tgtEl>
                                        <p:attrNameLst>
                                          <p:attrName>style.visibility</p:attrName>
                                        </p:attrNameLst>
                                      </p:cBhvr>
                                      <p:to>
                                        <p:strVal val="visible"/>
                                      </p:to>
                                    </p:set>
                                    <p:animEffect transition="in" filter="blinds(horizontal)">
                                      <p:cBhvr>
                                        <p:cTn id="16" dur="500"/>
                                        <p:tgtEl>
                                          <p:spTgt spid="37901"/>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37900"/>
                                        </p:tgtEl>
                                        <p:attrNameLst>
                                          <p:attrName>style.visibility</p:attrName>
                                        </p:attrNameLst>
                                      </p:cBhvr>
                                      <p:to>
                                        <p:strVal val="visible"/>
                                      </p:to>
                                    </p:set>
                                    <p:animEffect transition="in" filter="wipe(left)">
                                      <p:cBhvr>
                                        <p:cTn id="21" dur="500"/>
                                        <p:tgtEl>
                                          <p:spTgt spid="37900"/>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37896"/>
                                        </p:tgtEl>
                                        <p:attrNameLst>
                                          <p:attrName>style.visibility</p:attrName>
                                        </p:attrNameLst>
                                      </p:cBhvr>
                                      <p:to>
                                        <p:strVal val="visible"/>
                                      </p:to>
                                    </p:set>
                                    <p:animEffect transition="in" filter="wipe(left)">
                                      <p:cBhvr>
                                        <p:cTn id="26" dur="500"/>
                                        <p:tgtEl>
                                          <p:spTgt spid="37896"/>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37892"/>
                                        </p:tgtEl>
                                        <p:attrNameLst>
                                          <p:attrName>style.visibility</p:attrName>
                                        </p:attrNameLst>
                                      </p:cBhvr>
                                      <p:to>
                                        <p:strVal val="visible"/>
                                      </p:to>
                                    </p:set>
                                    <p:animEffect transition="in" filter="wipe(left)">
                                      <p:cBhvr>
                                        <p:cTn id="31" dur="500"/>
                                        <p:tgtEl>
                                          <p:spTgt spid="37892"/>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37903"/>
                                        </p:tgtEl>
                                        <p:attrNameLst>
                                          <p:attrName>style.visibility</p:attrName>
                                        </p:attrNameLst>
                                      </p:cBhvr>
                                      <p:to>
                                        <p:strVal val="visible"/>
                                      </p:to>
                                    </p:set>
                                    <p:animEffect transition="in" filter="wipe(left)">
                                      <p:cBhvr>
                                        <p:cTn id="36" dur="500"/>
                                        <p:tgtEl>
                                          <p:spTgt spid="37903"/>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37897"/>
                                        </p:tgtEl>
                                        <p:attrNameLst>
                                          <p:attrName>style.visibility</p:attrName>
                                        </p:attrNameLst>
                                      </p:cBhvr>
                                      <p:to>
                                        <p:strVal val="visible"/>
                                      </p:to>
                                    </p:set>
                                    <p:animEffect transition="in" filter="wipe(left)">
                                      <p:cBhvr>
                                        <p:cTn id="41" dur="500"/>
                                        <p:tgtEl>
                                          <p:spTgt spid="37897"/>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37893"/>
                                        </p:tgtEl>
                                        <p:attrNameLst>
                                          <p:attrName>style.visibility</p:attrName>
                                        </p:attrNameLst>
                                      </p:cBhvr>
                                      <p:to>
                                        <p:strVal val="visible"/>
                                      </p:to>
                                    </p:set>
                                    <p:animEffect transition="in" filter="wipe(left)">
                                      <p:cBhvr>
                                        <p:cTn id="46" dur="500"/>
                                        <p:tgtEl>
                                          <p:spTgt spid="37893"/>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37898"/>
                                        </p:tgtEl>
                                        <p:attrNameLst>
                                          <p:attrName>style.visibility</p:attrName>
                                        </p:attrNameLst>
                                      </p:cBhvr>
                                      <p:to>
                                        <p:strVal val="visible"/>
                                      </p:to>
                                    </p:set>
                                    <p:animEffect transition="in" filter="wipe(left)">
                                      <p:cBhvr>
                                        <p:cTn id="51" dur="500"/>
                                        <p:tgtEl>
                                          <p:spTgt spid="37898"/>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37894"/>
                                        </p:tgtEl>
                                        <p:attrNameLst>
                                          <p:attrName>style.visibility</p:attrName>
                                        </p:attrNameLst>
                                      </p:cBhvr>
                                      <p:to>
                                        <p:strVal val="visible"/>
                                      </p:to>
                                    </p:set>
                                    <p:animEffect transition="in" filter="wipe(left)">
                                      <p:cBhvr>
                                        <p:cTn id="56" dur="500"/>
                                        <p:tgtEl>
                                          <p:spTgt spid="378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0" grpId="0" autoUpdateAnimBg="0"/>
      <p:bldP spid="37892" grpId="0"/>
      <p:bldP spid="37893" grpId="0"/>
      <p:bldP spid="37894" grpId="0"/>
      <p:bldP spid="37896" grpId="0" autoUpdateAnimBg="0"/>
      <p:bldP spid="37897" grpId="0" autoUpdateAnimBg="0"/>
      <p:bldP spid="37898" grpId="0" autoUpdateAnimBg="0"/>
      <p:bldP spid="37899" grpId="0" autoUpdateAnimBg="0"/>
      <p:bldP spid="37900" grpId="0" autoUpdateAnimBg="0"/>
      <p:bldP spid="37901" grpId="0"/>
      <p:bldP spid="3790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4229" name="Text Box 5">
            <a:extLst>
              <a:ext uri="{FF2B5EF4-FFF2-40B4-BE49-F238E27FC236}">
                <a16:creationId xmlns:a16="http://schemas.microsoft.com/office/drawing/2014/main" id="{DC4FFFA9-29AF-4B8A-99D0-4F7270526FEC}"/>
              </a:ext>
            </a:extLst>
          </p:cNvPr>
          <p:cNvSpPr txBox="1">
            <a:spLocks noChangeArrowheads="1"/>
          </p:cNvSpPr>
          <p:nvPr/>
        </p:nvSpPr>
        <p:spPr bwMode="auto">
          <a:xfrm>
            <a:off x="406400" y="285750"/>
            <a:ext cx="8451850" cy="180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spcBef>
                <a:spcPct val="50000"/>
              </a:spcBef>
            </a:pPr>
            <a:r>
              <a:rPr kumimoji="0" lang="zh-CN" altLang="en-US" sz="2200">
                <a:solidFill>
                  <a:srgbClr val="FFFF00"/>
                </a:solidFill>
                <a:ea typeface="楷体_GB2312" pitchFamily="49" charset="-122"/>
              </a:rPr>
              <a:t>例</a:t>
            </a:r>
            <a:r>
              <a:rPr kumimoji="0" lang="en-US" altLang="zh-CN" sz="2200">
                <a:solidFill>
                  <a:schemeClr val="bg1"/>
                </a:solidFill>
                <a:ea typeface="楷体_GB2312" pitchFamily="49" charset="-122"/>
              </a:rPr>
              <a:t>    </a:t>
            </a:r>
            <a:r>
              <a:rPr kumimoji="0" lang="zh-CN" altLang="en-US" sz="2200">
                <a:solidFill>
                  <a:schemeClr val="bg1"/>
                </a:solidFill>
                <a:ea typeface="楷体_GB2312" pitchFamily="49" charset="-122"/>
              </a:rPr>
              <a:t>利用多普勒效应监测车速，固定波源发出频率为                       的超声波，当汽车向波源行驶时，与波源安装在一起的接收器接收到从汽车反射回来的波的频率为                            ，已知空气中的声速为                               ，求车速 </a:t>
            </a:r>
            <a:r>
              <a:rPr kumimoji="0" lang="en-US" altLang="zh-CN" sz="2200">
                <a:solidFill>
                  <a:schemeClr val="bg1"/>
                </a:solidFill>
                <a:ea typeface="楷体_GB2312" pitchFamily="49" charset="-122"/>
              </a:rPr>
              <a:t>?                                                           </a:t>
            </a:r>
          </a:p>
        </p:txBody>
      </p:sp>
      <p:graphicFrame>
        <p:nvGraphicFramePr>
          <p:cNvPr id="564230" name="Object 6">
            <a:extLst>
              <a:ext uri="{FF2B5EF4-FFF2-40B4-BE49-F238E27FC236}">
                <a16:creationId xmlns:a16="http://schemas.microsoft.com/office/drawing/2014/main" id="{5537CD46-29B6-49D1-9D5D-ED45379A9039}"/>
              </a:ext>
            </a:extLst>
          </p:cNvPr>
          <p:cNvGraphicFramePr>
            <a:graphicFrameLocks noChangeAspect="1"/>
          </p:cNvGraphicFramePr>
          <p:nvPr>
            <p:extLst/>
          </p:nvPr>
        </p:nvGraphicFramePr>
        <p:xfrm>
          <a:off x="7073900" y="344488"/>
          <a:ext cx="1570038" cy="369887"/>
        </p:xfrm>
        <a:graphic>
          <a:graphicData uri="http://schemas.openxmlformats.org/presentationml/2006/ole">
            <mc:AlternateContent xmlns:mc="http://schemas.openxmlformats.org/markup-compatibility/2006">
              <mc:Choice xmlns:v="urn:schemas-microsoft-com:vml" Requires="v">
                <p:oleObj spid="_x0000_s117816" name="Equation" r:id="rId3" imgW="714394" imgH="142977" progId="Equation.3">
                  <p:embed/>
                </p:oleObj>
              </mc:Choice>
              <mc:Fallback>
                <p:oleObj name="Equation" r:id="rId3" imgW="714394" imgH="142977" progId="Equation.3">
                  <p:embed/>
                  <p:pic>
                    <p:nvPicPr>
                      <p:cNvPr id="564230" name="Object 6">
                        <a:extLst>
                          <a:ext uri="{FF2B5EF4-FFF2-40B4-BE49-F238E27FC236}">
                            <a16:creationId xmlns:a16="http://schemas.microsoft.com/office/drawing/2014/main" id="{5537CD46-29B6-49D1-9D5D-ED45379A903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73900" y="344488"/>
                        <a:ext cx="1570038" cy="3698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4231" name="Object 7">
            <a:extLst>
              <a:ext uri="{FF2B5EF4-FFF2-40B4-BE49-F238E27FC236}">
                <a16:creationId xmlns:a16="http://schemas.microsoft.com/office/drawing/2014/main" id="{9B0565D5-7F86-483B-8457-BB733DDD3672}"/>
              </a:ext>
            </a:extLst>
          </p:cNvPr>
          <p:cNvGraphicFramePr>
            <a:graphicFrameLocks noChangeAspect="1"/>
          </p:cNvGraphicFramePr>
          <p:nvPr>
            <p:extLst/>
          </p:nvPr>
        </p:nvGraphicFramePr>
        <p:xfrm>
          <a:off x="4500563" y="1214438"/>
          <a:ext cx="1873250" cy="325437"/>
        </p:xfrm>
        <a:graphic>
          <a:graphicData uri="http://schemas.openxmlformats.org/presentationml/2006/ole">
            <mc:AlternateContent xmlns:mc="http://schemas.openxmlformats.org/markup-compatibility/2006">
              <mc:Choice xmlns:v="urn:schemas-microsoft-com:vml" Requires="v">
                <p:oleObj spid="_x0000_s117817" name="Equation" r:id="rId5" imgW="1476496" imgH="238193" progId="Equation.3">
                  <p:embed/>
                </p:oleObj>
              </mc:Choice>
              <mc:Fallback>
                <p:oleObj name="Equation" r:id="rId5" imgW="1476496" imgH="238193" progId="Equation.3">
                  <p:embed/>
                  <p:pic>
                    <p:nvPicPr>
                      <p:cNvPr id="564231" name="Object 7">
                        <a:extLst>
                          <a:ext uri="{FF2B5EF4-FFF2-40B4-BE49-F238E27FC236}">
                            <a16:creationId xmlns:a16="http://schemas.microsoft.com/office/drawing/2014/main" id="{9B0565D5-7F86-483B-8457-BB733DDD367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00563" y="1214438"/>
                        <a:ext cx="1873250" cy="325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4232" name="Object 8">
            <a:extLst>
              <a:ext uri="{FF2B5EF4-FFF2-40B4-BE49-F238E27FC236}">
                <a16:creationId xmlns:a16="http://schemas.microsoft.com/office/drawing/2014/main" id="{960A3DBA-BD8E-40AC-86DA-EE9C709B9E6B}"/>
              </a:ext>
            </a:extLst>
          </p:cNvPr>
          <p:cNvGraphicFramePr>
            <a:graphicFrameLocks noChangeAspect="1"/>
          </p:cNvGraphicFramePr>
          <p:nvPr>
            <p:extLst/>
          </p:nvPr>
        </p:nvGraphicFramePr>
        <p:xfrm>
          <a:off x="1143000" y="1566863"/>
          <a:ext cx="2057400" cy="433387"/>
        </p:xfrm>
        <a:graphic>
          <a:graphicData uri="http://schemas.openxmlformats.org/presentationml/2006/ole">
            <mc:AlternateContent xmlns:mc="http://schemas.openxmlformats.org/markup-compatibility/2006">
              <mc:Choice xmlns:v="urn:schemas-microsoft-com:vml" Requires="v">
                <p:oleObj spid="_x0000_s117818" name="Equation" r:id="rId7" imgW="1209822" imgH="238193" progId="Equation.3">
                  <p:embed/>
                </p:oleObj>
              </mc:Choice>
              <mc:Fallback>
                <p:oleObj name="Equation" r:id="rId7" imgW="1209822" imgH="238193" progId="Equation.3">
                  <p:embed/>
                  <p:pic>
                    <p:nvPicPr>
                      <p:cNvPr id="564232" name="Object 8">
                        <a:extLst>
                          <a:ext uri="{FF2B5EF4-FFF2-40B4-BE49-F238E27FC236}">
                            <a16:creationId xmlns:a16="http://schemas.microsoft.com/office/drawing/2014/main" id="{960A3DBA-BD8E-40AC-86DA-EE9C709B9E6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43000" y="1566863"/>
                        <a:ext cx="2057400" cy="433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9">
            <a:extLst>
              <a:ext uri="{FF2B5EF4-FFF2-40B4-BE49-F238E27FC236}">
                <a16:creationId xmlns:a16="http://schemas.microsoft.com/office/drawing/2014/main" id="{89AD33BF-44D6-41C0-95DA-8075845F40D6}"/>
              </a:ext>
            </a:extLst>
          </p:cNvPr>
          <p:cNvGrpSpPr>
            <a:grpSpLocks/>
          </p:cNvGrpSpPr>
          <p:nvPr/>
        </p:nvGrpSpPr>
        <p:grpSpPr bwMode="auto">
          <a:xfrm>
            <a:off x="577850" y="2132013"/>
            <a:ext cx="8137525" cy="1439862"/>
            <a:chOff x="528" y="1776"/>
            <a:chExt cx="4656" cy="672"/>
          </a:xfrm>
        </p:grpSpPr>
        <p:sp>
          <p:nvSpPr>
            <p:cNvPr id="20495" name="Rectangle 10">
              <a:extLst>
                <a:ext uri="{FF2B5EF4-FFF2-40B4-BE49-F238E27FC236}">
                  <a16:creationId xmlns:a16="http://schemas.microsoft.com/office/drawing/2014/main" id="{0079E088-717F-46B1-8254-3ABAA8C8BB9D}"/>
                </a:ext>
              </a:extLst>
            </p:cNvPr>
            <p:cNvSpPr>
              <a:spLocks noChangeArrowheads="1"/>
            </p:cNvSpPr>
            <p:nvPr/>
          </p:nvSpPr>
          <p:spPr bwMode="auto">
            <a:xfrm>
              <a:off x="528" y="1776"/>
              <a:ext cx="4656" cy="672"/>
            </a:xfrm>
            <a:prstGeom prst="rect">
              <a:avLst/>
            </a:prstGeom>
            <a:solidFill>
              <a:schemeClr val="bg1"/>
            </a:solidFill>
            <a:ln w="12700">
              <a:solidFill>
                <a:schemeClr val="tx2"/>
              </a:solidFill>
              <a:miter lim="800000"/>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r" eaLnBrk="1" hangingPunct="1"/>
              <a:endParaRPr kumimoji="0" lang="zh-CN" altLang="en-US" sz="1800" b="0">
                <a:ea typeface="楷体_GB2312" pitchFamily="49" charset="-122"/>
              </a:endParaRPr>
            </a:p>
          </p:txBody>
        </p:sp>
        <p:graphicFrame>
          <p:nvGraphicFramePr>
            <p:cNvPr id="20496" name="Object 11">
              <a:extLst>
                <a:ext uri="{FF2B5EF4-FFF2-40B4-BE49-F238E27FC236}">
                  <a16:creationId xmlns:a16="http://schemas.microsoft.com/office/drawing/2014/main" id="{5DD9A69D-4EF9-4F75-A787-2E898F7E54C7}"/>
                </a:ext>
              </a:extLst>
            </p:cNvPr>
            <p:cNvGraphicFramePr>
              <a:graphicFrameLocks noChangeAspect="1"/>
            </p:cNvGraphicFramePr>
            <p:nvPr/>
          </p:nvGraphicFramePr>
          <p:xfrm>
            <a:off x="546" y="1946"/>
            <a:ext cx="1553" cy="358"/>
          </p:xfrm>
          <a:graphic>
            <a:graphicData uri="http://schemas.openxmlformats.org/presentationml/2006/ole">
              <mc:AlternateContent xmlns:mc="http://schemas.openxmlformats.org/markup-compatibility/2006">
                <mc:Choice xmlns:v="urn:schemas-microsoft-com:vml" Requires="v">
                  <p:oleObj spid="_x0000_s117819" name="剪辑" r:id="rId9" imgW="6545263" imgH="1706563" progId="MS_ClipArt_Gallery.2">
                    <p:embed/>
                  </p:oleObj>
                </mc:Choice>
                <mc:Fallback>
                  <p:oleObj name="剪辑" r:id="rId9" imgW="6545263" imgH="1706563" progId="MS_ClipArt_Gallery.2">
                    <p:embed/>
                    <p:pic>
                      <p:nvPicPr>
                        <p:cNvPr id="20496" name="Object 11">
                          <a:extLst>
                            <a:ext uri="{FF2B5EF4-FFF2-40B4-BE49-F238E27FC236}">
                              <a16:creationId xmlns:a16="http://schemas.microsoft.com/office/drawing/2014/main" id="{5DD9A69D-4EF9-4F75-A787-2E898F7E54C7}"/>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46" y="1946"/>
                          <a:ext cx="1553" cy="3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497" name="Line 12">
              <a:extLst>
                <a:ext uri="{FF2B5EF4-FFF2-40B4-BE49-F238E27FC236}">
                  <a16:creationId xmlns:a16="http://schemas.microsoft.com/office/drawing/2014/main" id="{8FD9F7C3-2BF9-428C-9229-8D659183F776}"/>
                </a:ext>
              </a:extLst>
            </p:cNvPr>
            <p:cNvSpPr>
              <a:spLocks noChangeShapeType="1"/>
            </p:cNvSpPr>
            <p:nvPr/>
          </p:nvSpPr>
          <p:spPr bwMode="auto">
            <a:xfrm>
              <a:off x="2172" y="2208"/>
              <a:ext cx="336" cy="0"/>
            </a:xfrm>
            <a:prstGeom prst="line">
              <a:avLst/>
            </a:prstGeom>
            <a:noFill/>
            <a:ln w="38100">
              <a:solidFill>
                <a:srgbClr val="CC00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20498" name="Object 13">
              <a:extLst>
                <a:ext uri="{FF2B5EF4-FFF2-40B4-BE49-F238E27FC236}">
                  <a16:creationId xmlns:a16="http://schemas.microsoft.com/office/drawing/2014/main" id="{04C415CC-6D2E-40D0-9701-00C1265FCB7B}"/>
                </a:ext>
              </a:extLst>
            </p:cNvPr>
            <p:cNvGraphicFramePr>
              <a:graphicFrameLocks noChangeAspect="1"/>
            </p:cNvGraphicFramePr>
            <p:nvPr>
              <p:extLst/>
            </p:nvPr>
          </p:nvGraphicFramePr>
          <p:xfrm>
            <a:off x="2148" y="1776"/>
            <a:ext cx="319" cy="480"/>
          </p:xfrm>
          <a:graphic>
            <a:graphicData uri="http://schemas.openxmlformats.org/presentationml/2006/ole">
              <mc:AlternateContent xmlns:mc="http://schemas.openxmlformats.org/markup-compatibility/2006">
                <mc:Choice xmlns:v="urn:schemas-microsoft-com:vml" Requires="v">
                  <p:oleObj spid="_x0000_s117820" name="Equation" r:id="rId11" imgW="177646" imgH="228402" progId="Equation.3">
                    <p:embed/>
                  </p:oleObj>
                </mc:Choice>
                <mc:Fallback>
                  <p:oleObj name="Equation" r:id="rId11" imgW="177646" imgH="228402" progId="Equation.3">
                    <p:embed/>
                    <p:pic>
                      <p:nvPicPr>
                        <p:cNvPr id="20498" name="Object 13">
                          <a:extLst>
                            <a:ext uri="{FF2B5EF4-FFF2-40B4-BE49-F238E27FC236}">
                              <a16:creationId xmlns:a16="http://schemas.microsoft.com/office/drawing/2014/main" id="{04C415CC-6D2E-40D0-9701-00C1265FCB7B}"/>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148" y="1776"/>
                          <a:ext cx="319" cy="4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0499" name="Group 14">
              <a:extLst>
                <a:ext uri="{FF2B5EF4-FFF2-40B4-BE49-F238E27FC236}">
                  <a16:creationId xmlns:a16="http://schemas.microsoft.com/office/drawing/2014/main" id="{1CEA5DED-EE2D-427B-94E0-5D8719374840}"/>
                </a:ext>
              </a:extLst>
            </p:cNvPr>
            <p:cNvGrpSpPr>
              <a:grpSpLocks/>
            </p:cNvGrpSpPr>
            <p:nvPr/>
          </p:nvGrpSpPr>
          <p:grpSpPr bwMode="auto">
            <a:xfrm>
              <a:off x="2736" y="1920"/>
              <a:ext cx="2352" cy="480"/>
              <a:chOff x="2736" y="1920"/>
              <a:chExt cx="2352" cy="480"/>
            </a:xfrm>
          </p:grpSpPr>
          <p:sp>
            <p:nvSpPr>
              <p:cNvPr id="20500" name="AutoShape 15" descr="小棋盘">
                <a:extLst>
                  <a:ext uri="{FF2B5EF4-FFF2-40B4-BE49-F238E27FC236}">
                    <a16:creationId xmlns:a16="http://schemas.microsoft.com/office/drawing/2014/main" id="{4FCDFBA1-8586-454E-8A28-48A394C65DEB}"/>
                  </a:ext>
                </a:extLst>
              </p:cNvPr>
              <p:cNvSpPr>
                <a:spLocks noChangeArrowheads="1"/>
              </p:cNvSpPr>
              <p:nvPr/>
            </p:nvSpPr>
            <p:spPr bwMode="auto">
              <a:xfrm>
                <a:off x="4585" y="2082"/>
                <a:ext cx="503" cy="318"/>
              </a:xfrm>
              <a:prstGeom prst="rtTriangle">
                <a:avLst/>
              </a:prstGeom>
              <a:blipFill dpi="0" rotWithShape="0">
                <a:blip r:embed="rId13"/>
                <a:srcRect/>
                <a:tile tx="0" ty="0" sx="100000" sy="100000" flip="none" algn="tl"/>
              </a:blipFill>
              <a:ln w="9525">
                <a:solidFill>
                  <a:schemeClr val="tx1"/>
                </a:solidFill>
                <a:miter lim="800000"/>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r" eaLnBrk="1" hangingPunct="1"/>
                <a:endParaRPr kumimoji="0" lang="zh-CN" altLang="en-US" sz="1800" b="0">
                  <a:ea typeface="楷体_GB2312" pitchFamily="49" charset="-122"/>
                </a:endParaRPr>
              </a:p>
            </p:txBody>
          </p:sp>
          <p:sp>
            <p:nvSpPr>
              <p:cNvPr id="20501" name="AutoShape 16">
                <a:extLst>
                  <a:ext uri="{FF2B5EF4-FFF2-40B4-BE49-F238E27FC236}">
                    <a16:creationId xmlns:a16="http://schemas.microsoft.com/office/drawing/2014/main" id="{6EAF4468-5425-4CFF-A548-40E86A23E65F}"/>
                  </a:ext>
                </a:extLst>
              </p:cNvPr>
              <p:cNvSpPr>
                <a:spLocks noChangeArrowheads="1"/>
              </p:cNvSpPr>
              <p:nvPr/>
            </p:nvSpPr>
            <p:spPr bwMode="auto">
              <a:xfrm rot="-9727254">
                <a:off x="4464" y="1920"/>
                <a:ext cx="224" cy="372"/>
              </a:xfrm>
              <a:prstGeom prst="moon">
                <a:avLst>
                  <a:gd name="adj" fmla="val 44931"/>
                </a:avLst>
              </a:prstGeom>
              <a:solidFill>
                <a:srgbClr val="99FFCC"/>
              </a:solidFill>
              <a:ln w="19050">
                <a:solidFill>
                  <a:schemeClr val="tx1"/>
                </a:solidFill>
                <a:miter lim="800000"/>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r" eaLnBrk="1" hangingPunct="1"/>
                <a:endParaRPr kumimoji="0" lang="zh-CN" altLang="en-US" sz="1800" b="0">
                  <a:ea typeface="楷体_GB2312" pitchFamily="49" charset="-122"/>
                </a:endParaRPr>
              </a:p>
            </p:txBody>
          </p:sp>
          <p:grpSp>
            <p:nvGrpSpPr>
              <p:cNvPr id="20502" name="Group 17">
                <a:extLst>
                  <a:ext uri="{FF2B5EF4-FFF2-40B4-BE49-F238E27FC236}">
                    <a16:creationId xmlns:a16="http://schemas.microsoft.com/office/drawing/2014/main" id="{8CDBA639-233B-4FEC-95FF-713D5CFDCB98}"/>
                  </a:ext>
                </a:extLst>
              </p:cNvPr>
              <p:cNvGrpSpPr>
                <a:grpSpLocks/>
              </p:cNvGrpSpPr>
              <p:nvPr/>
            </p:nvGrpSpPr>
            <p:grpSpPr bwMode="auto">
              <a:xfrm>
                <a:off x="2976" y="1968"/>
                <a:ext cx="1584" cy="192"/>
                <a:chOff x="1440" y="3168"/>
                <a:chExt cx="2688" cy="432"/>
              </a:xfrm>
            </p:grpSpPr>
            <p:sp>
              <p:nvSpPr>
                <p:cNvPr id="20504" name="Freeform 18">
                  <a:extLst>
                    <a:ext uri="{FF2B5EF4-FFF2-40B4-BE49-F238E27FC236}">
                      <a16:creationId xmlns:a16="http://schemas.microsoft.com/office/drawing/2014/main" id="{CE77E098-7528-4ABE-BFCE-94EAE0C221E2}"/>
                    </a:ext>
                  </a:extLst>
                </p:cNvPr>
                <p:cNvSpPr>
                  <a:spLocks/>
                </p:cNvSpPr>
                <p:nvPr/>
              </p:nvSpPr>
              <p:spPr bwMode="auto">
                <a:xfrm>
                  <a:off x="1872" y="3168"/>
                  <a:ext cx="672" cy="432"/>
                </a:xfrm>
                <a:custGeom>
                  <a:avLst/>
                  <a:gdLst>
                    <a:gd name="T0" fmla="*/ 0 w 2027"/>
                    <a:gd name="T1" fmla="*/ 1 h 690"/>
                    <a:gd name="T2" fmla="*/ 0 w 2027"/>
                    <a:gd name="T3" fmla="*/ 1 h 690"/>
                    <a:gd name="T4" fmla="*/ 0 w 2027"/>
                    <a:gd name="T5" fmla="*/ 1 h 690"/>
                    <a:gd name="T6" fmla="*/ 0 w 2027"/>
                    <a:gd name="T7" fmla="*/ 1 h 690"/>
                    <a:gd name="T8" fmla="*/ 0 w 2027"/>
                    <a:gd name="T9" fmla="*/ 1 h 690"/>
                    <a:gd name="T10" fmla="*/ 0 w 2027"/>
                    <a:gd name="T11" fmla="*/ 1 h 690"/>
                    <a:gd name="T12" fmla="*/ 0 w 2027"/>
                    <a:gd name="T13" fmla="*/ 1 h 690"/>
                    <a:gd name="T14" fmla="*/ 0 w 2027"/>
                    <a:gd name="T15" fmla="*/ 1 h 690"/>
                    <a:gd name="T16" fmla="*/ 0 w 2027"/>
                    <a:gd name="T17" fmla="*/ 1 h 690"/>
                    <a:gd name="T18" fmla="*/ 0 w 2027"/>
                    <a:gd name="T19" fmla="*/ 1 h 690"/>
                    <a:gd name="T20" fmla="*/ 0 w 2027"/>
                    <a:gd name="T21" fmla="*/ 1 h 690"/>
                    <a:gd name="T22" fmla="*/ 0 w 2027"/>
                    <a:gd name="T23" fmla="*/ 1 h 690"/>
                    <a:gd name="T24" fmla="*/ 0 w 2027"/>
                    <a:gd name="T25" fmla="*/ 1 h 690"/>
                    <a:gd name="T26" fmla="*/ 0 w 2027"/>
                    <a:gd name="T27" fmla="*/ 1 h 690"/>
                    <a:gd name="T28" fmla="*/ 0 w 2027"/>
                    <a:gd name="T29" fmla="*/ 1 h 690"/>
                    <a:gd name="T30" fmla="*/ 0 w 2027"/>
                    <a:gd name="T31" fmla="*/ 1 h 690"/>
                    <a:gd name="T32" fmla="*/ 0 w 2027"/>
                    <a:gd name="T33" fmla="*/ 1 h 690"/>
                    <a:gd name="T34" fmla="*/ 0 w 2027"/>
                    <a:gd name="T35" fmla="*/ 1 h 690"/>
                    <a:gd name="T36" fmla="*/ 0 w 2027"/>
                    <a:gd name="T37" fmla="*/ 1 h 690"/>
                    <a:gd name="T38" fmla="*/ 0 w 2027"/>
                    <a:gd name="T39" fmla="*/ 1 h 690"/>
                    <a:gd name="T40" fmla="*/ 0 w 2027"/>
                    <a:gd name="T41" fmla="*/ 1 h 690"/>
                    <a:gd name="T42" fmla="*/ 0 w 2027"/>
                    <a:gd name="T43" fmla="*/ 1 h 690"/>
                    <a:gd name="T44" fmla="*/ 0 w 2027"/>
                    <a:gd name="T45" fmla="*/ 1 h 690"/>
                    <a:gd name="T46" fmla="*/ 0 w 2027"/>
                    <a:gd name="T47" fmla="*/ 1 h 690"/>
                    <a:gd name="T48" fmla="*/ 0 w 2027"/>
                    <a:gd name="T49" fmla="*/ 1 h 690"/>
                    <a:gd name="T50" fmla="*/ 0 w 2027"/>
                    <a:gd name="T51" fmla="*/ 1 h 690"/>
                    <a:gd name="T52" fmla="*/ 0 w 2027"/>
                    <a:gd name="T53" fmla="*/ 1 h 690"/>
                    <a:gd name="T54" fmla="*/ 0 w 2027"/>
                    <a:gd name="T55" fmla="*/ 1 h 690"/>
                    <a:gd name="T56" fmla="*/ 0 w 2027"/>
                    <a:gd name="T57" fmla="*/ 1 h 690"/>
                    <a:gd name="T58" fmla="*/ 0 w 2027"/>
                    <a:gd name="T59" fmla="*/ 1 h 690"/>
                    <a:gd name="T60" fmla="*/ 0 w 2027"/>
                    <a:gd name="T61" fmla="*/ 1 h 690"/>
                    <a:gd name="T62" fmla="*/ 0 w 2027"/>
                    <a:gd name="T63" fmla="*/ 1 h 690"/>
                    <a:gd name="T64" fmla="*/ 0 w 2027"/>
                    <a:gd name="T65" fmla="*/ 1 h 690"/>
                    <a:gd name="T66" fmla="*/ 0 w 2027"/>
                    <a:gd name="T67" fmla="*/ 1 h 690"/>
                    <a:gd name="T68" fmla="*/ 0 w 2027"/>
                    <a:gd name="T69" fmla="*/ 0 h 690"/>
                    <a:gd name="T70" fmla="*/ 0 w 2027"/>
                    <a:gd name="T71" fmla="*/ 1 h 690"/>
                    <a:gd name="T72" fmla="*/ 0 w 2027"/>
                    <a:gd name="T73" fmla="*/ 1 h 690"/>
                    <a:gd name="T74" fmla="*/ 0 w 2027"/>
                    <a:gd name="T75" fmla="*/ 1 h 690"/>
                    <a:gd name="T76" fmla="*/ 0 w 2027"/>
                    <a:gd name="T77" fmla="*/ 1 h 690"/>
                    <a:gd name="T78" fmla="*/ 0 w 2027"/>
                    <a:gd name="T79" fmla="*/ 1 h 690"/>
                    <a:gd name="T80" fmla="*/ 0 w 2027"/>
                    <a:gd name="T81" fmla="*/ 1 h 690"/>
                    <a:gd name="T82" fmla="*/ 0 w 2027"/>
                    <a:gd name="T83" fmla="*/ 1 h 690"/>
                    <a:gd name="T84" fmla="*/ 0 w 2027"/>
                    <a:gd name="T85" fmla="*/ 1 h 690"/>
                    <a:gd name="T86" fmla="*/ 0 w 2027"/>
                    <a:gd name="T87" fmla="*/ 1 h 690"/>
                    <a:gd name="T88" fmla="*/ 0 w 2027"/>
                    <a:gd name="T89" fmla="*/ 1 h 690"/>
                    <a:gd name="T90" fmla="*/ 0 w 2027"/>
                    <a:gd name="T91" fmla="*/ 1 h 690"/>
                    <a:gd name="T92" fmla="*/ 0 w 2027"/>
                    <a:gd name="T93" fmla="*/ 1 h 690"/>
                    <a:gd name="T94" fmla="*/ 0 w 2027"/>
                    <a:gd name="T95" fmla="*/ 1 h 690"/>
                    <a:gd name="T96" fmla="*/ 0 w 2027"/>
                    <a:gd name="T97" fmla="*/ 1 h 690"/>
                    <a:gd name="T98" fmla="*/ 0 w 2027"/>
                    <a:gd name="T99" fmla="*/ 1 h 690"/>
                    <a:gd name="T100" fmla="*/ 0 w 2027"/>
                    <a:gd name="T101" fmla="*/ 1 h 690"/>
                    <a:gd name="T102" fmla="*/ 0 w 2027"/>
                    <a:gd name="T103" fmla="*/ 1 h 690"/>
                    <a:gd name="T104" fmla="*/ 0 w 2027"/>
                    <a:gd name="T105" fmla="*/ 1 h 690"/>
                    <a:gd name="T106" fmla="*/ 0 w 2027"/>
                    <a:gd name="T107" fmla="*/ 1 h 690"/>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2027"/>
                    <a:gd name="T163" fmla="*/ 0 h 690"/>
                    <a:gd name="T164" fmla="*/ 2027 w 2027"/>
                    <a:gd name="T165" fmla="*/ 690 h 690"/>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2027" h="690">
                      <a:moveTo>
                        <a:pt x="8" y="1"/>
                      </a:moveTo>
                      <a:lnTo>
                        <a:pt x="0" y="17"/>
                      </a:lnTo>
                      <a:lnTo>
                        <a:pt x="49" y="44"/>
                      </a:lnTo>
                      <a:lnTo>
                        <a:pt x="97" y="73"/>
                      </a:lnTo>
                      <a:lnTo>
                        <a:pt x="121" y="88"/>
                      </a:lnTo>
                      <a:lnTo>
                        <a:pt x="124" y="80"/>
                      </a:lnTo>
                      <a:lnTo>
                        <a:pt x="118" y="86"/>
                      </a:lnTo>
                      <a:lnTo>
                        <a:pt x="142" y="103"/>
                      </a:lnTo>
                      <a:lnTo>
                        <a:pt x="166" y="121"/>
                      </a:lnTo>
                      <a:lnTo>
                        <a:pt x="190" y="142"/>
                      </a:lnTo>
                      <a:lnTo>
                        <a:pt x="214" y="164"/>
                      </a:lnTo>
                      <a:lnTo>
                        <a:pt x="238" y="188"/>
                      </a:lnTo>
                      <a:lnTo>
                        <a:pt x="262" y="214"/>
                      </a:lnTo>
                      <a:lnTo>
                        <a:pt x="286" y="241"/>
                      </a:lnTo>
                      <a:lnTo>
                        <a:pt x="334" y="297"/>
                      </a:lnTo>
                      <a:lnTo>
                        <a:pt x="358" y="325"/>
                      </a:lnTo>
                      <a:lnTo>
                        <a:pt x="382" y="351"/>
                      </a:lnTo>
                      <a:lnTo>
                        <a:pt x="406" y="378"/>
                      </a:lnTo>
                      <a:lnTo>
                        <a:pt x="430" y="406"/>
                      </a:lnTo>
                      <a:lnTo>
                        <a:pt x="478" y="462"/>
                      </a:lnTo>
                      <a:lnTo>
                        <a:pt x="502" y="489"/>
                      </a:lnTo>
                      <a:lnTo>
                        <a:pt x="526" y="515"/>
                      </a:lnTo>
                      <a:lnTo>
                        <a:pt x="550" y="539"/>
                      </a:lnTo>
                      <a:lnTo>
                        <a:pt x="574" y="562"/>
                      </a:lnTo>
                      <a:lnTo>
                        <a:pt x="598" y="583"/>
                      </a:lnTo>
                      <a:lnTo>
                        <a:pt x="622" y="605"/>
                      </a:lnTo>
                      <a:lnTo>
                        <a:pt x="646" y="626"/>
                      </a:lnTo>
                      <a:lnTo>
                        <a:pt x="670" y="646"/>
                      </a:lnTo>
                      <a:lnTo>
                        <a:pt x="694" y="662"/>
                      </a:lnTo>
                      <a:lnTo>
                        <a:pt x="697" y="664"/>
                      </a:lnTo>
                      <a:lnTo>
                        <a:pt x="709" y="672"/>
                      </a:lnTo>
                      <a:lnTo>
                        <a:pt x="721" y="678"/>
                      </a:lnTo>
                      <a:lnTo>
                        <a:pt x="733" y="683"/>
                      </a:lnTo>
                      <a:lnTo>
                        <a:pt x="745" y="686"/>
                      </a:lnTo>
                      <a:lnTo>
                        <a:pt x="748" y="687"/>
                      </a:lnTo>
                      <a:lnTo>
                        <a:pt x="760" y="689"/>
                      </a:lnTo>
                      <a:lnTo>
                        <a:pt x="772" y="690"/>
                      </a:lnTo>
                      <a:lnTo>
                        <a:pt x="784" y="689"/>
                      </a:lnTo>
                      <a:lnTo>
                        <a:pt x="796" y="687"/>
                      </a:lnTo>
                      <a:lnTo>
                        <a:pt x="800" y="686"/>
                      </a:lnTo>
                      <a:lnTo>
                        <a:pt x="812" y="683"/>
                      </a:lnTo>
                      <a:lnTo>
                        <a:pt x="824" y="678"/>
                      </a:lnTo>
                      <a:lnTo>
                        <a:pt x="836" y="672"/>
                      </a:lnTo>
                      <a:lnTo>
                        <a:pt x="848" y="664"/>
                      </a:lnTo>
                      <a:lnTo>
                        <a:pt x="851" y="662"/>
                      </a:lnTo>
                      <a:lnTo>
                        <a:pt x="875" y="646"/>
                      </a:lnTo>
                      <a:lnTo>
                        <a:pt x="899" y="626"/>
                      </a:lnTo>
                      <a:lnTo>
                        <a:pt x="923" y="605"/>
                      </a:lnTo>
                      <a:lnTo>
                        <a:pt x="947" y="583"/>
                      </a:lnTo>
                      <a:lnTo>
                        <a:pt x="970" y="562"/>
                      </a:lnTo>
                      <a:lnTo>
                        <a:pt x="995" y="539"/>
                      </a:lnTo>
                      <a:lnTo>
                        <a:pt x="1019" y="515"/>
                      </a:lnTo>
                      <a:lnTo>
                        <a:pt x="1043" y="489"/>
                      </a:lnTo>
                      <a:lnTo>
                        <a:pt x="1067" y="462"/>
                      </a:lnTo>
                      <a:lnTo>
                        <a:pt x="1115" y="406"/>
                      </a:lnTo>
                      <a:lnTo>
                        <a:pt x="1139" y="378"/>
                      </a:lnTo>
                      <a:lnTo>
                        <a:pt x="1163" y="351"/>
                      </a:lnTo>
                      <a:lnTo>
                        <a:pt x="1187" y="325"/>
                      </a:lnTo>
                      <a:lnTo>
                        <a:pt x="1211" y="297"/>
                      </a:lnTo>
                      <a:lnTo>
                        <a:pt x="1259" y="241"/>
                      </a:lnTo>
                      <a:lnTo>
                        <a:pt x="1283" y="214"/>
                      </a:lnTo>
                      <a:lnTo>
                        <a:pt x="1307" y="188"/>
                      </a:lnTo>
                      <a:lnTo>
                        <a:pt x="1331" y="164"/>
                      </a:lnTo>
                      <a:lnTo>
                        <a:pt x="1354" y="142"/>
                      </a:lnTo>
                      <a:lnTo>
                        <a:pt x="1379" y="120"/>
                      </a:lnTo>
                      <a:lnTo>
                        <a:pt x="1403" y="98"/>
                      </a:lnTo>
                      <a:lnTo>
                        <a:pt x="1427" y="77"/>
                      </a:lnTo>
                      <a:lnTo>
                        <a:pt x="1451" y="58"/>
                      </a:lnTo>
                      <a:lnTo>
                        <a:pt x="1475" y="41"/>
                      </a:lnTo>
                      <a:lnTo>
                        <a:pt x="1468" y="34"/>
                      </a:lnTo>
                      <a:lnTo>
                        <a:pt x="1472" y="43"/>
                      </a:lnTo>
                      <a:lnTo>
                        <a:pt x="1484" y="35"/>
                      </a:lnTo>
                      <a:lnTo>
                        <a:pt x="1496" y="29"/>
                      </a:lnTo>
                      <a:lnTo>
                        <a:pt x="1508" y="24"/>
                      </a:lnTo>
                      <a:lnTo>
                        <a:pt x="1520" y="21"/>
                      </a:lnTo>
                      <a:lnTo>
                        <a:pt x="1516" y="12"/>
                      </a:lnTo>
                      <a:lnTo>
                        <a:pt x="1516" y="21"/>
                      </a:lnTo>
                      <a:lnTo>
                        <a:pt x="1528" y="19"/>
                      </a:lnTo>
                      <a:lnTo>
                        <a:pt x="1540" y="18"/>
                      </a:lnTo>
                      <a:lnTo>
                        <a:pt x="1552" y="19"/>
                      </a:lnTo>
                      <a:lnTo>
                        <a:pt x="1564" y="21"/>
                      </a:lnTo>
                      <a:lnTo>
                        <a:pt x="1564" y="12"/>
                      </a:lnTo>
                      <a:lnTo>
                        <a:pt x="1561" y="21"/>
                      </a:lnTo>
                      <a:lnTo>
                        <a:pt x="1573" y="24"/>
                      </a:lnTo>
                      <a:lnTo>
                        <a:pt x="1585" y="29"/>
                      </a:lnTo>
                      <a:lnTo>
                        <a:pt x="1597" y="35"/>
                      </a:lnTo>
                      <a:lnTo>
                        <a:pt x="1609" y="43"/>
                      </a:lnTo>
                      <a:lnTo>
                        <a:pt x="1612" y="34"/>
                      </a:lnTo>
                      <a:lnTo>
                        <a:pt x="1606" y="41"/>
                      </a:lnTo>
                      <a:lnTo>
                        <a:pt x="1630" y="58"/>
                      </a:lnTo>
                      <a:lnTo>
                        <a:pt x="1654" y="77"/>
                      </a:lnTo>
                      <a:lnTo>
                        <a:pt x="1678" y="98"/>
                      </a:lnTo>
                      <a:lnTo>
                        <a:pt x="1702" y="120"/>
                      </a:lnTo>
                      <a:lnTo>
                        <a:pt x="1726" y="142"/>
                      </a:lnTo>
                      <a:lnTo>
                        <a:pt x="1750" y="164"/>
                      </a:lnTo>
                      <a:lnTo>
                        <a:pt x="1776" y="190"/>
                      </a:lnTo>
                      <a:lnTo>
                        <a:pt x="1802" y="218"/>
                      </a:lnTo>
                      <a:lnTo>
                        <a:pt x="1828" y="247"/>
                      </a:lnTo>
                      <a:lnTo>
                        <a:pt x="1853" y="275"/>
                      </a:lnTo>
                      <a:lnTo>
                        <a:pt x="1876" y="303"/>
                      </a:lnTo>
                      <a:lnTo>
                        <a:pt x="1898" y="329"/>
                      </a:lnTo>
                      <a:lnTo>
                        <a:pt x="1917" y="351"/>
                      </a:lnTo>
                      <a:lnTo>
                        <a:pt x="1935" y="372"/>
                      </a:lnTo>
                      <a:lnTo>
                        <a:pt x="1951" y="392"/>
                      </a:lnTo>
                      <a:lnTo>
                        <a:pt x="1965" y="410"/>
                      </a:lnTo>
                      <a:lnTo>
                        <a:pt x="1978" y="428"/>
                      </a:lnTo>
                      <a:lnTo>
                        <a:pt x="1989" y="443"/>
                      </a:lnTo>
                      <a:lnTo>
                        <a:pt x="1999" y="457"/>
                      </a:lnTo>
                      <a:lnTo>
                        <a:pt x="2007" y="468"/>
                      </a:lnTo>
                      <a:lnTo>
                        <a:pt x="2013" y="477"/>
                      </a:lnTo>
                      <a:lnTo>
                        <a:pt x="2027" y="466"/>
                      </a:lnTo>
                      <a:lnTo>
                        <a:pt x="2020" y="455"/>
                      </a:lnTo>
                      <a:lnTo>
                        <a:pt x="2012" y="444"/>
                      </a:lnTo>
                      <a:lnTo>
                        <a:pt x="2002" y="430"/>
                      </a:lnTo>
                      <a:lnTo>
                        <a:pt x="1991" y="415"/>
                      </a:lnTo>
                      <a:lnTo>
                        <a:pt x="1978" y="397"/>
                      </a:lnTo>
                      <a:lnTo>
                        <a:pt x="1964" y="379"/>
                      </a:lnTo>
                      <a:lnTo>
                        <a:pt x="1948" y="359"/>
                      </a:lnTo>
                      <a:lnTo>
                        <a:pt x="1931" y="339"/>
                      </a:lnTo>
                      <a:lnTo>
                        <a:pt x="1911" y="316"/>
                      </a:lnTo>
                      <a:lnTo>
                        <a:pt x="1889" y="290"/>
                      </a:lnTo>
                      <a:lnTo>
                        <a:pt x="1866" y="262"/>
                      </a:lnTo>
                      <a:lnTo>
                        <a:pt x="1841" y="234"/>
                      </a:lnTo>
                      <a:lnTo>
                        <a:pt x="1815" y="205"/>
                      </a:lnTo>
                      <a:lnTo>
                        <a:pt x="1789" y="177"/>
                      </a:lnTo>
                      <a:lnTo>
                        <a:pt x="1763" y="151"/>
                      </a:lnTo>
                      <a:lnTo>
                        <a:pt x="1738" y="129"/>
                      </a:lnTo>
                      <a:lnTo>
                        <a:pt x="1715" y="107"/>
                      </a:lnTo>
                      <a:lnTo>
                        <a:pt x="1691" y="85"/>
                      </a:lnTo>
                      <a:lnTo>
                        <a:pt x="1667" y="64"/>
                      </a:lnTo>
                      <a:lnTo>
                        <a:pt x="1643" y="45"/>
                      </a:lnTo>
                      <a:lnTo>
                        <a:pt x="1619" y="28"/>
                      </a:lnTo>
                      <a:lnTo>
                        <a:pt x="1616" y="26"/>
                      </a:lnTo>
                      <a:lnTo>
                        <a:pt x="1604" y="18"/>
                      </a:lnTo>
                      <a:lnTo>
                        <a:pt x="1592" y="12"/>
                      </a:lnTo>
                      <a:lnTo>
                        <a:pt x="1580" y="7"/>
                      </a:lnTo>
                      <a:lnTo>
                        <a:pt x="1568" y="4"/>
                      </a:lnTo>
                      <a:lnTo>
                        <a:pt x="1564" y="3"/>
                      </a:lnTo>
                      <a:lnTo>
                        <a:pt x="1552" y="1"/>
                      </a:lnTo>
                      <a:lnTo>
                        <a:pt x="1540" y="0"/>
                      </a:lnTo>
                      <a:lnTo>
                        <a:pt x="1528" y="1"/>
                      </a:lnTo>
                      <a:lnTo>
                        <a:pt x="1516" y="3"/>
                      </a:lnTo>
                      <a:lnTo>
                        <a:pt x="1513" y="4"/>
                      </a:lnTo>
                      <a:lnTo>
                        <a:pt x="1501" y="7"/>
                      </a:lnTo>
                      <a:lnTo>
                        <a:pt x="1489" y="12"/>
                      </a:lnTo>
                      <a:lnTo>
                        <a:pt x="1477" y="18"/>
                      </a:lnTo>
                      <a:lnTo>
                        <a:pt x="1465" y="26"/>
                      </a:lnTo>
                      <a:lnTo>
                        <a:pt x="1462" y="28"/>
                      </a:lnTo>
                      <a:lnTo>
                        <a:pt x="1438" y="45"/>
                      </a:lnTo>
                      <a:lnTo>
                        <a:pt x="1414" y="64"/>
                      </a:lnTo>
                      <a:lnTo>
                        <a:pt x="1390" y="85"/>
                      </a:lnTo>
                      <a:lnTo>
                        <a:pt x="1366" y="107"/>
                      </a:lnTo>
                      <a:lnTo>
                        <a:pt x="1342" y="129"/>
                      </a:lnTo>
                      <a:lnTo>
                        <a:pt x="1318" y="151"/>
                      </a:lnTo>
                      <a:lnTo>
                        <a:pt x="1294" y="175"/>
                      </a:lnTo>
                      <a:lnTo>
                        <a:pt x="1270" y="201"/>
                      </a:lnTo>
                      <a:lnTo>
                        <a:pt x="1246" y="228"/>
                      </a:lnTo>
                      <a:lnTo>
                        <a:pt x="1198" y="284"/>
                      </a:lnTo>
                      <a:lnTo>
                        <a:pt x="1174" y="312"/>
                      </a:lnTo>
                      <a:lnTo>
                        <a:pt x="1150" y="339"/>
                      </a:lnTo>
                      <a:lnTo>
                        <a:pt x="1126" y="365"/>
                      </a:lnTo>
                      <a:lnTo>
                        <a:pt x="1102" y="393"/>
                      </a:lnTo>
                      <a:lnTo>
                        <a:pt x="1054" y="449"/>
                      </a:lnTo>
                      <a:lnTo>
                        <a:pt x="1030" y="476"/>
                      </a:lnTo>
                      <a:lnTo>
                        <a:pt x="1006" y="502"/>
                      </a:lnTo>
                      <a:lnTo>
                        <a:pt x="982" y="526"/>
                      </a:lnTo>
                      <a:lnTo>
                        <a:pt x="958" y="549"/>
                      </a:lnTo>
                      <a:lnTo>
                        <a:pt x="934" y="570"/>
                      </a:lnTo>
                      <a:lnTo>
                        <a:pt x="910" y="592"/>
                      </a:lnTo>
                      <a:lnTo>
                        <a:pt x="886" y="613"/>
                      </a:lnTo>
                      <a:lnTo>
                        <a:pt x="862" y="633"/>
                      </a:lnTo>
                      <a:lnTo>
                        <a:pt x="838" y="649"/>
                      </a:lnTo>
                      <a:lnTo>
                        <a:pt x="844" y="656"/>
                      </a:lnTo>
                      <a:lnTo>
                        <a:pt x="841" y="647"/>
                      </a:lnTo>
                      <a:lnTo>
                        <a:pt x="829" y="655"/>
                      </a:lnTo>
                      <a:lnTo>
                        <a:pt x="817" y="661"/>
                      </a:lnTo>
                      <a:lnTo>
                        <a:pt x="805" y="666"/>
                      </a:lnTo>
                      <a:lnTo>
                        <a:pt x="793" y="669"/>
                      </a:lnTo>
                      <a:lnTo>
                        <a:pt x="796" y="678"/>
                      </a:lnTo>
                      <a:lnTo>
                        <a:pt x="796" y="669"/>
                      </a:lnTo>
                      <a:lnTo>
                        <a:pt x="784" y="671"/>
                      </a:lnTo>
                      <a:lnTo>
                        <a:pt x="772" y="672"/>
                      </a:lnTo>
                      <a:lnTo>
                        <a:pt x="760" y="671"/>
                      </a:lnTo>
                      <a:lnTo>
                        <a:pt x="748" y="669"/>
                      </a:lnTo>
                      <a:lnTo>
                        <a:pt x="748" y="678"/>
                      </a:lnTo>
                      <a:lnTo>
                        <a:pt x="752" y="669"/>
                      </a:lnTo>
                      <a:lnTo>
                        <a:pt x="740" y="666"/>
                      </a:lnTo>
                      <a:lnTo>
                        <a:pt x="728" y="661"/>
                      </a:lnTo>
                      <a:lnTo>
                        <a:pt x="716" y="655"/>
                      </a:lnTo>
                      <a:lnTo>
                        <a:pt x="704" y="647"/>
                      </a:lnTo>
                      <a:lnTo>
                        <a:pt x="700" y="656"/>
                      </a:lnTo>
                      <a:lnTo>
                        <a:pt x="707" y="649"/>
                      </a:lnTo>
                      <a:lnTo>
                        <a:pt x="683" y="633"/>
                      </a:lnTo>
                      <a:lnTo>
                        <a:pt x="659" y="613"/>
                      </a:lnTo>
                      <a:lnTo>
                        <a:pt x="635" y="592"/>
                      </a:lnTo>
                      <a:lnTo>
                        <a:pt x="611" y="570"/>
                      </a:lnTo>
                      <a:lnTo>
                        <a:pt x="586" y="549"/>
                      </a:lnTo>
                      <a:lnTo>
                        <a:pt x="563" y="526"/>
                      </a:lnTo>
                      <a:lnTo>
                        <a:pt x="539" y="502"/>
                      </a:lnTo>
                      <a:lnTo>
                        <a:pt x="515" y="476"/>
                      </a:lnTo>
                      <a:lnTo>
                        <a:pt x="491" y="449"/>
                      </a:lnTo>
                      <a:lnTo>
                        <a:pt x="443" y="393"/>
                      </a:lnTo>
                      <a:lnTo>
                        <a:pt x="419" y="365"/>
                      </a:lnTo>
                      <a:lnTo>
                        <a:pt x="395" y="339"/>
                      </a:lnTo>
                      <a:lnTo>
                        <a:pt x="371" y="312"/>
                      </a:lnTo>
                      <a:lnTo>
                        <a:pt x="347" y="284"/>
                      </a:lnTo>
                      <a:lnTo>
                        <a:pt x="299" y="228"/>
                      </a:lnTo>
                      <a:lnTo>
                        <a:pt x="275" y="201"/>
                      </a:lnTo>
                      <a:lnTo>
                        <a:pt x="251" y="175"/>
                      </a:lnTo>
                      <a:lnTo>
                        <a:pt x="227" y="151"/>
                      </a:lnTo>
                      <a:lnTo>
                        <a:pt x="202" y="129"/>
                      </a:lnTo>
                      <a:lnTo>
                        <a:pt x="179" y="108"/>
                      </a:lnTo>
                      <a:lnTo>
                        <a:pt x="155" y="90"/>
                      </a:lnTo>
                      <a:lnTo>
                        <a:pt x="131" y="73"/>
                      </a:lnTo>
                      <a:lnTo>
                        <a:pt x="128" y="71"/>
                      </a:lnTo>
                      <a:lnTo>
                        <a:pt x="104" y="56"/>
                      </a:lnTo>
                      <a:lnTo>
                        <a:pt x="56" y="27"/>
                      </a:lnTo>
                      <a:lnTo>
                        <a:pt x="8" y="1"/>
                      </a:lnTo>
                      <a:close/>
                    </a:path>
                  </a:pathLst>
                </a:custGeom>
                <a:solidFill>
                  <a:srgbClr val="0000FF"/>
                </a:solidFill>
                <a:ln w="19050">
                  <a:solidFill>
                    <a:srgbClr val="0000FF"/>
                  </a:solidFill>
                  <a:round/>
                  <a:headEnd/>
                  <a:tailEnd/>
                </a:ln>
              </p:spPr>
              <p:txBody>
                <a:bodyPr/>
                <a:lstStyle/>
                <a:p>
                  <a:endParaRPr lang="zh-CN" altLang="en-US"/>
                </a:p>
              </p:txBody>
            </p:sp>
            <p:sp>
              <p:nvSpPr>
                <p:cNvPr id="20505" name="Freeform 19">
                  <a:extLst>
                    <a:ext uri="{FF2B5EF4-FFF2-40B4-BE49-F238E27FC236}">
                      <a16:creationId xmlns:a16="http://schemas.microsoft.com/office/drawing/2014/main" id="{0FF85152-1E77-4D42-8FE9-57A9CC9F322F}"/>
                    </a:ext>
                  </a:extLst>
                </p:cNvPr>
                <p:cNvSpPr>
                  <a:spLocks/>
                </p:cNvSpPr>
                <p:nvPr/>
              </p:nvSpPr>
              <p:spPr bwMode="auto">
                <a:xfrm>
                  <a:off x="2400" y="3168"/>
                  <a:ext cx="672" cy="432"/>
                </a:xfrm>
                <a:custGeom>
                  <a:avLst/>
                  <a:gdLst>
                    <a:gd name="T0" fmla="*/ 0 w 2027"/>
                    <a:gd name="T1" fmla="*/ 1 h 690"/>
                    <a:gd name="T2" fmla="*/ 0 w 2027"/>
                    <a:gd name="T3" fmla="*/ 1 h 690"/>
                    <a:gd name="T4" fmla="*/ 0 w 2027"/>
                    <a:gd name="T5" fmla="*/ 1 h 690"/>
                    <a:gd name="T6" fmla="*/ 0 w 2027"/>
                    <a:gd name="T7" fmla="*/ 1 h 690"/>
                    <a:gd name="T8" fmla="*/ 0 w 2027"/>
                    <a:gd name="T9" fmla="*/ 1 h 690"/>
                    <a:gd name="T10" fmla="*/ 0 w 2027"/>
                    <a:gd name="T11" fmla="*/ 1 h 690"/>
                    <a:gd name="T12" fmla="*/ 0 w 2027"/>
                    <a:gd name="T13" fmla="*/ 1 h 690"/>
                    <a:gd name="T14" fmla="*/ 0 w 2027"/>
                    <a:gd name="T15" fmla="*/ 1 h 690"/>
                    <a:gd name="T16" fmla="*/ 0 w 2027"/>
                    <a:gd name="T17" fmla="*/ 1 h 690"/>
                    <a:gd name="T18" fmla="*/ 0 w 2027"/>
                    <a:gd name="T19" fmla="*/ 1 h 690"/>
                    <a:gd name="T20" fmla="*/ 0 w 2027"/>
                    <a:gd name="T21" fmla="*/ 1 h 690"/>
                    <a:gd name="T22" fmla="*/ 0 w 2027"/>
                    <a:gd name="T23" fmla="*/ 1 h 690"/>
                    <a:gd name="T24" fmla="*/ 0 w 2027"/>
                    <a:gd name="T25" fmla="*/ 1 h 690"/>
                    <a:gd name="T26" fmla="*/ 0 w 2027"/>
                    <a:gd name="T27" fmla="*/ 1 h 690"/>
                    <a:gd name="T28" fmla="*/ 0 w 2027"/>
                    <a:gd name="T29" fmla="*/ 1 h 690"/>
                    <a:gd name="T30" fmla="*/ 0 w 2027"/>
                    <a:gd name="T31" fmla="*/ 1 h 690"/>
                    <a:gd name="T32" fmla="*/ 0 w 2027"/>
                    <a:gd name="T33" fmla="*/ 1 h 690"/>
                    <a:gd name="T34" fmla="*/ 0 w 2027"/>
                    <a:gd name="T35" fmla="*/ 1 h 690"/>
                    <a:gd name="T36" fmla="*/ 0 w 2027"/>
                    <a:gd name="T37" fmla="*/ 1 h 690"/>
                    <a:gd name="T38" fmla="*/ 0 w 2027"/>
                    <a:gd name="T39" fmla="*/ 1 h 690"/>
                    <a:gd name="T40" fmla="*/ 0 w 2027"/>
                    <a:gd name="T41" fmla="*/ 1 h 690"/>
                    <a:gd name="T42" fmla="*/ 0 w 2027"/>
                    <a:gd name="T43" fmla="*/ 1 h 690"/>
                    <a:gd name="T44" fmla="*/ 0 w 2027"/>
                    <a:gd name="T45" fmla="*/ 1 h 690"/>
                    <a:gd name="T46" fmla="*/ 0 w 2027"/>
                    <a:gd name="T47" fmla="*/ 1 h 690"/>
                    <a:gd name="T48" fmla="*/ 0 w 2027"/>
                    <a:gd name="T49" fmla="*/ 1 h 690"/>
                    <a:gd name="T50" fmla="*/ 0 w 2027"/>
                    <a:gd name="T51" fmla="*/ 1 h 690"/>
                    <a:gd name="T52" fmla="*/ 0 w 2027"/>
                    <a:gd name="T53" fmla="*/ 1 h 690"/>
                    <a:gd name="T54" fmla="*/ 0 w 2027"/>
                    <a:gd name="T55" fmla="*/ 1 h 690"/>
                    <a:gd name="T56" fmla="*/ 0 w 2027"/>
                    <a:gd name="T57" fmla="*/ 1 h 690"/>
                    <a:gd name="T58" fmla="*/ 0 w 2027"/>
                    <a:gd name="T59" fmla="*/ 1 h 690"/>
                    <a:gd name="T60" fmla="*/ 0 w 2027"/>
                    <a:gd name="T61" fmla="*/ 1 h 690"/>
                    <a:gd name="T62" fmla="*/ 0 w 2027"/>
                    <a:gd name="T63" fmla="*/ 1 h 690"/>
                    <a:gd name="T64" fmla="*/ 0 w 2027"/>
                    <a:gd name="T65" fmla="*/ 1 h 690"/>
                    <a:gd name="T66" fmla="*/ 0 w 2027"/>
                    <a:gd name="T67" fmla="*/ 1 h 690"/>
                    <a:gd name="T68" fmla="*/ 0 w 2027"/>
                    <a:gd name="T69" fmla="*/ 0 h 690"/>
                    <a:gd name="T70" fmla="*/ 0 w 2027"/>
                    <a:gd name="T71" fmla="*/ 1 h 690"/>
                    <a:gd name="T72" fmla="*/ 0 w 2027"/>
                    <a:gd name="T73" fmla="*/ 1 h 690"/>
                    <a:gd name="T74" fmla="*/ 0 w 2027"/>
                    <a:gd name="T75" fmla="*/ 1 h 690"/>
                    <a:gd name="T76" fmla="*/ 0 w 2027"/>
                    <a:gd name="T77" fmla="*/ 1 h 690"/>
                    <a:gd name="T78" fmla="*/ 0 w 2027"/>
                    <a:gd name="T79" fmla="*/ 1 h 690"/>
                    <a:gd name="T80" fmla="*/ 0 w 2027"/>
                    <a:gd name="T81" fmla="*/ 1 h 690"/>
                    <a:gd name="T82" fmla="*/ 0 w 2027"/>
                    <a:gd name="T83" fmla="*/ 1 h 690"/>
                    <a:gd name="T84" fmla="*/ 0 w 2027"/>
                    <a:gd name="T85" fmla="*/ 1 h 690"/>
                    <a:gd name="T86" fmla="*/ 0 w 2027"/>
                    <a:gd name="T87" fmla="*/ 1 h 690"/>
                    <a:gd name="T88" fmla="*/ 0 w 2027"/>
                    <a:gd name="T89" fmla="*/ 1 h 690"/>
                    <a:gd name="T90" fmla="*/ 0 w 2027"/>
                    <a:gd name="T91" fmla="*/ 1 h 690"/>
                    <a:gd name="T92" fmla="*/ 0 w 2027"/>
                    <a:gd name="T93" fmla="*/ 1 h 690"/>
                    <a:gd name="T94" fmla="*/ 0 w 2027"/>
                    <a:gd name="T95" fmla="*/ 1 h 690"/>
                    <a:gd name="T96" fmla="*/ 0 w 2027"/>
                    <a:gd name="T97" fmla="*/ 1 h 690"/>
                    <a:gd name="T98" fmla="*/ 0 w 2027"/>
                    <a:gd name="T99" fmla="*/ 1 h 690"/>
                    <a:gd name="T100" fmla="*/ 0 w 2027"/>
                    <a:gd name="T101" fmla="*/ 1 h 690"/>
                    <a:gd name="T102" fmla="*/ 0 w 2027"/>
                    <a:gd name="T103" fmla="*/ 1 h 690"/>
                    <a:gd name="T104" fmla="*/ 0 w 2027"/>
                    <a:gd name="T105" fmla="*/ 1 h 690"/>
                    <a:gd name="T106" fmla="*/ 0 w 2027"/>
                    <a:gd name="T107" fmla="*/ 1 h 690"/>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2027"/>
                    <a:gd name="T163" fmla="*/ 0 h 690"/>
                    <a:gd name="T164" fmla="*/ 2027 w 2027"/>
                    <a:gd name="T165" fmla="*/ 690 h 690"/>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2027" h="690">
                      <a:moveTo>
                        <a:pt x="8" y="1"/>
                      </a:moveTo>
                      <a:lnTo>
                        <a:pt x="0" y="17"/>
                      </a:lnTo>
                      <a:lnTo>
                        <a:pt x="49" y="44"/>
                      </a:lnTo>
                      <a:lnTo>
                        <a:pt x="97" y="73"/>
                      </a:lnTo>
                      <a:lnTo>
                        <a:pt x="121" y="88"/>
                      </a:lnTo>
                      <a:lnTo>
                        <a:pt x="124" y="80"/>
                      </a:lnTo>
                      <a:lnTo>
                        <a:pt x="118" y="86"/>
                      </a:lnTo>
                      <a:lnTo>
                        <a:pt x="142" y="103"/>
                      </a:lnTo>
                      <a:lnTo>
                        <a:pt x="166" y="121"/>
                      </a:lnTo>
                      <a:lnTo>
                        <a:pt x="190" y="142"/>
                      </a:lnTo>
                      <a:lnTo>
                        <a:pt x="214" y="164"/>
                      </a:lnTo>
                      <a:lnTo>
                        <a:pt x="238" y="188"/>
                      </a:lnTo>
                      <a:lnTo>
                        <a:pt x="262" y="214"/>
                      </a:lnTo>
                      <a:lnTo>
                        <a:pt x="286" y="241"/>
                      </a:lnTo>
                      <a:lnTo>
                        <a:pt x="334" y="297"/>
                      </a:lnTo>
                      <a:lnTo>
                        <a:pt x="358" y="325"/>
                      </a:lnTo>
                      <a:lnTo>
                        <a:pt x="382" y="351"/>
                      </a:lnTo>
                      <a:lnTo>
                        <a:pt x="406" y="378"/>
                      </a:lnTo>
                      <a:lnTo>
                        <a:pt x="430" y="406"/>
                      </a:lnTo>
                      <a:lnTo>
                        <a:pt x="478" y="462"/>
                      </a:lnTo>
                      <a:lnTo>
                        <a:pt x="502" y="489"/>
                      </a:lnTo>
                      <a:lnTo>
                        <a:pt x="526" y="515"/>
                      </a:lnTo>
                      <a:lnTo>
                        <a:pt x="550" y="539"/>
                      </a:lnTo>
                      <a:lnTo>
                        <a:pt x="574" y="562"/>
                      </a:lnTo>
                      <a:lnTo>
                        <a:pt x="598" y="583"/>
                      </a:lnTo>
                      <a:lnTo>
                        <a:pt x="622" y="605"/>
                      </a:lnTo>
                      <a:lnTo>
                        <a:pt x="646" y="626"/>
                      </a:lnTo>
                      <a:lnTo>
                        <a:pt x="670" y="646"/>
                      </a:lnTo>
                      <a:lnTo>
                        <a:pt x="694" y="662"/>
                      </a:lnTo>
                      <a:lnTo>
                        <a:pt x="697" y="664"/>
                      </a:lnTo>
                      <a:lnTo>
                        <a:pt x="709" y="672"/>
                      </a:lnTo>
                      <a:lnTo>
                        <a:pt x="721" y="678"/>
                      </a:lnTo>
                      <a:lnTo>
                        <a:pt x="733" y="683"/>
                      </a:lnTo>
                      <a:lnTo>
                        <a:pt x="745" y="686"/>
                      </a:lnTo>
                      <a:lnTo>
                        <a:pt x="748" y="687"/>
                      </a:lnTo>
                      <a:lnTo>
                        <a:pt x="760" y="689"/>
                      </a:lnTo>
                      <a:lnTo>
                        <a:pt x="772" y="690"/>
                      </a:lnTo>
                      <a:lnTo>
                        <a:pt x="784" y="689"/>
                      </a:lnTo>
                      <a:lnTo>
                        <a:pt x="796" y="687"/>
                      </a:lnTo>
                      <a:lnTo>
                        <a:pt x="800" y="686"/>
                      </a:lnTo>
                      <a:lnTo>
                        <a:pt x="812" y="683"/>
                      </a:lnTo>
                      <a:lnTo>
                        <a:pt x="824" y="678"/>
                      </a:lnTo>
                      <a:lnTo>
                        <a:pt x="836" y="672"/>
                      </a:lnTo>
                      <a:lnTo>
                        <a:pt x="848" y="664"/>
                      </a:lnTo>
                      <a:lnTo>
                        <a:pt x="851" y="662"/>
                      </a:lnTo>
                      <a:lnTo>
                        <a:pt x="875" y="646"/>
                      </a:lnTo>
                      <a:lnTo>
                        <a:pt x="899" y="626"/>
                      </a:lnTo>
                      <a:lnTo>
                        <a:pt x="923" y="605"/>
                      </a:lnTo>
                      <a:lnTo>
                        <a:pt x="947" y="583"/>
                      </a:lnTo>
                      <a:lnTo>
                        <a:pt x="970" y="562"/>
                      </a:lnTo>
                      <a:lnTo>
                        <a:pt x="995" y="539"/>
                      </a:lnTo>
                      <a:lnTo>
                        <a:pt x="1019" y="515"/>
                      </a:lnTo>
                      <a:lnTo>
                        <a:pt x="1043" y="489"/>
                      </a:lnTo>
                      <a:lnTo>
                        <a:pt x="1067" y="462"/>
                      </a:lnTo>
                      <a:lnTo>
                        <a:pt x="1115" y="406"/>
                      </a:lnTo>
                      <a:lnTo>
                        <a:pt x="1139" y="378"/>
                      </a:lnTo>
                      <a:lnTo>
                        <a:pt x="1163" y="351"/>
                      </a:lnTo>
                      <a:lnTo>
                        <a:pt x="1187" y="325"/>
                      </a:lnTo>
                      <a:lnTo>
                        <a:pt x="1211" y="297"/>
                      </a:lnTo>
                      <a:lnTo>
                        <a:pt x="1259" y="241"/>
                      </a:lnTo>
                      <a:lnTo>
                        <a:pt x="1283" y="214"/>
                      </a:lnTo>
                      <a:lnTo>
                        <a:pt x="1307" y="188"/>
                      </a:lnTo>
                      <a:lnTo>
                        <a:pt x="1331" y="164"/>
                      </a:lnTo>
                      <a:lnTo>
                        <a:pt x="1354" y="142"/>
                      </a:lnTo>
                      <a:lnTo>
                        <a:pt x="1379" y="120"/>
                      </a:lnTo>
                      <a:lnTo>
                        <a:pt x="1403" y="98"/>
                      </a:lnTo>
                      <a:lnTo>
                        <a:pt x="1427" y="77"/>
                      </a:lnTo>
                      <a:lnTo>
                        <a:pt x="1451" y="58"/>
                      </a:lnTo>
                      <a:lnTo>
                        <a:pt x="1475" y="41"/>
                      </a:lnTo>
                      <a:lnTo>
                        <a:pt x="1468" y="34"/>
                      </a:lnTo>
                      <a:lnTo>
                        <a:pt x="1472" y="43"/>
                      </a:lnTo>
                      <a:lnTo>
                        <a:pt x="1484" y="35"/>
                      </a:lnTo>
                      <a:lnTo>
                        <a:pt x="1496" y="29"/>
                      </a:lnTo>
                      <a:lnTo>
                        <a:pt x="1508" y="24"/>
                      </a:lnTo>
                      <a:lnTo>
                        <a:pt x="1520" y="21"/>
                      </a:lnTo>
                      <a:lnTo>
                        <a:pt x="1516" y="12"/>
                      </a:lnTo>
                      <a:lnTo>
                        <a:pt x="1516" y="21"/>
                      </a:lnTo>
                      <a:lnTo>
                        <a:pt x="1528" y="19"/>
                      </a:lnTo>
                      <a:lnTo>
                        <a:pt x="1540" y="18"/>
                      </a:lnTo>
                      <a:lnTo>
                        <a:pt x="1552" y="19"/>
                      </a:lnTo>
                      <a:lnTo>
                        <a:pt x="1564" y="21"/>
                      </a:lnTo>
                      <a:lnTo>
                        <a:pt x="1564" y="12"/>
                      </a:lnTo>
                      <a:lnTo>
                        <a:pt x="1561" y="21"/>
                      </a:lnTo>
                      <a:lnTo>
                        <a:pt x="1573" y="24"/>
                      </a:lnTo>
                      <a:lnTo>
                        <a:pt x="1585" y="29"/>
                      </a:lnTo>
                      <a:lnTo>
                        <a:pt x="1597" y="35"/>
                      </a:lnTo>
                      <a:lnTo>
                        <a:pt x="1609" y="43"/>
                      </a:lnTo>
                      <a:lnTo>
                        <a:pt x="1612" y="34"/>
                      </a:lnTo>
                      <a:lnTo>
                        <a:pt x="1606" y="41"/>
                      </a:lnTo>
                      <a:lnTo>
                        <a:pt x="1630" y="58"/>
                      </a:lnTo>
                      <a:lnTo>
                        <a:pt x="1654" y="77"/>
                      </a:lnTo>
                      <a:lnTo>
                        <a:pt x="1678" y="98"/>
                      </a:lnTo>
                      <a:lnTo>
                        <a:pt x="1702" y="120"/>
                      </a:lnTo>
                      <a:lnTo>
                        <a:pt x="1726" y="142"/>
                      </a:lnTo>
                      <a:lnTo>
                        <a:pt x="1750" y="164"/>
                      </a:lnTo>
                      <a:lnTo>
                        <a:pt x="1776" y="190"/>
                      </a:lnTo>
                      <a:lnTo>
                        <a:pt x="1802" y="218"/>
                      </a:lnTo>
                      <a:lnTo>
                        <a:pt x="1828" y="247"/>
                      </a:lnTo>
                      <a:lnTo>
                        <a:pt x="1853" y="275"/>
                      </a:lnTo>
                      <a:lnTo>
                        <a:pt x="1876" y="303"/>
                      </a:lnTo>
                      <a:lnTo>
                        <a:pt x="1898" y="329"/>
                      </a:lnTo>
                      <a:lnTo>
                        <a:pt x="1917" y="351"/>
                      </a:lnTo>
                      <a:lnTo>
                        <a:pt x="1935" y="372"/>
                      </a:lnTo>
                      <a:lnTo>
                        <a:pt x="1951" y="392"/>
                      </a:lnTo>
                      <a:lnTo>
                        <a:pt x="1965" y="410"/>
                      </a:lnTo>
                      <a:lnTo>
                        <a:pt x="1978" y="428"/>
                      </a:lnTo>
                      <a:lnTo>
                        <a:pt x="1989" y="443"/>
                      </a:lnTo>
                      <a:lnTo>
                        <a:pt x="1999" y="457"/>
                      </a:lnTo>
                      <a:lnTo>
                        <a:pt x="2007" y="468"/>
                      </a:lnTo>
                      <a:lnTo>
                        <a:pt x="2013" y="477"/>
                      </a:lnTo>
                      <a:lnTo>
                        <a:pt x="2027" y="466"/>
                      </a:lnTo>
                      <a:lnTo>
                        <a:pt x="2020" y="455"/>
                      </a:lnTo>
                      <a:lnTo>
                        <a:pt x="2012" y="444"/>
                      </a:lnTo>
                      <a:lnTo>
                        <a:pt x="2002" y="430"/>
                      </a:lnTo>
                      <a:lnTo>
                        <a:pt x="1991" y="415"/>
                      </a:lnTo>
                      <a:lnTo>
                        <a:pt x="1978" y="397"/>
                      </a:lnTo>
                      <a:lnTo>
                        <a:pt x="1964" y="379"/>
                      </a:lnTo>
                      <a:lnTo>
                        <a:pt x="1948" y="359"/>
                      </a:lnTo>
                      <a:lnTo>
                        <a:pt x="1931" y="339"/>
                      </a:lnTo>
                      <a:lnTo>
                        <a:pt x="1911" y="316"/>
                      </a:lnTo>
                      <a:lnTo>
                        <a:pt x="1889" y="290"/>
                      </a:lnTo>
                      <a:lnTo>
                        <a:pt x="1866" y="262"/>
                      </a:lnTo>
                      <a:lnTo>
                        <a:pt x="1841" y="234"/>
                      </a:lnTo>
                      <a:lnTo>
                        <a:pt x="1815" y="205"/>
                      </a:lnTo>
                      <a:lnTo>
                        <a:pt x="1789" y="177"/>
                      </a:lnTo>
                      <a:lnTo>
                        <a:pt x="1763" y="151"/>
                      </a:lnTo>
                      <a:lnTo>
                        <a:pt x="1738" y="129"/>
                      </a:lnTo>
                      <a:lnTo>
                        <a:pt x="1715" y="107"/>
                      </a:lnTo>
                      <a:lnTo>
                        <a:pt x="1691" y="85"/>
                      </a:lnTo>
                      <a:lnTo>
                        <a:pt x="1667" y="64"/>
                      </a:lnTo>
                      <a:lnTo>
                        <a:pt x="1643" y="45"/>
                      </a:lnTo>
                      <a:lnTo>
                        <a:pt x="1619" y="28"/>
                      </a:lnTo>
                      <a:lnTo>
                        <a:pt x="1616" y="26"/>
                      </a:lnTo>
                      <a:lnTo>
                        <a:pt x="1604" y="18"/>
                      </a:lnTo>
                      <a:lnTo>
                        <a:pt x="1592" y="12"/>
                      </a:lnTo>
                      <a:lnTo>
                        <a:pt x="1580" y="7"/>
                      </a:lnTo>
                      <a:lnTo>
                        <a:pt x="1568" y="4"/>
                      </a:lnTo>
                      <a:lnTo>
                        <a:pt x="1564" y="3"/>
                      </a:lnTo>
                      <a:lnTo>
                        <a:pt x="1552" y="1"/>
                      </a:lnTo>
                      <a:lnTo>
                        <a:pt x="1540" y="0"/>
                      </a:lnTo>
                      <a:lnTo>
                        <a:pt x="1528" y="1"/>
                      </a:lnTo>
                      <a:lnTo>
                        <a:pt x="1516" y="3"/>
                      </a:lnTo>
                      <a:lnTo>
                        <a:pt x="1513" y="4"/>
                      </a:lnTo>
                      <a:lnTo>
                        <a:pt x="1501" y="7"/>
                      </a:lnTo>
                      <a:lnTo>
                        <a:pt x="1489" y="12"/>
                      </a:lnTo>
                      <a:lnTo>
                        <a:pt x="1477" y="18"/>
                      </a:lnTo>
                      <a:lnTo>
                        <a:pt x="1465" y="26"/>
                      </a:lnTo>
                      <a:lnTo>
                        <a:pt x="1462" y="28"/>
                      </a:lnTo>
                      <a:lnTo>
                        <a:pt x="1438" y="45"/>
                      </a:lnTo>
                      <a:lnTo>
                        <a:pt x="1414" y="64"/>
                      </a:lnTo>
                      <a:lnTo>
                        <a:pt x="1390" y="85"/>
                      </a:lnTo>
                      <a:lnTo>
                        <a:pt x="1366" y="107"/>
                      </a:lnTo>
                      <a:lnTo>
                        <a:pt x="1342" y="129"/>
                      </a:lnTo>
                      <a:lnTo>
                        <a:pt x="1318" y="151"/>
                      </a:lnTo>
                      <a:lnTo>
                        <a:pt x="1294" y="175"/>
                      </a:lnTo>
                      <a:lnTo>
                        <a:pt x="1270" y="201"/>
                      </a:lnTo>
                      <a:lnTo>
                        <a:pt x="1246" y="228"/>
                      </a:lnTo>
                      <a:lnTo>
                        <a:pt x="1198" y="284"/>
                      </a:lnTo>
                      <a:lnTo>
                        <a:pt x="1174" y="312"/>
                      </a:lnTo>
                      <a:lnTo>
                        <a:pt x="1150" y="339"/>
                      </a:lnTo>
                      <a:lnTo>
                        <a:pt x="1126" y="365"/>
                      </a:lnTo>
                      <a:lnTo>
                        <a:pt x="1102" y="393"/>
                      </a:lnTo>
                      <a:lnTo>
                        <a:pt x="1054" y="449"/>
                      </a:lnTo>
                      <a:lnTo>
                        <a:pt x="1030" y="476"/>
                      </a:lnTo>
                      <a:lnTo>
                        <a:pt x="1006" y="502"/>
                      </a:lnTo>
                      <a:lnTo>
                        <a:pt x="982" y="526"/>
                      </a:lnTo>
                      <a:lnTo>
                        <a:pt x="958" y="549"/>
                      </a:lnTo>
                      <a:lnTo>
                        <a:pt x="934" y="570"/>
                      </a:lnTo>
                      <a:lnTo>
                        <a:pt x="910" y="592"/>
                      </a:lnTo>
                      <a:lnTo>
                        <a:pt x="886" y="613"/>
                      </a:lnTo>
                      <a:lnTo>
                        <a:pt x="862" y="633"/>
                      </a:lnTo>
                      <a:lnTo>
                        <a:pt x="838" y="649"/>
                      </a:lnTo>
                      <a:lnTo>
                        <a:pt x="844" y="656"/>
                      </a:lnTo>
                      <a:lnTo>
                        <a:pt x="841" y="647"/>
                      </a:lnTo>
                      <a:lnTo>
                        <a:pt x="829" y="655"/>
                      </a:lnTo>
                      <a:lnTo>
                        <a:pt x="817" y="661"/>
                      </a:lnTo>
                      <a:lnTo>
                        <a:pt x="805" y="666"/>
                      </a:lnTo>
                      <a:lnTo>
                        <a:pt x="793" y="669"/>
                      </a:lnTo>
                      <a:lnTo>
                        <a:pt x="796" y="678"/>
                      </a:lnTo>
                      <a:lnTo>
                        <a:pt x="796" y="669"/>
                      </a:lnTo>
                      <a:lnTo>
                        <a:pt x="784" y="671"/>
                      </a:lnTo>
                      <a:lnTo>
                        <a:pt x="772" y="672"/>
                      </a:lnTo>
                      <a:lnTo>
                        <a:pt x="760" y="671"/>
                      </a:lnTo>
                      <a:lnTo>
                        <a:pt x="748" y="669"/>
                      </a:lnTo>
                      <a:lnTo>
                        <a:pt x="748" y="678"/>
                      </a:lnTo>
                      <a:lnTo>
                        <a:pt x="752" y="669"/>
                      </a:lnTo>
                      <a:lnTo>
                        <a:pt x="740" y="666"/>
                      </a:lnTo>
                      <a:lnTo>
                        <a:pt x="728" y="661"/>
                      </a:lnTo>
                      <a:lnTo>
                        <a:pt x="716" y="655"/>
                      </a:lnTo>
                      <a:lnTo>
                        <a:pt x="704" y="647"/>
                      </a:lnTo>
                      <a:lnTo>
                        <a:pt x="700" y="656"/>
                      </a:lnTo>
                      <a:lnTo>
                        <a:pt x="707" y="649"/>
                      </a:lnTo>
                      <a:lnTo>
                        <a:pt x="683" y="633"/>
                      </a:lnTo>
                      <a:lnTo>
                        <a:pt x="659" y="613"/>
                      </a:lnTo>
                      <a:lnTo>
                        <a:pt x="635" y="592"/>
                      </a:lnTo>
                      <a:lnTo>
                        <a:pt x="611" y="570"/>
                      </a:lnTo>
                      <a:lnTo>
                        <a:pt x="586" y="549"/>
                      </a:lnTo>
                      <a:lnTo>
                        <a:pt x="563" y="526"/>
                      </a:lnTo>
                      <a:lnTo>
                        <a:pt x="539" y="502"/>
                      </a:lnTo>
                      <a:lnTo>
                        <a:pt x="515" y="476"/>
                      </a:lnTo>
                      <a:lnTo>
                        <a:pt x="491" y="449"/>
                      </a:lnTo>
                      <a:lnTo>
                        <a:pt x="443" y="393"/>
                      </a:lnTo>
                      <a:lnTo>
                        <a:pt x="419" y="365"/>
                      </a:lnTo>
                      <a:lnTo>
                        <a:pt x="395" y="339"/>
                      </a:lnTo>
                      <a:lnTo>
                        <a:pt x="371" y="312"/>
                      </a:lnTo>
                      <a:lnTo>
                        <a:pt x="347" y="284"/>
                      </a:lnTo>
                      <a:lnTo>
                        <a:pt x="299" y="228"/>
                      </a:lnTo>
                      <a:lnTo>
                        <a:pt x="275" y="201"/>
                      </a:lnTo>
                      <a:lnTo>
                        <a:pt x="251" y="175"/>
                      </a:lnTo>
                      <a:lnTo>
                        <a:pt x="227" y="151"/>
                      </a:lnTo>
                      <a:lnTo>
                        <a:pt x="202" y="129"/>
                      </a:lnTo>
                      <a:lnTo>
                        <a:pt x="179" y="108"/>
                      </a:lnTo>
                      <a:lnTo>
                        <a:pt x="155" y="90"/>
                      </a:lnTo>
                      <a:lnTo>
                        <a:pt x="131" y="73"/>
                      </a:lnTo>
                      <a:lnTo>
                        <a:pt x="128" y="71"/>
                      </a:lnTo>
                      <a:lnTo>
                        <a:pt x="104" y="56"/>
                      </a:lnTo>
                      <a:lnTo>
                        <a:pt x="56" y="27"/>
                      </a:lnTo>
                      <a:lnTo>
                        <a:pt x="8" y="1"/>
                      </a:lnTo>
                      <a:close/>
                    </a:path>
                  </a:pathLst>
                </a:custGeom>
                <a:solidFill>
                  <a:srgbClr val="0000FF"/>
                </a:solidFill>
                <a:ln w="19050">
                  <a:solidFill>
                    <a:srgbClr val="0000FF"/>
                  </a:solidFill>
                  <a:round/>
                  <a:headEnd/>
                  <a:tailEnd/>
                </a:ln>
              </p:spPr>
              <p:txBody>
                <a:bodyPr/>
                <a:lstStyle/>
                <a:p>
                  <a:endParaRPr lang="zh-CN" altLang="en-US"/>
                </a:p>
              </p:txBody>
            </p:sp>
            <p:sp>
              <p:nvSpPr>
                <p:cNvPr id="20506" name="Freeform 20">
                  <a:extLst>
                    <a:ext uri="{FF2B5EF4-FFF2-40B4-BE49-F238E27FC236}">
                      <a16:creationId xmlns:a16="http://schemas.microsoft.com/office/drawing/2014/main" id="{D76472D4-644B-460B-AD12-68B51B275E39}"/>
                    </a:ext>
                  </a:extLst>
                </p:cNvPr>
                <p:cNvSpPr>
                  <a:spLocks/>
                </p:cNvSpPr>
                <p:nvPr/>
              </p:nvSpPr>
              <p:spPr bwMode="auto">
                <a:xfrm>
                  <a:off x="2928" y="3168"/>
                  <a:ext cx="672" cy="432"/>
                </a:xfrm>
                <a:custGeom>
                  <a:avLst/>
                  <a:gdLst>
                    <a:gd name="T0" fmla="*/ 0 w 2027"/>
                    <a:gd name="T1" fmla="*/ 1 h 690"/>
                    <a:gd name="T2" fmla="*/ 0 w 2027"/>
                    <a:gd name="T3" fmla="*/ 1 h 690"/>
                    <a:gd name="T4" fmla="*/ 0 w 2027"/>
                    <a:gd name="T5" fmla="*/ 1 h 690"/>
                    <a:gd name="T6" fmla="*/ 0 w 2027"/>
                    <a:gd name="T7" fmla="*/ 1 h 690"/>
                    <a:gd name="T8" fmla="*/ 0 w 2027"/>
                    <a:gd name="T9" fmla="*/ 1 h 690"/>
                    <a:gd name="T10" fmla="*/ 0 w 2027"/>
                    <a:gd name="T11" fmla="*/ 1 h 690"/>
                    <a:gd name="T12" fmla="*/ 0 w 2027"/>
                    <a:gd name="T13" fmla="*/ 1 h 690"/>
                    <a:gd name="T14" fmla="*/ 0 w 2027"/>
                    <a:gd name="T15" fmla="*/ 1 h 690"/>
                    <a:gd name="T16" fmla="*/ 0 w 2027"/>
                    <a:gd name="T17" fmla="*/ 1 h 690"/>
                    <a:gd name="T18" fmla="*/ 0 w 2027"/>
                    <a:gd name="T19" fmla="*/ 1 h 690"/>
                    <a:gd name="T20" fmla="*/ 0 w 2027"/>
                    <a:gd name="T21" fmla="*/ 1 h 690"/>
                    <a:gd name="T22" fmla="*/ 0 w 2027"/>
                    <a:gd name="T23" fmla="*/ 1 h 690"/>
                    <a:gd name="T24" fmla="*/ 0 w 2027"/>
                    <a:gd name="T25" fmla="*/ 1 h 690"/>
                    <a:gd name="T26" fmla="*/ 0 w 2027"/>
                    <a:gd name="T27" fmla="*/ 1 h 690"/>
                    <a:gd name="T28" fmla="*/ 0 w 2027"/>
                    <a:gd name="T29" fmla="*/ 1 h 690"/>
                    <a:gd name="T30" fmla="*/ 0 w 2027"/>
                    <a:gd name="T31" fmla="*/ 1 h 690"/>
                    <a:gd name="T32" fmla="*/ 0 w 2027"/>
                    <a:gd name="T33" fmla="*/ 1 h 690"/>
                    <a:gd name="T34" fmla="*/ 0 w 2027"/>
                    <a:gd name="T35" fmla="*/ 1 h 690"/>
                    <a:gd name="T36" fmla="*/ 0 w 2027"/>
                    <a:gd name="T37" fmla="*/ 1 h 690"/>
                    <a:gd name="T38" fmla="*/ 0 w 2027"/>
                    <a:gd name="T39" fmla="*/ 1 h 690"/>
                    <a:gd name="T40" fmla="*/ 0 w 2027"/>
                    <a:gd name="T41" fmla="*/ 1 h 690"/>
                    <a:gd name="T42" fmla="*/ 0 w 2027"/>
                    <a:gd name="T43" fmla="*/ 1 h 690"/>
                    <a:gd name="T44" fmla="*/ 0 w 2027"/>
                    <a:gd name="T45" fmla="*/ 1 h 690"/>
                    <a:gd name="T46" fmla="*/ 0 w 2027"/>
                    <a:gd name="T47" fmla="*/ 1 h 690"/>
                    <a:gd name="T48" fmla="*/ 0 w 2027"/>
                    <a:gd name="T49" fmla="*/ 1 h 690"/>
                    <a:gd name="T50" fmla="*/ 0 w 2027"/>
                    <a:gd name="T51" fmla="*/ 1 h 690"/>
                    <a:gd name="T52" fmla="*/ 0 w 2027"/>
                    <a:gd name="T53" fmla="*/ 1 h 690"/>
                    <a:gd name="T54" fmla="*/ 0 w 2027"/>
                    <a:gd name="T55" fmla="*/ 1 h 690"/>
                    <a:gd name="T56" fmla="*/ 0 w 2027"/>
                    <a:gd name="T57" fmla="*/ 1 h 690"/>
                    <a:gd name="T58" fmla="*/ 0 w 2027"/>
                    <a:gd name="T59" fmla="*/ 1 h 690"/>
                    <a:gd name="T60" fmla="*/ 0 w 2027"/>
                    <a:gd name="T61" fmla="*/ 1 h 690"/>
                    <a:gd name="T62" fmla="*/ 0 w 2027"/>
                    <a:gd name="T63" fmla="*/ 1 h 690"/>
                    <a:gd name="T64" fmla="*/ 0 w 2027"/>
                    <a:gd name="T65" fmla="*/ 1 h 690"/>
                    <a:gd name="T66" fmla="*/ 0 w 2027"/>
                    <a:gd name="T67" fmla="*/ 1 h 690"/>
                    <a:gd name="T68" fmla="*/ 0 w 2027"/>
                    <a:gd name="T69" fmla="*/ 0 h 690"/>
                    <a:gd name="T70" fmla="*/ 0 w 2027"/>
                    <a:gd name="T71" fmla="*/ 1 h 690"/>
                    <a:gd name="T72" fmla="*/ 0 w 2027"/>
                    <a:gd name="T73" fmla="*/ 1 h 690"/>
                    <a:gd name="T74" fmla="*/ 0 w 2027"/>
                    <a:gd name="T75" fmla="*/ 1 h 690"/>
                    <a:gd name="T76" fmla="*/ 0 w 2027"/>
                    <a:gd name="T77" fmla="*/ 1 h 690"/>
                    <a:gd name="T78" fmla="*/ 0 w 2027"/>
                    <a:gd name="T79" fmla="*/ 1 h 690"/>
                    <a:gd name="T80" fmla="*/ 0 w 2027"/>
                    <a:gd name="T81" fmla="*/ 1 h 690"/>
                    <a:gd name="T82" fmla="*/ 0 w 2027"/>
                    <a:gd name="T83" fmla="*/ 1 h 690"/>
                    <a:gd name="T84" fmla="*/ 0 w 2027"/>
                    <a:gd name="T85" fmla="*/ 1 h 690"/>
                    <a:gd name="T86" fmla="*/ 0 w 2027"/>
                    <a:gd name="T87" fmla="*/ 1 h 690"/>
                    <a:gd name="T88" fmla="*/ 0 w 2027"/>
                    <a:gd name="T89" fmla="*/ 1 h 690"/>
                    <a:gd name="T90" fmla="*/ 0 w 2027"/>
                    <a:gd name="T91" fmla="*/ 1 h 690"/>
                    <a:gd name="T92" fmla="*/ 0 w 2027"/>
                    <a:gd name="T93" fmla="*/ 1 h 690"/>
                    <a:gd name="T94" fmla="*/ 0 w 2027"/>
                    <a:gd name="T95" fmla="*/ 1 h 690"/>
                    <a:gd name="T96" fmla="*/ 0 w 2027"/>
                    <a:gd name="T97" fmla="*/ 1 h 690"/>
                    <a:gd name="T98" fmla="*/ 0 w 2027"/>
                    <a:gd name="T99" fmla="*/ 1 h 690"/>
                    <a:gd name="T100" fmla="*/ 0 w 2027"/>
                    <a:gd name="T101" fmla="*/ 1 h 690"/>
                    <a:gd name="T102" fmla="*/ 0 w 2027"/>
                    <a:gd name="T103" fmla="*/ 1 h 690"/>
                    <a:gd name="T104" fmla="*/ 0 w 2027"/>
                    <a:gd name="T105" fmla="*/ 1 h 690"/>
                    <a:gd name="T106" fmla="*/ 0 w 2027"/>
                    <a:gd name="T107" fmla="*/ 1 h 690"/>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2027"/>
                    <a:gd name="T163" fmla="*/ 0 h 690"/>
                    <a:gd name="T164" fmla="*/ 2027 w 2027"/>
                    <a:gd name="T165" fmla="*/ 690 h 690"/>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2027" h="690">
                      <a:moveTo>
                        <a:pt x="8" y="1"/>
                      </a:moveTo>
                      <a:lnTo>
                        <a:pt x="0" y="17"/>
                      </a:lnTo>
                      <a:lnTo>
                        <a:pt x="49" y="44"/>
                      </a:lnTo>
                      <a:lnTo>
                        <a:pt x="97" y="73"/>
                      </a:lnTo>
                      <a:lnTo>
                        <a:pt x="121" y="88"/>
                      </a:lnTo>
                      <a:lnTo>
                        <a:pt x="124" y="80"/>
                      </a:lnTo>
                      <a:lnTo>
                        <a:pt x="118" y="86"/>
                      </a:lnTo>
                      <a:lnTo>
                        <a:pt x="142" y="103"/>
                      </a:lnTo>
                      <a:lnTo>
                        <a:pt x="166" y="121"/>
                      </a:lnTo>
                      <a:lnTo>
                        <a:pt x="190" y="142"/>
                      </a:lnTo>
                      <a:lnTo>
                        <a:pt x="214" y="164"/>
                      </a:lnTo>
                      <a:lnTo>
                        <a:pt x="238" y="188"/>
                      </a:lnTo>
                      <a:lnTo>
                        <a:pt x="262" y="214"/>
                      </a:lnTo>
                      <a:lnTo>
                        <a:pt x="286" y="241"/>
                      </a:lnTo>
                      <a:lnTo>
                        <a:pt x="334" y="297"/>
                      </a:lnTo>
                      <a:lnTo>
                        <a:pt x="358" y="325"/>
                      </a:lnTo>
                      <a:lnTo>
                        <a:pt x="382" y="351"/>
                      </a:lnTo>
                      <a:lnTo>
                        <a:pt x="406" y="378"/>
                      </a:lnTo>
                      <a:lnTo>
                        <a:pt x="430" y="406"/>
                      </a:lnTo>
                      <a:lnTo>
                        <a:pt x="478" y="462"/>
                      </a:lnTo>
                      <a:lnTo>
                        <a:pt x="502" y="489"/>
                      </a:lnTo>
                      <a:lnTo>
                        <a:pt x="526" y="515"/>
                      </a:lnTo>
                      <a:lnTo>
                        <a:pt x="550" y="539"/>
                      </a:lnTo>
                      <a:lnTo>
                        <a:pt x="574" y="562"/>
                      </a:lnTo>
                      <a:lnTo>
                        <a:pt x="598" y="583"/>
                      </a:lnTo>
                      <a:lnTo>
                        <a:pt x="622" y="605"/>
                      </a:lnTo>
                      <a:lnTo>
                        <a:pt x="646" y="626"/>
                      </a:lnTo>
                      <a:lnTo>
                        <a:pt x="670" y="646"/>
                      </a:lnTo>
                      <a:lnTo>
                        <a:pt x="694" y="662"/>
                      </a:lnTo>
                      <a:lnTo>
                        <a:pt x="697" y="664"/>
                      </a:lnTo>
                      <a:lnTo>
                        <a:pt x="709" y="672"/>
                      </a:lnTo>
                      <a:lnTo>
                        <a:pt x="721" y="678"/>
                      </a:lnTo>
                      <a:lnTo>
                        <a:pt x="733" y="683"/>
                      </a:lnTo>
                      <a:lnTo>
                        <a:pt x="745" y="686"/>
                      </a:lnTo>
                      <a:lnTo>
                        <a:pt x="748" y="687"/>
                      </a:lnTo>
                      <a:lnTo>
                        <a:pt x="760" y="689"/>
                      </a:lnTo>
                      <a:lnTo>
                        <a:pt x="772" y="690"/>
                      </a:lnTo>
                      <a:lnTo>
                        <a:pt x="784" y="689"/>
                      </a:lnTo>
                      <a:lnTo>
                        <a:pt x="796" y="687"/>
                      </a:lnTo>
                      <a:lnTo>
                        <a:pt x="800" y="686"/>
                      </a:lnTo>
                      <a:lnTo>
                        <a:pt x="812" y="683"/>
                      </a:lnTo>
                      <a:lnTo>
                        <a:pt x="824" y="678"/>
                      </a:lnTo>
                      <a:lnTo>
                        <a:pt x="836" y="672"/>
                      </a:lnTo>
                      <a:lnTo>
                        <a:pt x="848" y="664"/>
                      </a:lnTo>
                      <a:lnTo>
                        <a:pt x="851" y="662"/>
                      </a:lnTo>
                      <a:lnTo>
                        <a:pt x="875" y="646"/>
                      </a:lnTo>
                      <a:lnTo>
                        <a:pt x="899" y="626"/>
                      </a:lnTo>
                      <a:lnTo>
                        <a:pt x="923" y="605"/>
                      </a:lnTo>
                      <a:lnTo>
                        <a:pt x="947" y="583"/>
                      </a:lnTo>
                      <a:lnTo>
                        <a:pt x="970" y="562"/>
                      </a:lnTo>
                      <a:lnTo>
                        <a:pt x="995" y="539"/>
                      </a:lnTo>
                      <a:lnTo>
                        <a:pt x="1019" y="515"/>
                      </a:lnTo>
                      <a:lnTo>
                        <a:pt x="1043" y="489"/>
                      </a:lnTo>
                      <a:lnTo>
                        <a:pt x="1067" y="462"/>
                      </a:lnTo>
                      <a:lnTo>
                        <a:pt x="1115" y="406"/>
                      </a:lnTo>
                      <a:lnTo>
                        <a:pt x="1139" y="378"/>
                      </a:lnTo>
                      <a:lnTo>
                        <a:pt x="1163" y="351"/>
                      </a:lnTo>
                      <a:lnTo>
                        <a:pt x="1187" y="325"/>
                      </a:lnTo>
                      <a:lnTo>
                        <a:pt x="1211" y="297"/>
                      </a:lnTo>
                      <a:lnTo>
                        <a:pt x="1259" y="241"/>
                      </a:lnTo>
                      <a:lnTo>
                        <a:pt x="1283" y="214"/>
                      </a:lnTo>
                      <a:lnTo>
                        <a:pt x="1307" y="188"/>
                      </a:lnTo>
                      <a:lnTo>
                        <a:pt x="1331" y="164"/>
                      </a:lnTo>
                      <a:lnTo>
                        <a:pt x="1354" y="142"/>
                      </a:lnTo>
                      <a:lnTo>
                        <a:pt x="1379" y="120"/>
                      </a:lnTo>
                      <a:lnTo>
                        <a:pt x="1403" y="98"/>
                      </a:lnTo>
                      <a:lnTo>
                        <a:pt x="1427" y="77"/>
                      </a:lnTo>
                      <a:lnTo>
                        <a:pt x="1451" y="58"/>
                      </a:lnTo>
                      <a:lnTo>
                        <a:pt x="1475" y="41"/>
                      </a:lnTo>
                      <a:lnTo>
                        <a:pt x="1468" y="34"/>
                      </a:lnTo>
                      <a:lnTo>
                        <a:pt x="1472" y="43"/>
                      </a:lnTo>
                      <a:lnTo>
                        <a:pt x="1484" y="35"/>
                      </a:lnTo>
                      <a:lnTo>
                        <a:pt x="1496" y="29"/>
                      </a:lnTo>
                      <a:lnTo>
                        <a:pt x="1508" y="24"/>
                      </a:lnTo>
                      <a:lnTo>
                        <a:pt x="1520" y="21"/>
                      </a:lnTo>
                      <a:lnTo>
                        <a:pt x="1516" y="12"/>
                      </a:lnTo>
                      <a:lnTo>
                        <a:pt x="1516" y="21"/>
                      </a:lnTo>
                      <a:lnTo>
                        <a:pt x="1528" y="19"/>
                      </a:lnTo>
                      <a:lnTo>
                        <a:pt x="1540" y="18"/>
                      </a:lnTo>
                      <a:lnTo>
                        <a:pt x="1552" y="19"/>
                      </a:lnTo>
                      <a:lnTo>
                        <a:pt x="1564" y="21"/>
                      </a:lnTo>
                      <a:lnTo>
                        <a:pt x="1564" y="12"/>
                      </a:lnTo>
                      <a:lnTo>
                        <a:pt x="1561" y="21"/>
                      </a:lnTo>
                      <a:lnTo>
                        <a:pt x="1573" y="24"/>
                      </a:lnTo>
                      <a:lnTo>
                        <a:pt x="1585" y="29"/>
                      </a:lnTo>
                      <a:lnTo>
                        <a:pt x="1597" y="35"/>
                      </a:lnTo>
                      <a:lnTo>
                        <a:pt x="1609" y="43"/>
                      </a:lnTo>
                      <a:lnTo>
                        <a:pt x="1612" y="34"/>
                      </a:lnTo>
                      <a:lnTo>
                        <a:pt x="1606" y="41"/>
                      </a:lnTo>
                      <a:lnTo>
                        <a:pt x="1630" y="58"/>
                      </a:lnTo>
                      <a:lnTo>
                        <a:pt x="1654" y="77"/>
                      </a:lnTo>
                      <a:lnTo>
                        <a:pt x="1678" y="98"/>
                      </a:lnTo>
                      <a:lnTo>
                        <a:pt x="1702" y="120"/>
                      </a:lnTo>
                      <a:lnTo>
                        <a:pt x="1726" y="142"/>
                      </a:lnTo>
                      <a:lnTo>
                        <a:pt x="1750" y="164"/>
                      </a:lnTo>
                      <a:lnTo>
                        <a:pt x="1776" y="190"/>
                      </a:lnTo>
                      <a:lnTo>
                        <a:pt x="1802" y="218"/>
                      </a:lnTo>
                      <a:lnTo>
                        <a:pt x="1828" y="247"/>
                      </a:lnTo>
                      <a:lnTo>
                        <a:pt x="1853" y="275"/>
                      </a:lnTo>
                      <a:lnTo>
                        <a:pt x="1876" y="303"/>
                      </a:lnTo>
                      <a:lnTo>
                        <a:pt x="1898" y="329"/>
                      </a:lnTo>
                      <a:lnTo>
                        <a:pt x="1917" y="351"/>
                      </a:lnTo>
                      <a:lnTo>
                        <a:pt x="1935" y="372"/>
                      </a:lnTo>
                      <a:lnTo>
                        <a:pt x="1951" y="392"/>
                      </a:lnTo>
                      <a:lnTo>
                        <a:pt x="1965" y="410"/>
                      </a:lnTo>
                      <a:lnTo>
                        <a:pt x="1978" y="428"/>
                      </a:lnTo>
                      <a:lnTo>
                        <a:pt x="1989" y="443"/>
                      </a:lnTo>
                      <a:lnTo>
                        <a:pt x="1999" y="457"/>
                      </a:lnTo>
                      <a:lnTo>
                        <a:pt x="2007" y="468"/>
                      </a:lnTo>
                      <a:lnTo>
                        <a:pt x="2013" y="477"/>
                      </a:lnTo>
                      <a:lnTo>
                        <a:pt x="2027" y="466"/>
                      </a:lnTo>
                      <a:lnTo>
                        <a:pt x="2020" y="455"/>
                      </a:lnTo>
                      <a:lnTo>
                        <a:pt x="2012" y="444"/>
                      </a:lnTo>
                      <a:lnTo>
                        <a:pt x="2002" y="430"/>
                      </a:lnTo>
                      <a:lnTo>
                        <a:pt x="1991" y="415"/>
                      </a:lnTo>
                      <a:lnTo>
                        <a:pt x="1978" y="397"/>
                      </a:lnTo>
                      <a:lnTo>
                        <a:pt x="1964" y="379"/>
                      </a:lnTo>
                      <a:lnTo>
                        <a:pt x="1948" y="359"/>
                      </a:lnTo>
                      <a:lnTo>
                        <a:pt x="1931" y="339"/>
                      </a:lnTo>
                      <a:lnTo>
                        <a:pt x="1911" y="316"/>
                      </a:lnTo>
                      <a:lnTo>
                        <a:pt x="1889" y="290"/>
                      </a:lnTo>
                      <a:lnTo>
                        <a:pt x="1866" y="262"/>
                      </a:lnTo>
                      <a:lnTo>
                        <a:pt x="1841" y="234"/>
                      </a:lnTo>
                      <a:lnTo>
                        <a:pt x="1815" y="205"/>
                      </a:lnTo>
                      <a:lnTo>
                        <a:pt x="1789" y="177"/>
                      </a:lnTo>
                      <a:lnTo>
                        <a:pt x="1763" y="151"/>
                      </a:lnTo>
                      <a:lnTo>
                        <a:pt x="1738" y="129"/>
                      </a:lnTo>
                      <a:lnTo>
                        <a:pt x="1715" y="107"/>
                      </a:lnTo>
                      <a:lnTo>
                        <a:pt x="1691" y="85"/>
                      </a:lnTo>
                      <a:lnTo>
                        <a:pt x="1667" y="64"/>
                      </a:lnTo>
                      <a:lnTo>
                        <a:pt x="1643" y="45"/>
                      </a:lnTo>
                      <a:lnTo>
                        <a:pt x="1619" y="28"/>
                      </a:lnTo>
                      <a:lnTo>
                        <a:pt x="1616" y="26"/>
                      </a:lnTo>
                      <a:lnTo>
                        <a:pt x="1604" y="18"/>
                      </a:lnTo>
                      <a:lnTo>
                        <a:pt x="1592" y="12"/>
                      </a:lnTo>
                      <a:lnTo>
                        <a:pt x="1580" y="7"/>
                      </a:lnTo>
                      <a:lnTo>
                        <a:pt x="1568" y="4"/>
                      </a:lnTo>
                      <a:lnTo>
                        <a:pt x="1564" y="3"/>
                      </a:lnTo>
                      <a:lnTo>
                        <a:pt x="1552" y="1"/>
                      </a:lnTo>
                      <a:lnTo>
                        <a:pt x="1540" y="0"/>
                      </a:lnTo>
                      <a:lnTo>
                        <a:pt x="1528" y="1"/>
                      </a:lnTo>
                      <a:lnTo>
                        <a:pt x="1516" y="3"/>
                      </a:lnTo>
                      <a:lnTo>
                        <a:pt x="1513" y="4"/>
                      </a:lnTo>
                      <a:lnTo>
                        <a:pt x="1501" y="7"/>
                      </a:lnTo>
                      <a:lnTo>
                        <a:pt x="1489" y="12"/>
                      </a:lnTo>
                      <a:lnTo>
                        <a:pt x="1477" y="18"/>
                      </a:lnTo>
                      <a:lnTo>
                        <a:pt x="1465" y="26"/>
                      </a:lnTo>
                      <a:lnTo>
                        <a:pt x="1462" y="28"/>
                      </a:lnTo>
                      <a:lnTo>
                        <a:pt x="1438" y="45"/>
                      </a:lnTo>
                      <a:lnTo>
                        <a:pt x="1414" y="64"/>
                      </a:lnTo>
                      <a:lnTo>
                        <a:pt x="1390" y="85"/>
                      </a:lnTo>
                      <a:lnTo>
                        <a:pt x="1366" y="107"/>
                      </a:lnTo>
                      <a:lnTo>
                        <a:pt x="1342" y="129"/>
                      </a:lnTo>
                      <a:lnTo>
                        <a:pt x="1318" y="151"/>
                      </a:lnTo>
                      <a:lnTo>
                        <a:pt x="1294" y="175"/>
                      </a:lnTo>
                      <a:lnTo>
                        <a:pt x="1270" y="201"/>
                      </a:lnTo>
                      <a:lnTo>
                        <a:pt x="1246" y="228"/>
                      </a:lnTo>
                      <a:lnTo>
                        <a:pt x="1198" y="284"/>
                      </a:lnTo>
                      <a:lnTo>
                        <a:pt x="1174" y="312"/>
                      </a:lnTo>
                      <a:lnTo>
                        <a:pt x="1150" y="339"/>
                      </a:lnTo>
                      <a:lnTo>
                        <a:pt x="1126" y="365"/>
                      </a:lnTo>
                      <a:lnTo>
                        <a:pt x="1102" y="393"/>
                      </a:lnTo>
                      <a:lnTo>
                        <a:pt x="1054" y="449"/>
                      </a:lnTo>
                      <a:lnTo>
                        <a:pt x="1030" y="476"/>
                      </a:lnTo>
                      <a:lnTo>
                        <a:pt x="1006" y="502"/>
                      </a:lnTo>
                      <a:lnTo>
                        <a:pt x="982" y="526"/>
                      </a:lnTo>
                      <a:lnTo>
                        <a:pt x="958" y="549"/>
                      </a:lnTo>
                      <a:lnTo>
                        <a:pt x="934" y="570"/>
                      </a:lnTo>
                      <a:lnTo>
                        <a:pt x="910" y="592"/>
                      </a:lnTo>
                      <a:lnTo>
                        <a:pt x="886" y="613"/>
                      </a:lnTo>
                      <a:lnTo>
                        <a:pt x="862" y="633"/>
                      </a:lnTo>
                      <a:lnTo>
                        <a:pt x="838" y="649"/>
                      </a:lnTo>
                      <a:lnTo>
                        <a:pt x="844" y="656"/>
                      </a:lnTo>
                      <a:lnTo>
                        <a:pt x="841" y="647"/>
                      </a:lnTo>
                      <a:lnTo>
                        <a:pt x="829" y="655"/>
                      </a:lnTo>
                      <a:lnTo>
                        <a:pt x="817" y="661"/>
                      </a:lnTo>
                      <a:lnTo>
                        <a:pt x="805" y="666"/>
                      </a:lnTo>
                      <a:lnTo>
                        <a:pt x="793" y="669"/>
                      </a:lnTo>
                      <a:lnTo>
                        <a:pt x="796" y="678"/>
                      </a:lnTo>
                      <a:lnTo>
                        <a:pt x="796" y="669"/>
                      </a:lnTo>
                      <a:lnTo>
                        <a:pt x="784" y="671"/>
                      </a:lnTo>
                      <a:lnTo>
                        <a:pt x="772" y="672"/>
                      </a:lnTo>
                      <a:lnTo>
                        <a:pt x="760" y="671"/>
                      </a:lnTo>
                      <a:lnTo>
                        <a:pt x="748" y="669"/>
                      </a:lnTo>
                      <a:lnTo>
                        <a:pt x="748" y="678"/>
                      </a:lnTo>
                      <a:lnTo>
                        <a:pt x="752" y="669"/>
                      </a:lnTo>
                      <a:lnTo>
                        <a:pt x="740" y="666"/>
                      </a:lnTo>
                      <a:lnTo>
                        <a:pt x="728" y="661"/>
                      </a:lnTo>
                      <a:lnTo>
                        <a:pt x="716" y="655"/>
                      </a:lnTo>
                      <a:lnTo>
                        <a:pt x="704" y="647"/>
                      </a:lnTo>
                      <a:lnTo>
                        <a:pt x="700" y="656"/>
                      </a:lnTo>
                      <a:lnTo>
                        <a:pt x="707" y="649"/>
                      </a:lnTo>
                      <a:lnTo>
                        <a:pt x="683" y="633"/>
                      </a:lnTo>
                      <a:lnTo>
                        <a:pt x="659" y="613"/>
                      </a:lnTo>
                      <a:lnTo>
                        <a:pt x="635" y="592"/>
                      </a:lnTo>
                      <a:lnTo>
                        <a:pt x="611" y="570"/>
                      </a:lnTo>
                      <a:lnTo>
                        <a:pt x="586" y="549"/>
                      </a:lnTo>
                      <a:lnTo>
                        <a:pt x="563" y="526"/>
                      </a:lnTo>
                      <a:lnTo>
                        <a:pt x="539" y="502"/>
                      </a:lnTo>
                      <a:lnTo>
                        <a:pt x="515" y="476"/>
                      </a:lnTo>
                      <a:lnTo>
                        <a:pt x="491" y="449"/>
                      </a:lnTo>
                      <a:lnTo>
                        <a:pt x="443" y="393"/>
                      </a:lnTo>
                      <a:lnTo>
                        <a:pt x="419" y="365"/>
                      </a:lnTo>
                      <a:lnTo>
                        <a:pt x="395" y="339"/>
                      </a:lnTo>
                      <a:lnTo>
                        <a:pt x="371" y="312"/>
                      </a:lnTo>
                      <a:lnTo>
                        <a:pt x="347" y="284"/>
                      </a:lnTo>
                      <a:lnTo>
                        <a:pt x="299" y="228"/>
                      </a:lnTo>
                      <a:lnTo>
                        <a:pt x="275" y="201"/>
                      </a:lnTo>
                      <a:lnTo>
                        <a:pt x="251" y="175"/>
                      </a:lnTo>
                      <a:lnTo>
                        <a:pt x="227" y="151"/>
                      </a:lnTo>
                      <a:lnTo>
                        <a:pt x="202" y="129"/>
                      </a:lnTo>
                      <a:lnTo>
                        <a:pt x="179" y="108"/>
                      </a:lnTo>
                      <a:lnTo>
                        <a:pt x="155" y="90"/>
                      </a:lnTo>
                      <a:lnTo>
                        <a:pt x="131" y="73"/>
                      </a:lnTo>
                      <a:lnTo>
                        <a:pt x="128" y="71"/>
                      </a:lnTo>
                      <a:lnTo>
                        <a:pt x="104" y="56"/>
                      </a:lnTo>
                      <a:lnTo>
                        <a:pt x="56" y="27"/>
                      </a:lnTo>
                      <a:lnTo>
                        <a:pt x="8" y="1"/>
                      </a:lnTo>
                      <a:close/>
                    </a:path>
                  </a:pathLst>
                </a:custGeom>
                <a:solidFill>
                  <a:srgbClr val="0000FF"/>
                </a:solidFill>
                <a:ln w="19050">
                  <a:solidFill>
                    <a:srgbClr val="0000FF"/>
                  </a:solidFill>
                  <a:round/>
                  <a:headEnd/>
                  <a:tailEnd/>
                </a:ln>
              </p:spPr>
              <p:txBody>
                <a:bodyPr/>
                <a:lstStyle/>
                <a:p>
                  <a:endParaRPr lang="zh-CN" altLang="en-US"/>
                </a:p>
              </p:txBody>
            </p:sp>
            <p:sp>
              <p:nvSpPr>
                <p:cNvPr id="20507" name="Freeform 21">
                  <a:extLst>
                    <a:ext uri="{FF2B5EF4-FFF2-40B4-BE49-F238E27FC236}">
                      <a16:creationId xmlns:a16="http://schemas.microsoft.com/office/drawing/2014/main" id="{C07F5ABB-D006-4CE7-87B1-669421CAA8CA}"/>
                    </a:ext>
                  </a:extLst>
                </p:cNvPr>
                <p:cNvSpPr>
                  <a:spLocks/>
                </p:cNvSpPr>
                <p:nvPr/>
              </p:nvSpPr>
              <p:spPr bwMode="auto">
                <a:xfrm>
                  <a:off x="3456" y="3168"/>
                  <a:ext cx="672" cy="432"/>
                </a:xfrm>
                <a:custGeom>
                  <a:avLst/>
                  <a:gdLst>
                    <a:gd name="T0" fmla="*/ 0 w 2027"/>
                    <a:gd name="T1" fmla="*/ 1 h 690"/>
                    <a:gd name="T2" fmla="*/ 0 w 2027"/>
                    <a:gd name="T3" fmla="*/ 1 h 690"/>
                    <a:gd name="T4" fmla="*/ 0 w 2027"/>
                    <a:gd name="T5" fmla="*/ 1 h 690"/>
                    <a:gd name="T6" fmla="*/ 0 w 2027"/>
                    <a:gd name="T7" fmla="*/ 1 h 690"/>
                    <a:gd name="T8" fmla="*/ 0 w 2027"/>
                    <a:gd name="T9" fmla="*/ 1 h 690"/>
                    <a:gd name="T10" fmla="*/ 0 w 2027"/>
                    <a:gd name="T11" fmla="*/ 1 h 690"/>
                    <a:gd name="T12" fmla="*/ 0 w 2027"/>
                    <a:gd name="T13" fmla="*/ 1 h 690"/>
                    <a:gd name="T14" fmla="*/ 0 w 2027"/>
                    <a:gd name="T15" fmla="*/ 1 h 690"/>
                    <a:gd name="T16" fmla="*/ 0 w 2027"/>
                    <a:gd name="T17" fmla="*/ 1 h 690"/>
                    <a:gd name="T18" fmla="*/ 0 w 2027"/>
                    <a:gd name="T19" fmla="*/ 1 h 690"/>
                    <a:gd name="T20" fmla="*/ 0 w 2027"/>
                    <a:gd name="T21" fmla="*/ 1 h 690"/>
                    <a:gd name="T22" fmla="*/ 0 w 2027"/>
                    <a:gd name="T23" fmla="*/ 1 h 690"/>
                    <a:gd name="T24" fmla="*/ 0 w 2027"/>
                    <a:gd name="T25" fmla="*/ 1 h 690"/>
                    <a:gd name="T26" fmla="*/ 0 w 2027"/>
                    <a:gd name="T27" fmla="*/ 1 h 690"/>
                    <a:gd name="T28" fmla="*/ 0 w 2027"/>
                    <a:gd name="T29" fmla="*/ 1 h 690"/>
                    <a:gd name="T30" fmla="*/ 0 w 2027"/>
                    <a:gd name="T31" fmla="*/ 1 h 690"/>
                    <a:gd name="T32" fmla="*/ 0 w 2027"/>
                    <a:gd name="T33" fmla="*/ 1 h 690"/>
                    <a:gd name="T34" fmla="*/ 0 w 2027"/>
                    <a:gd name="T35" fmla="*/ 1 h 690"/>
                    <a:gd name="T36" fmla="*/ 0 w 2027"/>
                    <a:gd name="T37" fmla="*/ 1 h 690"/>
                    <a:gd name="T38" fmla="*/ 0 w 2027"/>
                    <a:gd name="T39" fmla="*/ 1 h 690"/>
                    <a:gd name="T40" fmla="*/ 0 w 2027"/>
                    <a:gd name="T41" fmla="*/ 1 h 690"/>
                    <a:gd name="T42" fmla="*/ 0 w 2027"/>
                    <a:gd name="T43" fmla="*/ 1 h 690"/>
                    <a:gd name="T44" fmla="*/ 0 w 2027"/>
                    <a:gd name="T45" fmla="*/ 1 h 690"/>
                    <a:gd name="T46" fmla="*/ 0 w 2027"/>
                    <a:gd name="T47" fmla="*/ 1 h 690"/>
                    <a:gd name="T48" fmla="*/ 0 w 2027"/>
                    <a:gd name="T49" fmla="*/ 1 h 690"/>
                    <a:gd name="T50" fmla="*/ 0 w 2027"/>
                    <a:gd name="T51" fmla="*/ 1 h 690"/>
                    <a:gd name="T52" fmla="*/ 0 w 2027"/>
                    <a:gd name="T53" fmla="*/ 1 h 690"/>
                    <a:gd name="T54" fmla="*/ 0 w 2027"/>
                    <a:gd name="T55" fmla="*/ 1 h 690"/>
                    <a:gd name="T56" fmla="*/ 0 w 2027"/>
                    <a:gd name="T57" fmla="*/ 1 h 690"/>
                    <a:gd name="T58" fmla="*/ 0 w 2027"/>
                    <a:gd name="T59" fmla="*/ 1 h 690"/>
                    <a:gd name="T60" fmla="*/ 0 w 2027"/>
                    <a:gd name="T61" fmla="*/ 1 h 690"/>
                    <a:gd name="T62" fmla="*/ 0 w 2027"/>
                    <a:gd name="T63" fmla="*/ 1 h 690"/>
                    <a:gd name="T64" fmla="*/ 0 w 2027"/>
                    <a:gd name="T65" fmla="*/ 1 h 690"/>
                    <a:gd name="T66" fmla="*/ 0 w 2027"/>
                    <a:gd name="T67" fmla="*/ 1 h 690"/>
                    <a:gd name="T68" fmla="*/ 0 w 2027"/>
                    <a:gd name="T69" fmla="*/ 0 h 690"/>
                    <a:gd name="T70" fmla="*/ 0 w 2027"/>
                    <a:gd name="T71" fmla="*/ 1 h 690"/>
                    <a:gd name="T72" fmla="*/ 0 w 2027"/>
                    <a:gd name="T73" fmla="*/ 1 h 690"/>
                    <a:gd name="T74" fmla="*/ 0 w 2027"/>
                    <a:gd name="T75" fmla="*/ 1 h 690"/>
                    <a:gd name="T76" fmla="*/ 0 w 2027"/>
                    <a:gd name="T77" fmla="*/ 1 h 690"/>
                    <a:gd name="T78" fmla="*/ 0 w 2027"/>
                    <a:gd name="T79" fmla="*/ 1 h 690"/>
                    <a:gd name="T80" fmla="*/ 0 w 2027"/>
                    <a:gd name="T81" fmla="*/ 1 h 690"/>
                    <a:gd name="T82" fmla="*/ 0 w 2027"/>
                    <a:gd name="T83" fmla="*/ 1 h 690"/>
                    <a:gd name="T84" fmla="*/ 0 w 2027"/>
                    <a:gd name="T85" fmla="*/ 1 h 690"/>
                    <a:gd name="T86" fmla="*/ 0 w 2027"/>
                    <a:gd name="T87" fmla="*/ 1 h 690"/>
                    <a:gd name="T88" fmla="*/ 0 w 2027"/>
                    <a:gd name="T89" fmla="*/ 1 h 690"/>
                    <a:gd name="T90" fmla="*/ 0 w 2027"/>
                    <a:gd name="T91" fmla="*/ 1 h 690"/>
                    <a:gd name="T92" fmla="*/ 0 w 2027"/>
                    <a:gd name="T93" fmla="*/ 1 h 690"/>
                    <a:gd name="T94" fmla="*/ 0 w 2027"/>
                    <a:gd name="T95" fmla="*/ 1 h 690"/>
                    <a:gd name="T96" fmla="*/ 0 w 2027"/>
                    <a:gd name="T97" fmla="*/ 1 h 690"/>
                    <a:gd name="T98" fmla="*/ 0 w 2027"/>
                    <a:gd name="T99" fmla="*/ 1 h 690"/>
                    <a:gd name="T100" fmla="*/ 0 w 2027"/>
                    <a:gd name="T101" fmla="*/ 1 h 690"/>
                    <a:gd name="T102" fmla="*/ 0 w 2027"/>
                    <a:gd name="T103" fmla="*/ 1 h 690"/>
                    <a:gd name="T104" fmla="*/ 0 w 2027"/>
                    <a:gd name="T105" fmla="*/ 1 h 690"/>
                    <a:gd name="T106" fmla="*/ 0 w 2027"/>
                    <a:gd name="T107" fmla="*/ 1 h 690"/>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2027"/>
                    <a:gd name="T163" fmla="*/ 0 h 690"/>
                    <a:gd name="T164" fmla="*/ 2027 w 2027"/>
                    <a:gd name="T165" fmla="*/ 690 h 690"/>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2027" h="690">
                      <a:moveTo>
                        <a:pt x="8" y="1"/>
                      </a:moveTo>
                      <a:lnTo>
                        <a:pt x="0" y="17"/>
                      </a:lnTo>
                      <a:lnTo>
                        <a:pt x="49" y="44"/>
                      </a:lnTo>
                      <a:lnTo>
                        <a:pt x="97" y="73"/>
                      </a:lnTo>
                      <a:lnTo>
                        <a:pt x="121" y="88"/>
                      </a:lnTo>
                      <a:lnTo>
                        <a:pt x="124" y="80"/>
                      </a:lnTo>
                      <a:lnTo>
                        <a:pt x="118" y="86"/>
                      </a:lnTo>
                      <a:lnTo>
                        <a:pt x="142" y="103"/>
                      </a:lnTo>
                      <a:lnTo>
                        <a:pt x="166" y="121"/>
                      </a:lnTo>
                      <a:lnTo>
                        <a:pt x="190" y="142"/>
                      </a:lnTo>
                      <a:lnTo>
                        <a:pt x="214" y="164"/>
                      </a:lnTo>
                      <a:lnTo>
                        <a:pt x="238" y="188"/>
                      </a:lnTo>
                      <a:lnTo>
                        <a:pt x="262" y="214"/>
                      </a:lnTo>
                      <a:lnTo>
                        <a:pt x="286" y="241"/>
                      </a:lnTo>
                      <a:lnTo>
                        <a:pt x="334" y="297"/>
                      </a:lnTo>
                      <a:lnTo>
                        <a:pt x="358" y="325"/>
                      </a:lnTo>
                      <a:lnTo>
                        <a:pt x="382" y="351"/>
                      </a:lnTo>
                      <a:lnTo>
                        <a:pt x="406" y="378"/>
                      </a:lnTo>
                      <a:lnTo>
                        <a:pt x="430" y="406"/>
                      </a:lnTo>
                      <a:lnTo>
                        <a:pt x="478" y="462"/>
                      </a:lnTo>
                      <a:lnTo>
                        <a:pt x="502" y="489"/>
                      </a:lnTo>
                      <a:lnTo>
                        <a:pt x="526" y="515"/>
                      </a:lnTo>
                      <a:lnTo>
                        <a:pt x="550" y="539"/>
                      </a:lnTo>
                      <a:lnTo>
                        <a:pt x="574" y="562"/>
                      </a:lnTo>
                      <a:lnTo>
                        <a:pt x="598" y="583"/>
                      </a:lnTo>
                      <a:lnTo>
                        <a:pt x="622" y="605"/>
                      </a:lnTo>
                      <a:lnTo>
                        <a:pt x="646" y="626"/>
                      </a:lnTo>
                      <a:lnTo>
                        <a:pt x="670" y="646"/>
                      </a:lnTo>
                      <a:lnTo>
                        <a:pt x="694" y="662"/>
                      </a:lnTo>
                      <a:lnTo>
                        <a:pt x="697" y="664"/>
                      </a:lnTo>
                      <a:lnTo>
                        <a:pt x="709" y="672"/>
                      </a:lnTo>
                      <a:lnTo>
                        <a:pt x="721" y="678"/>
                      </a:lnTo>
                      <a:lnTo>
                        <a:pt x="733" y="683"/>
                      </a:lnTo>
                      <a:lnTo>
                        <a:pt x="745" y="686"/>
                      </a:lnTo>
                      <a:lnTo>
                        <a:pt x="748" y="687"/>
                      </a:lnTo>
                      <a:lnTo>
                        <a:pt x="760" y="689"/>
                      </a:lnTo>
                      <a:lnTo>
                        <a:pt x="772" y="690"/>
                      </a:lnTo>
                      <a:lnTo>
                        <a:pt x="784" y="689"/>
                      </a:lnTo>
                      <a:lnTo>
                        <a:pt x="796" y="687"/>
                      </a:lnTo>
                      <a:lnTo>
                        <a:pt x="800" y="686"/>
                      </a:lnTo>
                      <a:lnTo>
                        <a:pt x="812" y="683"/>
                      </a:lnTo>
                      <a:lnTo>
                        <a:pt x="824" y="678"/>
                      </a:lnTo>
                      <a:lnTo>
                        <a:pt x="836" y="672"/>
                      </a:lnTo>
                      <a:lnTo>
                        <a:pt x="848" y="664"/>
                      </a:lnTo>
                      <a:lnTo>
                        <a:pt x="851" y="662"/>
                      </a:lnTo>
                      <a:lnTo>
                        <a:pt x="875" y="646"/>
                      </a:lnTo>
                      <a:lnTo>
                        <a:pt x="899" y="626"/>
                      </a:lnTo>
                      <a:lnTo>
                        <a:pt x="923" y="605"/>
                      </a:lnTo>
                      <a:lnTo>
                        <a:pt x="947" y="583"/>
                      </a:lnTo>
                      <a:lnTo>
                        <a:pt x="970" y="562"/>
                      </a:lnTo>
                      <a:lnTo>
                        <a:pt x="995" y="539"/>
                      </a:lnTo>
                      <a:lnTo>
                        <a:pt x="1019" y="515"/>
                      </a:lnTo>
                      <a:lnTo>
                        <a:pt x="1043" y="489"/>
                      </a:lnTo>
                      <a:lnTo>
                        <a:pt x="1067" y="462"/>
                      </a:lnTo>
                      <a:lnTo>
                        <a:pt x="1115" y="406"/>
                      </a:lnTo>
                      <a:lnTo>
                        <a:pt x="1139" y="378"/>
                      </a:lnTo>
                      <a:lnTo>
                        <a:pt x="1163" y="351"/>
                      </a:lnTo>
                      <a:lnTo>
                        <a:pt x="1187" y="325"/>
                      </a:lnTo>
                      <a:lnTo>
                        <a:pt x="1211" y="297"/>
                      </a:lnTo>
                      <a:lnTo>
                        <a:pt x="1259" y="241"/>
                      </a:lnTo>
                      <a:lnTo>
                        <a:pt x="1283" y="214"/>
                      </a:lnTo>
                      <a:lnTo>
                        <a:pt x="1307" y="188"/>
                      </a:lnTo>
                      <a:lnTo>
                        <a:pt x="1331" y="164"/>
                      </a:lnTo>
                      <a:lnTo>
                        <a:pt x="1354" y="142"/>
                      </a:lnTo>
                      <a:lnTo>
                        <a:pt x="1379" y="120"/>
                      </a:lnTo>
                      <a:lnTo>
                        <a:pt x="1403" y="98"/>
                      </a:lnTo>
                      <a:lnTo>
                        <a:pt x="1427" y="77"/>
                      </a:lnTo>
                      <a:lnTo>
                        <a:pt x="1451" y="58"/>
                      </a:lnTo>
                      <a:lnTo>
                        <a:pt x="1475" y="41"/>
                      </a:lnTo>
                      <a:lnTo>
                        <a:pt x="1468" y="34"/>
                      </a:lnTo>
                      <a:lnTo>
                        <a:pt x="1472" y="43"/>
                      </a:lnTo>
                      <a:lnTo>
                        <a:pt x="1484" y="35"/>
                      </a:lnTo>
                      <a:lnTo>
                        <a:pt x="1496" y="29"/>
                      </a:lnTo>
                      <a:lnTo>
                        <a:pt x="1508" y="24"/>
                      </a:lnTo>
                      <a:lnTo>
                        <a:pt x="1520" y="21"/>
                      </a:lnTo>
                      <a:lnTo>
                        <a:pt x="1516" y="12"/>
                      </a:lnTo>
                      <a:lnTo>
                        <a:pt x="1516" y="21"/>
                      </a:lnTo>
                      <a:lnTo>
                        <a:pt x="1528" y="19"/>
                      </a:lnTo>
                      <a:lnTo>
                        <a:pt x="1540" y="18"/>
                      </a:lnTo>
                      <a:lnTo>
                        <a:pt x="1552" y="19"/>
                      </a:lnTo>
                      <a:lnTo>
                        <a:pt x="1564" y="21"/>
                      </a:lnTo>
                      <a:lnTo>
                        <a:pt x="1564" y="12"/>
                      </a:lnTo>
                      <a:lnTo>
                        <a:pt x="1561" y="21"/>
                      </a:lnTo>
                      <a:lnTo>
                        <a:pt x="1573" y="24"/>
                      </a:lnTo>
                      <a:lnTo>
                        <a:pt x="1585" y="29"/>
                      </a:lnTo>
                      <a:lnTo>
                        <a:pt x="1597" y="35"/>
                      </a:lnTo>
                      <a:lnTo>
                        <a:pt x="1609" y="43"/>
                      </a:lnTo>
                      <a:lnTo>
                        <a:pt x="1612" y="34"/>
                      </a:lnTo>
                      <a:lnTo>
                        <a:pt x="1606" y="41"/>
                      </a:lnTo>
                      <a:lnTo>
                        <a:pt x="1630" y="58"/>
                      </a:lnTo>
                      <a:lnTo>
                        <a:pt x="1654" y="77"/>
                      </a:lnTo>
                      <a:lnTo>
                        <a:pt x="1678" y="98"/>
                      </a:lnTo>
                      <a:lnTo>
                        <a:pt x="1702" y="120"/>
                      </a:lnTo>
                      <a:lnTo>
                        <a:pt x="1726" y="142"/>
                      </a:lnTo>
                      <a:lnTo>
                        <a:pt x="1750" y="164"/>
                      </a:lnTo>
                      <a:lnTo>
                        <a:pt x="1776" y="190"/>
                      </a:lnTo>
                      <a:lnTo>
                        <a:pt x="1802" y="218"/>
                      </a:lnTo>
                      <a:lnTo>
                        <a:pt x="1828" y="247"/>
                      </a:lnTo>
                      <a:lnTo>
                        <a:pt x="1853" y="275"/>
                      </a:lnTo>
                      <a:lnTo>
                        <a:pt x="1876" y="303"/>
                      </a:lnTo>
                      <a:lnTo>
                        <a:pt x="1898" y="329"/>
                      </a:lnTo>
                      <a:lnTo>
                        <a:pt x="1917" y="351"/>
                      </a:lnTo>
                      <a:lnTo>
                        <a:pt x="1935" y="372"/>
                      </a:lnTo>
                      <a:lnTo>
                        <a:pt x="1951" y="392"/>
                      </a:lnTo>
                      <a:lnTo>
                        <a:pt x="1965" y="410"/>
                      </a:lnTo>
                      <a:lnTo>
                        <a:pt x="1978" y="428"/>
                      </a:lnTo>
                      <a:lnTo>
                        <a:pt x="1989" y="443"/>
                      </a:lnTo>
                      <a:lnTo>
                        <a:pt x="1999" y="457"/>
                      </a:lnTo>
                      <a:lnTo>
                        <a:pt x="2007" y="468"/>
                      </a:lnTo>
                      <a:lnTo>
                        <a:pt x="2013" y="477"/>
                      </a:lnTo>
                      <a:lnTo>
                        <a:pt x="2027" y="466"/>
                      </a:lnTo>
                      <a:lnTo>
                        <a:pt x="2020" y="455"/>
                      </a:lnTo>
                      <a:lnTo>
                        <a:pt x="2012" y="444"/>
                      </a:lnTo>
                      <a:lnTo>
                        <a:pt x="2002" y="430"/>
                      </a:lnTo>
                      <a:lnTo>
                        <a:pt x="1991" y="415"/>
                      </a:lnTo>
                      <a:lnTo>
                        <a:pt x="1978" y="397"/>
                      </a:lnTo>
                      <a:lnTo>
                        <a:pt x="1964" y="379"/>
                      </a:lnTo>
                      <a:lnTo>
                        <a:pt x="1948" y="359"/>
                      </a:lnTo>
                      <a:lnTo>
                        <a:pt x="1931" y="339"/>
                      </a:lnTo>
                      <a:lnTo>
                        <a:pt x="1911" y="316"/>
                      </a:lnTo>
                      <a:lnTo>
                        <a:pt x="1889" y="290"/>
                      </a:lnTo>
                      <a:lnTo>
                        <a:pt x="1866" y="262"/>
                      </a:lnTo>
                      <a:lnTo>
                        <a:pt x="1841" y="234"/>
                      </a:lnTo>
                      <a:lnTo>
                        <a:pt x="1815" y="205"/>
                      </a:lnTo>
                      <a:lnTo>
                        <a:pt x="1789" y="177"/>
                      </a:lnTo>
                      <a:lnTo>
                        <a:pt x="1763" y="151"/>
                      </a:lnTo>
                      <a:lnTo>
                        <a:pt x="1738" y="129"/>
                      </a:lnTo>
                      <a:lnTo>
                        <a:pt x="1715" y="107"/>
                      </a:lnTo>
                      <a:lnTo>
                        <a:pt x="1691" y="85"/>
                      </a:lnTo>
                      <a:lnTo>
                        <a:pt x="1667" y="64"/>
                      </a:lnTo>
                      <a:lnTo>
                        <a:pt x="1643" y="45"/>
                      </a:lnTo>
                      <a:lnTo>
                        <a:pt x="1619" y="28"/>
                      </a:lnTo>
                      <a:lnTo>
                        <a:pt x="1616" y="26"/>
                      </a:lnTo>
                      <a:lnTo>
                        <a:pt x="1604" y="18"/>
                      </a:lnTo>
                      <a:lnTo>
                        <a:pt x="1592" y="12"/>
                      </a:lnTo>
                      <a:lnTo>
                        <a:pt x="1580" y="7"/>
                      </a:lnTo>
                      <a:lnTo>
                        <a:pt x="1568" y="4"/>
                      </a:lnTo>
                      <a:lnTo>
                        <a:pt x="1564" y="3"/>
                      </a:lnTo>
                      <a:lnTo>
                        <a:pt x="1552" y="1"/>
                      </a:lnTo>
                      <a:lnTo>
                        <a:pt x="1540" y="0"/>
                      </a:lnTo>
                      <a:lnTo>
                        <a:pt x="1528" y="1"/>
                      </a:lnTo>
                      <a:lnTo>
                        <a:pt x="1516" y="3"/>
                      </a:lnTo>
                      <a:lnTo>
                        <a:pt x="1513" y="4"/>
                      </a:lnTo>
                      <a:lnTo>
                        <a:pt x="1501" y="7"/>
                      </a:lnTo>
                      <a:lnTo>
                        <a:pt x="1489" y="12"/>
                      </a:lnTo>
                      <a:lnTo>
                        <a:pt x="1477" y="18"/>
                      </a:lnTo>
                      <a:lnTo>
                        <a:pt x="1465" y="26"/>
                      </a:lnTo>
                      <a:lnTo>
                        <a:pt x="1462" y="28"/>
                      </a:lnTo>
                      <a:lnTo>
                        <a:pt x="1438" y="45"/>
                      </a:lnTo>
                      <a:lnTo>
                        <a:pt x="1414" y="64"/>
                      </a:lnTo>
                      <a:lnTo>
                        <a:pt x="1390" y="85"/>
                      </a:lnTo>
                      <a:lnTo>
                        <a:pt x="1366" y="107"/>
                      </a:lnTo>
                      <a:lnTo>
                        <a:pt x="1342" y="129"/>
                      </a:lnTo>
                      <a:lnTo>
                        <a:pt x="1318" y="151"/>
                      </a:lnTo>
                      <a:lnTo>
                        <a:pt x="1294" y="175"/>
                      </a:lnTo>
                      <a:lnTo>
                        <a:pt x="1270" y="201"/>
                      </a:lnTo>
                      <a:lnTo>
                        <a:pt x="1246" y="228"/>
                      </a:lnTo>
                      <a:lnTo>
                        <a:pt x="1198" y="284"/>
                      </a:lnTo>
                      <a:lnTo>
                        <a:pt x="1174" y="312"/>
                      </a:lnTo>
                      <a:lnTo>
                        <a:pt x="1150" y="339"/>
                      </a:lnTo>
                      <a:lnTo>
                        <a:pt x="1126" y="365"/>
                      </a:lnTo>
                      <a:lnTo>
                        <a:pt x="1102" y="393"/>
                      </a:lnTo>
                      <a:lnTo>
                        <a:pt x="1054" y="449"/>
                      </a:lnTo>
                      <a:lnTo>
                        <a:pt x="1030" y="476"/>
                      </a:lnTo>
                      <a:lnTo>
                        <a:pt x="1006" y="502"/>
                      </a:lnTo>
                      <a:lnTo>
                        <a:pt x="982" y="526"/>
                      </a:lnTo>
                      <a:lnTo>
                        <a:pt x="958" y="549"/>
                      </a:lnTo>
                      <a:lnTo>
                        <a:pt x="934" y="570"/>
                      </a:lnTo>
                      <a:lnTo>
                        <a:pt x="910" y="592"/>
                      </a:lnTo>
                      <a:lnTo>
                        <a:pt x="886" y="613"/>
                      </a:lnTo>
                      <a:lnTo>
                        <a:pt x="862" y="633"/>
                      </a:lnTo>
                      <a:lnTo>
                        <a:pt x="838" y="649"/>
                      </a:lnTo>
                      <a:lnTo>
                        <a:pt x="844" y="656"/>
                      </a:lnTo>
                      <a:lnTo>
                        <a:pt x="841" y="647"/>
                      </a:lnTo>
                      <a:lnTo>
                        <a:pt x="829" y="655"/>
                      </a:lnTo>
                      <a:lnTo>
                        <a:pt x="817" y="661"/>
                      </a:lnTo>
                      <a:lnTo>
                        <a:pt x="805" y="666"/>
                      </a:lnTo>
                      <a:lnTo>
                        <a:pt x="793" y="669"/>
                      </a:lnTo>
                      <a:lnTo>
                        <a:pt x="796" y="678"/>
                      </a:lnTo>
                      <a:lnTo>
                        <a:pt x="796" y="669"/>
                      </a:lnTo>
                      <a:lnTo>
                        <a:pt x="784" y="671"/>
                      </a:lnTo>
                      <a:lnTo>
                        <a:pt x="772" y="672"/>
                      </a:lnTo>
                      <a:lnTo>
                        <a:pt x="760" y="671"/>
                      </a:lnTo>
                      <a:lnTo>
                        <a:pt x="748" y="669"/>
                      </a:lnTo>
                      <a:lnTo>
                        <a:pt x="748" y="678"/>
                      </a:lnTo>
                      <a:lnTo>
                        <a:pt x="752" y="669"/>
                      </a:lnTo>
                      <a:lnTo>
                        <a:pt x="740" y="666"/>
                      </a:lnTo>
                      <a:lnTo>
                        <a:pt x="728" y="661"/>
                      </a:lnTo>
                      <a:lnTo>
                        <a:pt x="716" y="655"/>
                      </a:lnTo>
                      <a:lnTo>
                        <a:pt x="704" y="647"/>
                      </a:lnTo>
                      <a:lnTo>
                        <a:pt x="700" y="656"/>
                      </a:lnTo>
                      <a:lnTo>
                        <a:pt x="707" y="649"/>
                      </a:lnTo>
                      <a:lnTo>
                        <a:pt x="683" y="633"/>
                      </a:lnTo>
                      <a:lnTo>
                        <a:pt x="659" y="613"/>
                      </a:lnTo>
                      <a:lnTo>
                        <a:pt x="635" y="592"/>
                      </a:lnTo>
                      <a:lnTo>
                        <a:pt x="611" y="570"/>
                      </a:lnTo>
                      <a:lnTo>
                        <a:pt x="586" y="549"/>
                      </a:lnTo>
                      <a:lnTo>
                        <a:pt x="563" y="526"/>
                      </a:lnTo>
                      <a:lnTo>
                        <a:pt x="539" y="502"/>
                      </a:lnTo>
                      <a:lnTo>
                        <a:pt x="515" y="476"/>
                      </a:lnTo>
                      <a:lnTo>
                        <a:pt x="491" y="449"/>
                      </a:lnTo>
                      <a:lnTo>
                        <a:pt x="443" y="393"/>
                      </a:lnTo>
                      <a:lnTo>
                        <a:pt x="419" y="365"/>
                      </a:lnTo>
                      <a:lnTo>
                        <a:pt x="395" y="339"/>
                      </a:lnTo>
                      <a:lnTo>
                        <a:pt x="371" y="312"/>
                      </a:lnTo>
                      <a:lnTo>
                        <a:pt x="347" y="284"/>
                      </a:lnTo>
                      <a:lnTo>
                        <a:pt x="299" y="228"/>
                      </a:lnTo>
                      <a:lnTo>
                        <a:pt x="275" y="201"/>
                      </a:lnTo>
                      <a:lnTo>
                        <a:pt x="251" y="175"/>
                      </a:lnTo>
                      <a:lnTo>
                        <a:pt x="227" y="151"/>
                      </a:lnTo>
                      <a:lnTo>
                        <a:pt x="202" y="129"/>
                      </a:lnTo>
                      <a:lnTo>
                        <a:pt x="179" y="108"/>
                      </a:lnTo>
                      <a:lnTo>
                        <a:pt x="155" y="90"/>
                      </a:lnTo>
                      <a:lnTo>
                        <a:pt x="131" y="73"/>
                      </a:lnTo>
                      <a:lnTo>
                        <a:pt x="128" y="71"/>
                      </a:lnTo>
                      <a:lnTo>
                        <a:pt x="104" y="56"/>
                      </a:lnTo>
                      <a:lnTo>
                        <a:pt x="56" y="27"/>
                      </a:lnTo>
                      <a:lnTo>
                        <a:pt x="8" y="1"/>
                      </a:lnTo>
                      <a:close/>
                    </a:path>
                  </a:pathLst>
                </a:custGeom>
                <a:solidFill>
                  <a:srgbClr val="0000FF"/>
                </a:solidFill>
                <a:ln w="19050">
                  <a:solidFill>
                    <a:srgbClr val="0000FF"/>
                  </a:solidFill>
                  <a:round/>
                  <a:headEnd/>
                  <a:tailEnd/>
                </a:ln>
              </p:spPr>
              <p:txBody>
                <a:bodyPr/>
                <a:lstStyle/>
                <a:p>
                  <a:endParaRPr lang="zh-CN" altLang="en-US"/>
                </a:p>
              </p:txBody>
            </p:sp>
            <p:sp>
              <p:nvSpPr>
                <p:cNvPr id="20508" name="Freeform 22">
                  <a:extLst>
                    <a:ext uri="{FF2B5EF4-FFF2-40B4-BE49-F238E27FC236}">
                      <a16:creationId xmlns:a16="http://schemas.microsoft.com/office/drawing/2014/main" id="{7280735E-3091-4E88-A3FB-C1D40B85C5C0}"/>
                    </a:ext>
                  </a:extLst>
                </p:cNvPr>
                <p:cNvSpPr>
                  <a:spLocks/>
                </p:cNvSpPr>
                <p:nvPr/>
              </p:nvSpPr>
              <p:spPr bwMode="auto">
                <a:xfrm rot="10701823">
                  <a:off x="1440" y="3168"/>
                  <a:ext cx="672" cy="432"/>
                </a:xfrm>
                <a:custGeom>
                  <a:avLst/>
                  <a:gdLst>
                    <a:gd name="T0" fmla="*/ 0 w 2027"/>
                    <a:gd name="T1" fmla="*/ 1 h 690"/>
                    <a:gd name="T2" fmla="*/ 0 w 2027"/>
                    <a:gd name="T3" fmla="*/ 1 h 690"/>
                    <a:gd name="T4" fmla="*/ 0 w 2027"/>
                    <a:gd name="T5" fmla="*/ 1 h 690"/>
                    <a:gd name="T6" fmla="*/ 0 w 2027"/>
                    <a:gd name="T7" fmla="*/ 1 h 690"/>
                    <a:gd name="T8" fmla="*/ 0 w 2027"/>
                    <a:gd name="T9" fmla="*/ 1 h 690"/>
                    <a:gd name="T10" fmla="*/ 0 w 2027"/>
                    <a:gd name="T11" fmla="*/ 1 h 690"/>
                    <a:gd name="T12" fmla="*/ 0 w 2027"/>
                    <a:gd name="T13" fmla="*/ 1 h 690"/>
                    <a:gd name="T14" fmla="*/ 0 w 2027"/>
                    <a:gd name="T15" fmla="*/ 1 h 690"/>
                    <a:gd name="T16" fmla="*/ 0 w 2027"/>
                    <a:gd name="T17" fmla="*/ 1 h 690"/>
                    <a:gd name="T18" fmla="*/ 0 w 2027"/>
                    <a:gd name="T19" fmla="*/ 1 h 690"/>
                    <a:gd name="T20" fmla="*/ 0 w 2027"/>
                    <a:gd name="T21" fmla="*/ 1 h 690"/>
                    <a:gd name="T22" fmla="*/ 0 w 2027"/>
                    <a:gd name="T23" fmla="*/ 1 h 690"/>
                    <a:gd name="T24" fmla="*/ 0 w 2027"/>
                    <a:gd name="T25" fmla="*/ 1 h 690"/>
                    <a:gd name="T26" fmla="*/ 0 w 2027"/>
                    <a:gd name="T27" fmla="*/ 1 h 690"/>
                    <a:gd name="T28" fmla="*/ 0 w 2027"/>
                    <a:gd name="T29" fmla="*/ 1 h 690"/>
                    <a:gd name="T30" fmla="*/ 0 w 2027"/>
                    <a:gd name="T31" fmla="*/ 1 h 690"/>
                    <a:gd name="T32" fmla="*/ 0 w 2027"/>
                    <a:gd name="T33" fmla="*/ 1 h 690"/>
                    <a:gd name="T34" fmla="*/ 0 w 2027"/>
                    <a:gd name="T35" fmla="*/ 1 h 690"/>
                    <a:gd name="T36" fmla="*/ 0 w 2027"/>
                    <a:gd name="T37" fmla="*/ 1 h 690"/>
                    <a:gd name="T38" fmla="*/ 0 w 2027"/>
                    <a:gd name="T39" fmla="*/ 1 h 690"/>
                    <a:gd name="T40" fmla="*/ 0 w 2027"/>
                    <a:gd name="T41" fmla="*/ 1 h 690"/>
                    <a:gd name="T42" fmla="*/ 0 w 2027"/>
                    <a:gd name="T43" fmla="*/ 1 h 690"/>
                    <a:gd name="T44" fmla="*/ 0 w 2027"/>
                    <a:gd name="T45" fmla="*/ 1 h 690"/>
                    <a:gd name="T46" fmla="*/ 0 w 2027"/>
                    <a:gd name="T47" fmla="*/ 1 h 690"/>
                    <a:gd name="T48" fmla="*/ 0 w 2027"/>
                    <a:gd name="T49" fmla="*/ 1 h 690"/>
                    <a:gd name="T50" fmla="*/ 0 w 2027"/>
                    <a:gd name="T51" fmla="*/ 1 h 690"/>
                    <a:gd name="T52" fmla="*/ 0 w 2027"/>
                    <a:gd name="T53" fmla="*/ 1 h 690"/>
                    <a:gd name="T54" fmla="*/ 0 w 2027"/>
                    <a:gd name="T55" fmla="*/ 1 h 690"/>
                    <a:gd name="T56" fmla="*/ 0 w 2027"/>
                    <a:gd name="T57" fmla="*/ 1 h 690"/>
                    <a:gd name="T58" fmla="*/ 0 w 2027"/>
                    <a:gd name="T59" fmla="*/ 1 h 690"/>
                    <a:gd name="T60" fmla="*/ 0 w 2027"/>
                    <a:gd name="T61" fmla="*/ 1 h 690"/>
                    <a:gd name="T62" fmla="*/ 0 w 2027"/>
                    <a:gd name="T63" fmla="*/ 1 h 690"/>
                    <a:gd name="T64" fmla="*/ 0 w 2027"/>
                    <a:gd name="T65" fmla="*/ 1 h 690"/>
                    <a:gd name="T66" fmla="*/ 0 w 2027"/>
                    <a:gd name="T67" fmla="*/ 1 h 690"/>
                    <a:gd name="T68" fmla="*/ 0 w 2027"/>
                    <a:gd name="T69" fmla="*/ 0 h 690"/>
                    <a:gd name="T70" fmla="*/ 0 w 2027"/>
                    <a:gd name="T71" fmla="*/ 1 h 690"/>
                    <a:gd name="T72" fmla="*/ 0 w 2027"/>
                    <a:gd name="T73" fmla="*/ 1 h 690"/>
                    <a:gd name="T74" fmla="*/ 0 w 2027"/>
                    <a:gd name="T75" fmla="*/ 1 h 690"/>
                    <a:gd name="T76" fmla="*/ 0 w 2027"/>
                    <a:gd name="T77" fmla="*/ 1 h 690"/>
                    <a:gd name="T78" fmla="*/ 0 w 2027"/>
                    <a:gd name="T79" fmla="*/ 1 h 690"/>
                    <a:gd name="T80" fmla="*/ 0 w 2027"/>
                    <a:gd name="T81" fmla="*/ 1 h 690"/>
                    <a:gd name="T82" fmla="*/ 0 w 2027"/>
                    <a:gd name="T83" fmla="*/ 1 h 690"/>
                    <a:gd name="T84" fmla="*/ 0 w 2027"/>
                    <a:gd name="T85" fmla="*/ 1 h 690"/>
                    <a:gd name="T86" fmla="*/ 0 w 2027"/>
                    <a:gd name="T87" fmla="*/ 1 h 690"/>
                    <a:gd name="T88" fmla="*/ 0 w 2027"/>
                    <a:gd name="T89" fmla="*/ 1 h 690"/>
                    <a:gd name="T90" fmla="*/ 0 w 2027"/>
                    <a:gd name="T91" fmla="*/ 1 h 690"/>
                    <a:gd name="T92" fmla="*/ 0 w 2027"/>
                    <a:gd name="T93" fmla="*/ 1 h 690"/>
                    <a:gd name="T94" fmla="*/ 0 w 2027"/>
                    <a:gd name="T95" fmla="*/ 1 h 690"/>
                    <a:gd name="T96" fmla="*/ 0 w 2027"/>
                    <a:gd name="T97" fmla="*/ 1 h 690"/>
                    <a:gd name="T98" fmla="*/ 0 w 2027"/>
                    <a:gd name="T99" fmla="*/ 1 h 690"/>
                    <a:gd name="T100" fmla="*/ 0 w 2027"/>
                    <a:gd name="T101" fmla="*/ 1 h 690"/>
                    <a:gd name="T102" fmla="*/ 0 w 2027"/>
                    <a:gd name="T103" fmla="*/ 1 h 690"/>
                    <a:gd name="T104" fmla="*/ 0 w 2027"/>
                    <a:gd name="T105" fmla="*/ 1 h 690"/>
                    <a:gd name="T106" fmla="*/ 0 w 2027"/>
                    <a:gd name="T107" fmla="*/ 1 h 690"/>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2027"/>
                    <a:gd name="T163" fmla="*/ 0 h 690"/>
                    <a:gd name="T164" fmla="*/ 2027 w 2027"/>
                    <a:gd name="T165" fmla="*/ 690 h 690"/>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2027" h="690">
                      <a:moveTo>
                        <a:pt x="8" y="1"/>
                      </a:moveTo>
                      <a:lnTo>
                        <a:pt x="0" y="17"/>
                      </a:lnTo>
                      <a:lnTo>
                        <a:pt x="49" y="44"/>
                      </a:lnTo>
                      <a:lnTo>
                        <a:pt x="97" y="73"/>
                      </a:lnTo>
                      <a:lnTo>
                        <a:pt x="121" y="88"/>
                      </a:lnTo>
                      <a:lnTo>
                        <a:pt x="124" y="80"/>
                      </a:lnTo>
                      <a:lnTo>
                        <a:pt x="118" y="86"/>
                      </a:lnTo>
                      <a:lnTo>
                        <a:pt x="142" y="103"/>
                      </a:lnTo>
                      <a:lnTo>
                        <a:pt x="166" y="121"/>
                      </a:lnTo>
                      <a:lnTo>
                        <a:pt x="190" y="142"/>
                      </a:lnTo>
                      <a:lnTo>
                        <a:pt x="214" y="164"/>
                      </a:lnTo>
                      <a:lnTo>
                        <a:pt x="238" y="188"/>
                      </a:lnTo>
                      <a:lnTo>
                        <a:pt x="262" y="214"/>
                      </a:lnTo>
                      <a:lnTo>
                        <a:pt x="286" y="241"/>
                      </a:lnTo>
                      <a:lnTo>
                        <a:pt x="334" y="297"/>
                      </a:lnTo>
                      <a:lnTo>
                        <a:pt x="358" y="325"/>
                      </a:lnTo>
                      <a:lnTo>
                        <a:pt x="382" y="351"/>
                      </a:lnTo>
                      <a:lnTo>
                        <a:pt x="406" y="378"/>
                      </a:lnTo>
                      <a:lnTo>
                        <a:pt x="430" y="406"/>
                      </a:lnTo>
                      <a:lnTo>
                        <a:pt x="478" y="462"/>
                      </a:lnTo>
                      <a:lnTo>
                        <a:pt x="502" y="489"/>
                      </a:lnTo>
                      <a:lnTo>
                        <a:pt x="526" y="515"/>
                      </a:lnTo>
                      <a:lnTo>
                        <a:pt x="550" y="539"/>
                      </a:lnTo>
                      <a:lnTo>
                        <a:pt x="574" y="562"/>
                      </a:lnTo>
                      <a:lnTo>
                        <a:pt x="598" y="583"/>
                      </a:lnTo>
                      <a:lnTo>
                        <a:pt x="622" y="605"/>
                      </a:lnTo>
                      <a:lnTo>
                        <a:pt x="646" y="626"/>
                      </a:lnTo>
                      <a:lnTo>
                        <a:pt x="670" y="646"/>
                      </a:lnTo>
                      <a:lnTo>
                        <a:pt x="694" y="662"/>
                      </a:lnTo>
                      <a:lnTo>
                        <a:pt x="697" y="664"/>
                      </a:lnTo>
                      <a:lnTo>
                        <a:pt x="709" y="672"/>
                      </a:lnTo>
                      <a:lnTo>
                        <a:pt x="721" y="678"/>
                      </a:lnTo>
                      <a:lnTo>
                        <a:pt x="733" y="683"/>
                      </a:lnTo>
                      <a:lnTo>
                        <a:pt x="745" y="686"/>
                      </a:lnTo>
                      <a:lnTo>
                        <a:pt x="748" y="687"/>
                      </a:lnTo>
                      <a:lnTo>
                        <a:pt x="760" y="689"/>
                      </a:lnTo>
                      <a:lnTo>
                        <a:pt x="772" y="690"/>
                      </a:lnTo>
                      <a:lnTo>
                        <a:pt x="784" y="689"/>
                      </a:lnTo>
                      <a:lnTo>
                        <a:pt x="796" y="687"/>
                      </a:lnTo>
                      <a:lnTo>
                        <a:pt x="800" y="686"/>
                      </a:lnTo>
                      <a:lnTo>
                        <a:pt x="812" y="683"/>
                      </a:lnTo>
                      <a:lnTo>
                        <a:pt x="824" y="678"/>
                      </a:lnTo>
                      <a:lnTo>
                        <a:pt x="836" y="672"/>
                      </a:lnTo>
                      <a:lnTo>
                        <a:pt x="848" y="664"/>
                      </a:lnTo>
                      <a:lnTo>
                        <a:pt x="851" y="662"/>
                      </a:lnTo>
                      <a:lnTo>
                        <a:pt x="875" y="646"/>
                      </a:lnTo>
                      <a:lnTo>
                        <a:pt x="899" y="626"/>
                      </a:lnTo>
                      <a:lnTo>
                        <a:pt x="923" y="605"/>
                      </a:lnTo>
                      <a:lnTo>
                        <a:pt x="947" y="583"/>
                      </a:lnTo>
                      <a:lnTo>
                        <a:pt x="970" y="562"/>
                      </a:lnTo>
                      <a:lnTo>
                        <a:pt x="995" y="539"/>
                      </a:lnTo>
                      <a:lnTo>
                        <a:pt x="1019" y="515"/>
                      </a:lnTo>
                      <a:lnTo>
                        <a:pt x="1043" y="489"/>
                      </a:lnTo>
                      <a:lnTo>
                        <a:pt x="1067" y="462"/>
                      </a:lnTo>
                      <a:lnTo>
                        <a:pt x="1115" y="406"/>
                      </a:lnTo>
                      <a:lnTo>
                        <a:pt x="1139" y="378"/>
                      </a:lnTo>
                      <a:lnTo>
                        <a:pt x="1163" y="351"/>
                      </a:lnTo>
                      <a:lnTo>
                        <a:pt x="1187" y="325"/>
                      </a:lnTo>
                      <a:lnTo>
                        <a:pt x="1211" y="297"/>
                      </a:lnTo>
                      <a:lnTo>
                        <a:pt x="1259" y="241"/>
                      </a:lnTo>
                      <a:lnTo>
                        <a:pt x="1283" y="214"/>
                      </a:lnTo>
                      <a:lnTo>
                        <a:pt x="1307" y="188"/>
                      </a:lnTo>
                      <a:lnTo>
                        <a:pt x="1331" y="164"/>
                      </a:lnTo>
                      <a:lnTo>
                        <a:pt x="1354" y="142"/>
                      </a:lnTo>
                      <a:lnTo>
                        <a:pt x="1379" y="120"/>
                      </a:lnTo>
                      <a:lnTo>
                        <a:pt x="1403" y="98"/>
                      </a:lnTo>
                      <a:lnTo>
                        <a:pt x="1427" y="77"/>
                      </a:lnTo>
                      <a:lnTo>
                        <a:pt x="1451" y="58"/>
                      </a:lnTo>
                      <a:lnTo>
                        <a:pt x="1475" y="41"/>
                      </a:lnTo>
                      <a:lnTo>
                        <a:pt x="1468" y="34"/>
                      </a:lnTo>
                      <a:lnTo>
                        <a:pt x="1472" y="43"/>
                      </a:lnTo>
                      <a:lnTo>
                        <a:pt x="1484" y="35"/>
                      </a:lnTo>
                      <a:lnTo>
                        <a:pt x="1496" y="29"/>
                      </a:lnTo>
                      <a:lnTo>
                        <a:pt x="1508" y="24"/>
                      </a:lnTo>
                      <a:lnTo>
                        <a:pt x="1520" y="21"/>
                      </a:lnTo>
                      <a:lnTo>
                        <a:pt x="1516" y="12"/>
                      </a:lnTo>
                      <a:lnTo>
                        <a:pt x="1516" y="21"/>
                      </a:lnTo>
                      <a:lnTo>
                        <a:pt x="1528" y="19"/>
                      </a:lnTo>
                      <a:lnTo>
                        <a:pt x="1540" y="18"/>
                      </a:lnTo>
                      <a:lnTo>
                        <a:pt x="1552" y="19"/>
                      </a:lnTo>
                      <a:lnTo>
                        <a:pt x="1564" y="21"/>
                      </a:lnTo>
                      <a:lnTo>
                        <a:pt x="1564" y="12"/>
                      </a:lnTo>
                      <a:lnTo>
                        <a:pt x="1561" y="21"/>
                      </a:lnTo>
                      <a:lnTo>
                        <a:pt x="1573" y="24"/>
                      </a:lnTo>
                      <a:lnTo>
                        <a:pt x="1585" y="29"/>
                      </a:lnTo>
                      <a:lnTo>
                        <a:pt x="1597" y="35"/>
                      </a:lnTo>
                      <a:lnTo>
                        <a:pt x="1609" y="43"/>
                      </a:lnTo>
                      <a:lnTo>
                        <a:pt x="1612" y="34"/>
                      </a:lnTo>
                      <a:lnTo>
                        <a:pt x="1606" y="41"/>
                      </a:lnTo>
                      <a:lnTo>
                        <a:pt x="1630" y="58"/>
                      </a:lnTo>
                      <a:lnTo>
                        <a:pt x="1654" y="77"/>
                      </a:lnTo>
                      <a:lnTo>
                        <a:pt x="1678" y="98"/>
                      </a:lnTo>
                      <a:lnTo>
                        <a:pt x="1702" y="120"/>
                      </a:lnTo>
                      <a:lnTo>
                        <a:pt x="1726" y="142"/>
                      </a:lnTo>
                      <a:lnTo>
                        <a:pt x="1750" y="164"/>
                      </a:lnTo>
                      <a:lnTo>
                        <a:pt x="1776" y="190"/>
                      </a:lnTo>
                      <a:lnTo>
                        <a:pt x="1802" y="218"/>
                      </a:lnTo>
                      <a:lnTo>
                        <a:pt x="1828" y="247"/>
                      </a:lnTo>
                      <a:lnTo>
                        <a:pt x="1853" y="275"/>
                      </a:lnTo>
                      <a:lnTo>
                        <a:pt x="1876" y="303"/>
                      </a:lnTo>
                      <a:lnTo>
                        <a:pt x="1898" y="329"/>
                      </a:lnTo>
                      <a:lnTo>
                        <a:pt x="1917" y="351"/>
                      </a:lnTo>
                      <a:lnTo>
                        <a:pt x="1935" y="372"/>
                      </a:lnTo>
                      <a:lnTo>
                        <a:pt x="1951" y="392"/>
                      </a:lnTo>
                      <a:lnTo>
                        <a:pt x="1965" y="410"/>
                      </a:lnTo>
                      <a:lnTo>
                        <a:pt x="1978" y="428"/>
                      </a:lnTo>
                      <a:lnTo>
                        <a:pt x="1989" y="443"/>
                      </a:lnTo>
                      <a:lnTo>
                        <a:pt x="1999" y="457"/>
                      </a:lnTo>
                      <a:lnTo>
                        <a:pt x="2007" y="468"/>
                      </a:lnTo>
                      <a:lnTo>
                        <a:pt x="2013" y="477"/>
                      </a:lnTo>
                      <a:lnTo>
                        <a:pt x="2027" y="466"/>
                      </a:lnTo>
                      <a:lnTo>
                        <a:pt x="2020" y="455"/>
                      </a:lnTo>
                      <a:lnTo>
                        <a:pt x="2012" y="444"/>
                      </a:lnTo>
                      <a:lnTo>
                        <a:pt x="2002" y="430"/>
                      </a:lnTo>
                      <a:lnTo>
                        <a:pt x="1991" y="415"/>
                      </a:lnTo>
                      <a:lnTo>
                        <a:pt x="1978" y="397"/>
                      </a:lnTo>
                      <a:lnTo>
                        <a:pt x="1964" y="379"/>
                      </a:lnTo>
                      <a:lnTo>
                        <a:pt x="1948" y="359"/>
                      </a:lnTo>
                      <a:lnTo>
                        <a:pt x="1931" y="339"/>
                      </a:lnTo>
                      <a:lnTo>
                        <a:pt x="1911" y="316"/>
                      </a:lnTo>
                      <a:lnTo>
                        <a:pt x="1889" y="290"/>
                      </a:lnTo>
                      <a:lnTo>
                        <a:pt x="1866" y="262"/>
                      </a:lnTo>
                      <a:lnTo>
                        <a:pt x="1841" y="234"/>
                      </a:lnTo>
                      <a:lnTo>
                        <a:pt x="1815" y="205"/>
                      </a:lnTo>
                      <a:lnTo>
                        <a:pt x="1789" y="177"/>
                      </a:lnTo>
                      <a:lnTo>
                        <a:pt x="1763" y="151"/>
                      </a:lnTo>
                      <a:lnTo>
                        <a:pt x="1738" y="129"/>
                      </a:lnTo>
                      <a:lnTo>
                        <a:pt x="1715" y="107"/>
                      </a:lnTo>
                      <a:lnTo>
                        <a:pt x="1691" y="85"/>
                      </a:lnTo>
                      <a:lnTo>
                        <a:pt x="1667" y="64"/>
                      </a:lnTo>
                      <a:lnTo>
                        <a:pt x="1643" y="45"/>
                      </a:lnTo>
                      <a:lnTo>
                        <a:pt x="1619" y="28"/>
                      </a:lnTo>
                      <a:lnTo>
                        <a:pt x="1616" y="26"/>
                      </a:lnTo>
                      <a:lnTo>
                        <a:pt x="1604" y="18"/>
                      </a:lnTo>
                      <a:lnTo>
                        <a:pt x="1592" y="12"/>
                      </a:lnTo>
                      <a:lnTo>
                        <a:pt x="1580" y="7"/>
                      </a:lnTo>
                      <a:lnTo>
                        <a:pt x="1568" y="4"/>
                      </a:lnTo>
                      <a:lnTo>
                        <a:pt x="1564" y="3"/>
                      </a:lnTo>
                      <a:lnTo>
                        <a:pt x="1552" y="1"/>
                      </a:lnTo>
                      <a:lnTo>
                        <a:pt x="1540" y="0"/>
                      </a:lnTo>
                      <a:lnTo>
                        <a:pt x="1528" y="1"/>
                      </a:lnTo>
                      <a:lnTo>
                        <a:pt x="1516" y="3"/>
                      </a:lnTo>
                      <a:lnTo>
                        <a:pt x="1513" y="4"/>
                      </a:lnTo>
                      <a:lnTo>
                        <a:pt x="1501" y="7"/>
                      </a:lnTo>
                      <a:lnTo>
                        <a:pt x="1489" y="12"/>
                      </a:lnTo>
                      <a:lnTo>
                        <a:pt x="1477" y="18"/>
                      </a:lnTo>
                      <a:lnTo>
                        <a:pt x="1465" y="26"/>
                      </a:lnTo>
                      <a:lnTo>
                        <a:pt x="1462" y="28"/>
                      </a:lnTo>
                      <a:lnTo>
                        <a:pt x="1438" y="45"/>
                      </a:lnTo>
                      <a:lnTo>
                        <a:pt x="1414" y="64"/>
                      </a:lnTo>
                      <a:lnTo>
                        <a:pt x="1390" y="85"/>
                      </a:lnTo>
                      <a:lnTo>
                        <a:pt x="1366" y="107"/>
                      </a:lnTo>
                      <a:lnTo>
                        <a:pt x="1342" y="129"/>
                      </a:lnTo>
                      <a:lnTo>
                        <a:pt x="1318" y="151"/>
                      </a:lnTo>
                      <a:lnTo>
                        <a:pt x="1294" y="175"/>
                      </a:lnTo>
                      <a:lnTo>
                        <a:pt x="1270" y="201"/>
                      </a:lnTo>
                      <a:lnTo>
                        <a:pt x="1246" y="228"/>
                      </a:lnTo>
                      <a:lnTo>
                        <a:pt x="1198" y="284"/>
                      </a:lnTo>
                      <a:lnTo>
                        <a:pt x="1174" y="312"/>
                      </a:lnTo>
                      <a:lnTo>
                        <a:pt x="1150" y="339"/>
                      </a:lnTo>
                      <a:lnTo>
                        <a:pt x="1126" y="365"/>
                      </a:lnTo>
                      <a:lnTo>
                        <a:pt x="1102" y="393"/>
                      </a:lnTo>
                      <a:lnTo>
                        <a:pt x="1054" y="449"/>
                      </a:lnTo>
                      <a:lnTo>
                        <a:pt x="1030" y="476"/>
                      </a:lnTo>
                      <a:lnTo>
                        <a:pt x="1006" y="502"/>
                      </a:lnTo>
                      <a:lnTo>
                        <a:pt x="982" y="526"/>
                      </a:lnTo>
                      <a:lnTo>
                        <a:pt x="958" y="549"/>
                      </a:lnTo>
                      <a:lnTo>
                        <a:pt x="934" y="570"/>
                      </a:lnTo>
                      <a:lnTo>
                        <a:pt x="910" y="592"/>
                      </a:lnTo>
                      <a:lnTo>
                        <a:pt x="886" y="613"/>
                      </a:lnTo>
                      <a:lnTo>
                        <a:pt x="862" y="633"/>
                      </a:lnTo>
                      <a:lnTo>
                        <a:pt x="838" y="649"/>
                      </a:lnTo>
                      <a:lnTo>
                        <a:pt x="844" y="656"/>
                      </a:lnTo>
                      <a:lnTo>
                        <a:pt x="841" y="647"/>
                      </a:lnTo>
                      <a:lnTo>
                        <a:pt x="829" y="655"/>
                      </a:lnTo>
                      <a:lnTo>
                        <a:pt x="817" y="661"/>
                      </a:lnTo>
                      <a:lnTo>
                        <a:pt x="805" y="666"/>
                      </a:lnTo>
                      <a:lnTo>
                        <a:pt x="793" y="669"/>
                      </a:lnTo>
                      <a:lnTo>
                        <a:pt x="796" y="678"/>
                      </a:lnTo>
                      <a:lnTo>
                        <a:pt x="796" y="669"/>
                      </a:lnTo>
                      <a:lnTo>
                        <a:pt x="784" y="671"/>
                      </a:lnTo>
                      <a:lnTo>
                        <a:pt x="772" y="672"/>
                      </a:lnTo>
                      <a:lnTo>
                        <a:pt x="760" y="671"/>
                      </a:lnTo>
                      <a:lnTo>
                        <a:pt x="748" y="669"/>
                      </a:lnTo>
                      <a:lnTo>
                        <a:pt x="748" y="678"/>
                      </a:lnTo>
                      <a:lnTo>
                        <a:pt x="752" y="669"/>
                      </a:lnTo>
                      <a:lnTo>
                        <a:pt x="740" y="666"/>
                      </a:lnTo>
                      <a:lnTo>
                        <a:pt x="728" y="661"/>
                      </a:lnTo>
                      <a:lnTo>
                        <a:pt x="716" y="655"/>
                      </a:lnTo>
                      <a:lnTo>
                        <a:pt x="704" y="647"/>
                      </a:lnTo>
                      <a:lnTo>
                        <a:pt x="700" y="656"/>
                      </a:lnTo>
                      <a:lnTo>
                        <a:pt x="707" y="649"/>
                      </a:lnTo>
                      <a:lnTo>
                        <a:pt x="683" y="633"/>
                      </a:lnTo>
                      <a:lnTo>
                        <a:pt x="659" y="613"/>
                      </a:lnTo>
                      <a:lnTo>
                        <a:pt x="635" y="592"/>
                      </a:lnTo>
                      <a:lnTo>
                        <a:pt x="611" y="570"/>
                      </a:lnTo>
                      <a:lnTo>
                        <a:pt x="586" y="549"/>
                      </a:lnTo>
                      <a:lnTo>
                        <a:pt x="563" y="526"/>
                      </a:lnTo>
                      <a:lnTo>
                        <a:pt x="539" y="502"/>
                      </a:lnTo>
                      <a:lnTo>
                        <a:pt x="515" y="476"/>
                      </a:lnTo>
                      <a:lnTo>
                        <a:pt x="491" y="449"/>
                      </a:lnTo>
                      <a:lnTo>
                        <a:pt x="443" y="393"/>
                      </a:lnTo>
                      <a:lnTo>
                        <a:pt x="419" y="365"/>
                      </a:lnTo>
                      <a:lnTo>
                        <a:pt x="395" y="339"/>
                      </a:lnTo>
                      <a:lnTo>
                        <a:pt x="371" y="312"/>
                      </a:lnTo>
                      <a:lnTo>
                        <a:pt x="347" y="284"/>
                      </a:lnTo>
                      <a:lnTo>
                        <a:pt x="299" y="228"/>
                      </a:lnTo>
                      <a:lnTo>
                        <a:pt x="275" y="201"/>
                      </a:lnTo>
                      <a:lnTo>
                        <a:pt x="251" y="175"/>
                      </a:lnTo>
                      <a:lnTo>
                        <a:pt x="227" y="151"/>
                      </a:lnTo>
                      <a:lnTo>
                        <a:pt x="202" y="129"/>
                      </a:lnTo>
                      <a:lnTo>
                        <a:pt x="179" y="108"/>
                      </a:lnTo>
                      <a:lnTo>
                        <a:pt x="155" y="90"/>
                      </a:lnTo>
                      <a:lnTo>
                        <a:pt x="131" y="73"/>
                      </a:lnTo>
                      <a:lnTo>
                        <a:pt x="128" y="71"/>
                      </a:lnTo>
                      <a:lnTo>
                        <a:pt x="104" y="56"/>
                      </a:lnTo>
                      <a:lnTo>
                        <a:pt x="56" y="27"/>
                      </a:lnTo>
                      <a:lnTo>
                        <a:pt x="8" y="1"/>
                      </a:lnTo>
                      <a:close/>
                    </a:path>
                  </a:pathLst>
                </a:custGeom>
                <a:solidFill>
                  <a:srgbClr val="0000FF"/>
                </a:solidFill>
                <a:ln w="19050">
                  <a:solidFill>
                    <a:srgbClr val="0000FF"/>
                  </a:solidFill>
                  <a:round/>
                  <a:headEnd/>
                  <a:tailEnd/>
                </a:ln>
              </p:spPr>
              <p:txBody>
                <a:bodyPr/>
                <a:lstStyle/>
                <a:p>
                  <a:endParaRPr lang="zh-CN" altLang="en-US"/>
                </a:p>
              </p:txBody>
            </p:sp>
          </p:grpSp>
          <p:sp>
            <p:nvSpPr>
              <p:cNvPr id="20503" name="Line 23">
                <a:extLst>
                  <a:ext uri="{FF2B5EF4-FFF2-40B4-BE49-F238E27FC236}">
                    <a16:creationId xmlns:a16="http://schemas.microsoft.com/office/drawing/2014/main" id="{CF1CCCF5-0918-4DBA-AFA1-70D00F091855}"/>
                  </a:ext>
                </a:extLst>
              </p:cNvPr>
              <p:cNvSpPr>
                <a:spLocks noChangeShapeType="1"/>
              </p:cNvSpPr>
              <p:nvPr/>
            </p:nvSpPr>
            <p:spPr bwMode="auto">
              <a:xfrm flipH="1">
                <a:off x="2736" y="2007"/>
                <a:ext cx="240" cy="0"/>
              </a:xfrm>
              <a:prstGeom prst="line">
                <a:avLst/>
              </a:prstGeom>
              <a:noFill/>
              <a:ln w="38100">
                <a:solidFill>
                  <a:srgbClr val="0000FF"/>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pSp>
      </p:grpSp>
      <p:sp>
        <p:nvSpPr>
          <p:cNvPr id="564248" name="Text Box 24">
            <a:extLst>
              <a:ext uri="{FF2B5EF4-FFF2-40B4-BE49-F238E27FC236}">
                <a16:creationId xmlns:a16="http://schemas.microsoft.com/office/drawing/2014/main" id="{A229FA94-B340-49DA-80CA-ECF52A3018D8}"/>
              </a:ext>
            </a:extLst>
          </p:cNvPr>
          <p:cNvSpPr txBox="1">
            <a:spLocks noChangeArrowheads="1"/>
          </p:cNvSpPr>
          <p:nvPr/>
        </p:nvSpPr>
        <p:spPr bwMode="auto">
          <a:xfrm>
            <a:off x="500063" y="3787775"/>
            <a:ext cx="373380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0" lang="zh-CN" altLang="en-US" sz="2200">
                <a:solidFill>
                  <a:srgbClr val="FFFF00"/>
                </a:solidFill>
                <a:latin typeface="楷体_GB2312" pitchFamily="49" charset="-122"/>
                <a:ea typeface="楷体_GB2312" pitchFamily="49" charset="-122"/>
              </a:rPr>
              <a:t>解</a:t>
            </a:r>
            <a:r>
              <a:rPr kumimoji="0" lang="zh-CN" altLang="en-US" sz="2200">
                <a:solidFill>
                  <a:srgbClr val="CC0000"/>
                </a:solidFill>
                <a:latin typeface="楷体_GB2312" pitchFamily="49" charset="-122"/>
                <a:ea typeface="楷体_GB2312" pitchFamily="49" charset="-122"/>
              </a:rPr>
              <a:t> </a:t>
            </a:r>
            <a:r>
              <a:rPr kumimoji="0" lang="en-US" altLang="zh-CN" sz="2200">
                <a:solidFill>
                  <a:schemeClr val="bg1"/>
                </a:solidFill>
                <a:latin typeface="楷体_GB2312" pitchFamily="49" charset="-122"/>
                <a:ea typeface="楷体_GB2312" pitchFamily="49" charset="-122"/>
              </a:rPr>
              <a:t>1</a:t>
            </a:r>
            <a:r>
              <a:rPr kumimoji="0" lang="zh-CN" altLang="en-US" sz="2200">
                <a:solidFill>
                  <a:schemeClr val="bg1"/>
                </a:solidFill>
                <a:latin typeface="楷体_GB2312" pitchFamily="49" charset="-122"/>
                <a:ea typeface="楷体_GB2312" pitchFamily="49" charset="-122"/>
              </a:rPr>
              <a:t>）车为接收器</a:t>
            </a:r>
          </a:p>
        </p:txBody>
      </p:sp>
      <p:graphicFrame>
        <p:nvGraphicFramePr>
          <p:cNvPr id="564249" name="Object 25">
            <a:extLst>
              <a:ext uri="{FF2B5EF4-FFF2-40B4-BE49-F238E27FC236}">
                <a16:creationId xmlns:a16="http://schemas.microsoft.com/office/drawing/2014/main" id="{4D814FA8-E038-476F-944C-DF91A13999C2}"/>
              </a:ext>
            </a:extLst>
          </p:cNvPr>
          <p:cNvGraphicFramePr>
            <a:graphicFrameLocks noChangeAspect="1"/>
          </p:cNvGraphicFramePr>
          <p:nvPr>
            <p:extLst/>
          </p:nvPr>
        </p:nvGraphicFramePr>
        <p:xfrm>
          <a:off x="3203575" y="3851275"/>
          <a:ext cx="1722438" cy="863600"/>
        </p:xfrm>
        <a:graphic>
          <a:graphicData uri="http://schemas.openxmlformats.org/presentationml/2006/ole">
            <mc:AlternateContent xmlns:mc="http://schemas.openxmlformats.org/markup-compatibility/2006">
              <mc:Choice xmlns:v="urn:schemas-microsoft-com:vml" Requires="v">
                <p:oleObj spid="_x0000_s117821" name="Equation" r:id="rId14" imgW="1409827" imgH="685800" progId="Equation.3">
                  <p:embed/>
                </p:oleObj>
              </mc:Choice>
              <mc:Fallback>
                <p:oleObj name="Equation" r:id="rId14" imgW="1409827" imgH="685800" progId="Equation.3">
                  <p:embed/>
                  <p:pic>
                    <p:nvPicPr>
                      <p:cNvPr id="564249" name="Object 25">
                        <a:extLst>
                          <a:ext uri="{FF2B5EF4-FFF2-40B4-BE49-F238E27FC236}">
                            <a16:creationId xmlns:a16="http://schemas.microsoft.com/office/drawing/2014/main" id="{4D814FA8-E038-476F-944C-DF91A13999C2}"/>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203575" y="3851275"/>
                        <a:ext cx="1722438" cy="863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64251" name="Text Box 27">
            <a:extLst>
              <a:ext uri="{FF2B5EF4-FFF2-40B4-BE49-F238E27FC236}">
                <a16:creationId xmlns:a16="http://schemas.microsoft.com/office/drawing/2014/main" id="{343371B7-B108-4045-BDE9-B77E9B099BA4}"/>
              </a:ext>
            </a:extLst>
          </p:cNvPr>
          <p:cNvSpPr txBox="1">
            <a:spLocks noChangeArrowheads="1"/>
          </p:cNvSpPr>
          <p:nvPr/>
        </p:nvSpPr>
        <p:spPr bwMode="auto">
          <a:xfrm>
            <a:off x="928688" y="4884738"/>
            <a:ext cx="3048000"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0" lang="en-US" altLang="zh-CN" sz="2200">
                <a:solidFill>
                  <a:schemeClr val="bg1"/>
                </a:solidFill>
                <a:latin typeface="楷体_GB2312" pitchFamily="49" charset="-122"/>
                <a:ea typeface="楷体_GB2312" pitchFamily="49" charset="-122"/>
              </a:rPr>
              <a:t>2</a:t>
            </a:r>
            <a:r>
              <a:rPr kumimoji="0" lang="zh-CN" altLang="en-US" sz="2200">
                <a:solidFill>
                  <a:schemeClr val="bg1"/>
                </a:solidFill>
                <a:latin typeface="楷体_GB2312" pitchFamily="49" charset="-122"/>
                <a:ea typeface="楷体_GB2312" pitchFamily="49" charset="-122"/>
              </a:rPr>
              <a:t>）车为波源</a:t>
            </a:r>
          </a:p>
        </p:txBody>
      </p:sp>
      <p:graphicFrame>
        <p:nvGraphicFramePr>
          <p:cNvPr id="564252" name="Object 28">
            <a:extLst>
              <a:ext uri="{FF2B5EF4-FFF2-40B4-BE49-F238E27FC236}">
                <a16:creationId xmlns:a16="http://schemas.microsoft.com/office/drawing/2014/main" id="{CF61FC86-16F8-4E61-8FEA-D0C2CC004CB7}"/>
              </a:ext>
            </a:extLst>
          </p:cNvPr>
          <p:cNvGraphicFramePr>
            <a:graphicFrameLocks noChangeAspect="1"/>
          </p:cNvGraphicFramePr>
          <p:nvPr>
            <p:extLst/>
          </p:nvPr>
        </p:nvGraphicFramePr>
        <p:xfrm>
          <a:off x="2916238" y="4724400"/>
          <a:ext cx="1860550" cy="942975"/>
        </p:xfrm>
        <a:graphic>
          <a:graphicData uri="http://schemas.openxmlformats.org/presentationml/2006/ole">
            <mc:AlternateContent xmlns:mc="http://schemas.openxmlformats.org/markup-compatibility/2006">
              <mc:Choice xmlns:v="urn:schemas-microsoft-com:vml" Requires="v">
                <p:oleObj spid="_x0000_s117822" name="Equation" r:id="rId16" imgW="1485976" imgH="762034" progId="Equation.3">
                  <p:embed/>
                </p:oleObj>
              </mc:Choice>
              <mc:Fallback>
                <p:oleObj name="Equation" r:id="rId16" imgW="1485976" imgH="762034" progId="Equation.3">
                  <p:embed/>
                  <p:pic>
                    <p:nvPicPr>
                      <p:cNvPr id="564252" name="Object 28">
                        <a:extLst>
                          <a:ext uri="{FF2B5EF4-FFF2-40B4-BE49-F238E27FC236}">
                            <a16:creationId xmlns:a16="http://schemas.microsoft.com/office/drawing/2014/main" id="{CF61FC86-16F8-4E61-8FEA-D0C2CC004CB7}"/>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916238" y="4724400"/>
                        <a:ext cx="1860550" cy="942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4253" name="Object 29">
            <a:extLst>
              <a:ext uri="{FF2B5EF4-FFF2-40B4-BE49-F238E27FC236}">
                <a16:creationId xmlns:a16="http://schemas.microsoft.com/office/drawing/2014/main" id="{8278C210-0655-4C29-8A10-6FB6ECE3CBFF}"/>
              </a:ext>
            </a:extLst>
          </p:cNvPr>
          <p:cNvGraphicFramePr>
            <a:graphicFrameLocks noChangeAspect="1"/>
          </p:cNvGraphicFramePr>
          <p:nvPr>
            <p:extLst/>
          </p:nvPr>
        </p:nvGraphicFramePr>
        <p:xfrm>
          <a:off x="4787900" y="4686300"/>
          <a:ext cx="1676400" cy="1047750"/>
        </p:xfrm>
        <a:graphic>
          <a:graphicData uri="http://schemas.openxmlformats.org/presentationml/2006/ole">
            <mc:AlternateContent xmlns:mc="http://schemas.openxmlformats.org/markup-compatibility/2006">
              <mc:Choice xmlns:v="urn:schemas-microsoft-com:vml" Requires="v">
                <p:oleObj spid="_x0000_s117823" name="Equation" r:id="rId18" imgW="609498" imgH="390661" progId="Equation.3">
                  <p:embed/>
                </p:oleObj>
              </mc:Choice>
              <mc:Fallback>
                <p:oleObj name="Equation" r:id="rId18" imgW="609498" imgH="390661" progId="Equation.3">
                  <p:embed/>
                  <p:pic>
                    <p:nvPicPr>
                      <p:cNvPr id="564253" name="Object 29">
                        <a:extLst>
                          <a:ext uri="{FF2B5EF4-FFF2-40B4-BE49-F238E27FC236}">
                            <a16:creationId xmlns:a16="http://schemas.microsoft.com/office/drawing/2014/main" id="{8278C210-0655-4C29-8A10-6FB6ECE3CBFF}"/>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787900" y="4686300"/>
                        <a:ext cx="1676400" cy="1047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64255" name="Text Box 31">
            <a:extLst>
              <a:ext uri="{FF2B5EF4-FFF2-40B4-BE49-F238E27FC236}">
                <a16:creationId xmlns:a16="http://schemas.microsoft.com/office/drawing/2014/main" id="{06971269-2812-47A2-8E10-318128017FE8}"/>
              </a:ext>
            </a:extLst>
          </p:cNvPr>
          <p:cNvSpPr txBox="1">
            <a:spLocks noChangeArrowheads="1"/>
          </p:cNvSpPr>
          <p:nvPr/>
        </p:nvSpPr>
        <p:spPr bwMode="auto">
          <a:xfrm>
            <a:off x="1476375" y="5943600"/>
            <a:ext cx="160020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0" lang="zh-CN" altLang="en-US" sz="2200">
                <a:solidFill>
                  <a:schemeClr val="bg1"/>
                </a:solidFill>
                <a:ea typeface="楷体_GB2312" pitchFamily="49" charset="-122"/>
              </a:rPr>
              <a:t>车速</a:t>
            </a:r>
          </a:p>
        </p:txBody>
      </p:sp>
      <p:graphicFrame>
        <p:nvGraphicFramePr>
          <p:cNvPr id="564256" name="Object 32">
            <a:extLst>
              <a:ext uri="{FF2B5EF4-FFF2-40B4-BE49-F238E27FC236}">
                <a16:creationId xmlns:a16="http://schemas.microsoft.com/office/drawing/2014/main" id="{426B4BBC-4689-450E-BD79-535948CB3BB5}"/>
              </a:ext>
            </a:extLst>
          </p:cNvPr>
          <p:cNvGraphicFramePr>
            <a:graphicFrameLocks noChangeAspect="1"/>
          </p:cNvGraphicFramePr>
          <p:nvPr>
            <p:extLst/>
          </p:nvPr>
        </p:nvGraphicFramePr>
        <p:xfrm>
          <a:off x="2306638" y="5715000"/>
          <a:ext cx="5181600" cy="882650"/>
        </p:xfrm>
        <a:graphic>
          <a:graphicData uri="http://schemas.openxmlformats.org/presentationml/2006/ole">
            <mc:AlternateContent xmlns:mc="http://schemas.openxmlformats.org/markup-compatibility/2006">
              <mc:Choice xmlns:v="urn:schemas-microsoft-com:vml" Requires="v">
                <p:oleObj spid="_x0000_s117824" name="Equation" r:id="rId20" imgW="3762496" imgH="685800" progId="Equation.3">
                  <p:embed/>
                </p:oleObj>
              </mc:Choice>
              <mc:Fallback>
                <p:oleObj name="Equation" r:id="rId20" imgW="3762496" imgH="685800" progId="Equation.3">
                  <p:embed/>
                  <p:pic>
                    <p:nvPicPr>
                      <p:cNvPr id="564256" name="Object 32">
                        <a:extLst>
                          <a:ext uri="{FF2B5EF4-FFF2-40B4-BE49-F238E27FC236}">
                            <a16:creationId xmlns:a16="http://schemas.microsoft.com/office/drawing/2014/main" id="{426B4BBC-4689-450E-BD79-535948CB3BB5}"/>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306638" y="5715000"/>
                        <a:ext cx="5181600" cy="882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494" name="灯片编号占位符 1">
            <a:extLst>
              <a:ext uri="{FF2B5EF4-FFF2-40B4-BE49-F238E27FC236}">
                <a16:creationId xmlns:a16="http://schemas.microsoft.com/office/drawing/2014/main" id="{C4293BBE-A2F5-4462-8699-8CD763B2419F}"/>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9FCD1577-0DC5-46B9-A729-D0243A9CC09B}" type="slidenum">
              <a:rPr lang="en-US" altLang="zh-CN" b="0">
                <a:solidFill>
                  <a:srgbClr val="FF00FF"/>
                </a:solidFill>
              </a:rPr>
              <a:pPr eaLnBrk="1" hangingPunct="1"/>
              <a:t>9</a:t>
            </a:fld>
            <a:r>
              <a:rPr lang="en-US" altLang="zh-CN" b="0">
                <a:solidFill>
                  <a:srgbClr val="FF00FF"/>
                </a:solidFill>
              </a:rPr>
              <a:t>/25</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564229"/>
                                        </p:tgtEl>
                                        <p:attrNameLst>
                                          <p:attrName>style.visibility</p:attrName>
                                        </p:attrNameLst>
                                      </p:cBhvr>
                                      <p:to>
                                        <p:strVal val="visible"/>
                                      </p:to>
                                    </p:set>
                                    <p:animEffect transition="in" filter="blinds(horizontal)">
                                      <p:cBhvr>
                                        <p:cTn id="7" dur="500"/>
                                        <p:tgtEl>
                                          <p:spTgt spid="564229"/>
                                        </p:tgtEl>
                                      </p:cBhvr>
                                    </p:animEffect>
                                  </p:childTnLst>
                                </p:cTn>
                              </p:par>
                              <p:par>
                                <p:cTn id="8" presetID="3" presetClass="entr" presetSubtype="10" fill="hold" nodeType="withEffect">
                                  <p:stCondLst>
                                    <p:cond delay="0"/>
                                  </p:stCondLst>
                                  <p:childTnLst>
                                    <p:set>
                                      <p:cBhvr>
                                        <p:cTn id="9" dur="1" fill="hold">
                                          <p:stCondLst>
                                            <p:cond delay="0"/>
                                          </p:stCondLst>
                                        </p:cTn>
                                        <p:tgtEl>
                                          <p:spTgt spid="564230"/>
                                        </p:tgtEl>
                                        <p:attrNameLst>
                                          <p:attrName>style.visibility</p:attrName>
                                        </p:attrNameLst>
                                      </p:cBhvr>
                                      <p:to>
                                        <p:strVal val="visible"/>
                                      </p:to>
                                    </p:set>
                                    <p:animEffect transition="in" filter="blinds(horizontal)">
                                      <p:cBhvr>
                                        <p:cTn id="10" dur="500"/>
                                        <p:tgtEl>
                                          <p:spTgt spid="564230"/>
                                        </p:tgtEl>
                                      </p:cBhvr>
                                    </p:animEffect>
                                  </p:childTnLst>
                                </p:cTn>
                              </p:par>
                              <p:par>
                                <p:cTn id="11" presetID="3" presetClass="entr" presetSubtype="10" fill="hold" nodeType="withEffect">
                                  <p:stCondLst>
                                    <p:cond delay="0"/>
                                  </p:stCondLst>
                                  <p:childTnLst>
                                    <p:set>
                                      <p:cBhvr>
                                        <p:cTn id="12" dur="1" fill="hold">
                                          <p:stCondLst>
                                            <p:cond delay="0"/>
                                          </p:stCondLst>
                                        </p:cTn>
                                        <p:tgtEl>
                                          <p:spTgt spid="564231"/>
                                        </p:tgtEl>
                                        <p:attrNameLst>
                                          <p:attrName>style.visibility</p:attrName>
                                        </p:attrNameLst>
                                      </p:cBhvr>
                                      <p:to>
                                        <p:strVal val="visible"/>
                                      </p:to>
                                    </p:set>
                                    <p:animEffect transition="in" filter="blinds(horizontal)">
                                      <p:cBhvr>
                                        <p:cTn id="13" dur="500"/>
                                        <p:tgtEl>
                                          <p:spTgt spid="564231"/>
                                        </p:tgtEl>
                                      </p:cBhvr>
                                    </p:animEffect>
                                  </p:childTnLst>
                                </p:cTn>
                              </p:par>
                              <p:par>
                                <p:cTn id="14" presetID="3" presetClass="entr" presetSubtype="10" fill="hold" nodeType="withEffect">
                                  <p:stCondLst>
                                    <p:cond delay="0"/>
                                  </p:stCondLst>
                                  <p:childTnLst>
                                    <p:set>
                                      <p:cBhvr>
                                        <p:cTn id="15" dur="1" fill="hold">
                                          <p:stCondLst>
                                            <p:cond delay="0"/>
                                          </p:stCondLst>
                                        </p:cTn>
                                        <p:tgtEl>
                                          <p:spTgt spid="564232"/>
                                        </p:tgtEl>
                                        <p:attrNameLst>
                                          <p:attrName>style.visibility</p:attrName>
                                        </p:attrNameLst>
                                      </p:cBhvr>
                                      <p:to>
                                        <p:strVal val="visible"/>
                                      </p:to>
                                    </p:set>
                                    <p:animEffect transition="in" filter="blinds(horizontal)">
                                      <p:cBhvr>
                                        <p:cTn id="16" dur="500"/>
                                        <p:tgtEl>
                                          <p:spTgt spid="564232"/>
                                        </p:tgtEl>
                                      </p:cBhvr>
                                    </p:animEffect>
                                  </p:childTnLst>
                                </p:cTn>
                              </p:par>
                            </p:childTnLst>
                          </p:cTn>
                        </p:par>
                        <p:par>
                          <p:cTn id="17" fill="hold" nodeType="withGroup">
                            <p:stCondLst>
                              <p:cond delay="500"/>
                            </p:stCondLst>
                            <p:childTnLst>
                              <p:par>
                                <p:cTn id="18" presetID="3" presetClass="entr" presetSubtype="10" fill="hold" nodeType="after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blinds(horizontal)">
                                      <p:cBhvr>
                                        <p:cTn id="20" dur="500"/>
                                        <p:tgtEl>
                                          <p:spTgt spid="2"/>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564248"/>
                                        </p:tgtEl>
                                        <p:attrNameLst>
                                          <p:attrName>style.visibility</p:attrName>
                                        </p:attrNameLst>
                                      </p:cBhvr>
                                      <p:to>
                                        <p:strVal val="visible"/>
                                      </p:to>
                                    </p:set>
                                    <p:animEffect transition="in" filter="wipe(left)">
                                      <p:cBhvr>
                                        <p:cTn id="25" dur="500"/>
                                        <p:tgtEl>
                                          <p:spTgt spid="564248"/>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3" presetClass="entr" presetSubtype="5" fill="hold" nodeType="clickEffect">
                                  <p:stCondLst>
                                    <p:cond delay="0"/>
                                  </p:stCondLst>
                                  <p:childTnLst>
                                    <p:set>
                                      <p:cBhvr>
                                        <p:cTn id="29" dur="1" fill="hold">
                                          <p:stCondLst>
                                            <p:cond delay="0"/>
                                          </p:stCondLst>
                                        </p:cTn>
                                        <p:tgtEl>
                                          <p:spTgt spid="564249"/>
                                        </p:tgtEl>
                                        <p:attrNameLst>
                                          <p:attrName>style.visibility</p:attrName>
                                        </p:attrNameLst>
                                      </p:cBhvr>
                                      <p:to>
                                        <p:strVal val="visible"/>
                                      </p:to>
                                    </p:set>
                                    <p:animEffect transition="in" filter="blinds(vertical)">
                                      <p:cBhvr>
                                        <p:cTn id="30" dur="500"/>
                                        <p:tgtEl>
                                          <p:spTgt spid="564249"/>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564251"/>
                                        </p:tgtEl>
                                        <p:attrNameLst>
                                          <p:attrName>style.visibility</p:attrName>
                                        </p:attrNameLst>
                                      </p:cBhvr>
                                      <p:to>
                                        <p:strVal val="visible"/>
                                      </p:to>
                                    </p:set>
                                    <p:animEffect transition="in" filter="blinds(horizontal)">
                                      <p:cBhvr>
                                        <p:cTn id="35" dur="500"/>
                                        <p:tgtEl>
                                          <p:spTgt spid="564251"/>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3" presetClass="entr" presetSubtype="10" fill="hold" nodeType="clickEffect">
                                  <p:stCondLst>
                                    <p:cond delay="0"/>
                                  </p:stCondLst>
                                  <p:childTnLst>
                                    <p:set>
                                      <p:cBhvr>
                                        <p:cTn id="39" dur="1" fill="hold">
                                          <p:stCondLst>
                                            <p:cond delay="0"/>
                                          </p:stCondLst>
                                        </p:cTn>
                                        <p:tgtEl>
                                          <p:spTgt spid="564252"/>
                                        </p:tgtEl>
                                        <p:attrNameLst>
                                          <p:attrName>style.visibility</p:attrName>
                                        </p:attrNameLst>
                                      </p:cBhvr>
                                      <p:to>
                                        <p:strVal val="visible"/>
                                      </p:to>
                                    </p:set>
                                    <p:animEffect transition="in" filter="blinds(horizontal)">
                                      <p:cBhvr>
                                        <p:cTn id="40" dur="500"/>
                                        <p:tgtEl>
                                          <p:spTgt spid="564252"/>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nodeType="clickEffect">
                                  <p:stCondLst>
                                    <p:cond delay="0"/>
                                  </p:stCondLst>
                                  <p:childTnLst>
                                    <p:set>
                                      <p:cBhvr>
                                        <p:cTn id="44" dur="1" fill="hold">
                                          <p:stCondLst>
                                            <p:cond delay="0"/>
                                          </p:stCondLst>
                                        </p:cTn>
                                        <p:tgtEl>
                                          <p:spTgt spid="564253"/>
                                        </p:tgtEl>
                                        <p:attrNameLst>
                                          <p:attrName>style.visibility</p:attrName>
                                        </p:attrNameLst>
                                      </p:cBhvr>
                                      <p:to>
                                        <p:strVal val="visible"/>
                                      </p:to>
                                    </p:set>
                                    <p:animEffect transition="in" filter="wipe(left)">
                                      <p:cBhvr>
                                        <p:cTn id="45" dur="500"/>
                                        <p:tgtEl>
                                          <p:spTgt spid="564253"/>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3" presetClass="entr" presetSubtype="10" fill="hold" grpId="0" nodeType="clickEffect">
                                  <p:stCondLst>
                                    <p:cond delay="0"/>
                                  </p:stCondLst>
                                  <p:childTnLst>
                                    <p:set>
                                      <p:cBhvr>
                                        <p:cTn id="49" dur="1" fill="hold">
                                          <p:stCondLst>
                                            <p:cond delay="0"/>
                                          </p:stCondLst>
                                        </p:cTn>
                                        <p:tgtEl>
                                          <p:spTgt spid="564255"/>
                                        </p:tgtEl>
                                        <p:attrNameLst>
                                          <p:attrName>style.visibility</p:attrName>
                                        </p:attrNameLst>
                                      </p:cBhvr>
                                      <p:to>
                                        <p:strVal val="visible"/>
                                      </p:to>
                                    </p:set>
                                    <p:animEffect transition="in" filter="blinds(horizontal)">
                                      <p:cBhvr>
                                        <p:cTn id="50" dur="500"/>
                                        <p:tgtEl>
                                          <p:spTgt spid="564255"/>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3" presetClass="entr" presetSubtype="10" fill="hold" nodeType="clickEffect">
                                  <p:stCondLst>
                                    <p:cond delay="0"/>
                                  </p:stCondLst>
                                  <p:childTnLst>
                                    <p:set>
                                      <p:cBhvr>
                                        <p:cTn id="54" dur="1" fill="hold">
                                          <p:stCondLst>
                                            <p:cond delay="0"/>
                                          </p:stCondLst>
                                        </p:cTn>
                                        <p:tgtEl>
                                          <p:spTgt spid="564256"/>
                                        </p:tgtEl>
                                        <p:attrNameLst>
                                          <p:attrName>style.visibility</p:attrName>
                                        </p:attrNameLst>
                                      </p:cBhvr>
                                      <p:to>
                                        <p:strVal val="visible"/>
                                      </p:to>
                                    </p:set>
                                    <p:animEffect transition="in" filter="blinds(horizontal)">
                                      <p:cBhvr>
                                        <p:cTn id="55" dur="500"/>
                                        <p:tgtEl>
                                          <p:spTgt spid="5642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4229" grpId="0"/>
      <p:bldP spid="564248" grpId="0" autoUpdateAnimBg="0"/>
      <p:bldP spid="564251" grpId="0"/>
      <p:bldP spid="56425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1161" name="Picture 9" descr="a12（多普勒测速）">
            <a:extLst>
              <a:ext uri="{FF2B5EF4-FFF2-40B4-BE49-F238E27FC236}">
                <a16:creationId xmlns:a16="http://schemas.microsoft.com/office/drawing/2014/main" id="{1DC38186-3950-4842-B0D9-EB8E7F362B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57875" y="2643188"/>
            <a:ext cx="2736850" cy="390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1164" name="Picture 12" descr="g33（超声血流仪）">
            <a:extLst>
              <a:ext uri="{FF2B5EF4-FFF2-40B4-BE49-F238E27FC236}">
                <a16:creationId xmlns:a16="http://schemas.microsoft.com/office/drawing/2014/main" id="{4C569F2D-3B1A-4E09-98F1-4025CA1CE2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5000" r="6667" b="21428"/>
          <a:stretch>
            <a:fillRect/>
          </a:stretch>
        </p:blipFill>
        <p:spPr bwMode="auto">
          <a:xfrm>
            <a:off x="747713" y="3000375"/>
            <a:ext cx="4752975" cy="3424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1214" name="Text Box 62">
            <a:extLst>
              <a:ext uri="{FF2B5EF4-FFF2-40B4-BE49-F238E27FC236}">
                <a16:creationId xmlns:a16="http://schemas.microsoft.com/office/drawing/2014/main" id="{E9DAB21F-029E-4C40-ACDE-59D73B2676DE}"/>
              </a:ext>
            </a:extLst>
          </p:cNvPr>
          <p:cNvSpPr txBox="1">
            <a:spLocks noChangeArrowheads="1"/>
          </p:cNvSpPr>
          <p:nvPr/>
        </p:nvSpPr>
        <p:spPr bwMode="auto">
          <a:xfrm>
            <a:off x="357188" y="428625"/>
            <a:ext cx="75311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200">
                <a:solidFill>
                  <a:srgbClr val="FFFF00"/>
                </a:solidFill>
              </a:rPr>
              <a:t>四</a:t>
            </a:r>
            <a:r>
              <a:rPr lang="en-US" altLang="zh-CN" sz="2200">
                <a:solidFill>
                  <a:srgbClr val="FFFF00"/>
                </a:solidFill>
              </a:rPr>
              <a:t>. </a:t>
            </a:r>
            <a:r>
              <a:rPr lang="zh-CN" altLang="en-US">
                <a:solidFill>
                  <a:srgbClr val="FFFF00"/>
                </a:solidFill>
              </a:rPr>
              <a:t>多普勒效应</a:t>
            </a:r>
            <a:r>
              <a:rPr lang="zh-CN" altLang="en-US" sz="2200">
                <a:solidFill>
                  <a:srgbClr val="FFFF00"/>
                </a:solidFill>
              </a:rPr>
              <a:t>在科学技术上有着广泛的应用</a:t>
            </a:r>
          </a:p>
        </p:txBody>
      </p:sp>
      <p:sp>
        <p:nvSpPr>
          <p:cNvPr id="561215" name="Text Box 63">
            <a:extLst>
              <a:ext uri="{FF2B5EF4-FFF2-40B4-BE49-F238E27FC236}">
                <a16:creationId xmlns:a16="http://schemas.microsoft.com/office/drawing/2014/main" id="{69180739-D87C-4C0E-B742-C687AD7CB7F6}"/>
              </a:ext>
            </a:extLst>
          </p:cNvPr>
          <p:cNvSpPr txBox="1">
            <a:spLocks noChangeArrowheads="1"/>
          </p:cNvSpPr>
          <p:nvPr/>
        </p:nvSpPr>
        <p:spPr bwMode="auto">
          <a:xfrm>
            <a:off x="500063" y="996950"/>
            <a:ext cx="8280400" cy="1678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en-US" altLang="zh-CN" sz="2200" dirty="0">
                <a:solidFill>
                  <a:schemeClr val="bg1"/>
                </a:solidFill>
              </a:rPr>
              <a:t>1.  </a:t>
            </a:r>
            <a:r>
              <a:rPr lang="zh-CN" altLang="en-US" sz="2200" dirty="0">
                <a:solidFill>
                  <a:schemeClr val="bg1"/>
                </a:solidFill>
              </a:rPr>
              <a:t>利用基于反射波多普勒效应原理的雷达系统，测定流体的流动速度、振动物体的振动速度、车辆导弹等运动目标的速度；</a:t>
            </a:r>
            <a:endParaRPr lang="en-US" altLang="zh-CN" sz="2200" dirty="0">
              <a:solidFill>
                <a:schemeClr val="bg1"/>
              </a:solidFill>
            </a:endParaRPr>
          </a:p>
          <a:p>
            <a:pPr eaLnBrk="1" hangingPunct="1">
              <a:lnSpc>
                <a:spcPct val="120000"/>
              </a:lnSpc>
              <a:buFont typeface="Monotype Sorts"/>
              <a:buNone/>
            </a:pPr>
            <a:r>
              <a:rPr lang="en-US" altLang="zh-CN" sz="2200" dirty="0">
                <a:solidFill>
                  <a:schemeClr val="bg1"/>
                </a:solidFill>
              </a:rPr>
              <a:t>2.  </a:t>
            </a:r>
            <a:r>
              <a:rPr lang="zh-CN" altLang="en-US" sz="2200" dirty="0">
                <a:solidFill>
                  <a:schemeClr val="bg1"/>
                </a:solidFill>
              </a:rPr>
              <a:t>医学上的 “</a:t>
            </a:r>
            <a:r>
              <a:rPr lang="en-US" altLang="zh-CN" sz="2200" dirty="0">
                <a:solidFill>
                  <a:srgbClr val="FFFF00"/>
                </a:solidFill>
              </a:rPr>
              <a:t>D</a:t>
            </a:r>
            <a:r>
              <a:rPr lang="zh-CN" altLang="en-US" sz="2200" dirty="0">
                <a:solidFill>
                  <a:srgbClr val="FFFF00"/>
                </a:solidFill>
              </a:rPr>
              <a:t>超</a:t>
            </a:r>
            <a:r>
              <a:rPr lang="zh-CN" altLang="en-US" sz="2200" dirty="0">
                <a:solidFill>
                  <a:schemeClr val="bg1"/>
                </a:solidFill>
              </a:rPr>
              <a:t>”，利用超声波的多普勒效应检查人体内脏、血管的运动和血液的流速和流量。</a:t>
            </a:r>
            <a:endParaRPr lang="en-US" altLang="zh-CN" sz="2200" dirty="0">
              <a:solidFill>
                <a:schemeClr val="bg1"/>
              </a:solidFill>
            </a:endParaRPr>
          </a:p>
        </p:txBody>
      </p:sp>
      <p:sp>
        <p:nvSpPr>
          <p:cNvPr id="22534" name="灯片编号占位符 1">
            <a:extLst>
              <a:ext uri="{FF2B5EF4-FFF2-40B4-BE49-F238E27FC236}">
                <a16:creationId xmlns:a16="http://schemas.microsoft.com/office/drawing/2014/main" id="{0A884F0E-C15D-45D1-858D-7B69CA718B18}"/>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57DD3518-D20E-4BC9-83D6-C8CED42EB811}" type="slidenum">
              <a:rPr lang="en-US" altLang="zh-CN" b="0">
                <a:solidFill>
                  <a:srgbClr val="FF00FF"/>
                </a:solidFill>
              </a:rPr>
              <a:pPr eaLnBrk="1" hangingPunct="1"/>
              <a:t>10</a:t>
            </a:fld>
            <a:r>
              <a:rPr lang="en-US" altLang="zh-CN" b="0">
                <a:solidFill>
                  <a:srgbClr val="FF00FF"/>
                </a:solidFill>
              </a:rPr>
              <a:t>/25</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561214"/>
                                        </p:tgtEl>
                                        <p:attrNameLst>
                                          <p:attrName>style.visibility</p:attrName>
                                        </p:attrNameLst>
                                      </p:cBhvr>
                                      <p:to>
                                        <p:strVal val="visible"/>
                                      </p:to>
                                    </p:set>
                                    <p:animEffect transition="in" filter="blinds(horizontal)">
                                      <p:cBhvr>
                                        <p:cTn id="7" dur="500"/>
                                        <p:tgtEl>
                                          <p:spTgt spid="56121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61215"/>
                                        </p:tgtEl>
                                        <p:attrNameLst>
                                          <p:attrName>style.visibility</p:attrName>
                                        </p:attrNameLst>
                                      </p:cBhvr>
                                      <p:to>
                                        <p:strVal val="visible"/>
                                      </p:to>
                                    </p:set>
                                    <p:animEffect transition="in" filter="blinds(horizontal)">
                                      <p:cBhvr>
                                        <p:cTn id="12" dur="500"/>
                                        <p:tgtEl>
                                          <p:spTgt spid="561215"/>
                                        </p:tgtEl>
                                      </p:cBhvr>
                                    </p:animEffect>
                                  </p:childTnLst>
                                </p:cTn>
                              </p:par>
                            </p:childTnLst>
                          </p:cTn>
                        </p:par>
                        <p:par>
                          <p:cTn id="13" fill="hold" nodeType="afterGroup">
                            <p:stCondLst>
                              <p:cond delay="500"/>
                            </p:stCondLst>
                            <p:childTnLst>
                              <p:par>
                                <p:cTn id="14" presetID="3" presetClass="entr" presetSubtype="10" fill="hold" nodeType="afterEffect">
                                  <p:stCondLst>
                                    <p:cond delay="0"/>
                                  </p:stCondLst>
                                  <p:childTnLst>
                                    <p:set>
                                      <p:cBhvr>
                                        <p:cTn id="15" dur="1" fill="hold">
                                          <p:stCondLst>
                                            <p:cond delay="0"/>
                                          </p:stCondLst>
                                        </p:cTn>
                                        <p:tgtEl>
                                          <p:spTgt spid="561164"/>
                                        </p:tgtEl>
                                        <p:attrNameLst>
                                          <p:attrName>style.visibility</p:attrName>
                                        </p:attrNameLst>
                                      </p:cBhvr>
                                      <p:to>
                                        <p:strVal val="visible"/>
                                      </p:to>
                                    </p:set>
                                    <p:animEffect transition="in" filter="blinds(horizontal)">
                                      <p:cBhvr>
                                        <p:cTn id="16" dur="500"/>
                                        <p:tgtEl>
                                          <p:spTgt spid="561164"/>
                                        </p:tgtEl>
                                      </p:cBhvr>
                                    </p:animEffect>
                                  </p:childTnLst>
                                </p:cTn>
                              </p:par>
                            </p:childTnLst>
                          </p:cTn>
                        </p:par>
                        <p:par>
                          <p:cTn id="17" fill="hold" nodeType="afterGroup">
                            <p:stCondLst>
                              <p:cond delay="1000"/>
                            </p:stCondLst>
                            <p:childTnLst>
                              <p:par>
                                <p:cTn id="18" presetID="4" presetClass="entr" presetSubtype="16" fill="hold" nodeType="afterEffect">
                                  <p:stCondLst>
                                    <p:cond delay="0"/>
                                  </p:stCondLst>
                                  <p:childTnLst>
                                    <p:set>
                                      <p:cBhvr>
                                        <p:cTn id="19" dur="1" fill="hold">
                                          <p:stCondLst>
                                            <p:cond delay="0"/>
                                          </p:stCondLst>
                                        </p:cTn>
                                        <p:tgtEl>
                                          <p:spTgt spid="561161"/>
                                        </p:tgtEl>
                                        <p:attrNameLst>
                                          <p:attrName>style.visibility</p:attrName>
                                        </p:attrNameLst>
                                      </p:cBhvr>
                                      <p:to>
                                        <p:strVal val="visible"/>
                                      </p:to>
                                    </p:set>
                                    <p:animEffect transition="in" filter="box(in)">
                                      <p:cBhvr>
                                        <p:cTn id="20" dur="500"/>
                                        <p:tgtEl>
                                          <p:spTgt spid="5611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1214" grpId="0"/>
      <p:bldP spid="56121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矩形 1">
            <a:extLst>
              <a:ext uri="{FF2B5EF4-FFF2-40B4-BE49-F238E27FC236}">
                <a16:creationId xmlns:a16="http://schemas.microsoft.com/office/drawing/2014/main" id="{80619B1A-4F63-44B4-8533-F26A7C21954E}"/>
              </a:ext>
            </a:extLst>
          </p:cNvPr>
          <p:cNvSpPr>
            <a:spLocks noChangeArrowheads="1"/>
          </p:cNvSpPr>
          <p:nvPr/>
        </p:nvSpPr>
        <p:spPr bwMode="auto">
          <a:xfrm>
            <a:off x="714375" y="285750"/>
            <a:ext cx="7715250"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buFont typeface="Monotype Sorts"/>
              <a:buAutoNum type="arabicPeriod" startAt="3"/>
            </a:pPr>
            <a:r>
              <a:rPr lang="zh-CN" altLang="en-US">
                <a:solidFill>
                  <a:schemeClr val="bg1"/>
                </a:solidFill>
              </a:rPr>
              <a:t>光谱线红移 </a:t>
            </a:r>
            <a:r>
              <a:rPr lang="en-US" altLang="zh-CN">
                <a:solidFill>
                  <a:schemeClr val="bg1"/>
                </a:solidFill>
              </a:rPr>
              <a:t>----- </a:t>
            </a:r>
            <a:r>
              <a:rPr lang="zh-CN" altLang="en-US">
                <a:solidFill>
                  <a:schemeClr val="bg1"/>
                </a:solidFill>
              </a:rPr>
              <a:t>测定星球相对于地球的运动速度</a:t>
            </a:r>
            <a:endParaRPr lang="en-US" altLang="zh-CN">
              <a:solidFill>
                <a:schemeClr val="bg1"/>
              </a:solidFill>
            </a:endParaRPr>
          </a:p>
        </p:txBody>
      </p:sp>
      <p:pic>
        <p:nvPicPr>
          <p:cNvPr id="23555" name="Picture 2" descr="https://timgsa.baidu.com/timg?image&amp;quality=80&amp;size=b9999_10000&amp;sec=1571900926224&amp;di=c4c3e45dcd790d2fcbd0671dd1c21947&amp;imgtype=0&amp;src=http%3A%2F%2Fp3.ssl.cdn.btime.com%2Ft015890bcbc0304c990.jpg">
            <a:extLst>
              <a:ext uri="{FF2B5EF4-FFF2-40B4-BE49-F238E27FC236}">
                <a16:creationId xmlns:a16="http://schemas.microsoft.com/office/drawing/2014/main" id="{FEF958A2-DD21-4BB4-9BC7-793FF044EF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6375" y="2643188"/>
            <a:ext cx="6096000" cy="400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6" name="矩形 4">
            <a:extLst>
              <a:ext uri="{FF2B5EF4-FFF2-40B4-BE49-F238E27FC236}">
                <a16:creationId xmlns:a16="http://schemas.microsoft.com/office/drawing/2014/main" id="{2222ADBA-34F3-4488-BB3C-04E166AEED33}"/>
              </a:ext>
            </a:extLst>
          </p:cNvPr>
          <p:cNvSpPr>
            <a:spLocks noChangeArrowheads="1"/>
          </p:cNvSpPr>
          <p:nvPr/>
        </p:nvSpPr>
        <p:spPr bwMode="auto">
          <a:xfrm>
            <a:off x="928688" y="1071563"/>
            <a:ext cx="3714750"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a:solidFill>
                  <a:schemeClr val="bg1"/>
                </a:solidFill>
              </a:rPr>
              <a:t>光源固定，观测者静止：</a:t>
            </a:r>
            <a:endParaRPr lang="en-US" altLang="zh-CN">
              <a:solidFill>
                <a:schemeClr val="bg1"/>
              </a:solidFill>
            </a:endParaRPr>
          </a:p>
        </p:txBody>
      </p:sp>
      <p:pic>
        <p:nvPicPr>
          <p:cNvPr id="23557" name="Picture 3">
            <a:extLst>
              <a:ext uri="{FF2B5EF4-FFF2-40B4-BE49-F238E27FC236}">
                <a16:creationId xmlns:a16="http://schemas.microsoft.com/office/drawing/2014/main" id="{C4BBD6E0-43AE-4133-8F7E-D2BD818BFB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922338"/>
            <a:ext cx="3403600"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8" name="Picture 4">
            <a:extLst>
              <a:ext uri="{FF2B5EF4-FFF2-40B4-BE49-F238E27FC236}">
                <a16:creationId xmlns:a16="http://schemas.microsoft.com/office/drawing/2014/main" id="{E4641C74-39D2-42D4-A411-E5208BB6823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96792" y="1821600"/>
            <a:ext cx="3403600"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9" name="矩形 7">
            <a:extLst>
              <a:ext uri="{FF2B5EF4-FFF2-40B4-BE49-F238E27FC236}">
                <a16:creationId xmlns:a16="http://schemas.microsoft.com/office/drawing/2014/main" id="{5ED7BB6E-B9B8-4F1C-B489-2518E368E818}"/>
              </a:ext>
            </a:extLst>
          </p:cNvPr>
          <p:cNvSpPr>
            <a:spLocks noChangeArrowheads="1"/>
          </p:cNvSpPr>
          <p:nvPr/>
        </p:nvSpPr>
        <p:spPr bwMode="auto">
          <a:xfrm>
            <a:off x="928688" y="1893888"/>
            <a:ext cx="3714750"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a:solidFill>
                  <a:schemeClr val="bg1"/>
                </a:solidFill>
              </a:rPr>
              <a:t>光源远离观测者运动：</a:t>
            </a:r>
            <a:endParaRPr lang="en-US" altLang="zh-CN">
              <a:solidFill>
                <a:schemeClr val="bg1"/>
              </a:solidFill>
            </a:endParaRPr>
          </a:p>
        </p:txBody>
      </p:sp>
      <p:sp>
        <p:nvSpPr>
          <p:cNvPr id="23560" name="灯片编号占位符 1">
            <a:extLst>
              <a:ext uri="{FF2B5EF4-FFF2-40B4-BE49-F238E27FC236}">
                <a16:creationId xmlns:a16="http://schemas.microsoft.com/office/drawing/2014/main" id="{FA3F9A5A-38D8-469B-872D-0907B69387FF}"/>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54275DDC-AD7F-48D1-AFFD-D01EAA346710}" type="slidenum">
              <a:rPr lang="en-US" altLang="zh-CN" b="0">
                <a:solidFill>
                  <a:srgbClr val="FF00FF"/>
                </a:solidFill>
              </a:rPr>
              <a:pPr eaLnBrk="1" hangingPunct="1"/>
              <a:t>11</a:t>
            </a:fld>
            <a:r>
              <a:rPr lang="en-US" altLang="zh-CN" b="0">
                <a:solidFill>
                  <a:srgbClr val="FF00FF"/>
                </a:solidFill>
              </a:rPr>
              <a:t>/25</a:t>
            </a:r>
          </a:p>
        </p:txBody>
      </p:sp>
      <p:cxnSp>
        <p:nvCxnSpPr>
          <p:cNvPr id="23561" name="直接箭头连接符 2">
            <a:extLst>
              <a:ext uri="{FF2B5EF4-FFF2-40B4-BE49-F238E27FC236}">
                <a16:creationId xmlns:a16="http://schemas.microsoft.com/office/drawing/2014/main" id="{31340A7B-99A4-41B7-935F-A3F3553B4DDC}"/>
              </a:ext>
            </a:extLst>
          </p:cNvPr>
          <p:cNvCxnSpPr>
            <a:cxnSpLocks noChangeShapeType="1"/>
          </p:cNvCxnSpPr>
          <p:nvPr/>
        </p:nvCxnSpPr>
        <p:spPr bwMode="auto">
          <a:xfrm>
            <a:off x="4572000" y="1720850"/>
            <a:ext cx="3816350" cy="0"/>
          </a:xfrm>
          <a:prstGeom prst="straightConnector1">
            <a:avLst/>
          </a:prstGeom>
          <a:noFill/>
          <a:ln w="22225" algn="ctr">
            <a:solidFill>
              <a:schemeClr val="bg1"/>
            </a:solidFill>
            <a:round/>
            <a:headEnd/>
            <a:tailEnd type="triangle" w="med" len="med"/>
          </a:ln>
          <a:extLst>
            <a:ext uri="{909E8E84-426E-40DD-AFC4-6F175D3DCCD1}">
              <a14:hiddenFill xmlns:a14="http://schemas.microsoft.com/office/drawing/2010/main">
                <a:noFill/>
              </a14:hiddenFill>
            </a:ext>
          </a:extLst>
        </p:spPr>
      </p:cxnSp>
      <p:sp>
        <p:nvSpPr>
          <p:cNvPr id="23562" name="矩形 3">
            <a:extLst>
              <a:ext uri="{FF2B5EF4-FFF2-40B4-BE49-F238E27FC236}">
                <a16:creationId xmlns:a16="http://schemas.microsoft.com/office/drawing/2014/main" id="{9E52EFAA-23DA-42F3-9009-3EB16492F2CF}"/>
              </a:ext>
            </a:extLst>
          </p:cNvPr>
          <p:cNvSpPr>
            <a:spLocks noChangeArrowheads="1"/>
          </p:cNvSpPr>
          <p:nvPr/>
        </p:nvSpPr>
        <p:spPr bwMode="auto">
          <a:xfrm>
            <a:off x="8027988" y="1284288"/>
            <a:ext cx="3206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r>
              <a:rPr lang="el-GR" altLang="zh-CN" i="1">
                <a:solidFill>
                  <a:schemeClr val="bg1"/>
                </a:solidFill>
              </a:rPr>
              <a:t>λ</a:t>
            </a:r>
            <a:endParaRPr lang="zh-CN" altLang="en-US" i="1"/>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 Box 2">
            <a:extLst>
              <a:ext uri="{FF2B5EF4-FFF2-40B4-BE49-F238E27FC236}">
                <a16:creationId xmlns:a16="http://schemas.microsoft.com/office/drawing/2014/main" id="{00808949-EAD1-4890-8965-A55A0019656D}"/>
              </a:ext>
            </a:extLst>
          </p:cNvPr>
          <p:cNvSpPr txBox="1">
            <a:spLocks noChangeArrowheads="1"/>
          </p:cNvSpPr>
          <p:nvPr/>
        </p:nvSpPr>
        <p:spPr bwMode="auto">
          <a:xfrm>
            <a:off x="3189288" y="71438"/>
            <a:ext cx="2668587"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3200" b="0">
                <a:solidFill>
                  <a:schemeClr val="bg1"/>
                </a:solidFill>
                <a:latin typeface="隶书" panose="02010509060101010101" pitchFamily="49" charset="-122"/>
                <a:ea typeface="隶书" panose="02010509060101010101" pitchFamily="49" charset="-122"/>
              </a:rPr>
              <a:t>机械波小结</a:t>
            </a:r>
          </a:p>
        </p:txBody>
      </p:sp>
      <p:sp>
        <p:nvSpPr>
          <p:cNvPr id="24579" name="Rectangle 17">
            <a:extLst>
              <a:ext uri="{FF2B5EF4-FFF2-40B4-BE49-F238E27FC236}">
                <a16:creationId xmlns:a16="http://schemas.microsoft.com/office/drawing/2014/main" id="{DAB6F5F1-9DB3-436D-8912-02BBA3623FA6}"/>
              </a:ext>
            </a:extLst>
          </p:cNvPr>
          <p:cNvSpPr>
            <a:spLocks noChangeArrowheads="1"/>
          </p:cNvSpPr>
          <p:nvPr/>
        </p:nvSpPr>
        <p:spPr bwMode="auto">
          <a:xfrm>
            <a:off x="371475" y="674688"/>
            <a:ext cx="8610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kumimoji="0" lang="en-US" altLang="zh-CN" b="0">
                <a:solidFill>
                  <a:srgbClr val="FFFF00"/>
                </a:solidFill>
                <a:latin typeface="华文中宋" panose="02010600040101010101" pitchFamily="2" charset="-122"/>
                <a:ea typeface="华文中宋" panose="02010600040101010101" pitchFamily="2" charset="-122"/>
              </a:rPr>
              <a:t>▲</a:t>
            </a:r>
            <a:r>
              <a:rPr kumimoji="0" lang="zh-CN" altLang="en-US" b="0">
                <a:solidFill>
                  <a:srgbClr val="FFFF00"/>
                </a:solidFill>
                <a:latin typeface="华文中宋" panose="02010600040101010101" pitchFamily="2" charset="-122"/>
                <a:ea typeface="华文中宋" panose="02010600040101010101" pitchFamily="2" charset="-122"/>
              </a:rPr>
              <a:t>建立波函数 （振动方程，波动曲线，初始条件，振动曲线）</a:t>
            </a:r>
          </a:p>
        </p:txBody>
      </p:sp>
      <p:graphicFrame>
        <p:nvGraphicFramePr>
          <p:cNvPr id="24580" name="Object 6">
            <a:extLst>
              <a:ext uri="{FF2B5EF4-FFF2-40B4-BE49-F238E27FC236}">
                <a16:creationId xmlns:a16="http://schemas.microsoft.com/office/drawing/2014/main" id="{D093F33F-A6BA-43B6-92E1-E1BD3D561DCE}"/>
              </a:ext>
            </a:extLst>
          </p:cNvPr>
          <p:cNvGraphicFramePr>
            <a:graphicFrameLocks noChangeAspect="1"/>
          </p:cNvGraphicFramePr>
          <p:nvPr>
            <p:extLst/>
          </p:nvPr>
        </p:nvGraphicFramePr>
        <p:xfrm>
          <a:off x="2720975" y="1060450"/>
          <a:ext cx="3351213" cy="868363"/>
        </p:xfrm>
        <a:graphic>
          <a:graphicData uri="http://schemas.openxmlformats.org/presentationml/2006/ole">
            <mc:AlternateContent xmlns:mc="http://schemas.openxmlformats.org/markup-compatibility/2006">
              <mc:Choice xmlns:v="urn:schemas-microsoft-com:vml" Requires="v">
                <p:oleObj spid="_x0000_s119834" name="Equation" r:id="rId4" imgW="1453680" imgH="344520" progId="Equation.3">
                  <p:embed/>
                </p:oleObj>
              </mc:Choice>
              <mc:Fallback>
                <p:oleObj name="Equation" r:id="rId4" imgW="1453680" imgH="344520" progId="Equation.3">
                  <p:embed/>
                  <p:pic>
                    <p:nvPicPr>
                      <p:cNvPr id="24580" name="Object 6">
                        <a:extLst>
                          <a:ext uri="{FF2B5EF4-FFF2-40B4-BE49-F238E27FC236}">
                            <a16:creationId xmlns:a16="http://schemas.microsoft.com/office/drawing/2014/main" id="{D093F33F-A6BA-43B6-92E1-E1BD3D561DC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20975" y="1060450"/>
                        <a:ext cx="3351213" cy="868363"/>
                      </a:xfrm>
                      <a:prstGeom prst="rect">
                        <a:avLst/>
                      </a:prstGeom>
                      <a:noFill/>
                      <a:ln>
                        <a:noFill/>
                      </a:ln>
                      <a:extLst>
                        <a:ext uri="{909E8E84-426E-40DD-AFC4-6F175D3DCCD1}">
                          <a14:hiddenFill xmlns:a14="http://schemas.microsoft.com/office/drawing/2010/main">
                            <a:solidFill>
                              <a:srgbClr val="006699"/>
                            </a:solidFill>
                          </a14:hiddenFill>
                        </a:ext>
                        <a:ext uri="{91240B29-F687-4F45-9708-019B960494DF}">
                          <a14:hiddenLine xmlns:a14="http://schemas.microsoft.com/office/drawing/2010/main" w="22225">
                            <a:solidFill>
                              <a:srgbClr val="FF6600"/>
                            </a:solidFill>
                            <a:miter lim="800000"/>
                            <a:headEnd/>
                            <a:tailEnd/>
                          </a14:hiddenLine>
                        </a:ext>
                      </a:extLst>
                    </p:spPr>
                  </p:pic>
                </p:oleObj>
              </mc:Fallback>
            </mc:AlternateContent>
          </a:graphicData>
        </a:graphic>
      </p:graphicFrame>
      <p:sp>
        <p:nvSpPr>
          <p:cNvPr id="24581" name="Rectangle 19">
            <a:extLst>
              <a:ext uri="{FF2B5EF4-FFF2-40B4-BE49-F238E27FC236}">
                <a16:creationId xmlns:a16="http://schemas.microsoft.com/office/drawing/2014/main" id="{58384138-1B2F-484F-BAC8-E04B187D0A9C}"/>
              </a:ext>
            </a:extLst>
          </p:cNvPr>
          <p:cNvSpPr>
            <a:spLocks noChangeArrowheads="1"/>
          </p:cNvSpPr>
          <p:nvPr/>
        </p:nvSpPr>
        <p:spPr bwMode="auto">
          <a:xfrm>
            <a:off x="6072188" y="1284288"/>
            <a:ext cx="29098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b="0">
                <a:solidFill>
                  <a:srgbClr val="76FB4D"/>
                </a:solidFill>
                <a:latin typeface="华文中宋" panose="02010600040101010101" pitchFamily="2" charset="-122"/>
                <a:ea typeface="华文中宋" panose="02010600040101010101" pitchFamily="2" charset="-122"/>
              </a:rPr>
              <a:t>相位的超前或落后</a:t>
            </a:r>
          </a:p>
        </p:txBody>
      </p:sp>
      <p:grpSp>
        <p:nvGrpSpPr>
          <p:cNvPr id="24582" name="Group 20">
            <a:extLst>
              <a:ext uri="{FF2B5EF4-FFF2-40B4-BE49-F238E27FC236}">
                <a16:creationId xmlns:a16="http://schemas.microsoft.com/office/drawing/2014/main" id="{41AFBF45-C482-4CE3-BFF4-7D654785603B}"/>
              </a:ext>
            </a:extLst>
          </p:cNvPr>
          <p:cNvGrpSpPr>
            <a:grpSpLocks/>
          </p:cNvGrpSpPr>
          <p:nvPr/>
        </p:nvGrpSpPr>
        <p:grpSpPr bwMode="auto">
          <a:xfrm>
            <a:off x="785813" y="1208088"/>
            <a:ext cx="442912" cy="352425"/>
            <a:chOff x="768" y="3552"/>
            <a:chExt cx="528" cy="480"/>
          </a:xfrm>
        </p:grpSpPr>
        <p:sp>
          <p:nvSpPr>
            <p:cNvPr id="24598" name="Line 21">
              <a:extLst>
                <a:ext uri="{FF2B5EF4-FFF2-40B4-BE49-F238E27FC236}">
                  <a16:creationId xmlns:a16="http://schemas.microsoft.com/office/drawing/2014/main" id="{D1D33DE6-CEF1-43B9-94E5-A8A4DB22CFA4}"/>
                </a:ext>
              </a:extLst>
            </p:cNvPr>
            <p:cNvSpPr>
              <a:spLocks noChangeShapeType="1"/>
            </p:cNvSpPr>
            <p:nvPr/>
          </p:nvSpPr>
          <p:spPr bwMode="auto">
            <a:xfrm>
              <a:off x="768" y="3552"/>
              <a:ext cx="0" cy="480"/>
            </a:xfrm>
            <a:prstGeom prst="line">
              <a:avLst/>
            </a:prstGeom>
            <a:noFill/>
            <a:ln w="22225">
              <a:solidFill>
                <a:srgbClr val="00FF00"/>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24599" name="Line 22">
              <a:extLst>
                <a:ext uri="{FF2B5EF4-FFF2-40B4-BE49-F238E27FC236}">
                  <a16:creationId xmlns:a16="http://schemas.microsoft.com/office/drawing/2014/main" id="{47765DEF-B548-43E0-BEF3-B794B26C90D6}"/>
                </a:ext>
              </a:extLst>
            </p:cNvPr>
            <p:cNvSpPr>
              <a:spLocks noChangeShapeType="1"/>
            </p:cNvSpPr>
            <p:nvPr/>
          </p:nvSpPr>
          <p:spPr bwMode="auto">
            <a:xfrm>
              <a:off x="768" y="4032"/>
              <a:ext cx="528" cy="0"/>
            </a:xfrm>
            <a:prstGeom prst="line">
              <a:avLst/>
            </a:prstGeom>
            <a:noFill/>
            <a:ln w="22225">
              <a:solidFill>
                <a:srgbClr val="00FF00"/>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grpSp>
      <p:sp>
        <p:nvSpPr>
          <p:cNvPr id="24583" name="Rectangle 23">
            <a:extLst>
              <a:ext uri="{FF2B5EF4-FFF2-40B4-BE49-F238E27FC236}">
                <a16:creationId xmlns:a16="http://schemas.microsoft.com/office/drawing/2014/main" id="{7EEA2BA5-960D-4CD3-9A3D-003C8A66F53E}"/>
              </a:ext>
            </a:extLst>
          </p:cNvPr>
          <p:cNvSpPr>
            <a:spLocks noChangeArrowheads="1"/>
          </p:cNvSpPr>
          <p:nvPr/>
        </p:nvSpPr>
        <p:spPr bwMode="auto">
          <a:xfrm>
            <a:off x="1214438" y="1317625"/>
            <a:ext cx="27638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b="0">
                <a:solidFill>
                  <a:srgbClr val="EDFE4A"/>
                </a:solidFill>
                <a:latin typeface="华文中宋" panose="02010600040101010101" pitchFamily="2" charset="-122"/>
                <a:ea typeface="华文中宋" panose="02010600040101010101" pitchFamily="2" charset="-122"/>
              </a:rPr>
              <a:t>波动方程：</a:t>
            </a:r>
          </a:p>
        </p:txBody>
      </p:sp>
      <p:sp>
        <p:nvSpPr>
          <p:cNvPr id="24584" name="Rectangle 2">
            <a:extLst>
              <a:ext uri="{FF2B5EF4-FFF2-40B4-BE49-F238E27FC236}">
                <a16:creationId xmlns:a16="http://schemas.microsoft.com/office/drawing/2014/main" id="{39102382-7E1F-48AE-81A2-6E7B94E17AD9}"/>
              </a:ext>
            </a:extLst>
          </p:cNvPr>
          <p:cNvSpPr>
            <a:spLocks noChangeArrowheads="1"/>
          </p:cNvSpPr>
          <p:nvPr/>
        </p:nvSpPr>
        <p:spPr bwMode="auto">
          <a:xfrm>
            <a:off x="428625" y="1928813"/>
            <a:ext cx="8686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kumimoji="0" lang="en-US" altLang="zh-CN" b="0">
                <a:solidFill>
                  <a:srgbClr val="FFFF00"/>
                </a:solidFill>
                <a:latin typeface="华文中宋" panose="02010600040101010101" pitchFamily="2" charset="-122"/>
                <a:ea typeface="华文中宋" panose="02010600040101010101" pitchFamily="2" charset="-122"/>
              </a:rPr>
              <a:t>▲</a:t>
            </a:r>
            <a:r>
              <a:rPr kumimoji="0" lang="zh-CN" altLang="en-US" b="0">
                <a:solidFill>
                  <a:srgbClr val="FFFF00"/>
                </a:solidFill>
                <a:latin typeface="华文中宋" panose="02010600040101010101" pitchFamily="2" charset="-122"/>
                <a:ea typeface="华文中宋" panose="02010600040101010101" pitchFamily="2" charset="-122"/>
              </a:rPr>
              <a:t>波的干涉</a:t>
            </a:r>
            <a:r>
              <a:rPr kumimoji="0" lang="zh-CN" altLang="en-US" b="0">
                <a:solidFill>
                  <a:srgbClr val="FFFF00"/>
                </a:solidFill>
                <a:latin typeface="华文中宋" panose="02010600040101010101" pitchFamily="2" charset="-122"/>
                <a:ea typeface="华文中宋" panose="02010600040101010101" pitchFamily="2" charset="-122"/>
                <a:sym typeface="Wingdings" panose="05000000000000000000" pitchFamily="2" charset="2"/>
              </a:rPr>
              <a:t>（相干条件，叠加原理）</a:t>
            </a:r>
            <a:endParaRPr kumimoji="0" lang="zh-CN" altLang="en-US" b="0">
              <a:solidFill>
                <a:srgbClr val="FFFF00"/>
              </a:solidFill>
              <a:latin typeface="华文中宋" panose="02010600040101010101" pitchFamily="2" charset="-122"/>
              <a:ea typeface="华文中宋" panose="02010600040101010101" pitchFamily="2" charset="-122"/>
            </a:endParaRPr>
          </a:p>
        </p:txBody>
      </p:sp>
      <p:sp>
        <p:nvSpPr>
          <p:cNvPr id="24585" name="Rectangle 3">
            <a:extLst>
              <a:ext uri="{FF2B5EF4-FFF2-40B4-BE49-F238E27FC236}">
                <a16:creationId xmlns:a16="http://schemas.microsoft.com/office/drawing/2014/main" id="{5C9BA86F-4DC0-4890-903A-592B6D15AC44}"/>
              </a:ext>
            </a:extLst>
          </p:cNvPr>
          <p:cNvSpPr>
            <a:spLocks noChangeArrowheads="1"/>
          </p:cNvSpPr>
          <p:nvPr/>
        </p:nvSpPr>
        <p:spPr bwMode="auto">
          <a:xfrm>
            <a:off x="762000" y="2471738"/>
            <a:ext cx="2667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kumimoji="0" lang="en-US" altLang="zh-CN" b="0">
                <a:solidFill>
                  <a:schemeClr val="hlink"/>
                </a:solidFill>
                <a:latin typeface="华文中宋" panose="02010600040101010101" pitchFamily="2" charset="-122"/>
                <a:ea typeface="华文中宋" panose="02010600040101010101" pitchFamily="2" charset="-122"/>
              </a:rPr>
              <a:t>①</a:t>
            </a:r>
            <a:r>
              <a:rPr kumimoji="0" lang="zh-CN" altLang="en-US" b="0">
                <a:solidFill>
                  <a:schemeClr val="hlink"/>
                </a:solidFill>
                <a:latin typeface="华文中宋" panose="02010600040101010101" pitchFamily="2" charset="-122"/>
                <a:ea typeface="华文中宋" panose="02010600040101010101" pitchFamily="2" charset="-122"/>
              </a:rPr>
              <a:t>干涉条件</a:t>
            </a:r>
            <a:r>
              <a:rPr kumimoji="0" lang="en-US" altLang="zh-CN" b="0">
                <a:solidFill>
                  <a:schemeClr val="hlink"/>
                </a:solidFill>
                <a:latin typeface="华文中宋" panose="02010600040101010101" pitchFamily="2" charset="-122"/>
                <a:ea typeface="华文中宋" panose="02010600040101010101" pitchFamily="2" charset="-122"/>
              </a:rPr>
              <a:t>:</a:t>
            </a:r>
            <a:endParaRPr kumimoji="0" lang="zh-CN" altLang="en-US" b="0">
              <a:solidFill>
                <a:schemeClr val="hlink"/>
              </a:solidFill>
              <a:latin typeface="华文中宋" panose="02010600040101010101" pitchFamily="2" charset="-122"/>
              <a:ea typeface="华文中宋" panose="02010600040101010101" pitchFamily="2" charset="-122"/>
            </a:endParaRPr>
          </a:p>
        </p:txBody>
      </p:sp>
      <p:graphicFrame>
        <p:nvGraphicFramePr>
          <p:cNvPr id="24586" name="Object 7">
            <a:extLst>
              <a:ext uri="{FF2B5EF4-FFF2-40B4-BE49-F238E27FC236}">
                <a16:creationId xmlns:a16="http://schemas.microsoft.com/office/drawing/2014/main" id="{0E1DC416-A751-4C50-AD99-30874A222585}"/>
              </a:ext>
            </a:extLst>
          </p:cNvPr>
          <p:cNvGraphicFramePr>
            <a:graphicFrameLocks noChangeAspect="1"/>
          </p:cNvGraphicFramePr>
          <p:nvPr/>
        </p:nvGraphicFramePr>
        <p:xfrm>
          <a:off x="1362075" y="2928938"/>
          <a:ext cx="3209925" cy="523875"/>
        </p:xfrm>
        <a:graphic>
          <a:graphicData uri="http://schemas.openxmlformats.org/presentationml/2006/ole">
            <mc:AlternateContent xmlns:mc="http://schemas.openxmlformats.org/markup-compatibility/2006">
              <mc:Choice xmlns:v="urn:schemas-microsoft-com:vml" Requires="v">
                <p:oleObj spid="_x0000_s119835" name="Equation" r:id="rId6" imgW="1244600" imgH="203200" progId="">
                  <p:embed/>
                </p:oleObj>
              </mc:Choice>
              <mc:Fallback>
                <p:oleObj name="Equation" r:id="rId6" imgW="1244600" imgH="203200" progId="">
                  <p:embed/>
                  <p:pic>
                    <p:nvPicPr>
                      <p:cNvPr id="24586" name="Object 7">
                        <a:extLst>
                          <a:ext uri="{FF2B5EF4-FFF2-40B4-BE49-F238E27FC236}">
                            <a16:creationId xmlns:a16="http://schemas.microsoft.com/office/drawing/2014/main" id="{0E1DC416-A751-4C50-AD99-30874A22258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62075" y="2928938"/>
                        <a:ext cx="3209925" cy="523875"/>
                      </a:xfrm>
                      <a:prstGeom prst="rect">
                        <a:avLst/>
                      </a:prstGeom>
                      <a:noFill/>
                      <a:ln>
                        <a:noFill/>
                      </a:ln>
                      <a:extLst>
                        <a:ext uri="{909E8E84-426E-40DD-AFC4-6F175D3DCCD1}">
                          <a14:hiddenFill xmlns:a14="http://schemas.microsoft.com/office/drawing/2010/main">
                            <a:solidFill>
                              <a:srgbClr val="006699"/>
                            </a:solidFill>
                          </a14:hiddenFill>
                        </a:ext>
                        <a:ext uri="{91240B29-F687-4F45-9708-019B960494DF}">
                          <a14:hiddenLine xmlns:a14="http://schemas.microsoft.com/office/drawing/2010/main" w="22225">
                            <a:solidFill>
                              <a:srgbClr val="FF6600"/>
                            </a:solidFill>
                            <a:miter lim="800000"/>
                            <a:headEnd/>
                            <a:tailEnd/>
                          </a14:hiddenLine>
                        </a:ext>
                      </a:extLst>
                    </p:spPr>
                  </p:pic>
                </p:oleObj>
              </mc:Fallback>
            </mc:AlternateContent>
          </a:graphicData>
        </a:graphic>
      </p:graphicFrame>
      <p:graphicFrame>
        <p:nvGraphicFramePr>
          <p:cNvPr id="24587" name="Object 8">
            <a:extLst>
              <a:ext uri="{FF2B5EF4-FFF2-40B4-BE49-F238E27FC236}">
                <a16:creationId xmlns:a16="http://schemas.microsoft.com/office/drawing/2014/main" id="{A3271B7C-413B-4142-B43B-724393C8F527}"/>
              </a:ext>
            </a:extLst>
          </p:cNvPr>
          <p:cNvGraphicFramePr>
            <a:graphicFrameLocks noChangeAspect="1"/>
          </p:cNvGraphicFramePr>
          <p:nvPr/>
        </p:nvGraphicFramePr>
        <p:xfrm>
          <a:off x="5121275" y="2744788"/>
          <a:ext cx="3022600" cy="969962"/>
        </p:xfrm>
        <a:graphic>
          <a:graphicData uri="http://schemas.openxmlformats.org/presentationml/2006/ole">
            <mc:AlternateContent xmlns:mc="http://schemas.openxmlformats.org/markup-compatibility/2006">
              <mc:Choice xmlns:v="urn:schemas-microsoft-com:vml" Requires="v">
                <p:oleObj spid="_x0000_s119836" name="Equation" r:id="rId8" imgW="1167893" imgH="393529" progId="">
                  <p:embed/>
                </p:oleObj>
              </mc:Choice>
              <mc:Fallback>
                <p:oleObj name="Equation" r:id="rId8" imgW="1167893" imgH="393529" progId="">
                  <p:embed/>
                  <p:pic>
                    <p:nvPicPr>
                      <p:cNvPr id="24587" name="Object 8">
                        <a:extLst>
                          <a:ext uri="{FF2B5EF4-FFF2-40B4-BE49-F238E27FC236}">
                            <a16:creationId xmlns:a16="http://schemas.microsoft.com/office/drawing/2014/main" id="{A3271B7C-413B-4142-B43B-724393C8F527}"/>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121275" y="2744788"/>
                        <a:ext cx="3022600" cy="969962"/>
                      </a:xfrm>
                      <a:prstGeom prst="rect">
                        <a:avLst/>
                      </a:prstGeom>
                      <a:noFill/>
                      <a:ln>
                        <a:noFill/>
                      </a:ln>
                      <a:extLst>
                        <a:ext uri="{909E8E84-426E-40DD-AFC4-6F175D3DCCD1}">
                          <a14:hiddenFill xmlns:a14="http://schemas.microsoft.com/office/drawing/2010/main">
                            <a:solidFill>
                              <a:srgbClr val="006699"/>
                            </a:solidFill>
                          </a14:hiddenFill>
                        </a:ext>
                        <a:ext uri="{91240B29-F687-4F45-9708-019B960494DF}">
                          <a14:hiddenLine xmlns:a14="http://schemas.microsoft.com/office/drawing/2010/main" w="22225">
                            <a:solidFill>
                              <a:srgbClr val="FF6600"/>
                            </a:solidFill>
                            <a:miter lim="800000"/>
                            <a:headEnd/>
                            <a:tailEnd/>
                          </a14:hiddenLine>
                        </a:ext>
                      </a:extLst>
                    </p:spPr>
                  </p:pic>
                </p:oleObj>
              </mc:Fallback>
            </mc:AlternateContent>
          </a:graphicData>
        </a:graphic>
      </p:graphicFrame>
      <p:sp>
        <p:nvSpPr>
          <p:cNvPr id="24588" name="Rectangle 9">
            <a:extLst>
              <a:ext uri="{FF2B5EF4-FFF2-40B4-BE49-F238E27FC236}">
                <a16:creationId xmlns:a16="http://schemas.microsoft.com/office/drawing/2014/main" id="{5FB9F268-38A1-4E3A-B70E-E4E3FFADF190}"/>
              </a:ext>
            </a:extLst>
          </p:cNvPr>
          <p:cNvSpPr>
            <a:spLocks noChangeArrowheads="1"/>
          </p:cNvSpPr>
          <p:nvPr/>
        </p:nvSpPr>
        <p:spPr bwMode="auto">
          <a:xfrm>
            <a:off x="2714625" y="2471738"/>
            <a:ext cx="457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b="0">
                <a:solidFill>
                  <a:srgbClr val="82FD4B"/>
                </a:solidFill>
                <a:latin typeface="华文中宋" panose="02010600040101010101" pitchFamily="2" charset="-122"/>
                <a:ea typeface="华文中宋" panose="02010600040101010101" pitchFamily="2" charset="-122"/>
                <a:sym typeface="Wingdings" panose="05000000000000000000" pitchFamily="2" charset="2"/>
              </a:rPr>
              <a:t>相位差或波程差的关系</a:t>
            </a:r>
          </a:p>
        </p:txBody>
      </p:sp>
      <p:sp>
        <p:nvSpPr>
          <p:cNvPr id="24589" name="Rectangle 10">
            <a:extLst>
              <a:ext uri="{FF2B5EF4-FFF2-40B4-BE49-F238E27FC236}">
                <a16:creationId xmlns:a16="http://schemas.microsoft.com/office/drawing/2014/main" id="{9183E6C9-FFE9-49AE-8FCD-872C851EC735}"/>
              </a:ext>
            </a:extLst>
          </p:cNvPr>
          <p:cNvSpPr>
            <a:spLocks noChangeArrowheads="1"/>
          </p:cNvSpPr>
          <p:nvPr/>
        </p:nvSpPr>
        <p:spPr bwMode="auto">
          <a:xfrm>
            <a:off x="762000" y="3500438"/>
            <a:ext cx="838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kumimoji="0" lang="en-US" altLang="zh-CN" b="0">
                <a:solidFill>
                  <a:schemeClr val="hlink"/>
                </a:solidFill>
                <a:latin typeface="华文中宋" panose="02010600040101010101" pitchFamily="2" charset="-122"/>
                <a:ea typeface="华文中宋" panose="02010600040101010101" pitchFamily="2" charset="-122"/>
              </a:rPr>
              <a:t>②</a:t>
            </a:r>
            <a:r>
              <a:rPr kumimoji="0" lang="zh-CN" altLang="en-US" b="0">
                <a:solidFill>
                  <a:schemeClr val="hlink"/>
                </a:solidFill>
                <a:latin typeface="华文中宋" panose="02010600040101010101" pitchFamily="2" charset="-122"/>
                <a:ea typeface="华文中宋" panose="02010600040101010101" pitchFamily="2" charset="-122"/>
              </a:rPr>
              <a:t>驻波（现象，波腹和波节位置，相位、能量特征）</a:t>
            </a:r>
          </a:p>
        </p:txBody>
      </p:sp>
      <p:sp>
        <p:nvSpPr>
          <p:cNvPr id="24590" name="Rectangle 11">
            <a:extLst>
              <a:ext uri="{FF2B5EF4-FFF2-40B4-BE49-F238E27FC236}">
                <a16:creationId xmlns:a16="http://schemas.microsoft.com/office/drawing/2014/main" id="{F3984D21-09AF-4981-9CE7-242C2179598E}"/>
              </a:ext>
            </a:extLst>
          </p:cNvPr>
          <p:cNvSpPr>
            <a:spLocks noChangeArrowheads="1"/>
          </p:cNvSpPr>
          <p:nvPr/>
        </p:nvSpPr>
        <p:spPr bwMode="auto">
          <a:xfrm>
            <a:off x="762000" y="3971925"/>
            <a:ext cx="838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kumimoji="0" lang="en-US" altLang="zh-CN" b="0">
                <a:solidFill>
                  <a:schemeClr val="hlink"/>
                </a:solidFill>
                <a:latin typeface="华文中宋" panose="02010600040101010101" pitchFamily="2" charset="-122"/>
                <a:ea typeface="华文中宋" panose="02010600040101010101" pitchFamily="2" charset="-122"/>
              </a:rPr>
              <a:t>③</a:t>
            </a:r>
            <a:r>
              <a:rPr kumimoji="0" lang="zh-CN" altLang="en-US" b="0">
                <a:solidFill>
                  <a:schemeClr val="hlink"/>
                </a:solidFill>
                <a:latin typeface="华文中宋" panose="02010600040101010101" pitchFamily="2" charset="-122"/>
                <a:ea typeface="华文中宋" panose="02010600040101010101" pitchFamily="2" charset="-122"/>
              </a:rPr>
              <a:t>半波损失（含义，图示，公式表示）</a:t>
            </a:r>
          </a:p>
        </p:txBody>
      </p:sp>
      <p:sp>
        <p:nvSpPr>
          <p:cNvPr id="24591" name="Rectangle 12">
            <a:extLst>
              <a:ext uri="{FF2B5EF4-FFF2-40B4-BE49-F238E27FC236}">
                <a16:creationId xmlns:a16="http://schemas.microsoft.com/office/drawing/2014/main" id="{7A37067D-8936-4170-B277-65985202A988}"/>
              </a:ext>
            </a:extLst>
          </p:cNvPr>
          <p:cNvSpPr>
            <a:spLocks noChangeArrowheads="1"/>
          </p:cNvSpPr>
          <p:nvPr/>
        </p:nvSpPr>
        <p:spPr bwMode="auto">
          <a:xfrm>
            <a:off x="762000" y="4429125"/>
            <a:ext cx="36353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kumimoji="0" lang="en-US" altLang="zh-CN" b="0">
                <a:solidFill>
                  <a:schemeClr val="hlink"/>
                </a:solidFill>
                <a:latin typeface="华文中宋" panose="02010600040101010101" pitchFamily="2" charset="-122"/>
                <a:ea typeface="华文中宋" panose="02010600040101010101" pitchFamily="2" charset="-122"/>
              </a:rPr>
              <a:t>④</a:t>
            </a:r>
            <a:r>
              <a:rPr kumimoji="0" lang="zh-CN" altLang="en-US" b="0">
                <a:solidFill>
                  <a:schemeClr val="hlink"/>
                </a:solidFill>
                <a:latin typeface="华文中宋" panose="02010600040101010101" pitchFamily="2" charset="-122"/>
                <a:ea typeface="华文中宋" panose="02010600040101010101" pitchFamily="2" charset="-122"/>
              </a:rPr>
              <a:t>惠更斯原理（会作图）</a:t>
            </a:r>
          </a:p>
        </p:txBody>
      </p:sp>
      <p:sp>
        <p:nvSpPr>
          <p:cNvPr id="24592" name="Rectangle 13">
            <a:extLst>
              <a:ext uri="{FF2B5EF4-FFF2-40B4-BE49-F238E27FC236}">
                <a16:creationId xmlns:a16="http://schemas.microsoft.com/office/drawing/2014/main" id="{B353B649-0474-451B-8B7A-25309503E03F}"/>
              </a:ext>
            </a:extLst>
          </p:cNvPr>
          <p:cNvSpPr>
            <a:spLocks noChangeArrowheads="1"/>
          </p:cNvSpPr>
          <p:nvPr/>
        </p:nvSpPr>
        <p:spPr bwMode="auto">
          <a:xfrm>
            <a:off x="500063" y="4972050"/>
            <a:ext cx="8839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kumimoji="0" lang="en-US" altLang="zh-CN" b="0">
                <a:solidFill>
                  <a:srgbClr val="FFFF00"/>
                </a:solidFill>
                <a:latin typeface="华文中宋" panose="02010600040101010101" pitchFamily="2" charset="-122"/>
                <a:ea typeface="华文中宋" panose="02010600040101010101" pitchFamily="2" charset="-122"/>
              </a:rPr>
              <a:t>▲ </a:t>
            </a:r>
            <a:r>
              <a:rPr kumimoji="0" lang="zh-CN" altLang="en-US" b="0">
                <a:solidFill>
                  <a:srgbClr val="FFFF00"/>
                </a:solidFill>
                <a:latin typeface="华文中宋" panose="02010600040101010101" pitchFamily="2" charset="-122"/>
                <a:ea typeface="华文中宋" panose="02010600040101010101" pitchFamily="2" charset="-122"/>
              </a:rPr>
              <a:t>波的能量（特征，            的关系，与总能量守恒的关系）</a:t>
            </a:r>
          </a:p>
        </p:txBody>
      </p:sp>
      <p:graphicFrame>
        <p:nvGraphicFramePr>
          <p:cNvPr id="24593" name="Object 9">
            <a:extLst>
              <a:ext uri="{FF2B5EF4-FFF2-40B4-BE49-F238E27FC236}">
                <a16:creationId xmlns:a16="http://schemas.microsoft.com/office/drawing/2014/main" id="{2BFE605C-4E31-40F6-A90D-6BD6C9D0E2AE}"/>
              </a:ext>
            </a:extLst>
          </p:cNvPr>
          <p:cNvGraphicFramePr>
            <a:graphicFrameLocks noChangeAspect="1"/>
          </p:cNvGraphicFramePr>
          <p:nvPr>
            <p:extLst/>
          </p:nvPr>
        </p:nvGraphicFramePr>
        <p:xfrm>
          <a:off x="3489325" y="4995863"/>
          <a:ext cx="1082675" cy="504825"/>
        </p:xfrm>
        <a:graphic>
          <a:graphicData uri="http://schemas.openxmlformats.org/presentationml/2006/ole">
            <mc:AlternateContent xmlns:mc="http://schemas.openxmlformats.org/markup-compatibility/2006">
              <mc:Choice xmlns:v="urn:schemas-microsoft-com:vml" Requires="v">
                <p:oleObj spid="_x0000_s119837" name="Equation" r:id="rId10" imgW="382680" imgH="181800" progId="Equation.3">
                  <p:embed/>
                </p:oleObj>
              </mc:Choice>
              <mc:Fallback>
                <p:oleObj name="Equation" r:id="rId10" imgW="382680" imgH="181800" progId="Equation.3">
                  <p:embed/>
                  <p:pic>
                    <p:nvPicPr>
                      <p:cNvPr id="24593" name="Object 9">
                        <a:extLst>
                          <a:ext uri="{FF2B5EF4-FFF2-40B4-BE49-F238E27FC236}">
                            <a16:creationId xmlns:a16="http://schemas.microsoft.com/office/drawing/2014/main" id="{2BFE605C-4E31-40F6-A90D-6BD6C9D0E2AE}"/>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489325" y="4995863"/>
                        <a:ext cx="1082675" cy="504825"/>
                      </a:xfrm>
                      <a:prstGeom prst="rect">
                        <a:avLst/>
                      </a:prstGeom>
                      <a:noFill/>
                      <a:ln>
                        <a:noFill/>
                      </a:ln>
                      <a:extLst>
                        <a:ext uri="{909E8E84-426E-40DD-AFC4-6F175D3DCCD1}">
                          <a14:hiddenFill xmlns:a14="http://schemas.microsoft.com/office/drawing/2010/main">
                            <a:solidFill>
                              <a:srgbClr val="006699"/>
                            </a:solidFill>
                          </a14:hiddenFill>
                        </a:ext>
                        <a:ext uri="{91240B29-F687-4F45-9708-019B960494DF}">
                          <a14:hiddenLine xmlns:a14="http://schemas.microsoft.com/office/drawing/2010/main" w="22225">
                            <a:solidFill>
                              <a:srgbClr val="FF6600"/>
                            </a:solidFill>
                            <a:miter lim="800000"/>
                            <a:headEnd/>
                            <a:tailEnd/>
                          </a14:hiddenLine>
                        </a:ext>
                      </a:extLst>
                    </p:spPr>
                  </p:pic>
                </p:oleObj>
              </mc:Fallback>
            </mc:AlternateContent>
          </a:graphicData>
        </a:graphic>
      </p:graphicFrame>
      <p:sp>
        <p:nvSpPr>
          <p:cNvPr id="24594" name="Rectangle 15">
            <a:extLst>
              <a:ext uri="{FF2B5EF4-FFF2-40B4-BE49-F238E27FC236}">
                <a16:creationId xmlns:a16="http://schemas.microsoft.com/office/drawing/2014/main" id="{62D34512-6699-4F73-AAAB-7D0CCE8388AE}"/>
              </a:ext>
            </a:extLst>
          </p:cNvPr>
          <p:cNvSpPr>
            <a:spLocks noChangeArrowheads="1"/>
          </p:cNvSpPr>
          <p:nvPr/>
        </p:nvSpPr>
        <p:spPr bwMode="auto">
          <a:xfrm>
            <a:off x="500063" y="6043613"/>
            <a:ext cx="838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kumimoji="0" lang="en-US" altLang="zh-CN" b="0">
                <a:solidFill>
                  <a:srgbClr val="FFFF00"/>
                </a:solidFill>
                <a:latin typeface="华文中宋" panose="02010600040101010101" pitchFamily="2" charset="-122"/>
                <a:ea typeface="华文中宋" panose="02010600040101010101" pitchFamily="2" charset="-122"/>
              </a:rPr>
              <a:t>▲ </a:t>
            </a:r>
            <a:r>
              <a:rPr kumimoji="0" lang="zh-CN" altLang="en-US" b="0">
                <a:solidFill>
                  <a:srgbClr val="FFFF00"/>
                </a:solidFill>
                <a:latin typeface="华文中宋" panose="02010600040101010101" pitchFamily="2" charset="-122"/>
                <a:ea typeface="华文中宋" panose="02010600040101010101" pitchFamily="2" charset="-122"/>
              </a:rPr>
              <a:t>多普勒效应</a:t>
            </a:r>
          </a:p>
        </p:txBody>
      </p:sp>
      <p:sp>
        <p:nvSpPr>
          <p:cNvPr id="24595" name="Rectangle 16">
            <a:extLst>
              <a:ext uri="{FF2B5EF4-FFF2-40B4-BE49-F238E27FC236}">
                <a16:creationId xmlns:a16="http://schemas.microsoft.com/office/drawing/2014/main" id="{203670B2-5E37-4EF0-BD77-818FBE3DB963}"/>
              </a:ext>
            </a:extLst>
          </p:cNvPr>
          <p:cNvSpPr>
            <a:spLocks noChangeArrowheads="1"/>
          </p:cNvSpPr>
          <p:nvPr/>
        </p:nvSpPr>
        <p:spPr bwMode="auto">
          <a:xfrm>
            <a:off x="2928938" y="6043613"/>
            <a:ext cx="586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kumimoji="0" lang="en-US" altLang="zh-CN" b="0">
                <a:solidFill>
                  <a:srgbClr val="FF9933"/>
                </a:solidFill>
                <a:latin typeface="华文中宋" panose="02010600040101010101" pitchFamily="2" charset="-122"/>
                <a:ea typeface="华文中宋" panose="02010600040101010101" pitchFamily="2" charset="-122"/>
              </a:rPr>
              <a:t>★ </a:t>
            </a:r>
            <a:r>
              <a:rPr kumimoji="0" lang="zh-CN" altLang="en-US" b="0">
                <a:solidFill>
                  <a:srgbClr val="FF9933"/>
                </a:solidFill>
                <a:latin typeface="华文中宋" panose="02010600040101010101" pitchFamily="2" charset="-122"/>
                <a:ea typeface="华文中宋" panose="02010600040101010101" pitchFamily="2" charset="-122"/>
              </a:rPr>
              <a:t>分清楚波源与观测者→应用：“拍频”</a:t>
            </a:r>
          </a:p>
        </p:txBody>
      </p:sp>
      <p:sp>
        <p:nvSpPr>
          <p:cNvPr id="38" name="Rectangle 17">
            <a:extLst>
              <a:ext uri="{FF2B5EF4-FFF2-40B4-BE49-F238E27FC236}">
                <a16:creationId xmlns:a16="http://schemas.microsoft.com/office/drawing/2014/main" id="{7DA51FB6-D3AF-4B67-9F29-83263D469BBC}"/>
              </a:ext>
            </a:extLst>
          </p:cNvPr>
          <p:cNvSpPr>
            <a:spLocks noChangeArrowheads="1"/>
          </p:cNvSpPr>
          <p:nvPr/>
        </p:nvSpPr>
        <p:spPr bwMode="auto">
          <a:xfrm>
            <a:off x="785813" y="5472113"/>
            <a:ext cx="4597400" cy="457200"/>
          </a:xfrm>
          <a:prstGeom prst="rect">
            <a:avLst/>
          </a:prstGeom>
          <a:noFill/>
          <a:ln>
            <a:noFill/>
          </a:ln>
          <a:extLst/>
        </p:spPr>
        <p:txBody>
          <a:bodyPr>
            <a:spAutoFit/>
          </a:bodyPr>
          <a:lstStyle>
            <a:lvl1pPr>
              <a:defRPr kumimoji="1" sz="2000" b="1">
                <a:solidFill>
                  <a:schemeClr val="hlink"/>
                </a:solidFill>
                <a:latin typeface="Arial" panose="020B0604020202020204" pitchFamily="34" charset="0"/>
                <a:ea typeface="华文中宋" panose="02010600040101010101" pitchFamily="2" charset="-122"/>
              </a:defRPr>
            </a:lvl1pPr>
            <a:lvl2pPr marL="742950" indent="-285750">
              <a:defRPr kumimoji="1" sz="2000" b="1">
                <a:solidFill>
                  <a:schemeClr val="hlink"/>
                </a:solidFill>
                <a:latin typeface="Arial" panose="020B0604020202020204" pitchFamily="34" charset="0"/>
                <a:ea typeface="华文中宋" panose="02010600040101010101" pitchFamily="2" charset="-122"/>
              </a:defRPr>
            </a:lvl2pPr>
            <a:lvl3pPr marL="1143000" indent="-228600">
              <a:defRPr kumimoji="1" sz="2000" b="1">
                <a:solidFill>
                  <a:schemeClr val="hlink"/>
                </a:solidFill>
                <a:latin typeface="Arial" panose="020B0604020202020204" pitchFamily="34" charset="0"/>
                <a:ea typeface="华文中宋" panose="02010600040101010101" pitchFamily="2" charset="-122"/>
              </a:defRPr>
            </a:lvl3pPr>
            <a:lvl4pPr marL="1600200" indent="-228600">
              <a:defRPr kumimoji="1" sz="2000" b="1">
                <a:solidFill>
                  <a:schemeClr val="hlink"/>
                </a:solidFill>
                <a:latin typeface="Arial" panose="020B0604020202020204" pitchFamily="34" charset="0"/>
                <a:ea typeface="华文中宋" panose="02010600040101010101" pitchFamily="2" charset="-122"/>
              </a:defRPr>
            </a:lvl4pPr>
            <a:lvl5pPr marL="2057400" indent="-228600">
              <a:defRPr kumimoji="1" sz="2000" b="1">
                <a:solidFill>
                  <a:schemeClr val="hlink"/>
                </a:solidFill>
                <a:latin typeface="Arial" panose="020B0604020202020204" pitchFamily="34" charset="0"/>
                <a:ea typeface="华文中宋" panose="02010600040101010101" pitchFamily="2" charset="-122"/>
              </a:defRPr>
            </a:lvl5pPr>
            <a:lvl6pPr marL="2514600" indent="-228600" eaLnBrk="0" fontAlgn="base" hangingPunct="0">
              <a:spcBef>
                <a:spcPct val="0"/>
              </a:spcBef>
              <a:spcAft>
                <a:spcPct val="0"/>
              </a:spcAft>
              <a:defRPr kumimoji="1" sz="2000" b="1">
                <a:solidFill>
                  <a:schemeClr val="hlink"/>
                </a:solidFill>
                <a:latin typeface="Arial" panose="020B0604020202020204" pitchFamily="34" charset="0"/>
                <a:ea typeface="华文中宋" panose="02010600040101010101" pitchFamily="2" charset="-122"/>
              </a:defRPr>
            </a:lvl6pPr>
            <a:lvl7pPr marL="2971800" indent="-228600" eaLnBrk="0" fontAlgn="base" hangingPunct="0">
              <a:spcBef>
                <a:spcPct val="0"/>
              </a:spcBef>
              <a:spcAft>
                <a:spcPct val="0"/>
              </a:spcAft>
              <a:defRPr kumimoji="1" sz="2000" b="1">
                <a:solidFill>
                  <a:schemeClr val="hlink"/>
                </a:solidFill>
                <a:latin typeface="Arial" panose="020B0604020202020204" pitchFamily="34" charset="0"/>
                <a:ea typeface="华文中宋" panose="02010600040101010101" pitchFamily="2" charset="-122"/>
              </a:defRPr>
            </a:lvl7pPr>
            <a:lvl8pPr marL="3429000" indent="-228600" eaLnBrk="0" fontAlgn="base" hangingPunct="0">
              <a:spcBef>
                <a:spcPct val="0"/>
              </a:spcBef>
              <a:spcAft>
                <a:spcPct val="0"/>
              </a:spcAft>
              <a:defRPr kumimoji="1" sz="2000" b="1">
                <a:solidFill>
                  <a:schemeClr val="hlink"/>
                </a:solidFill>
                <a:latin typeface="Arial" panose="020B0604020202020204" pitchFamily="34" charset="0"/>
                <a:ea typeface="华文中宋" panose="02010600040101010101" pitchFamily="2" charset="-122"/>
              </a:defRPr>
            </a:lvl8pPr>
            <a:lvl9pPr marL="3886200" indent="-228600" eaLnBrk="0" fontAlgn="base" hangingPunct="0">
              <a:spcBef>
                <a:spcPct val="0"/>
              </a:spcBef>
              <a:spcAft>
                <a:spcPct val="0"/>
              </a:spcAft>
              <a:defRPr kumimoji="1" sz="2000" b="1">
                <a:solidFill>
                  <a:schemeClr val="hlink"/>
                </a:solidFill>
                <a:latin typeface="Arial" panose="020B0604020202020204" pitchFamily="34" charset="0"/>
                <a:ea typeface="华文中宋" panose="02010600040101010101" pitchFamily="2" charset="-122"/>
              </a:defRPr>
            </a:lvl9pPr>
          </a:lstStyle>
          <a:p>
            <a:pPr eaLnBrk="1" hangingPunct="1">
              <a:defRPr/>
            </a:pPr>
            <a:r>
              <a:rPr kumimoji="0" lang="en-US" altLang="zh-CN" sz="2400" dirty="0">
                <a:latin typeface="+mn-ea"/>
                <a:ea typeface="+mn-ea"/>
              </a:rPr>
              <a:t>① </a:t>
            </a:r>
            <a:r>
              <a:rPr kumimoji="0" lang="zh-CN" altLang="en-US" sz="2400" dirty="0">
                <a:latin typeface="+mn-ea"/>
                <a:ea typeface="+mn-ea"/>
              </a:rPr>
              <a:t>能流密度</a:t>
            </a:r>
          </a:p>
        </p:txBody>
      </p:sp>
      <p:sp>
        <p:nvSpPr>
          <p:cNvPr id="24597" name="Rectangle 18">
            <a:extLst>
              <a:ext uri="{FF2B5EF4-FFF2-40B4-BE49-F238E27FC236}">
                <a16:creationId xmlns:a16="http://schemas.microsoft.com/office/drawing/2014/main" id="{0638099A-828C-4C11-BFD3-EA8DBC958D85}"/>
              </a:ext>
            </a:extLst>
          </p:cNvPr>
          <p:cNvSpPr>
            <a:spLocks noChangeArrowheads="1"/>
          </p:cNvSpPr>
          <p:nvPr/>
        </p:nvSpPr>
        <p:spPr bwMode="auto">
          <a:xfrm>
            <a:off x="4572000" y="5472113"/>
            <a:ext cx="39290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kumimoji="0" lang="en-US" altLang="zh-CN">
                <a:solidFill>
                  <a:schemeClr val="hlink"/>
                </a:solidFill>
                <a:latin typeface="宋体" panose="02010600030101010101" pitchFamily="2" charset="-122"/>
              </a:rPr>
              <a:t>② </a:t>
            </a:r>
            <a:r>
              <a:rPr kumimoji="0" lang="zh-CN" altLang="en-US">
                <a:solidFill>
                  <a:schemeClr val="hlink"/>
                </a:solidFill>
                <a:latin typeface="宋体" panose="02010600030101010101" pitchFamily="2" charset="-122"/>
              </a:rPr>
              <a:t>强度与振幅的关系</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2F1ACE7B-BCFE-4ED5-8355-9B70215BB726}"/>
              </a:ext>
            </a:extLst>
          </p:cNvPr>
          <p:cNvSpPr>
            <a:spLocks noChangeArrowheads="1"/>
          </p:cNvSpPr>
          <p:nvPr/>
        </p:nvSpPr>
        <p:spPr bwMode="auto">
          <a:xfrm>
            <a:off x="2857500" y="4437063"/>
            <a:ext cx="1600200" cy="2046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55000"/>
              </a:lnSpc>
              <a:spcBef>
                <a:spcPct val="50000"/>
              </a:spcBef>
            </a:pPr>
            <a:r>
              <a:rPr kumimoji="0" lang="zh-CN" altLang="en-US">
                <a:solidFill>
                  <a:srgbClr val="00FFFF"/>
                </a:solidFill>
              </a:rPr>
              <a:t>光的干涉</a:t>
            </a:r>
          </a:p>
          <a:p>
            <a:pPr eaLnBrk="1" hangingPunct="1">
              <a:lnSpc>
                <a:spcPct val="140000"/>
              </a:lnSpc>
              <a:spcBef>
                <a:spcPct val="50000"/>
              </a:spcBef>
            </a:pPr>
            <a:r>
              <a:rPr kumimoji="0" lang="zh-CN" altLang="en-US">
                <a:solidFill>
                  <a:srgbClr val="00FFFF"/>
                </a:solidFill>
              </a:rPr>
              <a:t>光的衍射</a:t>
            </a:r>
          </a:p>
          <a:p>
            <a:pPr eaLnBrk="1" hangingPunct="1">
              <a:lnSpc>
                <a:spcPct val="140000"/>
              </a:lnSpc>
              <a:spcBef>
                <a:spcPct val="50000"/>
              </a:spcBef>
            </a:pPr>
            <a:r>
              <a:rPr kumimoji="0" lang="zh-CN" altLang="en-US">
                <a:solidFill>
                  <a:srgbClr val="00FFFF"/>
                </a:solidFill>
              </a:rPr>
              <a:t>光的偏振</a:t>
            </a:r>
          </a:p>
        </p:txBody>
      </p:sp>
      <p:sp>
        <p:nvSpPr>
          <p:cNvPr id="3" name="Rectangle 4">
            <a:extLst>
              <a:ext uri="{FF2B5EF4-FFF2-40B4-BE49-F238E27FC236}">
                <a16:creationId xmlns:a16="http://schemas.microsoft.com/office/drawing/2014/main" id="{7DD60996-1CFF-4807-836E-C04AD78850A1}"/>
              </a:ext>
            </a:extLst>
          </p:cNvPr>
          <p:cNvSpPr>
            <a:spLocks noChangeArrowheads="1"/>
          </p:cNvSpPr>
          <p:nvPr/>
        </p:nvSpPr>
        <p:spPr bwMode="auto">
          <a:xfrm>
            <a:off x="349250" y="2428875"/>
            <a:ext cx="1008063" cy="75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55000"/>
              </a:lnSpc>
              <a:spcBef>
                <a:spcPct val="50000"/>
              </a:spcBef>
            </a:pPr>
            <a:r>
              <a:rPr kumimoji="0" lang="zh-CN" altLang="en-US" sz="3200">
                <a:solidFill>
                  <a:srgbClr val="00FFFF"/>
                </a:solidFill>
              </a:rPr>
              <a:t>光学</a:t>
            </a:r>
          </a:p>
        </p:txBody>
      </p:sp>
      <p:sp>
        <p:nvSpPr>
          <p:cNvPr id="4" name="Rectangle 5">
            <a:extLst>
              <a:ext uri="{FF2B5EF4-FFF2-40B4-BE49-F238E27FC236}">
                <a16:creationId xmlns:a16="http://schemas.microsoft.com/office/drawing/2014/main" id="{2B18761C-8E9E-429C-B94B-EA0D04913752}"/>
              </a:ext>
            </a:extLst>
          </p:cNvPr>
          <p:cNvSpPr>
            <a:spLocks noChangeArrowheads="1"/>
          </p:cNvSpPr>
          <p:nvPr/>
        </p:nvSpPr>
        <p:spPr bwMode="auto">
          <a:xfrm>
            <a:off x="1833563" y="1428750"/>
            <a:ext cx="71675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2800">
                <a:solidFill>
                  <a:srgbClr val="00FFFF"/>
                </a:solidFill>
              </a:rPr>
              <a:t>几何光学：</a:t>
            </a:r>
            <a:r>
              <a:rPr kumimoji="0" lang="zh-CN" altLang="en-US" sz="2800">
                <a:solidFill>
                  <a:schemeClr val="bg1"/>
                </a:solidFill>
              </a:rPr>
              <a:t>研究光在透明介质中传播问题</a:t>
            </a:r>
          </a:p>
        </p:txBody>
      </p:sp>
      <p:sp>
        <p:nvSpPr>
          <p:cNvPr id="5" name="Rectangle 6">
            <a:extLst>
              <a:ext uri="{FF2B5EF4-FFF2-40B4-BE49-F238E27FC236}">
                <a16:creationId xmlns:a16="http://schemas.microsoft.com/office/drawing/2014/main" id="{750963EC-D669-464F-B851-E56CB9D0E735}"/>
              </a:ext>
            </a:extLst>
          </p:cNvPr>
          <p:cNvSpPr>
            <a:spLocks noChangeArrowheads="1"/>
          </p:cNvSpPr>
          <p:nvPr/>
        </p:nvSpPr>
        <p:spPr bwMode="auto">
          <a:xfrm>
            <a:off x="1857375" y="2266950"/>
            <a:ext cx="68580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2800">
                <a:solidFill>
                  <a:srgbClr val="00FFFF"/>
                </a:solidFill>
              </a:rPr>
              <a:t>波动光学：</a:t>
            </a:r>
            <a:r>
              <a:rPr kumimoji="0" lang="zh-CN" altLang="en-US" sz="2800">
                <a:solidFill>
                  <a:schemeClr val="bg1"/>
                </a:solidFill>
              </a:rPr>
              <a:t>以光的波动性为基础，研究光的传播及其规律问题</a:t>
            </a:r>
          </a:p>
        </p:txBody>
      </p:sp>
      <p:sp>
        <p:nvSpPr>
          <p:cNvPr id="6" name="Rectangle 7">
            <a:extLst>
              <a:ext uri="{FF2B5EF4-FFF2-40B4-BE49-F238E27FC236}">
                <a16:creationId xmlns:a16="http://schemas.microsoft.com/office/drawing/2014/main" id="{D2D5C486-0CAB-4F15-BEF3-6E255EAD91A2}"/>
              </a:ext>
            </a:extLst>
          </p:cNvPr>
          <p:cNvSpPr>
            <a:spLocks noChangeArrowheads="1"/>
          </p:cNvSpPr>
          <p:nvPr/>
        </p:nvSpPr>
        <p:spPr bwMode="auto">
          <a:xfrm>
            <a:off x="1857375" y="3486150"/>
            <a:ext cx="67818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2800">
                <a:solidFill>
                  <a:srgbClr val="00FFFF"/>
                </a:solidFill>
              </a:rPr>
              <a:t>量子光学：</a:t>
            </a:r>
            <a:r>
              <a:rPr kumimoji="0" lang="zh-CN" altLang="en-US" sz="2800">
                <a:solidFill>
                  <a:schemeClr val="bg1"/>
                </a:solidFill>
              </a:rPr>
              <a:t>以光的量子理论为基础，研究光与物质相互作用的规律 </a:t>
            </a:r>
          </a:p>
        </p:txBody>
      </p:sp>
      <p:sp>
        <p:nvSpPr>
          <p:cNvPr id="7" name="AutoShape 8">
            <a:extLst>
              <a:ext uri="{FF2B5EF4-FFF2-40B4-BE49-F238E27FC236}">
                <a16:creationId xmlns:a16="http://schemas.microsoft.com/office/drawing/2014/main" id="{D68EEB3B-EC9F-4A5B-9AF4-7B1DAE03E20F}"/>
              </a:ext>
            </a:extLst>
          </p:cNvPr>
          <p:cNvSpPr>
            <a:spLocks/>
          </p:cNvSpPr>
          <p:nvPr/>
        </p:nvSpPr>
        <p:spPr bwMode="auto">
          <a:xfrm>
            <a:off x="1376363" y="1657350"/>
            <a:ext cx="457200" cy="2514600"/>
          </a:xfrm>
          <a:prstGeom prst="leftBrace">
            <a:avLst>
              <a:gd name="adj1" fmla="val 45833"/>
              <a:gd name="adj2" fmla="val 50000"/>
            </a:avLst>
          </a:prstGeom>
          <a:noFill/>
          <a:ln w="127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a:solidFill>
                <a:srgbClr val="00FFFF"/>
              </a:solidFill>
            </a:endParaRPr>
          </a:p>
        </p:txBody>
      </p:sp>
      <p:sp>
        <p:nvSpPr>
          <p:cNvPr id="8" name="Rectangle 9">
            <a:extLst>
              <a:ext uri="{FF2B5EF4-FFF2-40B4-BE49-F238E27FC236}">
                <a16:creationId xmlns:a16="http://schemas.microsoft.com/office/drawing/2014/main" id="{710E878F-37ED-4E4B-8A91-027A199433D0}"/>
              </a:ext>
            </a:extLst>
          </p:cNvPr>
          <p:cNvSpPr>
            <a:spLocks noChangeArrowheads="1"/>
          </p:cNvSpPr>
          <p:nvPr/>
        </p:nvSpPr>
        <p:spPr bwMode="auto">
          <a:xfrm>
            <a:off x="428625" y="5237163"/>
            <a:ext cx="210502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3200">
                <a:solidFill>
                  <a:srgbClr val="00FFFF"/>
                </a:solidFill>
              </a:rPr>
              <a:t>波动光学</a:t>
            </a:r>
          </a:p>
        </p:txBody>
      </p:sp>
      <p:sp>
        <p:nvSpPr>
          <p:cNvPr id="9" name="AutoShape 10">
            <a:extLst>
              <a:ext uri="{FF2B5EF4-FFF2-40B4-BE49-F238E27FC236}">
                <a16:creationId xmlns:a16="http://schemas.microsoft.com/office/drawing/2014/main" id="{AA133379-5F4D-43C0-A20B-55A16ED71744}"/>
              </a:ext>
            </a:extLst>
          </p:cNvPr>
          <p:cNvSpPr>
            <a:spLocks/>
          </p:cNvSpPr>
          <p:nvPr/>
        </p:nvSpPr>
        <p:spPr bwMode="auto">
          <a:xfrm>
            <a:off x="2343150" y="4856163"/>
            <a:ext cx="404813" cy="1447800"/>
          </a:xfrm>
          <a:prstGeom prst="leftBrace">
            <a:avLst>
              <a:gd name="adj1" fmla="val 39192"/>
              <a:gd name="adj2" fmla="val 50000"/>
            </a:avLst>
          </a:prstGeom>
          <a:noFill/>
          <a:ln w="127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a:solidFill>
                <a:schemeClr val="bg1"/>
              </a:solidFill>
            </a:endParaRPr>
          </a:p>
        </p:txBody>
      </p:sp>
      <p:sp>
        <p:nvSpPr>
          <p:cNvPr id="14" name="Text Box 3">
            <a:extLst>
              <a:ext uri="{FF2B5EF4-FFF2-40B4-BE49-F238E27FC236}">
                <a16:creationId xmlns:a16="http://schemas.microsoft.com/office/drawing/2014/main" id="{44615199-FBC6-4650-8289-3186B5670F3F}"/>
              </a:ext>
            </a:extLst>
          </p:cNvPr>
          <p:cNvSpPr txBox="1">
            <a:spLocks noChangeArrowheads="1"/>
          </p:cNvSpPr>
          <p:nvPr/>
        </p:nvSpPr>
        <p:spPr bwMode="auto">
          <a:xfrm>
            <a:off x="928688" y="285750"/>
            <a:ext cx="7143750" cy="884238"/>
          </a:xfrm>
          <a:prstGeom prst="rect">
            <a:avLst/>
          </a:prstGeom>
          <a:noFill/>
          <a:ln w="9525">
            <a:noFill/>
            <a:miter lim="800000"/>
            <a:headEnd/>
            <a:tailEnd/>
          </a:ln>
          <a:effectLst/>
        </p:spPr>
        <p:txBody>
          <a:bodyPr>
            <a:spAutoFit/>
          </a:bodyPr>
          <a:lstStyle/>
          <a:p>
            <a:pPr algn="ctr" eaLnBrk="1" hangingPunct="1">
              <a:spcBef>
                <a:spcPct val="50000"/>
              </a:spcBef>
              <a:defRPr/>
            </a:pPr>
            <a:r>
              <a:rPr lang="zh-CN" altLang="en-US" sz="5000" dirty="0">
                <a:solidFill>
                  <a:srgbClr val="00FF00"/>
                </a:solidFill>
                <a:effectLst>
                  <a:outerShdw blurRad="38100" dist="38100" dir="2700000" algn="tl">
                    <a:srgbClr val="000000"/>
                  </a:outerShdw>
                </a:effectLst>
                <a:latin typeface="+mj-ea"/>
                <a:ea typeface="+mj-ea"/>
              </a:rPr>
              <a:t>第</a:t>
            </a:r>
            <a:r>
              <a:rPr lang="en-US" altLang="zh-CN" sz="5000" dirty="0">
                <a:solidFill>
                  <a:srgbClr val="00FF00"/>
                </a:solidFill>
                <a:effectLst>
                  <a:outerShdw blurRad="38100" dist="38100" dir="2700000" algn="tl">
                    <a:srgbClr val="000000"/>
                  </a:outerShdw>
                </a:effectLst>
                <a:latin typeface="+mj-ea"/>
                <a:ea typeface="+mj-ea"/>
              </a:rPr>
              <a:t>14</a:t>
            </a:r>
            <a:r>
              <a:rPr lang="zh-CN" altLang="en-US" sz="5000" dirty="0">
                <a:solidFill>
                  <a:srgbClr val="00FF00"/>
                </a:solidFill>
                <a:effectLst>
                  <a:outerShdw blurRad="38100" dist="38100" dir="2700000" algn="tl">
                    <a:srgbClr val="000000"/>
                  </a:outerShdw>
                </a:effectLst>
                <a:latin typeface="+mj-ea"/>
                <a:ea typeface="+mj-ea"/>
              </a:rPr>
              <a:t>章 波动光学基础</a:t>
            </a:r>
          </a:p>
        </p:txBody>
      </p:sp>
      <p:sp>
        <p:nvSpPr>
          <p:cNvPr id="5131" name="灯片编号占位符 1">
            <a:extLst>
              <a:ext uri="{FF2B5EF4-FFF2-40B4-BE49-F238E27FC236}">
                <a16:creationId xmlns:a16="http://schemas.microsoft.com/office/drawing/2014/main" id="{AC42D674-EEB9-4E54-AF56-54B1A307BF86}"/>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552A506F-FCB1-4842-8C3C-A40F4D337B8B}" type="slidenum">
              <a:rPr lang="en-US" altLang="zh-CN" b="0">
                <a:solidFill>
                  <a:srgbClr val="FF00FF"/>
                </a:solidFill>
              </a:rPr>
              <a:pPr eaLnBrk="1" hangingPunct="1"/>
              <a:t>13</a:t>
            </a:fld>
            <a:r>
              <a:rPr lang="en-US" altLang="zh-CN" b="0">
                <a:solidFill>
                  <a:srgbClr val="FF00FF"/>
                </a:solidFill>
              </a:rPr>
              <a:t>/25</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childTnLst>
                                </p:cTn>
                              </p:par>
                            </p:childTnLst>
                          </p:cTn>
                        </p:par>
                        <p:par>
                          <p:cTn id="9" fill="hold" nodeType="afterGroup">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par>
                          <p:cTn id="18" fill="hold" nodeType="withGroup">
                            <p:stCondLst>
                              <p:cond delay="500"/>
                            </p:stCondLst>
                            <p:childTnLst>
                              <p:par>
                                <p:cTn id="19" presetID="22" presetClass="entr" presetSubtype="8" fill="hold" grpId="0" nodeType="after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wipe(left)">
                                      <p:cBhvr>
                                        <p:cTn id="21" dur="500"/>
                                        <p:tgtEl>
                                          <p:spTgt spid="5"/>
                                        </p:tgtEl>
                                      </p:cBhvr>
                                    </p:animEffect>
                                  </p:childTnLst>
                                </p:cTn>
                              </p:par>
                            </p:childTnLst>
                          </p:cTn>
                        </p:par>
                        <p:par>
                          <p:cTn id="22" fill="hold" nodeType="withGroup">
                            <p:stCondLst>
                              <p:cond delay="1000"/>
                            </p:stCondLst>
                            <p:childTnLst>
                              <p:par>
                                <p:cTn id="23" presetID="22" presetClass="entr" presetSubtype="8" fill="hold" grpId="0" nodeType="after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wipe(left)">
                                      <p:cBhvr>
                                        <p:cTn id="25" dur="500"/>
                                        <p:tgtEl>
                                          <p:spTgt spid="6"/>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wipe(left)">
                                      <p:cBhvr>
                                        <p:cTn id="30" dur="500"/>
                                        <p:tgtEl>
                                          <p:spTgt spid="8"/>
                                        </p:tgtEl>
                                      </p:cBhvr>
                                    </p:animEffect>
                                  </p:childTnLst>
                                </p:cTn>
                              </p:par>
                            </p:childTnLst>
                          </p:cTn>
                        </p:par>
                        <p:par>
                          <p:cTn id="31" fill="hold" nodeType="afterGroup">
                            <p:stCondLst>
                              <p:cond delay="500"/>
                            </p:stCondLst>
                            <p:childTnLst>
                              <p:par>
                                <p:cTn id="32" presetID="3" presetClass="entr" presetSubtype="10" fill="hold" grpId="0" nodeType="after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blinds(horizontal)">
                                      <p:cBhvr>
                                        <p:cTn id="34" dur="500"/>
                                        <p:tgtEl>
                                          <p:spTgt spid="9"/>
                                        </p:tgtEl>
                                      </p:cBhvr>
                                    </p:animEffect>
                                  </p:childTnLst>
                                </p:cTn>
                              </p:par>
                            </p:childTnLst>
                          </p:cTn>
                        </p:par>
                        <p:par>
                          <p:cTn id="35" fill="hold" nodeType="withGroup">
                            <p:stCondLst>
                              <p:cond delay="1000"/>
                            </p:stCondLst>
                            <p:childTnLst>
                              <p:par>
                                <p:cTn id="36" presetID="22" presetClass="entr" presetSubtype="8" fill="hold" grpId="0" nodeType="afterEffect">
                                  <p:stCondLst>
                                    <p:cond delay="0"/>
                                  </p:stCondLst>
                                  <p:childTnLst>
                                    <p:set>
                                      <p:cBhvr>
                                        <p:cTn id="37" dur="1" fill="hold">
                                          <p:stCondLst>
                                            <p:cond delay="0"/>
                                          </p:stCondLst>
                                        </p:cTn>
                                        <p:tgtEl>
                                          <p:spTgt spid="2"/>
                                        </p:tgtEl>
                                        <p:attrNameLst>
                                          <p:attrName>style.visibility</p:attrName>
                                        </p:attrNameLst>
                                      </p:cBhvr>
                                      <p:to>
                                        <p:strVal val="visible"/>
                                      </p:to>
                                    </p:set>
                                    <p:animEffect transition="in" filter="wipe(left)">
                                      <p:cBhvr>
                                        <p:cTn id="38"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utoUpdateAnimBg="0"/>
      <p:bldP spid="4" grpId="0" autoUpdateAnimBg="0"/>
      <p:bldP spid="5" grpId="0" autoUpdateAnimBg="0"/>
      <p:bldP spid="6" grpId="0" autoUpdateAnimBg="0"/>
      <p:bldP spid="7" grpId="0" animBg="1"/>
      <p:bldP spid="8" grpId="0" autoUpdateAnimBg="0"/>
      <p:bldP spid="9"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8" name="Text Box 1028">
            <a:extLst>
              <a:ext uri="{FF2B5EF4-FFF2-40B4-BE49-F238E27FC236}">
                <a16:creationId xmlns:a16="http://schemas.microsoft.com/office/drawing/2014/main" id="{CF9BD30C-7852-4110-8BB1-D715E3603FAD}"/>
              </a:ext>
            </a:extLst>
          </p:cNvPr>
          <p:cNvSpPr txBox="1">
            <a:spLocks noChangeArrowheads="1"/>
          </p:cNvSpPr>
          <p:nvPr/>
        </p:nvSpPr>
        <p:spPr bwMode="auto">
          <a:xfrm>
            <a:off x="2286000" y="146050"/>
            <a:ext cx="44196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0" lang="en-US" altLang="zh-CN" sz="3200">
                <a:solidFill>
                  <a:srgbClr val="76FB4D"/>
                </a:solidFill>
              </a:rPr>
              <a:t>§14.1    </a:t>
            </a:r>
            <a:r>
              <a:rPr kumimoji="0" lang="zh-CN" altLang="en-US" sz="3200">
                <a:solidFill>
                  <a:srgbClr val="76FB4D"/>
                </a:solidFill>
              </a:rPr>
              <a:t>光是电磁波 </a:t>
            </a:r>
          </a:p>
        </p:txBody>
      </p:sp>
      <p:sp>
        <p:nvSpPr>
          <p:cNvPr id="36874" name="Text Box 1034">
            <a:extLst>
              <a:ext uri="{FF2B5EF4-FFF2-40B4-BE49-F238E27FC236}">
                <a16:creationId xmlns:a16="http://schemas.microsoft.com/office/drawing/2014/main" id="{20667491-F8F7-415F-8B89-3E0C4E7692CA}"/>
              </a:ext>
            </a:extLst>
          </p:cNvPr>
          <p:cNvSpPr txBox="1">
            <a:spLocks noChangeArrowheads="1"/>
          </p:cNvSpPr>
          <p:nvPr/>
        </p:nvSpPr>
        <p:spPr bwMode="auto">
          <a:xfrm>
            <a:off x="714375" y="6215063"/>
            <a:ext cx="30003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just" eaLnBrk="1" hangingPunct="1">
              <a:spcBef>
                <a:spcPct val="50000"/>
              </a:spcBef>
            </a:pPr>
            <a:r>
              <a:rPr kumimoji="0" lang="zh-CN" altLang="en-US">
                <a:solidFill>
                  <a:srgbClr val="00FFFF"/>
                </a:solidFill>
                <a:latin typeface="宋体" panose="02010600030101010101" pitchFamily="2" charset="-122"/>
              </a:rPr>
              <a:t>电磁波是</a:t>
            </a:r>
            <a:r>
              <a:rPr kumimoji="0" lang="zh-CN" altLang="en-US">
                <a:solidFill>
                  <a:srgbClr val="FFCC00"/>
                </a:solidFill>
                <a:latin typeface="宋体" panose="02010600030101010101" pitchFamily="2" charset="-122"/>
              </a:rPr>
              <a:t>矢量波</a:t>
            </a:r>
          </a:p>
        </p:txBody>
      </p:sp>
      <p:sp>
        <p:nvSpPr>
          <p:cNvPr id="36875" name="Text Box 1035">
            <a:extLst>
              <a:ext uri="{FF2B5EF4-FFF2-40B4-BE49-F238E27FC236}">
                <a16:creationId xmlns:a16="http://schemas.microsoft.com/office/drawing/2014/main" id="{8624C37E-F340-4FB4-831B-D568429FA601}"/>
              </a:ext>
            </a:extLst>
          </p:cNvPr>
          <p:cNvSpPr txBox="1">
            <a:spLocks noChangeArrowheads="1"/>
          </p:cNvSpPr>
          <p:nvPr/>
        </p:nvSpPr>
        <p:spPr bwMode="auto">
          <a:xfrm>
            <a:off x="3857625" y="3357563"/>
            <a:ext cx="4876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just" eaLnBrk="1" hangingPunct="1">
              <a:spcBef>
                <a:spcPct val="50000"/>
              </a:spcBef>
            </a:pPr>
            <a:r>
              <a:rPr kumimoji="0" lang="zh-CN" altLang="en-US" dirty="0">
                <a:solidFill>
                  <a:schemeClr val="bg1"/>
                </a:solidFill>
                <a:latin typeface="宋体" panose="02010600030101010101" pitchFamily="2" charset="-122"/>
              </a:rPr>
              <a:t>电磁波 ＝ </a:t>
            </a:r>
            <a:r>
              <a:rPr kumimoji="0" lang="zh-CN" altLang="en-US" dirty="0">
                <a:solidFill>
                  <a:srgbClr val="FFCC00"/>
                </a:solidFill>
                <a:latin typeface="宋体" panose="02010600030101010101" pitchFamily="2" charset="-122"/>
              </a:rPr>
              <a:t>交变电磁状态的传播</a:t>
            </a:r>
          </a:p>
        </p:txBody>
      </p:sp>
      <p:sp>
        <p:nvSpPr>
          <p:cNvPr id="36880" name="Line 1040">
            <a:extLst>
              <a:ext uri="{FF2B5EF4-FFF2-40B4-BE49-F238E27FC236}">
                <a16:creationId xmlns:a16="http://schemas.microsoft.com/office/drawing/2014/main" id="{04276AE0-A8B7-4D92-9E57-92E8586BCE77}"/>
              </a:ext>
            </a:extLst>
          </p:cNvPr>
          <p:cNvSpPr>
            <a:spLocks noChangeShapeType="1"/>
          </p:cNvSpPr>
          <p:nvPr/>
        </p:nvSpPr>
        <p:spPr bwMode="auto">
          <a:xfrm>
            <a:off x="4143375" y="4383088"/>
            <a:ext cx="0" cy="990600"/>
          </a:xfrm>
          <a:prstGeom prst="line">
            <a:avLst/>
          </a:prstGeom>
          <a:noFill/>
          <a:ln w="41275">
            <a:solidFill>
              <a:srgbClr val="FF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881" name="Oval 1041">
            <a:extLst>
              <a:ext uri="{FF2B5EF4-FFF2-40B4-BE49-F238E27FC236}">
                <a16:creationId xmlns:a16="http://schemas.microsoft.com/office/drawing/2014/main" id="{BC90EDBD-0A1F-4648-BE40-94B914B24253}"/>
              </a:ext>
            </a:extLst>
          </p:cNvPr>
          <p:cNvSpPr>
            <a:spLocks noChangeArrowheads="1"/>
          </p:cNvSpPr>
          <p:nvPr/>
        </p:nvSpPr>
        <p:spPr bwMode="auto">
          <a:xfrm>
            <a:off x="3686175" y="4748213"/>
            <a:ext cx="990600" cy="381000"/>
          </a:xfrm>
          <a:prstGeom prst="ellipse">
            <a:avLst/>
          </a:prstGeom>
          <a:noFill/>
          <a:ln w="22225">
            <a:solidFill>
              <a:srgbClr val="FF99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a:solidFill>
                <a:schemeClr val="bg1"/>
              </a:solidFill>
            </a:endParaRPr>
          </a:p>
        </p:txBody>
      </p:sp>
      <p:sp>
        <p:nvSpPr>
          <p:cNvPr id="36882" name="Oval 1042">
            <a:extLst>
              <a:ext uri="{FF2B5EF4-FFF2-40B4-BE49-F238E27FC236}">
                <a16:creationId xmlns:a16="http://schemas.microsoft.com/office/drawing/2014/main" id="{B7F1B34B-9B10-4825-BB8B-D48A0539ED9E}"/>
              </a:ext>
            </a:extLst>
          </p:cNvPr>
          <p:cNvSpPr>
            <a:spLocks noChangeArrowheads="1"/>
          </p:cNvSpPr>
          <p:nvPr/>
        </p:nvSpPr>
        <p:spPr bwMode="auto">
          <a:xfrm>
            <a:off x="4448175" y="4519613"/>
            <a:ext cx="912813" cy="838200"/>
          </a:xfrm>
          <a:prstGeom prst="ellipse">
            <a:avLst/>
          </a:prstGeom>
          <a:noFill/>
          <a:ln w="22225">
            <a:solidFill>
              <a:srgbClr val="33CCCC"/>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a:solidFill>
                <a:schemeClr val="bg1"/>
              </a:solidFill>
            </a:endParaRPr>
          </a:p>
        </p:txBody>
      </p:sp>
      <p:sp>
        <p:nvSpPr>
          <p:cNvPr id="36883" name="Oval 1043">
            <a:extLst>
              <a:ext uri="{FF2B5EF4-FFF2-40B4-BE49-F238E27FC236}">
                <a16:creationId xmlns:a16="http://schemas.microsoft.com/office/drawing/2014/main" id="{85B4DE71-8803-49D6-AF7E-233A0A9FF6BD}"/>
              </a:ext>
            </a:extLst>
          </p:cNvPr>
          <p:cNvSpPr>
            <a:spLocks noChangeArrowheads="1"/>
          </p:cNvSpPr>
          <p:nvPr/>
        </p:nvSpPr>
        <p:spPr bwMode="auto">
          <a:xfrm>
            <a:off x="5057775" y="4748213"/>
            <a:ext cx="990600" cy="381000"/>
          </a:xfrm>
          <a:prstGeom prst="ellipse">
            <a:avLst/>
          </a:prstGeom>
          <a:noFill/>
          <a:ln w="22225">
            <a:solidFill>
              <a:srgbClr val="FF99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a:solidFill>
                <a:schemeClr val="bg1"/>
              </a:solidFill>
            </a:endParaRPr>
          </a:p>
        </p:txBody>
      </p:sp>
      <p:sp>
        <p:nvSpPr>
          <p:cNvPr id="36884" name="Oval 1044">
            <a:extLst>
              <a:ext uri="{FF2B5EF4-FFF2-40B4-BE49-F238E27FC236}">
                <a16:creationId xmlns:a16="http://schemas.microsoft.com/office/drawing/2014/main" id="{5D9D2ECE-6AC8-4EA9-BDC6-C741573B83E3}"/>
              </a:ext>
            </a:extLst>
          </p:cNvPr>
          <p:cNvSpPr>
            <a:spLocks noChangeArrowheads="1"/>
          </p:cNvSpPr>
          <p:nvPr/>
        </p:nvSpPr>
        <p:spPr bwMode="auto">
          <a:xfrm>
            <a:off x="5743575" y="4519613"/>
            <a:ext cx="912813" cy="838200"/>
          </a:xfrm>
          <a:prstGeom prst="ellipse">
            <a:avLst/>
          </a:prstGeom>
          <a:noFill/>
          <a:ln w="22225">
            <a:solidFill>
              <a:srgbClr val="33CCCC"/>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a:solidFill>
                <a:schemeClr val="bg1"/>
              </a:solidFill>
            </a:endParaRPr>
          </a:p>
        </p:txBody>
      </p:sp>
      <p:sp>
        <p:nvSpPr>
          <p:cNvPr id="36886" name="Oval 1046">
            <a:extLst>
              <a:ext uri="{FF2B5EF4-FFF2-40B4-BE49-F238E27FC236}">
                <a16:creationId xmlns:a16="http://schemas.microsoft.com/office/drawing/2014/main" id="{A8F62D5B-5B08-4795-A38E-3D74E2FE178F}"/>
              </a:ext>
            </a:extLst>
          </p:cNvPr>
          <p:cNvSpPr>
            <a:spLocks noChangeArrowheads="1"/>
          </p:cNvSpPr>
          <p:nvPr/>
        </p:nvSpPr>
        <p:spPr bwMode="auto">
          <a:xfrm>
            <a:off x="7191375" y="4519613"/>
            <a:ext cx="912813" cy="838200"/>
          </a:xfrm>
          <a:prstGeom prst="ellipse">
            <a:avLst/>
          </a:prstGeom>
          <a:noFill/>
          <a:ln w="22225">
            <a:solidFill>
              <a:srgbClr val="33CCCC"/>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a:solidFill>
                <a:schemeClr val="bg1"/>
              </a:solidFill>
            </a:endParaRPr>
          </a:p>
        </p:txBody>
      </p:sp>
      <p:sp>
        <p:nvSpPr>
          <p:cNvPr id="36887" name="Oval 1047">
            <a:extLst>
              <a:ext uri="{FF2B5EF4-FFF2-40B4-BE49-F238E27FC236}">
                <a16:creationId xmlns:a16="http://schemas.microsoft.com/office/drawing/2014/main" id="{53AD9E4C-9FC7-4C2F-93FA-E82736F2E93C}"/>
              </a:ext>
            </a:extLst>
          </p:cNvPr>
          <p:cNvSpPr>
            <a:spLocks noChangeArrowheads="1"/>
          </p:cNvSpPr>
          <p:nvPr/>
        </p:nvSpPr>
        <p:spPr bwMode="auto">
          <a:xfrm>
            <a:off x="7800975" y="4748213"/>
            <a:ext cx="990600" cy="381000"/>
          </a:xfrm>
          <a:prstGeom prst="ellipse">
            <a:avLst/>
          </a:prstGeom>
          <a:noFill/>
          <a:ln w="22225">
            <a:solidFill>
              <a:srgbClr val="FF99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a:solidFill>
                <a:schemeClr val="bg1"/>
              </a:solidFill>
            </a:endParaRPr>
          </a:p>
        </p:txBody>
      </p:sp>
      <p:sp>
        <p:nvSpPr>
          <p:cNvPr id="36888" name="Oval 1048">
            <a:extLst>
              <a:ext uri="{FF2B5EF4-FFF2-40B4-BE49-F238E27FC236}">
                <a16:creationId xmlns:a16="http://schemas.microsoft.com/office/drawing/2014/main" id="{FCCFED55-8116-442A-B5A3-E1022B0F7423}"/>
              </a:ext>
            </a:extLst>
          </p:cNvPr>
          <p:cNvSpPr>
            <a:spLocks noChangeArrowheads="1"/>
          </p:cNvSpPr>
          <p:nvPr/>
        </p:nvSpPr>
        <p:spPr bwMode="auto">
          <a:xfrm>
            <a:off x="6429375" y="4748213"/>
            <a:ext cx="990600" cy="381000"/>
          </a:xfrm>
          <a:prstGeom prst="ellipse">
            <a:avLst/>
          </a:prstGeom>
          <a:noFill/>
          <a:ln w="22225">
            <a:solidFill>
              <a:srgbClr val="FF99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a:solidFill>
                <a:schemeClr val="bg1"/>
              </a:solidFill>
            </a:endParaRPr>
          </a:p>
        </p:txBody>
      </p:sp>
      <p:graphicFrame>
        <p:nvGraphicFramePr>
          <p:cNvPr id="36889" name="Object 2">
            <a:extLst>
              <a:ext uri="{FF2B5EF4-FFF2-40B4-BE49-F238E27FC236}">
                <a16:creationId xmlns:a16="http://schemas.microsoft.com/office/drawing/2014/main" id="{BB2FD3FD-D79F-4975-9949-F8E4EC66F9A5}"/>
              </a:ext>
            </a:extLst>
          </p:cNvPr>
          <p:cNvGraphicFramePr>
            <a:graphicFrameLocks noChangeAspect="1"/>
          </p:cNvGraphicFramePr>
          <p:nvPr>
            <p:extLst/>
          </p:nvPr>
        </p:nvGraphicFramePr>
        <p:xfrm>
          <a:off x="4752975" y="3986213"/>
          <a:ext cx="393700" cy="525462"/>
        </p:xfrm>
        <a:graphic>
          <a:graphicData uri="http://schemas.openxmlformats.org/presentationml/2006/ole">
            <mc:AlternateContent xmlns:mc="http://schemas.openxmlformats.org/markup-compatibility/2006">
              <mc:Choice xmlns:v="urn:schemas-microsoft-com:vml" Requires="v">
                <p:oleObj spid="_x0000_s120960" name="Equation" r:id="rId3" imgW="114376" imgH="161959" progId="Equation.3">
                  <p:embed/>
                </p:oleObj>
              </mc:Choice>
              <mc:Fallback>
                <p:oleObj name="Equation" r:id="rId3" imgW="114376" imgH="161959" progId="Equation.3">
                  <p:embed/>
                  <p:pic>
                    <p:nvPicPr>
                      <p:cNvPr id="36889" name="Object 2">
                        <a:extLst>
                          <a:ext uri="{FF2B5EF4-FFF2-40B4-BE49-F238E27FC236}">
                            <a16:creationId xmlns:a16="http://schemas.microsoft.com/office/drawing/2014/main" id="{BB2FD3FD-D79F-4975-9949-F8E4EC66F9A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52975" y="3986213"/>
                        <a:ext cx="393700" cy="525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6890" name="Object 3">
            <a:extLst>
              <a:ext uri="{FF2B5EF4-FFF2-40B4-BE49-F238E27FC236}">
                <a16:creationId xmlns:a16="http://schemas.microsoft.com/office/drawing/2014/main" id="{06E3FBE1-996A-459F-AC3C-E5699A00AF34}"/>
              </a:ext>
            </a:extLst>
          </p:cNvPr>
          <p:cNvGraphicFramePr>
            <a:graphicFrameLocks noChangeAspect="1"/>
          </p:cNvGraphicFramePr>
          <p:nvPr>
            <p:extLst/>
          </p:nvPr>
        </p:nvGraphicFramePr>
        <p:xfrm>
          <a:off x="3609975" y="4214813"/>
          <a:ext cx="460375" cy="525462"/>
        </p:xfrm>
        <a:graphic>
          <a:graphicData uri="http://schemas.openxmlformats.org/presentationml/2006/ole">
            <mc:AlternateContent xmlns:mc="http://schemas.openxmlformats.org/markup-compatibility/2006">
              <mc:Choice xmlns:v="urn:schemas-microsoft-com:vml" Requires="v">
                <p:oleObj spid="_x0000_s120961" name="Equation" r:id="rId5" imgW="142818" imgH="161959" progId="Equation.3">
                  <p:embed/>
                </p:oleObj>
              </mc:Choice>
              <mc:Fallback>
                <p:oleObj name="Equation" r:id="rId5" imgW="142818" imgH="161959" progId="Equation.3">
                  <p:embed/>
                  <p:pic>
                    <p:nvPicPr>
                      <p:cNvPr id="36890" name="Object 3">
                        <a:extLst>
                          <a:ext uri="{FF2B5EF4-FFF2-40B4-BE49-F238E27FC236}">
                            <a16:creationId xmlns:a16="http://schemas.microsoft.com/office/drawing/2014/main" id="{06E3FBE1-996A-459F-AC3C-E5699A00AF3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09975" y="4214813"/>
                        <a:ext cx="460375" cy="525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6891" name="Object 4">
            <a:extLst>
              <a:ext uri="{FF2B5EF4-FFF2-40B4-BE49-F238E27FC236}">
                <a16:creationId xmlns:a16="http://schemas.microsoft.com/office/drawing/2014/main" id="{8E75D7A6-FF78-4876-83DA-6251D374A559}"/>
              </a:ext>
            </a:extLst>
          </p:cNvPr>
          <p:cNvGraphicFramePr>
            <a:graphicFrameLocks noChangeAspect="1"/>
          </p:cNvGraphicFramePr>
          <p:nvPr>
            <p:extLst/>
          </p:nvPr>
        </p:nvGraphicFramePr>
        <p:xfrm>
          <a:off x="8105775" y="4214813"/>
          <a:ext cx="460375" cy="525462"/>
        </p:xfrm>
        <a:graphic>
          <a:graphicData uri="http://schemas.openxmlformats.org/presentationml/2006/ole">
            <mc:AlternateContent xmlns:mc="http://schemas.openxmlformats.org/markup-compatibility/2006">
              <mc:Choice xmlns:v="urn:schemas-microsoft-com:vml" Requires="v">
                <p:oleObj spid="_x0000_s120962" name="Equation" r:id="rId7" imgW="142818" imgH="161959" progId="Equation.3">
                  <p:embed/>
                </p:oleObj>
              </mc:Choice>
              <mc:Fallback>
                <p:oleObj name="Equation" r:id="rId7" imgW="142818" imgH="161959" progId="Equation.3">
                  <p:embed/>
                  <p:pic>
                    <p:nvPicPr>
                      <p:cNvPr id="36891" name="Object 4">
                        <a:extLst>
                          <a:ext uri="{FF2B5EF4-FFF2-40B4-BE49-F238E27FC236}">
                            <a16:creationId xmlns:a16="http://schemas.microsoft.com/office/drawing/2014/main" id="{8E75D7A6-FF78-4876-83DA-6251D374A55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105775" y="4214813"/>
                        <a:ext cx="460375" cy="525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6892" name="Object 5">
            <a:extLst>
              <a:ext uri="{FF2B5EF4-FFF2-40B4-BE49-F238E27FC236}">
                <a16:creationId xmlns:a16="http://schemas.microsoft.com/office/drawing/2014/main" id="{3F306B7F-320F-48F5-8B64-97BB0EB8A0A5}"/>
              </a:ext>
            </a:extLst>
          </p:cNvPr>
          <p:cNvGraphicFramePr>
            <a:graphicFrameLocks noChangeAspect="1"/>
          </p:cNvGraphicFramePr>
          <p:nvPr>
            <p:extLst/>
          </p:nvPr>
        </p:nvGraphicFramePr>
        <p:xfrm>
          <a:off x="6657975" y="4214813"/>
          <a:ext cx="460375" cy="525462"/>
        </p:xfrm>
        <a:graphic>
          <a:graphicData uri="http://schemas.openxmlformats.org/presentationml/2006/ole">
            <mc:AlternateContent xmlns:mc="http://schemas.openxmlformats.org/markup-compatibility/2006">
              <mc:Choice xmlns:v="urn:schemas-microsoft-com:vml" Requires="v">
                <p:oleObj spid="_x0000_s120963" name="Equation" r:id="rId9" imgW="142818" imgH="161959" progId="Equation.3">
                  <p:embed/>
                </p:oleObj>
              </mc:Choice>
              <mc:Fallback>
                <p:oleObj name="Equation" r:id="rId9" imgW="142818" imgH="161959" progId="Equation.3">
                  <p:embed/>
                  <p:pic>
                    <p:nvPicPr>
                      <p:cNvPr id="36892" name="Object 5">
                        <a:extLst>
                          <a:ext uri="{FF2B5EF4-FFF2-40B4-BE49-F238E27FC236}">
                            <a16:creationId xmlns:a16="http://schemas.microsoft.com/office/drawing/2014/main" id="{3F306B7F-320F-48F5-8B64-97BB0EB8A0A5}"/>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657975" y="4214813"/>
                        <a:ext cx="460375" cy="525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6893" name="Object 6">
            <a:extLst>
              <a:ext uri="{FF2B5EF4-FFF2-40B4-BE49-F238E27FC236}">
                <a16:creationId xmlns:a16="http://schemas.microsoft.com/office/drawing/2014/main" id="{853AF0CF-86A7-4CD1-AAD3-38F6ED740ACE}"/>
              </a:ext>
            </a:extLst>
          </p:cNvPr>
          <p:cNvGraphicFramePr>
            <a:graphicFrameLocks noChangeAspect="1"/>
          </p:cNvGraphicFramePr>
          <p:nvPr>
            <p:extLst/>
          </p:nvPr>
        </p:nvGraphicFramePr>
        <p:xfrm>
          <a:off x="5286375" y="4214813"/>
          <a:ext cx="460375" cy="525462"/>
        </p:xfrm>
        <a:graphic>
          <a:graphicData uri="http://schemas.openxmlformats.org/presentationml/2006/ole">
            <mc:AlternateContent xmlns:mc="http://schemas.openxmlformats.org/markup-compatibility/2006">
              <mc:Choice xmlns:v="urn:schemas-microsoft-com:vml" Requires="v">
                <p:oleObj spid="_x0000_s120964" name="Equation" r:id="rId11" imgW="142818" imgH="161959" progId="Equation.3">
                  <p:embed/>
                </p:oleObj>
              </mc:Choice>
              <mc:Fallback>
                <p:oleObj name="Equation" r:id="rId11" imgW="142818" imgH="161959" progId="Equation.3">
                  <p:embed/>
                  <p:pic>
                    <p:nvPicPr>
                      <p:cNvPr id="36893" name="Object 6">
                        <a:extLst>
                          <a:ext uri="{FF2B5EF4-FFF2-40B4-BE49-F238E27FC236}">
                            <a16:creationId xmlns:a16="http://schemas.microsoft.com/office/drawing/2014/main" id="{853AF0CF-86A7-4CD1-AAD3-38F6ED740ACE}"/>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286375" y="4214813"/>
                        <a:ext cx="460375" cy="525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6895" name="Object 7">
            <a:extLst>
              <a:ext uri="{FF2B5EF4-FFF2-40B4-BE49-F238E27FC236}">
                <a16:creationId xmlns:a16="http://schemas.microsoft.com/office/drawing/2014/main" id="{5D96B3D4-5202-46C0-B3C7-47B2641DE5F7}"/>
              </a:ext>
            </a:extLst>
          </p:cNvPr>
          <p:cNvGraphicFramePr>
            <a:graphicFrameLocks noChangeAspect="1"/>
          </p:cNvGraphicFramePr>
          <p:nvPr>
            <p:extLst/>
          </p:nvPr>
        </p:nvGraphicFramePr>
        <p:xfrm>
          <a:off x="7419975" y="3986213"/>
          <a:ext cx="393700" cy="525462"/>
        </p:xfrm>
        <a:graphic>
          <a:graphicData uri="http://schemas.openxmlformats.org/presentationml/2006/ole">
            <mc:AlternateContent xmlns:mc="http://schemas.openxmlformats.org/markup-compatibility/2006">
              <mc:Choice xmlns:v="urn:schemas-microsoft-com:vml" Requires="v">
                <p:oleObj spid="_x0000_s120965" name="Equation" r:id="rId13" imgW="114376" imgH="161959" progId="Equation.3">
                  <p:embed/>
                </p:oleObj>
              </mc:Choice>
              <mc:Fallback>
                <p:oleObj name="Equation" r:id="rId13" imgW="114376" imgH="161959" progId="Equation.3">
                  <p:embed/>
                  <p:pic>
                    <p:nvPicPr>
                      <p:cNvPr id="36895" name="Object 7">
                        <a:extLst>
                          <a:ext uri="{FF2B5EF4-FFF2-40B4-BE49-F238E27FC236}">
                            <a16:creationId xmlns:a16="http://schemas.microsoft.com/office/drawing/2014/main" id="{5D96B3D4-5202-46C0-B3C7-47B2641DE5F7}"/>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419975" y="3986213"/>
                        <a:ext cx="393700" cy="525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6896" name="Object 8">
            <a:extLst>
              <a:ext uri="{FF2B5EF4-FFF2-40B4-BE49-F238E27FC236}">
                <a16:creationId xmlns:a16="http://schemas.microsoft.com/office/drawing/2014/main" id="{3A45BC52-0ECD-4673-B250-958BAB3CD23C}"/>
              </a:ext>
            </a:extLst>
          </p:cNvPr>
          <p:cNvGraphicFramePr>
            <a:graphicFrameLocks noChangeAspect="1"/>
          </p:cNvGraphicFramePr>
          <p:nvPr>
            <p:extLst/>
          </p:nvPr>
        </p:nvGraphicFramePr>
        <p:xfrm>
          <a:off x="6048375" y="3986213"/>
          <a:ext cx="393700" cy="525462"/>
        </p:xfrm>
        <a:graphic>
          <a:graphicData uri="http://schemas.openxmlformats.org/presentationml/2006/ole">
            <mc:AlternateContent xmlns:mc="http://schemas.openxmlformats.org/markup-compatibility/2006">
              <mc:Choice xmlns:v="urn:schemas-microsoft-com:vml" Requires="v">
                <p:oleObj spid="_x0000_s120966" name="Equation" r:id="rId15" imgW="114376" imgH="161959" progId="Equation.3">
                  <p:embed/>
                </p:oleObj>
              </mc:Choice>
              <mc:Fallback>
                <p:oleObj name="Equation" r:id="rId15" imgW="114376" imgH="161959" progId="Equation.3">
                  <p:embed/>
                  <p:pic>
                    <p:nvPicPr>
                      <p:cNvPr id="36896" name="Object 8">
                        <a:extLst>
                          <a:ext uri="{FF2B5EF4-FFF2-40B4-BE49-F238E27FC236}">
                            <a16:creationId xmlns:a16="http://schemas.microsoft.com/office/drawing/2014/main" id="{3A45BC52-0ECD-4673-B250-958BAB3CD23C}"/>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048375" y="3986213"/>
                        <a:ext cx="393700" cy="525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6897" name="Object 9">
            <a:extLst>
              <a:ext uri="{FF2B5EF4-FFF2-40B4-BE49-F238E27FC236}">
                <a16:creationId xmlns:a16="http://schemas.microsoft.com/office/drawing/2014/main" id="{190BEA10-091A-4E55-9255-55E3459BE169}"/>
              </a:ext>
            </a:extLst>
          </p:cNvPr>
          <p:cNvGraphicFramePr>
            <a:graphicFrameLocks noChangeAspect="1"/>
          </p:cNvGraphicFramePr>
          <p:nvPr>
            <p:extLst/>
          </p:nvPr>
        </p:nvGraphicFramePr>
        <p:xfrm>
          <a:off x="4143375" y="4148138"/>
          <a:ext cx="360363" cy="360362"/>
        </p:xfrm>
        <a:graphic>
          <a:graphicData uri="http://schemas.openxmlformats.org/presentationml/2006/ole">
            <mc:AlternateContent xmlns:mc="http://schemas.openxmlformats.org/markup-compatibility/2006">
              <mc:Choice xmlns:v="urn:schemas-microsoft-com:vml" Requires="v">
                <p:oleObj spid="_x0000_s120967" name="Equation" r:id="rId17" imgW="104896" imgH="104707" progId="Equation.3">
                  <p:embed/>
                </p:oleObj>
              </mc:Choice>
              <mc:Fallback>
                <p:oleObj name="Equation" r:id="rId17" imgW="104896" imgH="104707" progId="Equation.3">
                  <p:embed/>
                  <p:pic>
                    <p:nvPicPr>
                      <p:cNvPr id="36897" name="Object 9">
                        <a:extLst>
                          <a:ext uri="{FF2B5EF4-FFF2-40B4-BE49-F238E27FC236}">
                            <a16:creationId xmlns:a16="http://schemas.microsoft.com/office/drawing/2014/main" id="{190BEA10-091A-4E55-9255-55E3459BE169}"/>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143375" y="4148138"/>
                        <a:ext cx="360363"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6898" name="Object 10">
            <a:extLst>
              <a:ext uri="{FF2B5EF4-FFF2-40B4-BE49-F238E27FC236}">
                <a16:creationId xmlns:a16="http://schemas.microsoft.com/office/drawing/2014/main" id="{4480CEC6-9D6F-4566-8B30-1450B0454C7D}"/>
              </a:ext>
            </a:extLst>
          </p:cNvPr>
          <p:cNvGraphicFramePr>
            <a:graphicFrameLocks noChangeAspect="1"/>
          </p:cNvGraphicFramePr>
          <p:nvPr>
            <p:extLst/>
          </p:nvPr>
        </p:nvGraphicFramePr>
        <p:xfrm>
          <a:off x="4143375" y="5319713"/>
          <a:ext cx="360363" cy="196850"/>
        </p:xfrm>
        <a:graphic>
          <a:graphicData uri="http://schemas.openxmlformats.org/presentationml/2006/ole">
            <mc:AlternateContent xmlns:mc="http://schemas.openxmlformats.org/markup-compatibility/2006">
              <mc:Choice xmlns:v="urn:schemas-microsoft-com:vml" Requires="v">
                <p:oleObj spid="_x0000_s120968" name="Equation" r:id="rId19" imgW="104896" imgH="37964" progId="Equation.3">
                  <p:embed/>
                </p:oleObj>
              </mc:Choice>
              <mc:Fallback>
                <p:oleObj name="Equation" r:id="rId19" imgW="104896" imgH="37964" progId="Equation.3">
                  <p:embed/>
                  <p:pic>
                    <p:nvPicPr>
                      <p:cNvPr id="36898" name="Object 10">
                        <a:extLst>
                          <a:ext uri="{FF2B5EF4-FFF2-40B4-BE49-F238E27FC236}">
                            <a16:creationId xmlns:a16="http://schemas.microsoft.com/office/drawing/2014/main" id="{4480CEC6-9D6F-4566-8B30-1450B0454C7D}"/>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143375" y="5319713"/>
                        <a:ext cx="360363" cy="19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6899" name="Rectangle 1059">
            <a:extLst>
              <a:ext uri="{FF2B5EF4-FFF2-40B4-BE49-F238E27FC236}">
                <a16:creationId xmlns:a16="http://schemas.microsoft.com/office/drawing/2014/main" id="{4B9A8C5D-ED20-497F-AD25-992D28E83B15}"/>
              </a:ext>
            </a:extLst>
          </p:cNvPr>
          <p:cNvSpPr>
            <a:spLocks noChangeArrowheads="1"/>
          </p:cNvSpPr>
          <p:nvPr/>
        </p:nvSpPr>
        <p:spPr bwMode="auto">
          <a:xfrm>
            <a:off x="428625" y="3357563"/>
            <a:ext cx="32527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0" lang="zh-CN" altLang="en-US">
                <a:solidFill>
                  <a:srgbClr val="FFCC00"/>
                </a:solidFill>
                <a:latin typeface="宋体" panose="02010600030101010101" pitchFamily="2" charset="-122"/>
              </a:rPr>
              <a:t>设真空中一平面电磁波</a:t>
            </a:r>
          </a:p>
        </p:txBody>
      </p:sp>
      <p:grpSp>
        <p:nvGrpSpPr>
          <p:cNvPr id="2" name="Group 1063">
            <a:extLst>
              <a:ext uri="{FF2B5EF4-FFF2-40B4-BE49-F238E27FC236}">
                <a16:creationId xmlns:a16="http://schemas.microsoft.com/office/drawing/2014/main" id="{64CBC833-2A20-4499-8140-0DB17597CE15}"/>
              </a:ext>
            </a:extLst>
          </p:cNvPr>
          <p:cNvGrpSpPr>
            <a:grpSpLocks/>
          </p:cNvGrpSpPr>
          <p:nvPr/>
        </p:nvGrpSpPr>
        <p:grpSpPr bwMode="auto">
          <a:xfrm>
            <a:off x="214313" y="4005263"/>
            <a:ext cx="2971800" cy="1828800"/>
            <a:chOff x="288" y="2880"/>
            <a:chExt cx="2256" cy="1152"/>
          </a:xfrm>
        </p:grpSpPr>
        <p:sp>
          <p:nvSpPr>
            <p:cNvPr id="6189" name="Line 1060">
              <a:extLst>
                <a:ext uri="{FF2B5EF4-FFF2-40B4-BE49-F238E27FC236}">
                  <a16:creationId xmlns:a16="http://schemas.microsoft.com/office/drawing/2014/main" id="{98D666AF-E063-4DB8-A19E-FA39F40E0902}"/>
                </a:ext>
              </a:extLst>
            </p:cNvPr>
            <p:cNvSpPr>
              <a:spLocks noChangeShapeType="1"/>
            </p:cNvSpPr>
            <p:nvPr/>
          </p:nvSpPr>
          <p:spPr bwMode="auto">
            <a:xfrm>
              <a:off x="624" y="3696"/>
              <a:ext cx="1920" cy="0"/>
            </a:xfrm>
            <a:prstGeom prst="line">
              <a:avLst/>
            </a:prstGeom>
            <a:noFill/>
            <a:ln w="22225">
              <a:solidFill>
                <a:srgbClr val="33CCCC"/>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90" name="Line 1061">
              <a:extLst>
                <a:ext uri="{FF2B5EF4-FFF2-40B4-BE49-F238E27FC236}">
                  <a16:creationId xmlns:a16="http://schemas.microsoft.com/office/drawing/2014/main" id="{A5DD8F4A-A672-4BC1-BC89-95E59B1B140D}"/>
                </a:ext>
              </a:extLst>
            </p:cNvPr>
            <p:cNvSpPr>
              <a:spLocks noChangeShapeType="1"/>
            </p:cNvSpPr>
            <p:nvPr/>
          </p:nvSpPr>
          <p:spPr bwMode="auto">
            <a:xfrm flipV="1">
              <a:off x="624" y="2880"/>
              <a:ext cx="0" cy="816"/>
            </a:xfrm>
            <a:prstGeom prst="line">
              <a:avLst/>
            </a:prstGeom>
            <a:noFill/>
            <a:ln w="22225">
              <a:solidFill>
                <a:srgbClr val="33CCCC"/>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91" name="Line 1062">
              <a:extLst>
                <a:ext uri="{FF2B5EF4-FFF2-40B4-BE49-F238E27FC236}">
                  <a16:creationId xmlns:a16="http://schemas.microsoft.com/office/drawing/2014/main" id="{5200BAE3-EBA9-4A7C-877F-BBDC49772EBF}"/>
                </a:ext>
              </a:extLst>
            </p:cNvPr>
            <p:cNvSpPr>
              <a:spLocks noChangeShapeType="1"/>
            </p:cNvSpPr>
            <p:nvPr/>
          </p:nvSpPr>
          <p:spPr bwMode="auto">
            <a:xfrm flipH="1">
              <a:off x="288" y="3696"/>
              <a:ext cx="336" cy="336"/>
            </a:xfrm>
            <a:prstGeom prst="line">
              <a:avLst/>
            </a:prstGeom>
            <a:noFill/>
            <a:ln w="22225">
              <a:solidFill>
                <a:srgbClr val="33CCCC"/>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aphicFrame>
        <p:nvGraphicFramePr>
          <p:cNvPr id="36904" name="Object 11">
            <a:extLst>
              <a:ext uri="{FF2B5EF4-FFF2-40B4-BE49-F238E27FC236}">
                <a16:creationId xmlns:a16="http://schemas.microsoft.com/office/drawing/2014/main" id="{0D10167C-FC82-417B-A3A6-80BC3303C6E0}"/>
              </a:ext>
            </a:extLst>
          </p:cNvPr>
          <p:cNvGraphicFramePr>
            <a:graphicFrameLocks noChangeAspect="1"/>
          </p:cNvGraphicFramePr>
          <p:nvPr>
            <p:extLst/>
          </p:nvPr>
        </p:nvGraphicFramePr>
        <p:xfrm>
          <a:off x="2857500" y="4862513"/>
          <a:ext cx="328613" cy="361950"/>
        </p:xfrm>
        <a:graphic>
          <a:graphicData uri="http://schemas.openxmlformats.org/presentationml/2006/ole">
            <mc:AlternateContent xmlns:mc="http://schemas.openxmlformats.org/markup-compatibility/2006">
              <mc:Choice xmlns:v="urn:schemas-microsoft-com:vml" Requires="v">
                <p:oleObj spid="_x0000_s120969" name="Equation" r:id="rId21" imgW="85629" imgH="104707" progId="Equation.3">
                  <p:embed/>
                </p:oleObj>
              </mc:Choice>
              <mc:Fallback>
                <p:oleObj name="Equation" r:id="rId21" imgW="85629" imgH="104707" progId="Equation.3">
                  <p:embed/>
                  <p:pic>
                    <p:nvPicPr>
                      <p:cNvPr id="36904" name="Object 11">
                        <a:extLst>
                          <a:ext uri="{FF2B5EF4-FFF2-40B4-BE49-F238E27FC236}">
                            <a16:creationId xmlns:a16="http://schemas.microsoft.com/office/drawing/2014/main" id="{0D10167C-FC82-417B-A3A6-80BC3303C6E0}"/>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857500" y="4862513"/>
                        <a:ext cx="328613"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6905" name="Object 12">
            <a:extLst>
              <a:ext uri="{FF2B5EF4-FFF2-40B4-BE49-F238E27FC236}">
                <a16:creationId xmlns:a16="http://schemas.microsoft.com/office/drawing/2014/main" id="{2C055080-CA6A-4870-9D87-6EF6AF250EEE}"/>
              </a:ext>
            </a:extLst>
          </p:cNvPr>
          <p:cNvGraphicFramePr>
            <a:graphicFrameLocks noChangeAspect="1"/>
          </p:cNvGraphicFramePr>
          <p:nvPr>
            <p:extLst/>
          </p:nvPr>
        </p:nvGraphicFramePr>
        <p:xfrm>
          <a:off x="290513" y="3776663"/>
          <a:ext cx="361950" cy="428625"/>
        </p:xfrm>
        <a:graphic>
          <a:graphicData uri="http://schemas.openxmlformats.org/presentationml/2006/ole">
            <mc:AlternateContent xmlns:mc="http://schemas.openxmlformats.org/markup-compatibility/2006">
              <mc:Choice xmlns:v="urn:schemas-microsoft-com:vml" Requires="v">
                <p:oleObj spid="_x0000_s120970" name="Equation" r:id="rId23" imgW="104896" imgH="123689" progId="Equation.3">
                  <p:embed/>
                </p:oleObj>
              </mc:Choice>
              <mc:Fallback>
                <p:oleObj name="Equation" r:id="rId23" imgW="104896" imgH="123689" progId="Equation.3">
                  <p:embed/>
                  <p:pic>
                    <p:nvPicPr>
                      <p:cNvPr id="36905" name="Object 12">
                        <a:extLst>
                          <a:ext uri="{FF2B5EF4-FFF2-40B4-BE49-F238E27FC236}">
                            <a16:creationId xmlns:a16="http://schemas.microsoft.com/office/drawing/2014/main" id="{2C055080-CA6A-4870-9D87-6EF6AF250EEE}"/>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90513" y="3776663"/>
                        <a:ext cx="36195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6906" name="Object 13">
            <a:extLst>
              <a:ext uri="{FF2B5EF4-FFF2-40B4-BE49-F238E27FC236}">
                <a16:creationId xmlns:a16="http://schemas.microsoft.com/office/drawing/2014/main" id="{891B8BD0-C302-4C3B-B653-9FF445FB8968}"/>
              </a:ext>
            </a:extLst>
          </p:cNvPr>
          <p:cNvGraphicFramePr>
            <a:graphicFrameLocks noChangeAspect="1"/>
          </p:cNvGraphicFramePr>
          <p:nvPr>
            <p:extLst/>
          </p:nvPr>
        </p:nvGraphicFramePr>
        <p:xfrm>
          <a:off x="357188" y="5643563"/>
          <a:ext cx="328612" cy="330200"/>
        </p:xfrm>
        <a:graphic>
          <a:graphicData uri="http://schemas.openxmlformats.org/presentationml/2006/ole">
            <mc:AlternateContent xmlns:mc="http://schemas.openxmlformats.org/markup-compatibility/2006">
              <mc:Choice xmlns:v="urn:schemas-microsoft-com:vml" Requires="v">
                <p:oleObj spid="_x0000_s120971" name="Equation" r:id="rId25" imgW="85629" imgH="85725" progId="Equation.3">
                  <p:embed/>
                </p:oleObj>
              </mc:Choice>
              <mc:Fallback>
                <p:oleObj name="Equation" r:id="rId25" imgW="85629" imgH="85725" progId="Equation.3">
                  <p:embed/>
                  <p:pic>
                    <p:nvPicPr>
                      <p:cNvPr id="36906" name="Object 13">
                        <a:extLst>
                          <a:ext uri="{FF2B5EF4-FFF2-40B4-BE49-F238E27FC236}">
                            <a16:creationId xmlns:a16="http://schemas.microsoft.com/office/drawing/2014/main" id="{891B8BD0-C302-4C3B-B653-9FF445FB8968}"/>
                          </a:ext>
                        </a:extLst>
                      </p:cNvPr>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357188" y="5643563"/>
                        <a:ext cx="328612"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6907" name="Object 14">
            <a:extLst>
              <a:ext uri="{FF2B5EF4-FFF2-40B4-BE49-F238E27FC236}">
                <a16:creationId xmlns:a16="http://schemas.microsoft.com/office/drawing/2014/main" id="{176361CE-6BB3-4523-BA6E-D5CF93BA15F6}"/>
              </a:ext>
            </a:extLst>
          </p:cNvPr>
          <p:cNvGraphicFramePr>
            <a:graphicFrameLocks noChangeAspect="1"/>
          </p:cNvGraphicFramePr>
          <p:nvPr>
            <p:extLst/>
          </p:nvPr>
        </p:nvGraphicFramePr>
        <p:xfrm>
          <a:off x="823913" y="4843463"/>
          <a:ext cx="328612" cy="361950"/>
        </p:xfrm>
        <a:graphic>
          <a:graphicData uri="http://schemas.openxmlformats.org/presentationml/2006/ole">
            <mc:AlternateContent xmlns:mc="http://schemas.openxmlformats.org/markup-compatibility/2006">
              <mc:Choice xmlns:v="urn:schemas-microsoft-com:vml" Requires="v">
                <p:oleObj spid="_x0000_s120972" name="Equation" r:id="rId27" imgW="85629" imgH="104707" progId="Equation.3">
                  <p:embed/>
                </p:oleObj>
              </mc:Choice>
              <mc:Fallback>
                <p:oleObj name="Equation" r:id="rId27" imgW="85629" imgH="104707" progId="Equation.3">
                  <p:embed/>
                  <p:pic>
                    <p:nvPicPr>
                      <p:cNvPr id="36907" name="Object 14">
                        <a:extLst>
                          <a:ext uri="{FF2B5EF4-FFF2-40B4-BE49-F238E27FC236}">
                            <a16:creationId xmlns:a16="http://schemas.microsoft.com/office/drawing/2014/main" id="{176361CE-6BB3-4523-BA6E-D5CF93BA15F6}"/>
                          </a:ext>
                        </a:extLst>
                      </p:cNvPr>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823913" y="4843463"/>
                        <a:ext cx="328612"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6908" name="AutoShape 1068">
            <a:extLst>
              <a:ext uri="{FF2B5EF4-FFF2-40B4-BE49-F238E27FC236}">
                <a16:creationId xmlns:a16="http://schemas.microsoft.com/office/drawing/2014/main" id="{73959DC4-F469-47A9-9436-58A1B9A33EBC}"/>
              </a:ext>
            </a:extLst>
          </p:cNvPr>
          <p:cNvSpPr>
            <a:spLocks noChangeArrowheads="1"/>
          </p:cNvSpPr>
          <p:nvPr/>
        </p:nvSpPr>
        <p:spPr bwMode="auto">
          <a:xfrm rot="16200000" flipH="1">
            <a:off x="1014413" y="4652963"/>
            <a:ext cx="2362200" cy="914400"/>
          </a:xfrm>
          <a:prstGeom prst="parallelogram">
            <a:avLst>
              <a:gd name="adj" fmla="val 97042"/>
            </a:avLst>
          </a:prstGeom>
          <a:solidFill>
            <a:srgbClr val="CCFFCC">
              <a:alpha val="50195"/>
            </a:srgbClr>
          </a:solidFill>
          <a:ln>
            <a:noFill/>
          </a:ln>
          <a:extLst>
            <a:ext uri="{91240B29-F687-4F45-9708-019B960494DF}">
              <a14:hiddenLine xmlns:a14="http://schemas.microsoft.com/office/drawing/2010/main" w="22225">
                <a:solidFill>
                  <a:srgbClr val="000000"/>
                </a:solidFill>
                <a:miter lim="800000"/>
                <a:headEnd/>
                <a:tailEnd/>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a:solidFill>
                <a:schemeClr val="bg1"/>
              </a:solidFill>
            </a:endParaRPr>
          </a:p>
        </p:txBody>
      </p:sp>
      <p:sp>
        <p:nvSpPr>
          <p:cNvPr id="36909" name="Line 1069">
            <a:extLst>
              <a:ext uri="{FF2B5EF4-FFF2-40B4-BE49-F238E27FC236}">
                <a16:creationId xmlns:a16="http://schemas.microsoft.com/office/drawing/2014/main" id="{A1B84BCC-62F3-4879-BF45-7A745D82311F}"/>
              </a:ext>
            </a:extLst>
          </p:cNvPr>
          <p:cNvSpPr>
            <a:spLocks noChangeShapeType="1"/>
          </p:cNvSpPr>
          <p:nvPr/>
        </p:nvSpPr>
        <p:spPr bwMode="auto">
          <a:xfrm flipV="1">
            <a:off x="2195513" y="4538663"/>
            <a:ext cx="0" cy="762000"/>
          </a:xfrm>
          <a:prstGeom prst="line">
            <a:avLst/>
          </a:prstGeom>
          <a:noFill/>
          <a:ln w="22225">
            <a:solidFill>
              <a:srgbClr val="FFFF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6910" name="Line 1070">
            <a:extLst>
              <a:ext uri="{FF2B5EF4-FFF2-40B4-BE49-F238E27FC236}">
                <a16:creationId xmlns:a16="http://schemas.microsoft.com/office/drawing/2014/main" id="{0D670E35-A004-4D93-854E-4710DAFD0937}"/>
              </a:ext>
            </a:extLst>
          </p:cNvPr>
          <p:cNvSpPr>
            <a:spLocks noChangeShapeType="1"/>
          </p:cNvSpPr>
          <p:nvPr/>
        </p:nvSpPr>
        <p:spPr bwMode="auto">
          <a:xfrm flipH="1">
            <a:off x="1814513" y="5300663"/>
            <a:ext cx="381000" cy="457200"/>
          </a:xfrm>
          <a:prstGeom prst="line">
            <a:avLst/>
          </a:prstGeom>
          <a:noFill/>
          <a:ln w="22225">
            <a:solidFill>
              <a:srgbClr val="FFFF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36911" name="Object 15">
            <a:extLst>
              <a:ext uri="{FF2B5EF4-FFF2-40B4-BE49-F238E27FC236}">
                <a16:creationId xmlns:a16="http://schemas.microsoft.com/office/drawing/2014/main" id="{AFE765C3-5190-460D-8B2C-510575A8A90A}"/>
              </a:ext>
            </a:extLst>
          </p:cNvPr>
          <p:cNvGraphicFramePr>
            <a:graphicFrameLocks noChangeAspect="1"/>
          </p:cNvGraphicFramePr>
          <p:nvPr>
            <p:extLst/>
          </p:nvPr>
        </p:nvGraphicFramePr>
        <p:xfrm>
          <a:off x="1281113" y="5453063"/>
          <a:ext cx="460375" cy="525462"/>
        </p:xfrm>
        <a:graphic>
          <a:graphicData uri="http://schemas.openxmlformats.org/presentationml/2006/ole">
            <mc:AlternateContent xmlns:mc="http://schemas.openxmlformats.org/markup-compatibility/2006">
              <mc:Choice xmlns:v="urn:schemas-microsoft-com:vml" Requires="v">
                <p:oleObj spid="_x0000_s120973" name="Equation" r:id="rId29" imgW="142818" imgH="161959" progId="Equation.3">
                  <p:embed/>
                </p:oleObj>
              </mc:Choice>
              <mc:Fallback>
                <p:oleObj name="Equation" r:id="rId29" imgW="142818" imgH="161959" progId="Equation.3">
                  <p:embed/>
                  <p:pic>
                    <p:nvPicPr>
                      <p:cNvPr id="36911" name="Object 15">
                        <a:extLst>
                          <a:ext uri="{FF2B5EF4-FFF2-40B4-BE49-F238E27FC236}">
                            <a16:creationId xmlns:a16="http://schemas.microsoft.com/office/drawing/2014/main" id="{AFE765C3-5190-460D-8B2C-510575A8A90A}"/>
                          </a:ext>
                        </a:extLst>
                      </p:cNvPr>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1281113" y="5453063"/>
                        <a:ext cx="460375" cy="525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6912" name="Object 16">
            <a:extLst>
              <a:ext uri="{FF2B5EF4-FFF2-40B4-BE49-F238E27FC236}">
                <a16:creationId xmlns:a16="http://schemas.microsoft.com/office/drawing/2014/main" id="{D1320A4F-726F-4A99-934A-CC54326157FD}"/>
              </a:ext>
            </a:extLst>
          </p:cNvPr>
          <p:cNvGraphicFramePr>
            <a:graphicFrameLocks noChangeAspect="1"/>
          </p:cNvGraphicFramePr>
          <p:nvPr>
            <p:extLst/>
          </p:nvPr>
        </p:nvGraphicFramePr>
        <p:xfrm>
          <a:off x="2195513" y="4157663"/>
          <a:ext cx="393700" cy="525462"/>
        </p:xfrm>
        <a:graphic>
          <a:graphicData uri="http://schemas.openxmlformats.org/presentationml/2006/ole">
            <mc:AlternateContent xmlns:mc="http://schemas.openxmlformats.org/markup-compatibility/2006">
              <mc:Choice xmlns:v="urn:schemas-microsoft-com:vml" Requires="v">
                <p:oleObj spid="_x0000_s120974" name="Equation" r:id="rId31" imgW="114376" imgH="161959" progId="Equation.3">
                  <p:embed/>
                </p:oleObj>
              </mc:Choice>
              <mc:Fallback>
                <p:oleObj name="Equation" r:id="rId31" imgW="114376" imgH="161959" progId="Equation.3">
                  <p:embed/>
                  <p:pic>
                    <p:nvPicPr>
                      <p:cNvPr id="36912" name="Object 16">
                        <a:extLst>
                          <a:ext uri="{FF2B5EF4-FFF2-40B4-BE49-F238E27FC236}">
                            <a16:creationId xmlns:a16="http://schemas.microsoft.com/office/drawing/2014/main" id="{D1320A4F-726F-4A99-934A-CC54326157FD}"/>
                          </a:ext>
                        </a:extLst>
                      </p:cNvPr>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2195513" y="4157663"/>
                        <a:ext cx="393700" cy="525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6913" name="Line 1073">
            <a:extLst>
              <a:ext uri="{FF2B5EF4-FFF2-40B4-BE49-F238E27FC236}">
                <a16:creationId xmlns:a16="http://schemas.microsoft.com/office/drawing/2014/main" id="{760E7ECE-607D-4D79-B0FD-6C1BAFC459C0}"/>
              </a:ext>
            </a:extLst>
          </p:cNvPr>
          <p:cNvSpPr>
            <a:spLocks noChangeShapeType="1"/>
          </p:cNvSpPr>
          <p:nvPr/>
        </p:nvSpPr>
        <p:spPr bwMode="auto">
          <a:xfrm>
            <a:off x="1203325" y="4233863"/>
            <a:ext cx="763588" cy="0"/>
          </a:xfrm>
          <a:prstGeom prst="line">
            <a:avLst/>
          </a:prstGeom>
          <a:noFill/>
          <a:ln w="22225">
            <a:solidFill>
              <a:srgbClr val="FFFF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36914" name="Object 17">
            <a:extLst>
              <a:ext uri="{FF2B5EF4-FFF2-40B4-BE49-F238E27FC236}">
                <a16:creationId xmlns:a16="http://schemas.microsoft.com/office/drawing/2014/main" id="{85ED7C9D-3950-41B9-A732-500FA755396B}"/>
              </a:ext>
            </a:extLst>
          </p:cNvPr>
          <p:cNvGraphicFramePr>
            <a:graphicFrameLocks noChangeAspect="1"/>
          </p:cNvGraphicFramePr>
          <p:nvPr>
            <p:extLst/>
          </p:nvPr>
        </p:nvGraphicFramePr>
        <p:xfrm>
          <a:off x="1433513" y="3852863"/>
          <a:ext cx="328612" cy="361950"/>
        </p:xfrm>
        <a:graphic>
          <a:graphicData uri="http://schemas.openxmlformats.org/presentationml/2006/ole">
            <mc:AlternateContent xmlns:mc="http://schemas.openxmlformats.org/markup-compatibility/2006">
              <mc:Choice xmlns:v="urn:schemas-microsoft-com:vml" Requires="v">
                <p:oleObj spid="_x0000_s120975" name="Equation" r:id="rId33" imgW="85629" imgH="104707" progId="Equation.3">
                  <p:embed/>
                </p:oleObj>
              </mc:Choice>
              <mc:Fallback>
                <p:oleObj name="Equation" r:id="rId33" imgW="85629" imgH="104707" progId="Equation.3">
                  <p:embed/>
                  <p:pic>
                    <p:nvPicPr>
                      <p:cNvPr id="36914" name="Object 17">
                        <a:extLst>
                          <a:ext uri="{FF2B5EF4-FFF2-40B4-BE49-F238E27FC236}">
                            <a16:creationId xmlns:a16="http://schemas.microsoft.com/office/drawing/2014/main" id="{85ED7C9D-3950-41B9-A732-500FA755396B}"/>
                          </a:ext>
                        </a:extLst>
                      </p:cNvPr>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1433513" y="3852863"/>
                        <a:ext cx="328612"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7" name="Rectangle 4">
            <a:extLst>
              <a:ext uri="{FF2B5EF4-FFF2-40B4-BE49-F238E27FC236}">
                <a16:creationId xmlns:a16="http://schemas.microsoft.com/office/drawing/2014/main" id="{EC22635B-5612-42BB-903D-4B5533B7880B}"/>
              </a:ext>
            </a:extLst>
          </p:cNvPr>
          <p:cNvSpPr>
            <a:spLocks noChangeArrowheads="1"/>
          </p:cNvSpPr>
          <p:nvPr/>
        </p:nvSpPr>
        <p:spPr bwMode="auto">
          <a:xfrm>
            <a:off x="3414713" y="5500688"/>
            <a:ext cx="53721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304800">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r>
              <a:rPr kumimoji="0" lang="zh-CN" altLang="en-US" dirty="0">
                <a:solidFill>
                  <a:srgbClr val="00FFFF"/>
                </a:solidFill>
                <a:cs typeface="Times New Roman" panose="02020603050405020304" pitchFamily="18" charset="0"/>
              </a:rPr>
              <a:t>这样变化的电场产生磁场，变化的</a:t>
            </a:r>
            <a:endParaRPr kumimoji="0" lang="en-US" altLang="zh-CN" dirty="0">
              <a:solidFill>
                <a:srgbClr val="00FFFF"/>
              </a:solidFill>
              <a:cs typeface="Times New Roman" panose="02020603050405020304" pitchFamily="18" charset="0"/>
            </a:endParaRPr>
          </a:p>
          <a:p>
            <a:r>
              <a:rPr kumimoji="0" lang="zh-CN" altLang="en-US" dirty="0">
                <a:solidFill>
                  <a:srgbClr val="00FFFF"/>
                </a:solidFill>
                <a:cs typeface="Times New Roman" panose="02020603050405020304" pitchFamily="18" charset="0"/>
              </a:rPr>
              <a:t>磁场产生电场，交替变化，由近及</a:t>
            </a:r>
            <a:endParaRPr kumimoji="0" lang="en-US" altLang="zh-CN" dirty="0">
              <a:solidFill>
                <a:srgbClr val="00FFFF"/>
              </a:solidFill>
              <a:cs typeface="Times New Roman" panose="02020603050405020304" pitchFamily="18" charset="0"/>
            </a:endParaRPr>
          </a:p>
          <a:p>
            <a:r>
              <a:rPr kumimoji="0" lang="zh-CN" altLang="en-US" dirty="0">
                <a:solidFill>
                  <a:srgbClr val="00FFFF"/>
                </a:solidFill>
                <a:cs typeface="Times New Roman" panose="02020603050405020304" pitchFamily="18" charset="0"/>
              </a:rPr>
              <a:t>远地传播出去，形成电磁波。</a:t>
            </a:r>
            <a:endParaRPr kumimoji="0" lang="zh-CN" altLang="en-US" dirty="0">
              <a:solidFill>
                <a:srgbClr val="00FFFF"/>
              </a:solidFill>
            </a:endParaRPr>
          </a:p>
        </p:txBody>
      </p:sp>
      <p:sp>
        <p:nvSpPr>
          <p:cNvPr id="48" name="Rectangle 4">
            <a:extLst>
              <a:ext uri="{FF2B5EF4-FFF2-40B4-BE49-F238E27FC236}">
                <a16:creationId xmlns:a16="http://schemas.microsoft.com/office/drawing/2014/main" id="{C61DEC22-84CC-47CE-883D-9A71E67AE782}"/>
              </a:ext>
            </a:extLst>
          </p:cNvPr>
          <p:cNvSpPr>
            <a:spLocks noChangeArrowheads="1"/>
          </p:cNvSpPr>
          <p:nvPr/>
        </p:nvSpPr>
        <p:spPr bwMode="auto">
          <a:xfrm>
            <a:off x="144463" y="642938"/>
            <a:ext cx="42132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buClr>
                <a:srgbClr val="FF9900"/>
              </a:buClr>
              <a:buSzPct val="80000"/>
            </a:pPr>
            <a:r>
              <a:rPr lang="en-US" altLang="zh-CN">
                <a:solidFill>
                  <a:srgbClr val="66FFFF"/>
                </a:solidFill>
                <a:latin typeface="宋体" panose="02010600030101010101" pitchFamily="2" charset="-122"/>
              </a:rPr>
              <a:t>1.</a:t>
            </a:r>
            <a:r>
              <a:rPr lang="zh-CN" altLang="en-US">
                <a:solidFill>
                  <a:srgbClr val="66FFFF"/>
                </a:solidFill>
                <a:latin typeface="宋体" panose="02010600030101010101" pitchFamily="2" charset="-122"/>
              </a:rPr>
              <a:t>电磁波的产生及传播      </a:t>
            </a:r>
          </a:p>
        </p:txBody>
      </p:sp>
      <p:sp>
        <p:nvSpPr>
          <p:cNvPr id="49" name="Rectangle 5">
            <a:extLst>
              <a:ext uri="{FF2B5EF4-FFF2-40B4-BE49-F238E27FC236}">
                <a16:creationId xmlns:a16="http://schemas.microsoft.com/office/drawing/2014/main" id="{E533E318-D485-4912-9277-116C326B3EC4}"/>
              </a:ext>
            </a:extLst>
          </p:cNvPr>
          <p:cNvSpPr>
            <a:spLocks noChangeArrowheads="1"/>
          </p:cNvSpPr>
          <p:nvPr/>
        </p:nvSpPr>
        <p:spPr bwMode="auto">
          <a:xfrm>
            <a:off x="571500" y="1071563"/>
            <a:ext cx="7848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ea typeface="仿宋_GB2312" pitchFamily="49" charset="-122"/>
              </a:rPr>
              <a:t>凡作加速运动的电荷或电荷系都是发射电磁波的波源。</a:t>
            </a:r>
            <a:endParaRPr lang="zh-CN" altLang="en-US">
              <a:solidFill>
                <a:schemeClr val="bg1"/>
              </a:solidFill>
              <a:latin typeface="宋体" panose="02010600030101010101" pitchFamily="2" charset="-122"/>
              <a:ea typeface="仿宋_GB2312" pitchFamily="49" charset="-122"/>
            </a:endParaRPr>
          </a:p>
        </p:txBody>
      </p:sp>
      <p:graphicFrame>
        <p:nvGraphicFramePr>
          <p:cNvPr id="50" name="Object 41">
            <a:extLst>
              <a:ext uri="{FF2B5EF4-FFF2-40B4-BE49-F238E27FC236}">
                <a16:creationId xmlns:a16="http://schemas.microsoft.com/office/drawing/2014/main" id="{BBE35B0B-FC54-4398-8854-AA4CC1CFCA1E}"/>
              </a:ext>
            </a:extLst>
          </p:cNvPr>
          <p:cNvGraphicFramePr>
            <a:graphicFrameLocks/>
          </p:cNvGraphicFramePr>
          <p:nvPr>
            <p:extLst/>
          </p:nvPr>
        </p:nvGraphicFramePr>
        <p:xfrm>
          <a:off x="571500" y="2071688"/>
          <a:ext cx="3448050" cy="749300"/>
        </p:xfrm>
        <a:graphic>
          <a:graphicData uri="http://schemas.openxmlformats.org/presentationml/2006/ole">
            <mc:AlternateContent xmlns:mc="http://schemas.openxmlformats.org/markup-compatibility/2006">
              <mc:Choice xmlns:v="urn:schemas-microsoft-com:vml" Requires="v">
                <p:oleObj spid="_x0000_s120976" name="公式" r:id="rId35" imgW="3419367" imgH="714273" progId="Equation.3">
                  <p:embed/>
                </p:oleObj>
              </mc:Choice>
              <mc:Fallback>
                <p:oleObj name="公式" r:id="rId35" imgW="3419367" imgH="714273" progId="Equation.3">
                  <p:embed/>
                  <p:pic>
                    <p:nvPicPr>
                      <p:cNvPr id="50" name="Object 41">
                        <a:extLst>
                          <a:ext uri="{FF2B5EF4-FFF2-40B4-BE49-F238E27FC236}">
                            <a16:creationId xmlns:a16="http://schemas.microsoft.com/office/drawing/2014/main" id="{BBE35B0B-FC54-4398-8854-AA4CC1CFCA1E}"/>
                          </a:ext>
                        </a:extLst>
                      </p:cNvPr>
                      <p:cNvPicPr>
                        <a:picLocks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571500" y="2071688"/>
                        <a:ext cx="3448050" cy="749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66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1" name="Text Box 7">
            <a:extLst>
              <a:ext uri="{FF2B5EF4-FFF2-40B4-BE49-F238E27FC236}">
                <a16:creationId xmlns:a16="http://schemas.microsoft.com/office/drawing/2014/main" id="{E4849FA0-7FAF-4268-B71A-1CC3FE15A122}"/>
              </a:ext>
            </a:extLst>
          </p:cNvPr>
          <p:cNvSpPr txBox="1">
            <a:spLocks noChangeArrowheads="1"/>
          </p:cNvSpPr>
          <p:nvPr/>
        </p:nvSpPr>
        <p:spPr bwMode="auto">
          <a:xfrm>
            <a:off x="466725" y="2827338"/>
            <a:ext cx="4033838"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tIns="82800" bIns="82800">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ea typeface="仿宋_GB2312" pitchFamily="49" charset="-122"/>
              </a:rPr>
              <a:t>变化磁场可以激发涡旋电场</a:t>
            </a:r>
          </a:p>
        </p:txBody>
      </p:sp>
      <p:sp>
        <p:nvSpPr>
          <p:cNvPr id="52" name="Rectangle 11">
            <a:extLst>
              <a:ext uri="{FF2B5EF4-FFF2-40B4-BE49-F238E27FC236}">
                <a16:creationId xmlns:a16="http://schemas.microsoft.com/office/drawing/2014/main" id="{5EA9A560-CB74-4FA6-87CB-68A2B6B0B176}"/>
              </a:ext>
            </a:extLst>
          </p:cNvPr>
          <p:cNvSpPr>
            <a:spLocks noChangeArrowheads="1"/>
          </p:cNvSpPr>
          <p:nvPr/>
        </p:nvSpPr>
        <p:spPr bwMode="auto">
          <a:xfrm>
            <a:off x="571500" y="1500188"/>
            <a:ext cx="34845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latin typeface="宋体" panose="02010600030101010101" pitchFamily="2" charset="-122"/>
              </a:rPr>
              <a:t>例如：天线中的振荡电流</a:t>
            </a:r>
          </a:p>
        </p:txBody>
      </p:sp>
      <p:sp>
        <p:nvSpPr>
          <p:cNvPr id="53" name="Rectangle 12">
            <a:extLst>
              <a:ext uri="{FF2B5EF4-FFF2-40B4-BE49-F238E27FC236}">
                <a16:creationId xmlns:a16="http://schemas.microsoft.com/office/drawing/2014/main" id="{50A671B8-E4A2-4651-B824-6044EC7D2271}"/>
              </a:ext>
            </a:extLst>
          </p:cNvPr>
          <p:cNvSpPr>
            <a:spLocks noChangeArrowheads="1"/>
          </p:cNvSpPr>
          <p:nvPr/>
        </p:nvSpPr>
        <p:spPr bwMode="auto">
          <a:xfrm>
            <a:off x="4357688" y="1500188"/>
            <a:ext cx="40719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latin typeface="宋体" panose="02010600030101010101" pitchFamily="2" charset="-122"/>
              </a:rPr>
              <a:t>分子或原子中电荷的振动</a:t>
            </a:r>
          </a:p>
        </p:txBody>
      </p:sp>
      <p:graphicFrame>
        <p:nvGraphicFramePr>
          <p:cNvPr id="54" name="Object 45">
            <a:extLst>
              <a:ext uri="{FF2B5EF4-FFF2-40B4-BE49-F238E27FC236}">
                <a16:creationId xmlns:a16="http://schemas.microsoft.com/office/drawing/2014/main" id="{C18A79FE-8F49-4DB7-829D-986D11228C71}"/>
              </a:ext>
            </a:extLst>
          </p:cNvPr>
          <p:cNvGraphicFramePr>
            <a:graphicFrameLocks/>
          </p:cNvGraphicFramePr>
          <p:nvPr/>
        </p:nvGraphicFramePr>
        <p:xfrm>
          <a:off x="4714875" y="2000250"/>
          <a:ext cx="2868613" cy="760413"/>
        </p:xfrm>
        <a:graphic>
          <a:graphicData uri="http://schemas.openxmlformats.org/presentationml/2006/ole">
            <mc:AlternateContent xmlns:mc="http://schemas.openxmlformats.org/markup-compatibility/2006">
              <mc:Choice xmlns:v="urn:schemas-microsoft-com:vml" Requires="v">
                <p:oleObj spid="_x0000_s120977" name="公式" r:id="rId37" imgW="2828829" imgH="723764" progId="Equation.3">
                  <p:embed/>
                </p:oleObj>
              </mc:Choice>
              <mc:Fallback>
                <p:oleObj name="公式" r:id="rId37" imgW="2828829" imgH="723764" progId="Equation.3">
                  <p:embed/>
                  <p:pic>
                    <p:nvPicPr>
                      <p:cNvPr id="54" name="Object 45">
                        <a:extLst>
                          <a:ext uri="{FF2B5EF4-FFF2-40B4-BE49-F238E27FC236}">
                            <a16:creationId xmlns:a16="http://schemas.microsoft.com/office/drawing/2014/main" id="{C18A79FE-8F49-4DB7-829D-986D11228C71}"/>
                          </a:ext>
                        </a:extLst>
                      </p:cNvPr>
                      <p:cNvPicPr>
                        <a:picLocks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4714875" y="2000250"/>
                        <a:ext cx="2868613" cy="760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5" name="Text Box 9">
            <a:extLst>
              <a:ext uri="{FF2B5EF4-FFF2-40B4-BE49-F238E27FC236}">
                <a16:creationId xmlns:a16="http://schemas.microsoft.com/office/drawing/2014/main" id="{59E18F05-BD99-43C3-8AF7-43B532E28FB7}"/>
              </a:ext>
            </a:extLst>
          </p:cNvPr>
          <p:cNvSpPr txBox="1">
            <a:spLocks noChangeArrowheads="1"/>
          </p:cNvSpPr>
          <p:nvPr/>
        </p:nvSpPr>
        <p:spPr bwMode="auto">
          <a:xfrm>
            <a:off x="4500563" y="2820988"/>
            <a:ext cx="442912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tIns="82800" bIns="82800">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ea typeface="仿宋_GB2312" pitchFamily="49" charset="-122"/>
              </a:rPr>
              <a:t>变化电场可以激发有旋磁场</a:t>
            </a:r>
          </a:p>
        </p:txBody>
      </p:sp>
      <p:sp>
        <p:nvSpPr>
          <p:cNvPr id="6188" name="灯片编号占位符 1">
            <a:extLst>
              <a:ext uri="{FF2B5EF4-FFF2-40B4-BE49-F238E27FC236}">
                <a16:creationId xmlns:a16="http://schemas.microsoft.com/office/drawing/2014/main" id="{1DB776D6-5CA0-4C20-8DB2-32D3FBD2AE74}"/>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D015A643-FC2E-49CA-8B99-2435424B2777}" type="slidenum">
              <a:rPr lang="en-US" altLang="zh-CN" b="0">
                <a:solidFill>
                  <a:srgbClr val="FF00FF"/>
                </a:solidFill>
              </a:rPr>
              <a:pPr eaLnBrk="1" hangingPunct="1"/>
              <a:t>14</a:t>
            </a:fld>
            <a:r>
              <a:rPr lang="en-US" altLang="zh-CN" b="0">
                <a:solidFill>
                  <a:srgbClr val="FF00FF"/>
                </a:solidFill>
              </a:rPr>
              <a:t>/25</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36868"/>
                                        </p:tgtEl>
                                        <p:attrNameLst>
                                          <p:attrName>style.visibility</p:attrName>
                                        </p:attrNameLst>
                                      </p:cBhvr>
                                      <p:to>
                                        <p:strVal val="visible"/>
                                      </p:to>
                                    </p:set>
                                    <p:animEffect transition="in" filter="blinds(horizontal)">
                                      <p:cBhvr>
                                        <p:cTn id="7" dur="500"/>
                                        <p:tgtEl>
                                          <p:spTgt spid="3686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8"/>
                                        </p:tgtEl>
                                        <p:attrNameLst>
                                          <p:attrName>style.visibility</p:attrName>
                                        </p:attrNameLst>
                                      </p:cBhvr>
                                      <p:to>
                                        <p:strVal val="visible"/>
                                      </p:to>
                                    </p:set>
                                    <p:animEffect transition="in" filter="wipe(left)">
                                      <p:cBhvr>
                                        <p:cTn id="12" dur="500"/>
                                        <p:tgtEl>
                                          <p:spTgt spid="4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9"/>
                                        </p:tgtEl>
                                        <p:attrNameLst>
                                          <p:attrName>style.visibility</p:attrName>
                                        </p:attrNameLst>
                                      </p:cBhvr>
                                      <p:to>
                                        <p:strVal val="visible"/>
                                      </p:to>
                                    </p:set>
                                    <p:animEffect transition="in" filter="wipe(left)">
                                      <p:cBhvr>
                                        <p:cTn id="17" dur="500"/>
                                        <p:tgtEl>
                                          <p:spTgt spid="49"/>
                                        </p:tgtEl>
                                      </p:cBhvr>
                                    </p:animEffect>
                                  </p:childTnLst>
                                </p:cTn>
                              </p:par>
                            </p:childTnLst>
                          </p:cTn>
                        </p:par>
                        <p:par>
                          <p:cTn id="18" fill="hold" nodeType="afterGroup">
                            <p:stCondLst>
                              <p:cond delay="500"/>
                            </p:stCondLst>
                            <p:childTnLst>
                              <p:par>
                                <p:cTn id="19" presetID="3" presetClass="entr" presetSubtype="10" fill="hold" grpId="0" nodeType="afterEffect">
                                  <p:stCondLst>
                                    <p:cond delay="0"/>
                                  </p:stCondLst>
                                  <p:childTnLst>
                                    <p:set>
                                      <p:cBhvr>
                                        <p:cTn id="20" dur="1" fill="hold">
                                          <p:stCondLst>
                                            <p:cond delay="0"/>
                                          </p:stCondLst>
                                        </p:cTn>
                                        <p:tgtEl>
                                          <p:spTgt spid="52"/>
                                        </p:tgtEl>
                                        <p:attrNameLst>
                                          <p:attrName>style.visibility</p:attrName>
                                        </p:attrNameLst>
                                      </p:cBhvr>
                                      <p:to>
                                        <p:strVal val="visible"/>
                                      </p:to>
                                    </p:set>
                                    <p:animEffect transition="in" filter="blinds(horizontal)">
                                      <p:cBhvr>
                                        <p:cTn id="21" dur="500"/>
                                        <p:tgtEl>
                                          <p:spTgt spid="52"/>
                                        </p:tgtEl>
                                      </p:cBhvr>
                                    </p:animEffect>
                                  </p:childTnLst>
                                </p:cTn>
                              </p:par>
                            </p:childTnLst>
                          </p:cTn>
                        </p:par>
                        <p:par>
                          <p:cTn id="22" fill="hold" nodeType="afterGroup">
                            <p:stCondLst>
                              <p:cond delay="1000"/>
                            </p:stCondLst>
                            <p:childTnLst>
                              <p:par>
                                <p:cTn id="23" presetID="3" presetClass="entr" presetSubtype="10" fill="hold" grpId="0" nodeType="afterEffect">
                                  <p:stCondLst>
                                    <p:cond delay="0"/>
                                  </p:stCondLst>
                                  <p:childTnLst>
                                    <p:set>
                                      <p:cBhvr>
                                        <p:cTn id="24" dur="1" fill="hold">
                                          <p:stCondLst>
                                            <p:cond delay="0"/>
                                          </p:stCondLst>
                                        </p:cTn>
                                        <p:tgtEl>
                                          <p:spTgt spid="53"/>
                                        </p:tgtEl>
                                        <p:attrNameLst>
                                          <p:attrName>style.visibility</p:attrName>
                                        </p:attrNameLst>
                                      </p:cBhvr>
                                      <p:to>
                                        <p:strVal val="visible"/>
                                      </p:to>
                                    </p:set>
                                    <p:animEffect transition="in" filter="blinds(horizontal)">
                                      <p:cBhvr>
                                        <p:cTn id="25" dur="500"/>
                                        <p:tgtEl>
                                          <p:spTgt spid="53"/>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3" presetClass="entr" presetSubtype="10" fill="hold" nodeType="clickEffect">
                                  <p:stCondLst>
                                    <p:cond delay="0"/>
                                  </p:stCondLst>
                                  <p:childTnLst>
                                    <p:set>
                                      <p:cBhvr>
                                        <p:cTn id="29" dur="1" fill="hold">
                                          <p:stCondLst>
                                            <p:cond delay="0"/>
                                          </p:stCondLst>
                                        </p:cTn>
                                        <p:tgtEl>
                                          <p:spTgt spid="50"/>
                                        </p:tgtEl>
                                        <p:attrNameLst>
                                          <p:attrName>style.visibility</p:attrName>
                                        </p:attrNameLst>
                                      </p:cBhvr>
                                      <p:to>
                                        <p:strVal val="visible"/>
                                      </p:to>
                                    </p:set>
                                    <p:animEffect transition="in" filter="blinds(horizontal)">
                                      <p:cBhvr>
                                        <p:cTn id="30" dur="500"/>
                                        <p:tgtEl>
                                          <p:spTgt spid="50"/>
                                        </p:tgtEl>
                                      </p:cBhvr>
                                    </p:animEffect>
                                  </p:childTnLst>
                                </p:cTn>
                              </p:par>
                            </p:childTnLst>
                          </p:cTn>
                        </p:par>
                        <p:par>
                          <p:cTn id="31" fill="hold" nodeType="afterGroup">
                            <p:stCondLst>
                              <p:cond delay="500"/>
                            </p:stCondLst>
                            <p:childTnLst>
                              <p:par>
                                <p:cTn id="32" presetID="3" presetClass="entr" presetSubtype="10" fill="hold" grpId="0" nodeType="afterEffect">
                                  <p:stCondLst>
                                    <p:cond delay="0"/>
                                  </p:stCondLst>
                                  <p:childTnLst>
                                    <p:set>
                                      <p:cBhvr>
                                        <p:cTn id="33" dur="1" fill="hold">
                                          <p:stCondLst>
                                            <p:cond delay="0"/>
                                          </p:stCondLst>
                                        </p:cTn>
                                        <p:tgtEl>
                                          <p:spTgt spid="51"/>
                                        </p:tgtEl>
                                        <p:attrNameLst>
                                          <p:attrName>style.visibility</p:attrName>
                                        </p:attrNameLst>
                                      </p:cBhvr>
                                      <p:to>
                                        <p:strVal val="visible"/>
                                      </p:to>
                                    </p:set>
                                    <p:animEffect transition="in" filter="blinds(horizontal)">
                                      <p:cBhvr>
                                        <p:cTn id="34" dur="500"/>
                                        <p:tgtEl>
                                          <p:spTgt spid="51"/>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3" presetClass="entr" presetSubtype="10" fill="hold" nodeType="clickEffect">
                                  <p:stCondLst>
                                    <p:cond delay="0"/>
                                  </p:stCondLst>
                                  <p:childTnLst>
                                    <p:set>
                                      <p:cBhvr>
                                        <p:cTn id="38" dur="1" fill="hold">
                                          <p:stCondLst>
                                            <p:cond delay="0"/>
                                          </p:stCondLst>
                                        </p:cTn>
                                        <p:tgtEl>
                                          <p:spTgt spid="54"/>
                                        </p:tgtEl>
                                        <p:attrNameLst>
                                          <p:attrName>style.visibility</p:attrName>
                                        </p:attrNameLst>
                                      </p:cBhvr>
                                      <p:to>
                                        <p:strVal val="visible"/>
                                      </p:to>
                                    </p:set>
                                    <p:animEffect transition="in" filter="blinds(horizontal)">
                                      <p:cBhvr>
                                        <p:cTn id="39" dur="500"/>
                                        <p:tgtEl>
                                          <p:spTgt spid="54"/>
                                        </p:tgtEl>
                                      </p:cBhvr>
                                    </p:animEffect>
                                  </p:childTnLst>
                                </p:cTn>
                              </p:par>
                            </p:childTnLst>
                          </p:cTn>
                        </p:par>
                        <p:par>
                          <p:cTn id="40" fill="hold" nodeType="afterGroup">
                            <p:stCondLst>
                              <p:cond delay="500"/>
                            </p:stCondLst>
                            <p:childTnLst>
                              <p:par>
                                <p:cTn id="41" presetID="3" presetClass="entr" presetSubtype="10" fill="hold" grpId="0" nodeType="afterEffect">
                                  <p:stCondLst>
                                    <p:cond delay="0"/>
                                  </p:stCondLst>
                                  <p:childTnLst>
                                    <p:set>
                                      <p:cBhvr>
                                        <p:cTn id="42" dur="1" fill="hold">
                                          <p:stCondLst>
                                            <p:cond delay="0"/>
                                          </p:stCondLst>
                                        </p:cTn>
                                        <p:tgtEl>
                                          <p:spTgt spid="55"/>
                                        </p:tgtEl>
                                        <p:attrNameLst>
                                          <p:attrName>style.visibility</p:attrName>
                                        </p:attrNameLst>
                                      </p:cBhvr>
                                      <p:to>
                                        <p:strVal val="visible"/>
                                      </p:to>
                                    </p:set>
                                    <p:animEffect transition="in" filter="blinds(horizontal)">
                                      <p:cBhvr>
                                        <p:cTn id="43" dur="500"/>
                                        <p:tgtEl>
                                          <p:spTgt spid="55"/>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9" presetClass="entr" presetSubtype="0" fill="hold" nodeType="clickEffect">
                                  <p:stCondLst>
                                    <p:cond delay="0"/>
                                  </p:stCondLst>
                                  <p:childTnLst>
                                    <p:set>
                                      <p:cBhvr>
                                        <p:cTn id="47" dur="1" fill="hold">
                                          <p:stCondLst>
                                            <p:cond delay="0"/>
                                          </p:stCondLst>
                                        </p:cTn>
                                        <p:tgtEl>
                                          <p:spTgt spid="36880"/>
                                        </p:tgtEl>
                                        <p:attrNameLst>
                                          <p:attrName>style.visibility</p:attrName>
                                        </p:attrNameLst>
                                      </p:cBhvr>
                                      <p:to>
                                        <p:strVal val="visible"/>
                                      </p:to>
                                    </p:set>
                                    <p:animEffect transition="in" filter="dissolve">
                                      <p:cBhvr>
                                        <p:cTn id="48" dur="500"/>
                                        <p:tgtEl>
                                          <p:spTgt spid="36880"/>
                                        </p:tgtEl>
                                      </p:cBhvr>
                                    </p:animEffect>
                                  </p:childTnLst>
                                </p:cTn>
                              </p:par>
                              <p:par>
                                <p:cTn id="49" presetID="9" presetClass="entr" presetSubtype="0" fill="hold" nodeType="withEffect">
                                  <p:stCondLst>
                                    <p:cond delay="0"/>
                                  </p:stCondLst>
                                  <p:childTnLst>
                                    <p:set>
                                      <p:cBhvr>
                                        <p:cTn id="50" dur="1" fill="hold">
                                          <p:stCondLst>
                                            <p:cond delay="0"/>
                                          </p:stCondLst>
                                        </p:cTn>
                                        <p:tgtEl>
                                          <p:spTgt spid="36897"/>
                                        </p:tgtEl>
                                        <p:attrNameLst>
                                          <p:attrName>style.visibility</p:attrName>
                                        </p:attrNameLst>
                                      </p:cBhvr>
                                      <p:to>
                                        <p:strVal val="visible"/>
                                      </p:to>
                                    </p:set>
                                    <p:animEffect transition="in" filter="dissolve">
                                      <p:cBhvr>
                                        <p:cTn id="51" dur="500"/>
                                        <p:tgtEl>
                                          <p:spTgt spid="36897"/>
                                        </p:tgtEl>
                                      </p:cBhvr>
                                    </p:animEffect>
                                  </p:childTnLst>
                                </p:cTn>
                              </p:par>
                              <p:par>
                                <p:cTn id="52" presetID="9" presetClass="entr" presetSubtype="0" fill="hold" nodeType="withEffect">
                                  <p:stCondLst>
                                    <p:cond delay="0"/>
                                  </p:stCondLst>
                                  <p:childTnLst>
                                    <p:set>
                                      <p:cBhvr>
                                        <p:cTn id="53" dur="1" fill="hold">
                                          <p:stCondLst>
                                            <p:cond delay="0"/>
                                          </p:stCondLst>
                                        </p:cTn>
                                        <p:tgtEl>
                                          <p:spTgt spid="36898"/>
                                        </p:tgtEl>
                                        <p:attrNameLst>
                                          <p:attrName>style.visibility</p:attrName>
                                        </p:attrNameLst>
                                      </p:cBhvr>
                                      <p:to>
                                        <p:strVal val="visible"/>
                                      </p:to>
                                    </p:set>
                                    <p:animEffect transition="in" filter="dissolve">
                                      <p:cBhvr>
                                        <p:cTn id="54" dur="500"/>
                                        <p:tgtEl>
                                          <p:spTgt spid="36898"/>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9" presetClass="entr" presetSubtype="0" fill="hold" grpId="0" nodeType="clickEffect">
                                  <p:stCondLst>
                                    <p:cond delay="0"/>
                                  </p:stCondLst>
                                  <p:childTnLst>
                                    <p:set>
                                      <p:cBhvr>
                                        <p:cTn id="58" dur="1" fill="hold">
                                          <p:stCondLst>
                                            <p:cond delay="0"/>
                                          </p:stCondLst>
                                        </p:cTn>
                                        <p:tgtEl>
                                          <p:spTgt spid="36881"/>
                                        </p:tgtEl>
                                        <p:attrNameLst>
                                          <p:attrName>style.visibility</p:attrName>
                                        </p:attrNameLst>
                                      </p:cBhvr>
                                      <p:to>
                                        <p:strVal val="visible"/>
                                      </p:to>
                                    </p:set>
                                    <p:animEffect transition="in" filter="dissolve">
                                      <p:cBhvr>
                                        <p:cTn id="59" dur="500"/>
                                        <p:tgtEl>
                                          <p:spTgt spid="36881"/>
                                        </p:tgtEl>
                                      </p:cBhvr>
                                    </p:animEffect>
                                  </p:childTnLst>
                                </p:cTn>
                              </p:par>
                              <p:par>
                                <p:cTn id="60" presetID="9" presetClass="entr" presetSubtype="0" fill="hold" nodeType="withEffect">
                                  <p:stCondLst>
                                    <p:cond delay="0"/>
                                  </p:stCondLst>
                                  <p:childTnLst>
                                    <p:set>
                                      <p:cBhvr>
                                        <p:cTn id="61" dur="1" fill="hold">
                                          <p:stCondLst>
                                            <p:cond delay="0"/>
                                          </p:stCondLst>
                                        </p:cTn>
                                        <p:tgtEl>
                                          <p:spTgt spid="36890"/>
                                        </p:tgtEl>
                                        <p:attrNameLst>
                                          <p:attrName>style.visibility</p:attrName>
                                        </p:attrNameLst>
                                      </p:cBhvr>
                                      <p:to>
                                        <p:strVal val="visible"/>
                                      </p:to>
                                    </p:set>
                                    <p:animEffect transition="in" filter="dissolve">
                                      <p:cBhvr>
                                        <p:cTn id="62" dur="500"/>
                                        <p:tgtEl>
                                          <p:spTgt spid="36890"/>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9" presetClass="entr" presetSubtype="0" fill="hold" grpId="0" nodeType="clickEffect">
                                  <p:stCondLst>
                                    <p:cond delay="0"/>
                                  </p:stCondLst>
                                  <p:childTnLst>
                                    <p:set>
                                      <p:cBhvr>
                                        <p:cTn id="66" dur="1" fill="hold">
                                          <p:stCondLst>
                                            <p:cond delay="0"/>
                                          </p:stCondLst>
                                        </p:cTn>
                                        <p:tgtEl>
                                          <p:spTgt spid="36882"/>
                                        </p:tgtEl>
                                        <p:attrNameLst>
                                          <p:attrName>style.visibility</p:attrName>
                                        </p:attrNameLst>
                                      </p:cBhvr>
                                      <p:to>
                                        <p:strVal val="visible"/>
                                      </p:to>
                                    </p:set>
                                    <p:animEffect transition="in" filter="dissolve">
                                      <p:cBhvr>
                                        <p:cTn id="67" dur="500"/>
                                        <p:tgtEl>
                                          <p:spTgt spid="36882"/>
                                        </p:tgtEl>
                                      </p:cBhvr>
                                    </p:animEffect>
                                  </p:childTnLst>
                                </p:cTn>
                              </p:par>
                              <p:par>
                                <p:cTn id="68" presetID="9" presetClass="entr" presetSubtype="0" fill="hold" nodeType="withEffect">
                                  <p:stCondLst>
                                    <p:cond delay="0"/>
                                  </p:stCondLst>
                                  <p:childTnLst>
                                    <p:set>
                                      <p:cBhvr>
                                        <p:cTn id="69" dur="1" fill="hold">
                                          <p:stCondLst>
                                            <p:cond delay="0"/>
                                          </p:stCondLst>
                                        </p:cTn>
                                        <p:tgtEl>
                                          <p:spTgt spid="36889"/>
                                        </p:tgtEl>
                                        <p:attrNameLst>
                                          <p:attrName>style.visibility</p:attrName>
                                        </p:attrNameLst>
                                      </p:cBhvr>
                                      <p:to>
                                        <p:strVal val="visible"/>
                                      </p:to>
                                    </p:set>
                                    <p:animEffect transition="in" filter="dissolve">
                                      <p:cBhvr>
                                        <p:cTn id="70" dur="500"/>
                                        <p:tgtEl>
                                          <p:spTgt spid="36889"/>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9" presetClass="entr" presetSubtype="0" fill="hold" grpId="0" nodeType="clickEffect">
                                  <p:stCondLst>
                                    <p:cond delay="0"/>
                                  </p:stCondLst>
                                  <p:childTnLst>
                                    <p:set>
                                      <p:cBhvr>
                                        <p:cTn id="74" dur="1" fill="hold">
                                          <p:stCondLst>
                                            <p:cond delay="0"/>
                                          </p:stCondLst>
                                        </p:cTn>
                                        <p:tgtEl>
                                          <p:spTgt spid="36883"/>
                                        </p:tgtEl>
                                        <p:attrNameLst>
                                          <p:attrName>style.visibility</p:attrName>
                                        </p:attrNameLst>
                                      </p:cBhvr>
                                      <p:to>
                                        <p:strVal val="visible"/>
                                      </p:to>
                                    </p:set>
                                    <p:animEffect transition="in" filter="dissolve">
                                      <p:cBhvr>
                                        <p:cTn id="75" dur="500"/>
                                        <p:tgtEl>
                                          <p:spTgt spid="36883"/>
                                        </p:tgtEl>
                                      </p:cBhvr>
                                    </p:animEffect>
                                  </p:childTnLst>
                                </p:cTn>
                              </p:par>
                              <p:par>
                                <p:cTn id="76" presetID="9" presetClass="entr" presetSubtype="0" fill="hold" nodeType="withEffect">
                                  <p:stCondLst>
                                    <p:cond delay="0"/>
                                  </p:stCondLst>
                                  <p:childTnLst>
                                    <p:set>
                                      <p:cBhvr>
                                        <p:cTn id="77" dur="1" fill="hold">
                                          <p:stCondLst>
                                            <p:cond delay="0"/>
                                          </p:stCondLst>
                                        </p:cTn>
                                        <p:tgtEl>
                                          <p:spTgt spid="36893"/>
                                        </p:tgtEl>
                                        <p:attrNameLst>
                                          <p:attrName>style.visibility</p:attrName>
                                        </p:attrNameLst>
                                      </p:cBhvr>
                                      <p:to>
                                        <p:strVal val="visible"/>
                                      </p:to>
                                    </p:set>
                                    <p:animEffect transition="in" filter="dissolve">
                                      <p:cBhvr>
                                        <p:cTn id="78" dur="500"/>
                                        <p:tgtEl>
                                          <p:spTgt spid="36893"/>
                                        </p:tgtEl>
                                      </p:cBhvr>
                                    </p:animEffect>
                                  </p:childTnLst>
                                </p:cTn>
                              </p:par>
                            </p:childTnLst>
                          </p:cTn>
                        </p:par>
                        <p:par>
                          <p:cTn id="79" fill="hold" nodeType="afterGroup">
                            <p:stCondLst>
                              <p:cond delay="500"/>
                            </p:stCondLst>
                            <p:childTnLst>
                              <p:par>
                                <p:cTn id="80" presetID="9" presetClass="entr" presetSubtype="0" fill="hold" grpId="0" nodeType="afterEffect">
                                  <p:stCondLst>
                                    <p:cond delay="0"/>
                                  </p:stCondLst>
                                  <p:childTnLst>
                                    <p:set>
                                      <p:cBhvr>
                                        <p:cTn id="81" dur="1" fill="hold">
                                          <p:stCondLst>
                                            <p:cond delay="0"/>
                                          </p:stCondLst>
                                        </p:cTn>
                                        <p:tgtEl>
                                          <p:spTgt spid="36884"/>
                                        </p:tgtEl>
                                        <p:attrNameLst>
                                          <p:attrName>style.visibility</p:attrName>
                                        </p:attrNameLst>
                                      </p:cBhvr>
                                      <p:to>
                                        <p:strVal val="visible"/>
                                      </p:to>
                                    </p:set>
                                    <p:animEffect transition="in" filter="dissolve">
                                      <p:cBhvr>
                                        <p:cTn id="82" dur="500"/>
                                        <p:tgtEl>
                                          <p:spTgt spid="36884"/>
                                        </p:tgtEl>
                                      </p:cBhvr>
                                    </p:animEffect>
                                  </p:childTnLst>
                                </p:cTn>
                              </p:par>
                              <p:par>
                                <p:cTn id="83" presetID="9" presetClass="entr" presetSubtype="0" fill="hold" nodeType="withEffect">
                                  <p:stCondLst>
                                    <p:cond delay="0"/>
                                  </p:stCondLst>
                                  <p:childTnLst>
                                    <p:set>
                                      <p:cBhvr>
                                        <p:cTn id="84" dur="1" fill="hold">
                                          <p:stCondLst>
                                            <p:cond delay="0"/>
                                          </p:stCondLst>
                                        </p:cTn>
                                        <p:tgtEl>
                                          <p:spTgt spid="36896"/>
                                        </p:tgtEl>
                                        <p:attrNameLst>
                                          <p:attrName>style.visibility</p:attrName>
                                        </p:attrNameLst>
                                      </p:cBhvr>
                                      <p:to>
                                        <p:strVal val="visible"/>
                                      </p:to>
                                    </p:set>
                                    <p:animEffect transition="in" filter="dissolve">
                                      <p:cBhvr>
                                        <p:cTn id="85" dur="500"/>
                                        <p:tgtEl>
                                          <p:spTgt spid="36896"/>
                                        </p:tgtEl>
                                      </p:cBhvr>
                                    </p:animEffect>
                                  </p:childTnLst>
                                </p:cTn>
                              </p:par>
                            </p:childTnLst>
                          </p:cTn>
                        </p:par>
                        <p:par>
                          <p:cTn id="86" fill="hold" nodeType="afterGroup">
                            <p:stCondLst>
                              <p:cond delay="1000"/>
                            </p:stCondLst>
                            <p:childTnLst>
                              <p:par>
                                <p:cTn id="87" presetID="9" presetClass="entr" presetSubtype="0" fill="hold" grpId="0" nodeType="afterEffect">
                                  <p:stCondLst>
                                    <p:cond delay="0"/>
                                  </p:stCondLst>
                                  <p:childTnLst>
                                    <p:set>
                                      <p:cBhvr>
                                        <p:cTn id="88" dur="1" fill="hold">
                                          <p:stCondLst>
                                            <p:cond delay="0"/>
                                          </p:stCondLst>
                                        </p:cTn>
                                        <p:tgtEl>
                                          <p:spTgt spid="36888"/>
                                        </p:tgtEl>
                                        <p:attrNameLst>
                                          <p:attrName>style.visibility</p:attrName>
                                        </p:attrNameLst>
                                      </p:cBhvr>
                                      <p:to>
                                        <p:strVal val="visible"/>
                                      </p:to>
                                    </p:set>
                                    <p:animEffect transition="in" filter="dissolve">
                                      <p:cBhvr>
                                        <p:cTn id="89" dur="500"/>
                                        <p:tgtEl>
                                          <p:spTgt spid="36888"/>
                                        </p:tgtEl>
                                      </p:cBhvr>
                                    </p:animEffect>
                                  </p:childTnLst>
                                </p:cTn>
                              </p:par>
                              <p:par>
                                <p:cTn id="90" presetID="9" presetClass="entr" presetSubtype="0" fill="hold" nodeType="withEffect">
                                  <p:stCondLst>
                                    <p:cond delay="0"/>
                                  </p:stCondLst>
                                  <p:childTnLst>
                                    <p:set>
                                      <p:cBhvr>
                                        <p:cTn id="91" dur="1" fill="hold">
                                          <p:stCondLst>
                                            <p:cond delay="0"/>
                                          </p:stCondLst>
                                        </p:cTn>
                                        <p:tgtEl>
                                          <p:spTgt spid="36892"/>
                                        </p:tgtEl>
                                        <p:attrNameLst>
                                          <p:attrName>style.visibility</p:attrName>
                                        </p:attrNameLst>
                                      </p:cBhvr>
                                      <p:to>
                                        <p:strVal val="visible"/>
                                      </p:to>
                                    </p:set>
                                    <p:animEffect transition="in" filter="dissolve">
                                      <p:cBhvr>
                                        <p:cTn id="92" dur="500"/>
                                        <p:tgtEl>
                                          <p:spTgt spid="36892"/>
                                        </p:tgtEl>
                                      </p:cBhvr>
                                    </p:animEffect>
                                  </p:childTnLst>
                                </p:cTn>
                              </p:par>
                            </p:childTnLst>
                          </p:cTn>
                        </p:par>
                        <p:par>
                          <p:cTn id="93" fill="hold" nodeType="afterGroup">
                            <p:stCondLst>
                              <p:cond delay="1500"/>
                            </p:stCondLst>
                            <p:childTnLst>
                              <p:par>
                                <p:cTn id="94" presetID="9" presetClass="entr" presetSubtype="0" fill="hold" nodeType="afterEffect">
                                  <p:stCondLst>
                                    <p:cond delay="0"/>
                                  </p:stCondLst>
                                  <p:childTnLst>
                                    <p:set>
                                      <p:cBhvr>
                                        <p:cTn id="95" dur="1" fill="hold">
                                          <p:stCondLst>
                                            <p:cond delay="0"/>
                                          </p:stCondLst>
                                        </p:cTn>
                                        <p:tgtEl>
                                          <p:spTgt spid="36895"/>
                                        </p:tgtEl>
                                        <p:attrNameLst>
                                          <p:attrName>style.visibility</p:attrName>
                                        </p:attrNameLst>
                                      </p:cBhvr>
                                      <p:to>
                                        <p:strVal val="visible"/>
                                      </p:to>
                                    </p:set>
                                    <p:animEffect transition="in" filter="dissolve">
                                      <p:cBhvr>
                                        <p:cTn id="96" dur="500"/>
                                        <p:tgtEl>
                                          <p:spTgt spid="36895"/>
                                        </p:tgtEl>
                                      </p:cBhvr>
                                    </p:animEffect>
                                  </p:childTnLst>
                                </p:cTn>
                              </p:par>
                              <p:par>
                                <p:cTn id="97" presetID="9" presetClass="entr" presetSubtype="0" fill="hold" grpId="0" nodeType="withEffect">
                                  <p:stCondLst>
                                    <p:cond delay="0"/>
                                  </p:stCondLst>
                                  <p:childTnLst>
                                    <p:set>
                                      <p:cBhvr>
                                        <p:cTn id="98" dur="1" fill="hold">
                                          <p:stCondLst>
                                            <p:cond delay="0"/>
                                          </p:stCondLst>
                                        </p:cTn>
                                        <p:tgtEl>
                                          <p:spTgt spid="36886"/>
                                        </p:tgtEl>
                                        <p:attrNameLst>
                                          <p:attrName>style.visibility</p:attrName>
                                        </p:attrNameLst>
                                      </p:cBhvr>
                                      <p:to>
                                        <p:strVal val="visible"/>
                                      </p:to>
                                    </p:set>
                                    <p:animEffect transition="in" filter="dissolve">
                                      <p:cBhvr>
                                        <p:cTn id="99" dur="500"/>
                                        <p:tgtEl>
                                          <p:spTgt spid="36886"/>
                                        </p:tgtEl>
                                      </p:cBhvr>
                                    </p:animEffect>
                                  </p:childTnLst>
                                </p:cTn>
                              </p:par>
                            </p:childTnLst>
                          </p:cTn>
                        </p:par>
                        <p:par>
                          <p:cTn id="100" fill="hold" nodeType="afterGroup">
                            <p:stCondLst>
                              <p:cond delay="2000"/>
                            </p:stCondLst>
                            <p:childTnLst>
                              <p:par>
                                <p:cTn id="101" presetID="9" presetClass="entr" presetSubtype="0" fill="hold" grpId="0" nodeType="afterEffect">
                                  <p:stCondLst>
                                    <p:cond delay="0"/>
                                  </p:stCondLst>
                                  <p:childTnLst>
                                    <p:set>
                                      <p:cBhvr>
                                        <p:cTn id="102" dur="1" fill="hold">
                                          <p:stCondLst>
                                            <p:cond delay="0"/>
                                          </p:stCondLst>
                                        </p:cTn>
                                        <p:tgtEl>
                                          <p:spTgt spid="36887"/>
                                        </p:tgtEl>
                                        <p:attrNameLst>
                                          <p:attrName>style.visibility</p:attrName>
                                        </p:attrNameLst>
                                      </p:cBhvr>
                                      <p:to>
                                        <p:strVal val="visible"/>
                                      </p:to>
                                    </p:set>
                                    <p:animEffect transition="in" filter="dissolve">
                                      <p:cBhvr>
                                        <p:cTn id="103" dur="500"/>
                                        <p:tgtEl>
                                          <p:spTgt spid="36887"/>
                                        </p:tgtEl>
                                      </p:cBhvr>
                                    </p:animEffect>
                                  </p:childTnLst>
                                </p:cTn>
                              </p:par>
                              <p:par>
                                <p:cTn id="104" presetID="9" presetClass="entr" presetSubtype="0" fill="hold" nodeType="withEffect">
                                  <p:stCondLst>
                                    <p:cond delay="0"/>
                                  </p:stCondLst>
                                  <p:childTnLst>
                                    <p:set>
                                      <p:cBhvr>
                                        <p:cTn id="105" dur="1" fill="hold">
                                          <p:stCondLst>
                                            <p:cond delay="0"/>
                                          </p:stCondLst>
                                        </p:cTn>
                                        <p:tgtEl>
                                          <p:spTgt spid="36891"/>
                                        </p:tgtEl>
                                        <p:attrNameLst>
                                          <p:attrName>style.visibility</p:attrName>
                                        </p:attrNameLst>
                                      </p:cBhvr>
                                      <p:to>
                                        <p:strVal val="visible"/>
                                      </p:to>
                                    </p:set>
                                    <p:animEffect transition="in" filter="dissolve">
                                      <p:cBhvr>
                                        <p:cTn id="106" dur="500"/>
                                        <p:tgtEl>
                                          <p:spTgt spid="36891"/>
                                        </p:tgtEl>
                                      </p:cBhvr>
                                    </p:animEffect>
                                  </p:childTnLst>
                                </p:cTn>
                              </p:par>
                            </p:childTnLst>
                          </p:cTn>
                        </p:par>
                      </p:childTnLst>
                    </p:cTn>
                  </p:par>
                  <p:par>
                    <p:cTn id="107" fill="hold">
                      <p:stCondLst>
                        <p:cond delay="indefinite"/>
                      </p:stCondLst>
                      <p:childTnLst>
                        <p:par>
                          <p:cTn id="108" fill="hold" nodeType="withGroup">
                            <p:stCondLst>
                              <p:cond delay="0"/>
                            </p:stCondLst>
                            <p:childTnLst>
                              <p:par>
                                <p:cTn id="109" presetID="3" presetClass="entr" presetSubtype="10" fill="hold" grpId="0" nodeType="clickEffect">
                                  <p:stCondLst>
                                    <p:cond delay="0"/>
                                  </p:stCondLst>
                                  <p:childTnLst>
                                    <p:set>
                                      <p:cBhvr>
                                        <p:cTn id="110" dur="1" fill="hold">
                                          <p:stCondLst>
                                            <p:cond delay="0"/>
                                          </p:stCondLst>
                                        </p:cTn>
                                        <p:tgtEl>
                                          <p:spTgt spid="47"/>
                                        </p:tgtEl>
                                        <p:attrNameLst>
                                          <p:attrName>style.visibility</p:attrName>
                                        </p:attrNameLst>
                                      </p:cBhvr>
                                      <p:to>
                                        <p:strVal val="visible"/>
                                      </p:to>
                                    </p:set>
                                    <p:animEffect transition="in" filter="blinds(horizontal)">
                                      <p:cBhvr>
                                        <p:cTn id="111" dur="500"/>
                                        <p:tgtEl>
                                          <p:spTgt spid="47"/>
                                        </p:tgtEl>
                                      </p:cBhvr>
                                    </p:animEffect>
                                  </p:childTnLst>
                                </p:cTn>
                              </p:par>
                            </p:childTnLst>
                          </p:cTn>
                        </p:par>
                        <p:par>
                          <p:cTn id="112" fill="hold">
                            <p:stCondLst>
                              <p:cond delay="500"/>
                            </p:stCondLst>
                            <p:childTnLst>
                              <p:par>
                                <p:cTn id="113" presetID="22" presetClass="entr" presetSubtype="8" fill="hold" grpId="0" nodeType="afterEffect">
                                  <p:stCondLst>
                                    <p:cond delay="0"/>
                                  </p:stCondLst>
                                  <p:childTnLst>
                                    <p:set>
                                      <p:cBhvr>
                                        <p:cTn id="114" dur="1" fill="hold">
                                          <p:stCondLst>
                                            <p:cond delay="0"/>
                                          </p:stCondLst>
                                        </p:cTn>
                                        <p:tgtEl>
                                          <p:spTgt spid="36875"/>
                                        </p:tgtEl>
                                        <p:attrNameLst>
                                          <p:attrName>style.visibility</p:attrName>
                                        </p:attrNameLst>
                                      </p:cBhvr>
                                      <p:to>
                                        <p:strVal val="visible"/>
                                      </p:to>
                                    </p:set>
                                    <p:animEffect transition="in" filter="wipe(left)">
                                      <p:cBhvr>
                                        <p:cTn id="115" dur="500"/>
                                        <p:tgtEl>
                                          <p:spTgt spid="36875"/>
                                        </p:tgtEl>
                                      </p:cBhvr>
                                    </p:animEffect>
                                  </p:childTnLst>
                                </p:cTn>
                              </p:par>
                            </p:childTnLst>
                          </p:cTn>
                        </p:par>
                      </p:childTnLst>
                    </p:cTn>
                  </p:par>
                  <p:par>
                    <p:cTn id="116" fill="hold" nodeType="clickPar">
                      <p:stCondLst>
                        <p:cond delay="indefinite"/>
                      </p:stCondLst>
                      <p:childTnLst>
                        <p:par>
                          <p:cTn id="117" fill="hold" nodeType="withGroup">
                            <p:stCondLst>
                              <p:cond delay="0"/>
                            </p:stCondLst>
                            <p:childTnLst>
                              <p:par>
                                <p:cTn id="118" presetID="22" presetClass="entr" presetSubtype="8" fill="hold" grpId="0" nodeType="clickEffect">
                                  <p:stCondLst>
                                    <p:cond delay="0"/>
                                  </p:stCondLst>
                                  <p:childTnLst>
                                    <p:set>
                                      <p:cBhvr>
                                        <p:cTn id="119" dur="1" fill="hold">
                                          <p:stCondLst>
                                            <p:cond delay="0"/>
                                          </p:stCondLst>
                                        </p:cTn>
                                        <p:tgtEl>
                                          <p:spTgt spid="36899"/>
                                        </p:tgtEl>
                                        <p:attrNameLst>
                                          <p:attrName>style.visibility</p:attrName>
                                        </p:attrNameLst>
                                      </p:cBhvr>
                                      <p:to>
                                        <p:strVal val="visible"/>
                                      </p:to>
                                    </p:set>
                                    <p:animEffect transition="in" filter="wipe(left)">
                                      <p:cBhvr>
                                        <p:cTn id="120" dur="500"/>
                                        <p:tgtEl>
                                          <p:spTgt spid="36899"/>
                                        </p:tgtEl>
                                      </p:cBhvr>
                                    </p:animEffect>
                                  </p:childTnLst>
                                </p:cTn>
                              </p:par>
                            </p:childTnLst>
                          </p:cTn>
                        </p:par>
                        <p:par>
                          <p:cTn id="121" fill="hold" nodeType="afterGroup">
                            <p:stCondLst>
                              <p:cond delay="500"/>
                            </p:stCondLst>
                            <p:childTnLst>
                              <p:par>
                                <p:cTn id="122" presetID="9" presetClass="entr" presetSubtype="0" fill="hold" nodeType="afterEffect">
                                  <p:stCondLst>
                                    <p:cond delay="0"/>
                                  </p:stCondLst>
                                  <p:childTnLst>
                                    <p:set>
                                      <p:cBhvr>
                                        <p:cTn id="123" dur="1" fill="hold">
                                          <p:stCondLst>
                                            <p:cond delay="0"/>
                                          </p:stCondLst>
                                        </p:cTn>
                                        <p:tgtEl>
                                          <p:spTgt spid="2"/>
                                        </p:tgtEl>
                                        <p:attrNameLst>
                                          <p:attrName>style.visibility</p:attrName>
                                        </p:attrNameLst>
                                      </p:cBhvr>
                                      <p:to>
                                        <p:strVal val="visible"/>
                                      </p:to>
                                    </p:set>
                                    <p:animEffect transition="in" filter="dissolve">
                                      <p:cBhvr>
                                        <p:cTn id="124" dur="500"/>
                                        <p:tgtEl>
                                          <p:spTgt spid="2"/>
                                        </p:tgtEl>
                                      </p:cBhvr>
                                    </p:animEffect>
                                  </p:childTnLst>
                                </p:cTn>
                              </p:par>
                              <p:par>
                                <p:cTn id="125" presetID="9" presetClass="entr" presetSubtype="0" fill="hold" nodeType="withEffect">
                                  <p:stCondLst>
                                    <p:cond delay="0"/>
                                  </p:stCondLst>
                                  <p:childTnLst>
                                    <p:set>
                                      <p:cBhvr>
                                        <p:cTn id="126" dur="1" fill="hold">
                                          <p:stCondLst>
                                            <p:cond delay="0"/>
                                          </p:stCondLst>
                                        </p:cTn>
                                        <p:tgtEl>
                                          <p:spTgt spid="36907"/>
                                        </p:tgtEl>
                                        <p:attrNameLst>
                                          <p:attrName>style.visibility</p:attrName>
                                        </p:attrNameLst>
                                      </p:cBhvr>
                                      <p:to>
                                        <p:strVal val="visible"/>
                                      </p:to>
                                    </p:set>
                                    <p:animEffect transition="in" filter="dissolve">
                                      <p:cBhvr>
                                        <p:cTn id="127" dur="500"/>
                                        <p:tgtEl>
                                          <p:spTgt spid="36907"/>
                                        </p:tgtEl>
                                      </p:cBhvr>
                                    </p:animEffect>
                                  </p:childTnLst>
                                </p:cTn>
                              </p:par>
                              <p:par>
                                <p:cTn id="128" presetID="9" presetClass="entr" presetSubtype="0" fill="hold" nodeType="withEffect">
                                  <p:stCondLst>
                                    <p:cond delay="0"/>
                                  </p:stCondLst>
                                  <p:childTnLst>
                                    <p:set>
                                      <p:cBhvr>
                                        <p:cTn id="129" dur="1" fill="hold">
                                          <p:stCondLst>
                                            <p:cond delay="0"/>
                                          </p:stCondLst>
                                        </p:cTn>
                                        <p:tgtEl>
                                          <p:spTgt spid="36904"/>
                                        </p:tgtEl>
                                        <p:attrNameLst>
                                          <p:attrName>style.visibility</p:attrName>
                                        </p:attrNameLst>
                                      </p:cBhvr>
                                      <p:to>
                                        <p:strVal val="visible"/>
                                      </p:to>
                                    </p:set>
                                    <p:animEffect transition="in" filter="dissolve">
                                      <p:cBhvr>
                                        <p:cTn id="130" dur="500"/>
                                        <p:tgtEl>
                                          <p:spTgt spid="36904"/>
                                        </p:tgtEl>
                                      </p:cBhvr>
                                    </p:animEffect>
                                  </p:childTnLst>
                                </p:cTn>
                              </p:par>
                              <p:par>
                                <p:cTn id="131" presetID="9" presetClass="entr" presetSubtype="0" fill="hold" nodeType="withEffect">
                                  <p:stCondLst>
                                    <p:cond delay="0"/>
                                  </p:stCondLst>
                                  <p:childTnLst>
                                    <p:set>
                                      <p:cBhvr>
                                        <p:cTn id="132" dur="1" fill="hold">
                                          <p:stCondLst>
                                            <p:cond delay="0"/>
                                          </p:stCondLst>
                                        </p:cTn>
                                        <p:tgtEl>
                                          <p:spTgt spid="36905"/>
                                        </p:tgtEl>
                                        <p:attrNameLst>
                                          <p:attrName>style.visibility</p:attrName>
                                        </p:attrNameLst>
                                      </p:cBhvr>
                                      <p:to>
                                        <p:strVal val="visible"/>
                                      </p:to>
                                    </p:set>
                                    <p:animEffect transition="in" filter="dissolve">
                                      <p:cBhvr>
                                        <p:cTn id="133" dur="500"/>
                                        <p:tgtEl>
                                          <p:spTgt spid="36905"/>
                                        </p:tgtEl>
                                      </p:cBhvr>
                                    </p:animEffect>
                                  </p:childTnLst>
                                </p:cTn>
                              </p:par>
                              <p:par>
                                <p:cTn id="134" presetID="9" presetClass="entr" presetSubtype="0" fill="hold" nodeType="withEffect">
                                  <p:stCondLst>
                                    <p:cond delay="0"/>
                                  </p:stCondLst>
                                  <p:childTnLst>
                                    <p:set>
                                      <p:cBhvr>
                                        <p:cTn id="135" dur="1" fill="hold">
                                          <p:stCondLst>
                                            <p:cond delay="0"/>
                                          </p:stCondLst>
                                        </p:cTn>
                                        <p:tgtEl>
                                          <p:spTgt spid="36906"/>
                                        </p:tgtEl>
                                        <p:attrNameLst>
                                          <p:attrName>style.visibility</p:attrName>
                                        </p:attrNameLst>
                                      </p:cBhvr>
                                      <p:to>
                                        <p:strVal val="visible"/>
                                      </p:to>
                                    </p:set>
                                    <p:animEffect transition="in" filter="dissolve">
                                      <p:cBhvr>
                                        <p:cTn id="136" dur="500"/>
                                        <p:tgtEl>
                                          <p:spTgt spid="36906"/>
                                        </p:tgtEl>
                                      </p:cBhvr>
                                    </p:animEffect>
                                  </p:childTnLst>
                                </p:cTn>
                              </p:par>
                              <p:par>
                                <p:cTn id="137" presetID="9" presetClass="entr" presetSubtype="0" fill="hold" nodeType="withEffect">
                                  <p:stCondLst>
                                    <p:cond delay="0"/>
                                  </p:stCondLst>
                                  <p:childTnLst>
                                    <p:set>
                                      <p:cBhvr>
                                        <p:cTn id="138" dur="1" fill="hold">
                                          <p:stCondLst>
                                            <p:cond delay="0"/>
                                          </p:stCondLst>
                                        </p:cTn>
                                        <p:tgtEl>
                                          <p:spTgt spid="36913"/>
                                        </p:tgtEl>
                                        <p:attrNameLst>
                                          <p:attrName>style.visibility</p:attrName>
                                        </p:attrNameLst>
                                      </p:cBhvr>
                                      <p:to>
                                        <p:strVal val="visible"/>
                                      </p:to>
                                    </p:set>
                                    <p:animEffect transition="in" filter="dissolve">
                                      <p:cBhvr>
                                        <p:cTn id="139" dur="500"/>
                                        <p:tgtEl>
                                          <p:spTgt spid="36913"/>
                                        </p:tgtEl>
                                      </p:cBhvr>
                                    </p:animEffect>
                                  </p:childTnLst>
                                </p:cTn>
                              </p:par>
                              <p:par>
                                <p:cTn id="140" presetID="9" presetClass="entr" presetSubtype="0" fill="hold" nodeType="withEffect">
                                  <p:stCondLst>
                                    <p:cond delay="0"/>
                                  </p:stCondLst>
                                  <p:childTnLst>
                                    <p:set>
                                      <p:cBhvr>
                                        <p:cTn id="141" dur="1" fill="hold">
                                          <p:stCondLst>
                                            <p:cond delay="0"/>
                                          </p:stCondLst>
                                        </p:cTn>
                                        <p:tgtEl>
                                          <p:spTgt spid="36914"/>
                                        </p:tgtEl>
                                        <p:attrNameLst>
                                          <p:attrName>style.visibility</p:attrName>
                                        </p:attrNameLst>
                                      </p:cBhvr>
                                      <p:to>
                                        <p:strVal val="visible"/>
                                      </p:to>
                                    </p:set>
                                    <p:animEffect transition="in" filter="dissolve">
                                      <p:cBhvr>
                                        <p:cTn id="142" dur="500"/>
                                        <p:tgtEl>
                                          <p:spTgt spid="36914"/>
                                        </p:tgtEl>
                                      </p:cBhvr>
                                    </p:animEffect>
                                  </p:childTnLst>
                                </p:cTn>
                              </p:par>
                              <p:par>
                                <p:cTn id="143" presetID="9" presetClass="entr" presetSubtype="0" fill="hold" grpId="0" nodeType="withEffect">
                                  <p:stCondLst>
                                    <p:cond delay="0"/>
                                  </p:stCondLst>
                                  <p:childTnLst>
                                    <p:set>
                                      <p:cBhvr>
                                        <p:cTn id="144" dur="1" fill="hold">
                                          <p:stCondLst>
                                            <p:cond delay="0"/>
                                          </p:stCondLst>
                                        </p:cTn>
                                        <p:tgtEl>
                                          <p:spTgt spid="36908"/>
                                        </p:tgtEl>
                                        <p:attrNameLst>
                                          <p:attrName>style.visibility</p:attrName>
                                        </p:attrNameLst>
                                      </p:cBhvr>
                                      <p:to>
                                        <p:strVal val="visible"/>
                                      </p:to>
                                    </p:set>
                                    <p:animEffect transition="in" filter="dissolve">
                                      <p:cBhvr>
                                        <p:cTn id="145" dur="500"/>
                                        <p:tgtEl>
                                          <p:spTgt spid="36908"/>
                                        </p:tgtEl>
                                      </p:cBhvr>
                                    </p:animEffect>
                                  </p:childTnLst>
                                </p:cTn>
                              </p:par>
                            </p:childTnLst>
                          </p:cTn>
                        </p:par>
                      </p:childTnLst>
                    </p:cTn>
                  </p:par>
                  <p:par>
                    <p:cTn id="146" fill="hold" nodeType="clickPar">
                      <p:stCondLst>
                        <p:cond delay="indefinite"/>
                      </p:stCondLst>
                      <p:childTnLst>
                        <p:par>
                          <p:cTn id="147" fill="hold" nodeType="withGroup">
                            <p:stCondLst>
                              <p:cond delay="0"/>
                            </p:stCondLst>
                            <p:childTnLst>
                              <p:par>
                                <p:cTn id="148" presetID="9" presetClass="entr" presetSubtype="0" fill="hold" nodeType="clickEffect">
                                  <p:stCondLst>
                                    <p:cond delay="0"/>
                                  </p:stCondLst>
                                  <p:childTnLst>
                                    <p:set>
                                      <p:cBhvr>
                                        <p:cTn id="149" dur="1" fill="hold">
                                          <p:stCondLst>
                                            <p:cond delay="0"/>
                                          </p:stCondLst>
                                        </p:cTn>
                                        <p:tgtEl>
                                          <p:spTgt spid="36909"/>
                                        </p:tgtEl>
                                        <p:attrNameLst>
                                          <p:attrName>style.visibility</p:attrName>
                                        </p:attrNameLst>
                                      </p:cBhvr>
                                      <p:to>
                                        <p:strVal val="visible"/>
                                      </p:to>
                                    </p:set>
                                    <p:animEffect transition="in" filter="dissolve">
                                      <p:cBhvr>
                                        <p:cTn id="150" dur="500"/>
                                        <p:tgtEl>
                                          <p:spTgt spid="36909"/>
                                        </p:tgtEl>
                                      </p:cBhvr>
                                    </p:animEffect>
                                  </p:childTnLst>
                                </p:cTn>
                              </p:par>
                            </p:childTnLst>
                          </p:cTn>
                        </p:par>
                        <p:par>
                          <p:cTn id="151" fill="hold" nodeType="afterGroup">
                            <p:stCondLst>
                              <p:cond delay="500"/>
                            </p:stCondLst>
                            <p:childTnLst>
                              <p:par>
                                <p:cTn id="152" presetID="22" presetClass="entr" presetSubtype="8" fill="hold" nodeType="afterEffect">
                                  <p:stCondLst>
                                    <p:cond delay="0"/>
                                  </p:stCondLst>
                                  <p:childTnLst>
                                    <p:set>
                                      <p:cBhvr>
                                        <p:cTn id="153" dur="1" fill="hold">
                                          <p:stCondLst>
                                            <p:cond delay="0"/>
                                          </p:stCondLst>
                                        </p:cTn>
                                        <p:tgtEl>
                                          <p:spTgt spid="36912"/>
                                        </p:tgtEl>
                                        <p:attrNameLst>
                                          <p:attrName>style.visibility</p:attrName>
                                        </p:attrNameLst>
                                      </p:cBhvr>
                                      <p:to>
                                        <p:strVal val="visible"/>
                                      </p:to>
                                    </p:set>
                                    <p:animEffect transition="in" filter="wipe(left)">
                                      <p:cBhvr>
                                        <p:cTn id="154" dur="500"/>
                                        <p:tgtEl>
                                          <p:spTgt spid="36912"/>
                                        </p:tgtEl>
                                      </p:cBhvr>
                                    </p:animEffect>
                                  </p:childTnLst>
                                </p:cTn>
                              </p:par>
                            </p:childTnLst>
                          </p:cTn>
                        </p:par>
                        <p:par>
                          <p:cTn id="155" fill="hold" nodeType="afterGroup">
                            <p:stCondLst>
                              <p:cond delay="1000"/>
                            </p:stCondLst>
                            <p:childTnLst>
                              <p:par>
                                <p:cTn id="156" presetID="12" presetClass="entr" presetSubtype="1" fill="hold" nodeType="afterEffect">
                                  <p:stCondLst>
                                    <p:cond delay="0"/>
                                  </p:stCondLst>
                                  <p:childTnLst>
                                    <p:set>
                                      <p:cBhvr>
                                        <p:cTn id="157" dur="1" fill="hold">
                                          <p:stCondLst>
                                            <p:cond delay="0"/>
                                          </p:stCondLst>
                                        </p:cTn>
                                        <p:tgtEl>
                                          <p:spTgt spid="36910"/>
                                        </p:tgtEl>
                                        <p:attrNameLst>
                                          <p:attrName>style.visibility</p:attrName>
                                        </p:attrNameLst>
                                      </p:cBhvr>
                                      <p:to>
                                        <p:strVal val="visible"/>
                                      </p:to>
                                    </p:set>
                                    <p:animEffect transition="in" filter="slide(fromTop)">
                                      <p:cBhvr>
                                        <p:cTn id="158" dur="500"/>
                                        <p:tgtEl>
                                          <p:spTgt spid="36910"/>
                                        </p:tgtEl>
                                      </p:cBhvr>
                                    </p:animEffect>
                                  </p:childTnLst>
                                </p:cTn>
                              </p:par>
                            </p:childTnLst>
                          </p:cTn>
                        </p:par>
                        <p:par>
                          <p:cTn id="159" fill="hold" nodeType="afterGroup">
                            <p:stCondLst>
                              <p:cond delay="1500"/>
                            </p:stCondLst>
                            <p:childTnLst>
                              <p:par>
                                <p:cTn id="160" presetID="22" presetClass="entr" presetSubtype="8" fill="hold" nodeType="afterEffect">
                                  <p:stCondLst>
                                    <p:cond delay="0"/>
                                  </p:stCondLst>
                                  <p:childTnLst>
                                    <p:set>
                                      <p:cBhvr>
                                        <p:cTn id="161" dur="1" fill="hold">
                                          <p:stCondLst>
                                            <p:cond delay="0"/>
                                          </p:stCondLst>
                                        </p:cTn>
                                        <p:tgtEl>
                                          <p:spTgt spid="36911"/>
                                        </p:tgtEl>
                                        <p:attrNameLst>
                                          <p:attrName>style.visibility</p:attrName>
                                        </p:attrNameLst>
                                      </p:cBhvr>
                                      <p:to>
                                        <p:strVal val="visible"/>
                                      </p:to>
                                    </p:set>
                                    <p:animEffect transition="in" filter="wipe(left)">
                                      <p:cBhvr>
                                        <p:cTn id="162" dur="500"/>
                                        <p:tgtEl>
                                          <p:spTgt spid="36911"/>
                                        </p:tgtEl>
                                      </p:cBhvr>
                                    </p:animEffect>
                                  </p:childTnLst>
                                </p:cTn>
                              </p:par>
                            </p:childTnLst>
                          </p:cTn>
                        </p:par>
                      </p:childTnLst>
                    </p:cTn>
                  </p:par>
                  <p:par>
                    <p:cTn id="163" fill="hold" nodeType="clickPar">
                      <p:stCondLst>
                        <p:cond delay="indefinite"/>
                      </p:stCondLst>
                      <p:childTnLst>
                        <p:par>
                          <p:cTn id="164" fill="hold" nodeType="withGroup">
                            <p:stCondLst>
                              <p:cond delay="0"/>
                            </p:stCondLst>
                            <p:childTnLst>
                              <p:par>
                                <p:cTn id="165" presetID="22" presetClass="entr" presetSubtype="4" fill="hold" grpId="0" nodeType="clickEffect">
                                  <p:stCondLst>
                                    <p:cond delay="0"/>
                                  </p:stCondLst>
                                  <p:childTnLst>
                                    <p:set>
                                      <p:cBhvr>
                                        <p:cTn id="166" dur="1" fill="hold">
                                          <p:stCondLst>
                                            <p:cond delay="0"/>
                                          </p:stCondLst>
                                        </p:cTn>
                                        <p:tgtEl>
                                          <p:spTgt spid="36874"/>
                                        </p:tgtEl>
                                        <p:attrNameLst>
                                          <p:attrName>style.visibility</p:attrName>
                                        </p:attrNameLst>
                                      </p:cBhvr>
                                      <p:to>
                                        <p:strVal val="visible"/>
                                      </p:to>
                                    </p:set>
                                    <p:animEffect transition="in" filter="wipe(down)">
                                      <p:cBhvr>
                                        <p:cTn id="167" dur="500"/>
                                        <p:tgtEl>
                                          <p:spTgt spid="368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8" grpId="0" autoUpdateAnimBg="0"/>
      <p:bldP spid="36874" grpId="0" autoUpdateAnimBg="0"/>
      <p:bldP spid="36875" grpId="0" autoUpdateAnimBg="0"/>
      <p:bldP spid="36881" grpId="0" animBg="1"/>
      <p:bldP spid="36882" grpId="0" animBg="1"/>
      <p:bldP spid="36883" grpId="0" animBg="1"/>
      <p:bldP spid="36884" grpId="0" animBg="1"/>
      <p:bldP spid="36886" grpId="0" animBg="1"/>
      <p:bldP spid="36887" grpId="0" animBg="1"/>
      <p:bldP spid="36888" grpId="0" animBg="1"/>
      <p:bldP spid="36899" grpId="0" autoUpdateAnimBg="0"/>
      <p:bldP spid="36908" grpId="0" animBg="1"/>
      <p:bldP spid="47" grpId="0"/>
      <p:bldP spid="48" grpId="0" autoUpdateAnimBg="0"/>
      <p:bldP spid="49" grpId="0" autoUpdateAnimBg="0"/>
      <p:bldP spid="51" grpId="0" autoUpdateAnimBg="0"/>
      <p:bldP spid="52" grpId="0" autoUpdateAnimBg="0"/>
      <p:bldP spid="53" grpId="0" autoUpdateAnimBg="0"/>
      <p:bldP spid="55"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7893" name="Object 2">
            <a:extLst>
              <a:ext uri="{FF2B5EF4-FFF2-40B4-BE49-F238E27FC236}">
                <a16:creationId xmlns:a16="http://schemas.microsoft.com/office/drawing/2014/main" id="{74764173-A217-4388-A978-0D9B394CB87B}"/>
              </a:ext>
            </a:extLst>
          </p:cNvPr>
          <p:cNvGraphicFramePr>
            <a:graphicFrameLocks noChangeAspect="1"/>
          </p:cNvGraphicFramePr>
          <p:nvPr>
            <p:extLst/>
          </p:nvPr>
        </p:nvGraphicFramePr>
        <p:xfrm>
          <a:off x="1285875" y="1357313"/>
          <a:ext cx="2408238" cy="990600"/>
        </p:xfrm>
        <a:graphic>
          <a:graphicData uri="http://schemas.openxmlformats.org/presentationml/2006/ole">
            <mc:AlternateContent xmlns:mc="http://schemas.openxmlformats.org/markup-compatibility/2006">
              <mc:Choice xmlns:v="urn:schemas-microsoft-com:vml" Requires="v">
                <p:oleObj spid="_x0000_s121936" name="Equation" r:id="rId3" imgW="952627" imgH="380864" progId="Equation.3">
                  <p:embed/>
                </p:oleObj>
              </mc:Choice>
              <mc:Fallback>
                <p:oleObj name="Equation" r:id="rId3" imgW="952627" imgH="380864" progId="Equation.3">
                  <p:embed/>
                  <p:pic>
                    <p:nvPicPr>
                      <p:cNvPr id="37893" name="Object 2">
                        <a:extLst>
                          <a:ext uri="{FF2B5EF4-FFF2-40B4-BE49-F238E27FC236}">
                            <a16:creationId xmlns:a16="http://schemas.microsoft.com/office/drawing/2014/main" id="{74764173-A217-4388-A978-0D9B394CB87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85875" y="1357313"/>
                        <a:ext cx="2408238" cy="990600"/>
                      </a:xfrm>
                      <a:prstGeom prst="rect">
                        <a:avLst/>
                      </a:prstGeom>
                      <a:noFill/>
                      <a:ln w="19050">
                        <a:solidFill>
                          <a:srgbClr val="FF66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894" name="Rectangle 6">
            <a:extLst>
              <a:ext uri="{FF2B5EF4-FFF2-40B4-BE49-F238E27FC236}">
                <a16:creationId xmlns:a16="http://schemas.microsoft.com/office/drawing/2014/main" id="{B7F07818-14A3-40F9-B628-84EA9EA7A6CD}"/>
              </a:ext>
            </a:extLst>
          </p:cNvPr>
          <p:cNvSpPr>
            <a:spLocks noChangeArrowheads="1"/>
          </p:cNvSpPr>
          <p:nvPr/>
        </p:nvSpPr>
        <p:spPr bwMode="auto">
          <a:xfrm>
            <a:off x="177800" y="1614488"/>
            <a:ext cx="11080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0" lang="zh-CN" altLang="en-US">
                <a:solidFill>
                  <a:schemeClr val="bg1"/>
                </a:solidFill>
                <a:latin typeface="宋体" panose="02010600030101010101" pitchFamily="2" charset="-122"/>
              </a:rPr>
              <a:t>同理：</a:t>
            </a:r>
          </a:p>
        </p:txBody>
      </p:sp>
      <p:graphicFrame>
        <p:nvGraphicFramePr>
          <p:cNvPr id="37895" name="Object 3">
            <a:extLst>
              <a:ext uri="{FF2B5EF4-FFF2-40B4-BE49-F238E27FC236}">
                <a16:creationId xmlns:a16="http://schemas.microsoft.com/office/drawing/2014/main" id="{92A4511D-0B3D-41A5-B7DE-156BF54F04B1}"/>
              </a:ext>
            </a:extLst>
          </p:cNvPr>
          <p:cNvGraphicFramePr>
            <a:graphicFrameLocks noChangeAspect="1"/>
          </p:cNvGraphicFramePr>
          <p:nvPr>
            <p:extLst/>
          </p:nvPr>
        </p:nvGraphicFramePr>
        <p:xfrm>
          <a:off x="4071938" y="1357313"/>
          <a:ext cx="2470150" cy="990600"/>
        </p:xfrm>
        <a:graphic>
          <a:graphicData uri="http://schemas.openxmlformats.org/presentationml/2006/ole">
            <mc:AlternateContent xmlns:mc="http://schemas.openxmlformats.org/markup-compatibility/2006">
              <mc:Choice xmlns:v="urn:schemas-microsoft-com:vml" Requires="v">
                <p:oleObj spid="_x0000_s121937" name="Equation" r:id="rId5" imgW="981069" imgH="380864" progId="Equation.3">
                  <p:embed/>
                </p:oleObj>
              </mc:Choice>
              <mc:Fallback>
                <p:oleObj name="Equation" r:id="rId5" imgW="981069" imgH="380864" progId="Equation.3">
                  <p:embed/>
                  <p:pic>
                    <p:nvPicPr>
                      <p:cNvPr id="37895" name="Object 3">
                        <a:extLst>
                          <a:ext uri="{FF2B5EF4-FFF2-40B4-BE49-F238E27FC236}">
                            <a16:creationId xmlns:a16="http://schemas.microsoft.com/office/drawing/2014/main" id="{92A4511D-0B3D-41A5-B7DE-156BF54F04B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71938" y="1357313"/>
                        <a:ext cx="2470150" cy="990600"/>
                      </a:xfrm>
                      <a:prstGeom prst="rect">
                        <a:avLst/>
                      </a:prstGeom>
                      <a:noFill/>
                      <a:ln w="19050">
                        <a:solidFill>
                          <a:srgbClr val="FF66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7896" name="Object 4">
            <a:extLst>
              <a:ext uri="{FF2B5EF4-FFF2-40B4-BE49-F238E27FC236}">
                <a16:creationId xmlns:a16="http://schemas.microsoft.com/office/drawing/2014/main" id="{9103158D-C538-4727-91AE-DCF18262131E}"/>
              </a:ext>
            </a:extLst>
          </p:cNvPr>
          <p:cNvGraphicFramePr>
            <a:graphicFrameLocks noChangeAspect="1"/>
          </p:cNvGraphicFramePr>
          <p:nvPr>
            <p:extLst/>
          </p:nvPr>
        </p:nvGraphicFramePr>
        <p:xfrm>
          <a:off x="987425" y="2714625"/>
          <a:ext cx="3314700" cy="1017588"/>
        </p:xfrm>
        <a:graphic>
          <a:graphicData uri="http://schemas.openxmlformats.org/presentationml/2006/ole">
            <mc:AlternateContent xmlns:mc="http://schemas.openxmlformats.org/markup-compatibility/2006">
              <mc:Choice xmlns:v="urn:schemas-microsoft-com:vml" Requires="v">
                <p:oleObj spid="_x0000_s121938" name="公式" r:id="rId7" imgW="1247743" imgH="352391" progId="Equation.3">
                  <p:embed/>
                </p:oleObj>
              </mc:Choice>
              <mc:Fallback>
                <p:oleObj name="公式" r:id="rId7" imgW="1247743" imgH="352391" progId="Equation.3">
                  <p:embed/>
                  <p:pic>
                    <p:nvPicPr>
                      <p:cNvPr id="37896" name="Object 4">
                        <a:extLst>
                          <a:ext uri="{FF2B5EF4-FFF2-40B4-BE49-F238E27FC236}">
                            <a16:creationId xmlns:a16="http://schemas.microsoft.com/office/drawing/2014/main" id="{9103158D-C538-4727-91AE-DCF18262131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87425" y="2714625"/>
                        <a:ext cx="3314700" cy="1017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7897" name="Rectangle 9">
            <a:extLst>
              <a:ext uri="{FF2B5EF4-FFF2-40B4-BE49-F238E27FC236}">
                <a16:creationId xmlns:a16="http://schemas.microsoft.com/office/drawing/2014/main" id="{83DAE5CF-EF27-4B3F-A49D-DBBC9996E71A}"/>
              </a:ext>
            </a:extLst>
          </p:cNvPr>
          <p:cNvSpPr>
            <a:spLocks noChangeArrowheads="1"/>
          </p:cNvSpPr>
          <p:nvPr/>
        </p:nvSpPr>
        <p:spPr bwMode="auto">
          <a:xfrm>
            <a:off x="161925" y="2390775"/>
            <a:ext cx="2286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0" lang="zh-CN" altLang="en-US">
                <a:solidFill>
                  <a:schemeClr val="bg1"/>
                </a:solidFill>
                <a:latin typeface="宋体" panose="02010600030101010101" pitchFamily="2" charset="-122"/>
              </a:rPr>
              <a:t>当电场振动沿</a:t>
            </a:r>
          </a:p>
        </p:txBody>
      </p:sp>
      <p:graphicFrame>
        <p:nvGraphicFramePr>
          <p:cNvPr id="37898" name="Object 5">
            <a:extLst>
              <a:ext uri="{FF2B5EF4-FFF2-40B4-BE49-F238E27FC236}">
                <a16:creationId xmlns:a16="http://schemas.microsoft.com/office/drawing/2014/main" id="{7C2C42B9-5EC9-4E77-A802-1582C281133F}"/>
              </a:ext>
            </a:extLst>
          </p:cNvPr>
          <p:cNvGraphicFramePr>
            <a:graphicFrameLocks noChangeAspect="1"/>
          </p:cNvGraphicFramePr>
          <p:nvPr>
            <p:extLst/>
          </p:nvPr>
        </p:nvGraphicFramePr>
        <p:xfrm>
          <a:off x="2143125" y="2466975"/>
          <a:ext cx="327025" cy="360363"/>
        </p:xfrm>
        <a:graphic>
          <a:graphicData uri="http://schemas.openxmlformats.org/presentationml/2006/ole">
            <mc:AlternateContent xmlns:mc="http://schemas.openxmlformats.org/markup-compatibility/2006">
              <mc:Choice xmlns:v="urn:schemas-microsoft-com:vml" Requires="v">
                <p:oleObj spid="_x0000_s121939" name="Equation" r:id="rId9" imgW="85629" imgH="104707" progId="Equation.3">
                  <p:embed/>
                </p:oleObj>
              </mc:Choice>
              <mc:Fallback>
                <p:oleObj name="Equation" r:id="rId9" imgW="85629" imgH="104707" progId="Equation.3">
                  <p:embed/>
                  <p:pic>
                    <p:nvPicPr>
                      <p:cNvPr id="37898" name="Object 5">
                        <a:extLst>
                          <a:ext uri="{FF2B5EF4-FFF2-40B4-BE49-F238E27FC236}">
                            <a16:creationId xmlns:a16="http://schemas.microsoft.com/office/drawing/2014/main" id="{7C2C42B9-5EC9-4E77-A802-1582C281133F}"/>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143125" y="2466975"/>
                        <a:ext cx="327025"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7899" name="Rectangle 11">
            <a:extLst>
              <a:ext uri="{FF2B5EF4-FFF2-40B4-BE49-F238E27FC236}">
                <a16:creationId xmlns:a16="http://schemas.microsoft.com/office/drawing/2014/main" id="{066EE934-288E-4B9A-B2DC-77C389D73E73}"/>
              </a:ext>
            </a:extLst>
          </p:cNvPr>
          <p:cNvSpPr>
            <a:spLocks noChangeArrowheads="1"/>
          </p:cNvSpPr>
          <p:nvPr/>
        </p:nvSpPr>
        <p:spPr bwMode="auto">
          <a:xfrm>
            <a:off x="2447925" y="2390775"/>
            <a:ext cx="6400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0" lang="zh-CN" altLang="en-US">
                <a:solidFill>
                  <a:schemeClr val="bg1"/>
                </a:solidFill>
                <a:latin typeface="宋体" panose="02010600030101010101" pitchFamily="2" charset="-122"/>
              </a:rPr>
              <a:t>轴正向传播时，有反映该振动的平面简谐波</a:t>
            </a:r>
          </a:p>
        </p:txBody>
      </p:sp>
      <p:graphicFrame>
        <p:nvGraphicFramePr>
          <p:cNvPr id="37900" name="Object 6">
            <a:extLst>
              <a:ext uri="{FF2B5EF4-FFF2-40B4-BE49-F238E27FC236}">
                <a16:creationId xmlns:a16="http://schemas.microsoft.com/office/drawing/2014/main" id="{63B77721-6585-4BB9-B4F7-54F88EA5B231}"/>
              </a:ext>
            </a:extLst>
          </p:cNvPr>
          <p:cNvGraphicFramePr>
            <a:graphicFrameLocks noChangeAspect="1"/>
          </p:cNvGraphicFramePr>
          <p:nvPr>
            <p:extLst/>
          </p:nvPr>
        </p:nvGraphicFramePr>
        <p:xfrm>
          <a:off x="928688" y="4000500"/>
          <a:ext cx="3444875" cy="1017588"/>
        </p:xfrm>
        <a:graphic>
          <a:graphicData uri="http://schemas.openxmlformats.org/presentationml/2006/ole">
            <mc:AlternateContent xmlns:mc="http://schemas.openxmlformats.org/markup-compatibility/2006">
              <mc:Choice xmlns:v="urn:schemas-microsoft-com:vml" Requires="v">
                <p:oleObj spid="_x0000_s121940" name="公式" r:id="rId11" imgW="1295451" imgH="352391" progId="Equation.3">
                  <p:embed/>
                </p:oleObj>
              </mc:Choice>
              <mc:Fallback>
                <p:oleObj name="公式" r:id="rId11" imgW="1295451" imgH="352391" progId="Equation.3">
                  <p:embed/>
                  <p:pic>
                    <p:nvPicPr>
                      <p:cNvPr id="37900" name="Object 6">
                        <a:extLst>
                          <a:ext uri="{FF2B5EF4-FFF2-40B4-BE49-F238E27FC236}">
                            <a16:creationId xmlns:a16="http://schemas.microsoft.com/office/drawing/2014/main" id="{63B77721-6585-4BB9-B4F7-54F88EA5B231}"/>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28688" y="4000500"/>
                        <a:ext cx="3444875" cy="1017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7901" name="Rectangle 13">
            <a:extLst>
              <a:ext uri="{FF2B5EF4-FFF2-40B4-BE49-F238E27FC236}">
                <a16:creationId xmlns:a16="http://schemas.microsoft.com/office/drawing/2014/main" id="{05AFC4C4-EFE3-41FC-8BA9-08CA67147E43}"/>
              </a:ext>
            </a:extLst>
          </p:cNvPr>
          <p:cNvSpPr>
            <a:spLocks noChangeArrowheads="1"/>
          </p:cNvSpPr>
          <p:nvPr/>
        </p:nvSpPr>
        <p:spPr bwMode="auto">
          <a:xfrm>
            <a:off x="285750" y="3643313"/>
            <a:ext cx="426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0" lang="zh-CN" altLang="en-US">
                <a:solidFill>
                  <a:schemeClr val="bg1"/>
                </a:solidFill>
                <a:latin typeface="宋体" panose="02010600030101010101" pitchFamily="2" charset="-122"/>
              </a:rPr>
              <a:t>用麦氏电磁场方程组可推出</a:t>
            </a:r>
          </a:p>
        </p:txBody>
      </p:sp>
      <p:sp>
        <p:nvSpPr>
          <p:cNvPr id="37902" name="AutoShape 14">
            <a:extLst>
              <a:ext uri="{FF2B5EF4-FFF2-40B4-BE49-F238E27FC236}">
                <a16:creationId xmlns:a16="http://schemas.microsoft.com/office/drawing/2014/main" id="{8C197C1F-5FA4-4C43-A140-5D602DBD3FB3}"/>
              </a:ext>
            </a:extLst>
          </p:cNvPr>
          <p:cNvSpPr>
            <a:spLocks/>
          </p:cNvSpPr>
          <p:nvPr/>
        </p:nvSpPr>
        <p:spPr bwMode="auto">
          <a:xfrm>
            <a:off x="4643438" y="3071813"/>
            <a:ext cx="306387" cy="1716087"/>
          </a:xfrm>
          <a:prstGeom prst="rightBrace">
            <a:avLst>
              <a:gd name="adj1" fmla="val 53936"/>
              <a:gd name="adj2" fmla="val 50000"/>
            </a:avLst>
          </a:prstGeom>
          <a:noFill/>
          <a:ln w="22225">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a:solidFill>
                <a:schemeClr val="bg1"/>
              </a:solidFill>
            </a:endParaRPr>
          </a:p>
        </p:txBody>
      </p:sp>
      <p:graphicFrame>
        <p:nvGraphicFramePr>
          <p:cNvPr id="37903" name="Object 7">
            <a:extLst>
              <a:ext uri="{FF2B5EF4-FFF2-40B4-BE49-F238E27FC236}">
                <a16:creationId xmlns:a16="http://schemas.microsoft.com/office/drawing/2014/main" id="{9A6650BC-1BC8-49F7-B3FA-6FD1B583104F}"/>
              </a:ext>
            </a:extLst>
          </p:cNvPr>
          <p:cNvGraphicFramePr>
            <a:graphicFrameLocks noChangeAspect="1"/>
          </p:cNvGraphicFramePr>
          <p:nvPr>
            <p:extLst/>
          </p:nvPr>
        </p:nvGraphicFramePr>
        <p:xfrm>
          <a:off x="5214938" y="3325813"/>
          <a:ext cx="3216275" cy="1246187"/>
        </p:xfrm>
        <a:graphic>
          <a:graphicData uri="http://schemas.openxmlformats.org/presentationml/2006/ole">
            <mc:AlternateContent xmlns:mc="http://schemas.openxmlformats.org/markup-compatibility/2006">
              <mc:Choice xmlns:v="urn:schemas-microsoft-com:vml" Requires="v">
                <p:oleObj spid="_x0000_s121941" name="Equation" r:id="rId13" imgW="1209822" imgH="447607" progId="Equation.3">
                  <p:embed/>
                </p:oleObj>
              </mc:Choice>
              <mc:Fallback>
                <p:oleObj name="Equation" r:id="rId13" imgW="1209822" imgH="447607" progId="Equation.3">
                  <p:embed/>
                  <p:pic>
                    <p:nvPicPr>
                      <p:cNvPr id="37903" name="Object 7">
                        <a:extLst>
                          <a:ext uri="{FF2B5EF4-FFF2-40B4-BE49-F238E27FC236}">
                            <a16:creationId xmlns:a16="http://schemas.microsoft.com/office/drawing/2014/main" id="{9A6650BC-1BC8-49F7-B3FA-6FD1B583104F}"/>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214938" y="3325813"/>
                        <a:ext cx="3216275" cy="1246187"/>
                      </a:xfrm>
                      <a:prstGeom prst="rect">
                        <a:avLst/>
                      </a:prstGeom>
                      <a:noFill/>
                      <a:ln w="9525">
                        <a:solidFill>
                          <a:srgbClr val="FF99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904" name="Rectangle 16">
            <a:extLst>
              <a:ext uri="{FF2B5EF4-FFF2-40B4-BE49-F238E27FC236}">
                <a16:creationId xmlns:a16="http://schemas.microsoft.com/office/drawing/2014/main" id="{CD68879A-AE65-437C-A3CC-5485AF2C117F}"/>
              </a:ext>
            </a:extLst>
          </p:cNvPr>
          <p:cNvSpPr>
            <a:spLocks noChangeArrowheads="1"/>
          </p:cNvSpPr>
          <p:nvPr/>
        </p:nvSpPr>
        <p:spPr bwMode="auto">
          <a:xfrm>
            <a:off x="314325" y="5224463"/>
            <a:ext cx="20081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0" lang="en-US" altLang="zh-CN">
                <a:solidFill>
                  <a:srgbClr val="EDFE4A"/>
                </a:solidFill>
                <a:latin typeface="宋体" panose="02010600030101010101" pitchFamily="2" charset="-122"/>
                <a:sym typeface="Symbol" panose="05050102010706020507" pitchFamily="18" charset="2"/>
              </a:rPr>
              <a:t> </a:t>
            </a:r>
            <a:r>
              <a:rPr kumimoji="0" lang="zh-CN" altLang="en-US">
                <a:solidFill>
                  <a:srgbClr val="EDFE4A"/>
                </a:solidFill>
                <a:latin typeface="宋体" panose="02010600030101010101" pitchFamily="2" charset="-122"/>
              </a:rPr>
              <a:t>在真空中：</a:t>
            </a:r>
          </a:p>
        </p:txBody>
      </p:sp>
      <p:graphicFrame>
        <p:nvGraphicFramePr>
          <p:cNvPr id="37905" name="Object 8">
            <a:extLst>
              <a:ext uri="{FF2B5EF4-FFF2-40B4-BE49-F238E27FC236}">
                <a16:creationId xmlns:a16="http://schemas.microsoft.com/office/drawing/2014/main" id="{82BF7B3F-FAF9-4361-ACDC-CC872E8D7586}"/>
              </a:ext>
            </a:extLst>
          </p:cNvPr>
          <p:cNvGraphicFramePr>
            <a:graphicFrameLocks noChangeAspect="1"/>
          </p:cNvGraphicFramePr>
          <p:nvPr>
            <p:extLst/>
          </p:nvPr>
        </p:nvGraphicFramePr>
        <p:xfrm>
          <a:off x="2306638" y="5072063"/>
          <a:ext cx="5086350" cy="688975"/>
        </p:xfrm>
        <a:graphic>
          <a:graphicData uri="http://schemas.openxmlformats.org/presentationml/2006/ole">
            <mc:AlternateContent xmlns:mc="http://schemas.openxmlformats.org/markup-compatibility/2006">
              <mc:Choice xmlns:v="urn:schemas-microsoft-com:vml" Requires="v">
                <p:oleObj spid="_x0000_s121942" name="公式" r:id="rId15" imgW="1933696" imgH="228702" progId="Equation.3">
                  <p:embed/>
                </p:oleObj>
              </mc:Choice>
              <mc:Fallback>
                <p:oleObj name="公式" r:id="rId15" imgW="1933696" imgH="228702" progId="Equation.3">
                  <p:embed/>
                  <p:pic>
                    <p:nvPicPr>
                      <p:cNvPr id="37905" name="Object 8">
                        <a:extLst>
                          <a:ext uri="{FF2B5EF4-FFF2-40B4-BE49-F238E27FC236}">
                            <a16:creationId xmlns:a16="http://schemas.microsoft.com/office/drawing/2014/main" id="{82BF7B3F-FAF9-4361-ACDC-CC872E8D7586}"/>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306638" y="5072063"/>
                        <a:ext cx="5086350" cy="68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7906" name="Object 9">
            <a:extLst>
              <a:ext uri="{FF2B5EF4-FFF2-40B4-BE49-F238E27FC236}">
                <a16:creationId xmlns:a16="http://schemas.microsoft.com/office/drawing/2014/main" id="{96439A09-FC54-455A-940D-B693F730DD66}"/>
              </a:ext>
            </a:extLst>
          </p:cNvPr>
          <p:cNvGraphicFramePr>
            <a:graphicFrameLocks noChangeAspect="1"/>
          </p:cNvGraphicFramePr>
          <p:nvPr>
            <p:extLst/>
          </p:nvPr>
        </p:nvGraphicFramePr>
        <p:xfrm>
          <a:off x="7500938" y="5214938"/>
          <a:ext cx="622300" cy="360362"/>
        </p:xfrm>
        <a:graphic>
          <a:graphicData uri="http://schemas.openxmlformats.org/presentationml/2006/ole">
            <mc:AlternateContent xmlns:mc="http://schemas.openxmlformats.org/markup-compatibility/2006">
              <mc:Choice xmlns:v="urn:schemas-microsoft-com:vml" Requires="v">
                <p:oleObj spid="_x0000_s121943" name="Equation" r:id="rId17" imgW="200006" imgH="104707" progId="Equation.3">
                  <p:embed/>
                </p:oleObj>
              </mc:Choice>
              <mc:Fallback>
                <p:oleObj name="Equation" r:id="rId17" imgW="200006" imgH="104707" progId="Equation.3">
                  <p:embed/>
                  <p:pic>
                    <p:nvPicPr>
                      <p:cNvPr id="37906" name="Object 9">
                        <a:extLst>
                          <a:ext uri="{FF2B5EF4-FFF2-40B4-BE49-F238E27FC236}">
                            <a16:creationId xmlns:a16="http://schemas.microsoft.com/office/drawing/2014/main" id="{96439A09-FC54-455A-940D-B693F730DD66}"/>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7500938" y="5214938"/>
                        <a:ext cx="622300"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7907" name="Rectangle 19">
            <a:extLst>
              <a:ext uri="{FF2B5EF4-FFF2-40B4-BE49-F238E27FC236}">
                <a16:creationId xmlns:a16="http://schemas.microsoft.com/office/drawing/2014/main" id="{231CC0AA-5C8B-428E-8A9C-2C7032B3F119}"/>
              </a:ext>
            </a:extLst>
          </p:cNvPr>
          <p:cNvSpPr>
            <a:spLocks noChangeArrowheads="1"/>
          </p:cNvSpPr>
          <p:nvPr/>
        </p:nvSpPr>
        <p:spPr bwMode="auto">
          <a:xfrm>
            <a:off x="314325" y="6021288"/>
            <a:ext cx="20018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0" lang="en-US" altLang="zh-CN" dirty="0">
                <a:solidFill>
                  <a:srgbClr val="EDFE4A"/>
                </a:solidFill>
                <a:latin typeface="宋体" panose="02010600030101010101" pitchFamily="2" charset="-122"/>
                <a:sym typeface="Symbol" panose="05050102010706020507" pitchFamily="18" charset="2"/>
              </a:rPr>
              <a:t> </a:t>
            </a:r>
            <a:r>
              <a:rPr kumimoji="0" lang="zh-CN" altLang="en-US" dirty="0">
                <a:solidFill>
                  <a:srgbClr val="EDFE4A"/>
                </a:solidFill>
                <a:latin typeface="宋体" panose="02010600030101010101" pitchFamily="2" charset="-122"/>
              </a:rPr>
              <a:t>在介质中：</a:t>
            </a:r>
          </a:p>
        </p:txBody>
      </p:sp>
      <p:graphicFrame>
        <p:nvGraphicFramePr>
          <p:cNvPr id="37908" name="Object 10">
            <a:extLst>
              <a:ext uri="{FF2B5EF4-FFF2-40B4-BE49-F238E27FC236}">
                <a16:creationId xmlns:a16="http://schemas.microsoft.com/office/drawing/2014/main" id="{FB7BA8C8-FB14-40C5-9A5D-0588552161B5}"/>
              </a:ext>
            </a:extLst>
          </p:cNvPr>
          <p:cNvGraphicFramePr>
            <a:graphicFrameLocks noChangeAspect="1"/>
          </p:cNvGraphicFramePr>
          <p:nvPr>
            <p:extLst/>
          </p:nvPr>
        </p:nvGraphicFramePr>
        <p:xfrm>
          <a:off x="2143125" y="5908377"/>
          <a:ext cx="2952750" cy="688975"/>
        </p:xfrm>
        <a:graphic>
          <a:graphicData uri="http://schemas.openxmlformats.org/presentationml/2006/ole">
            <mc:AlternateContent xmlns:mc="http://schemas.openxmlformats.org/markup-compatibility/2006">
              <mc:Choice xmlns:v="urn:schemas-microsoft-com:vml" Requires="v">
                <p:oleObj spid="_x0000_s121944" name="Equation" r:id="rId19" imgW="1104925" imgH="228702" progId="Equation.3">
                  <p:embed/>
                </p:oleObj>
              </mc:Choice>
              <mc:Fallback>
                <p:oleObj name="Equation" r:id="rId19" imgW="1104925" imgH="228702" progId="Equation.3">
                  <p:embed/>
                  <p:pic>
                    <p:nvPicPr>
                      <p:cNvPr id="37908" name="Object 10">
                        <a:extLst>
                          <a:ext uri="{FF2B5EF4-FFF2-40B4-BE49-F238E27FC236}">
                            <a16:creationId xmlns:a16="http://schemas.microsoft.com/office/drawing/2014/main" id="{FB7BA8C8-FB14-40C5-9A5D-0588552161B5}"/>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143125" y="5908377"/>
                        <a:ext cx="2952750" cy="68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7909" name="Object 11">
            <a:extLst>
              <a:ext uri="{FF2B5EF4-FFF2-40B4-BE49-F238E27FC236}">
                <a16:creationId xmlns:a16="http://schemas.microsoft.com/office/drawing/2014/main" id="{4307A874-A3F9-4309-A0BF-B36B126D3D83}"/>
              </a:ext>
            </a:extLst>
          </p:cNvPr>
          <p:cNvGraphicFramePr>
            <a:graphicFrameLocks noChangeAspect="1"/>
          </p:cNvGraphicFramePr>
          <p:nvPr>
            <p:extLst/>
          </p:nvPr>
        </p:nvGraphicFramePr>
        <p:xfrm>
          <a:off x="5038725" y="5908377"/>
          <a:ext cx="1931988" cy="654050"/>
        </p:xfrm>
        <a:graphic>
          <a:graphicData uri="http://schemas.openxmlformats.org/presentationml/2006/ole">
            <mc:AlternateContent xmlns:mc="http://schemas.openxmlformats.org/markup-compatibility/2006">
              <mc:Choice xmlns:v="urn:schemas-microsoft-com:vml" Requires="v">
                <p:oleObj spid="_x0000_s121945" name="Equation" r:id="rId21" imgW="714394" imgH="219211" progId="Equation.3">
                  <p:embed/>
                </p:oleObj>
              </mc:Choice>
              <mc:Fallback>
                <p:oleObj name="Equation" r:id="rId21" imgW="714394" imgH="219211" progId="Equation.3">
                  <p:embed/>
                  <p:pic>
                    <p:nvPicPr>
                      <p:cNvPr id="37909" name="Object 11">
                        <a:extLst>
                          <a:ext uri="{FF2B5EF4-FFF2-40B4-BE49-F238E27FC236}">
                            <a16:creationId xmlns:a16="http://schemas.microsoft.com/office/drawing/2014/main" id="{4307A874-A3F9-4309-A0BF-B36B126D3D83}"/>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038725" y="5908377"/>
                        <a:ext cx="1931988" cy="65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7910" name="Object 12">
            <a:extLst>
              <a:ext uri="{FF2B5EF4-FFF2-40B4-BE49-F238E27FC236}">
                <a16:creationId xmlns:a16="http://schemas.microsoft.com/office/drawing/2014/main" id="{3937AD87-CAFD-4A6B-A326-EBEB2015BBDF}"/>
              </a:ext>
            </a:extLst>
          </p:cNvPr>
          <p:cNvGraphicFramePr>
            <a:graphicFrameLocks noChangeAspect="1"/>
          </p:cNvGraphicFramePr>
          <p:nvPr>
            <p:extLst/>
          </p:nvPr>
        </p:nvGraphicFramePr>
        <p:xfrm>
          <a:off x="6943725" y="5984577"/>
          <a:ext cx="1701800" cy="457200"/>
        </p:xfrm>
        <a:graphic>
          <a:graphicData uri="http://schemas.openxmlformats.org/presentationml/2006/ole">
            <mc:AlternateContent xmlns:mc="http://schemas.openxmlformats.org/markup-compatibility/2006">
              <mc:Choice xmlns:v="urn:schemas-microsoft-com:vml" Requires="v">
                <p:oleObj spid="_x0000_s121946" name="Equation" r:id="rId23" imgW="618978" imgH="142977" progId="Equation.3">
                  <p:embed/>
                </p:oleObj>
              </mc:Choice>
              <mc:Fallback>
                <p:oleObj name="Equation" r:id="rId23" imgW="618978" imgH="142977" progId="Equation.3">
                  <p:embed/>
                  <p:pic>
                    <p:nvPicPr>
                      <p:cNvPr id="37910" name="Object 12">
                        <a:extLst>
                          <a:ext uri="{FF2B5EF4-FFF2-40B4-BE49-F238E27FC236}">
                            <a16:creationId xmlns:a16="http://schemas.microsoft.com/office/drawing/2014/main" id="{3937AD87-CAFD-4A6B-A326-EBEB2015BBDF}"/>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6943725" y="5984577"/>
                        <a:ext cx="170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7911" name="AutoShape 23">
            <a:extLst>
              <a:ext uri="{FF2B5EF4-FFF2-40B4-BE49-F238E27FC236}">
                <a16:creationId xmlns:a16="http://schemas.microsoft.com/office/drawing/2014/main" id="{404DB827-0FE7-46FB-AE61-1AC1464898FE}"/>
              </a:ext>
            </a:extLst>
          </p:cNvPr>
          <p:cNvSpPr>
            <a:spLocks noChangeArrowheads="1"/>
          </p:cNvSpPr>
          <p:nvPr/>
        </p:nvSpPr>
        <p:spPr bwMode="auto">
          <a:xfrm>
            <a:off x="7786688" y="5572125"/>
            <a:ext cx="1357312" cy="395288"/>
          </a:xfrm>
          <a:prstGeom prst="wedgeRectCallout">
            <a:avLst>
              <a:gd name="adj1" fmla="val -38740"/>
              <a:gd name="adj2" fmla="val 87365"/>
            </a:avLst>
          </a:prstGeom>
          <a:noFill/>
          <a:ln w="22225">
            <a:solidFill>
              <a:srgbClr val="FF99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kumimoji="0" lang="zh-CN" altLang="en-US" dirty="0">
                <a:solidFill>
                  <a:srgbClr val="76FB4D"/>
                </a:solidFill>
              </a:rPr>
              <a:t>折射率</a:t>
            </a:r>
            <a:endParaRPr kumimoji="0" lang="en-US" altLang="zh-CN" dirty="0">
              <a:solidFill>
                <a:srgbClr val="76FB4D"/>
              </a:solidFill>
            </a:endParaRPr>
          </a:p>
        </p:txBody>
      </p:sp>
      <p:graphicFrame>
        <p:nvGraphicFramePr>
          <p:cNvPr id="23" name="Object 13">
            <a:extLst>
              <a:ext uri="{FF2B5EF4-FFF2-40B4-BE49-F238E27FC236}">
                <a16:creationId xmlns:a16="http://schemas.microsoft.com/office/drawing/2014/main" id="{7EA6A04B-DBD6-4634-A732-DE90E2603ACA}"/>
              </a:ext>
            </a:extLst>
          </p:cNvPr>
          <p:cNvGraphicFramePr>
            <a:graphicFrameLocks noChangeAspect="1"/>
          </p:cNvGraphicFramePr>
          <p:nvPr>
            <p:extLst/>
          </p:nvPr>
        </p:nvGraphicFramePr>
        <p:xfrm>
          <a:off x="3343275" y="214313"/>
          <a:ext cx="2286000" cy="990600"/>
        </p:xfrm>
        <a:graphic>
          <a:graphicData uri="http://schemas.openxmlformats.org/presentationml/2006/ole">
            <mc:AlternateContent xmlns:mc="http://schemas.openxmlformats.org/markup-compatibility/2006">
              <mc:Choice xmlns:v="urn:schemas-microsoft-com:vml" Requires="v">
                <p:oleObj spid="_x0000_s121947" name="Equation" r:id="rId25" imgW="904920" imgH="380864" progId="Equation.3">
                  <p:embed/>
                </p:oleObj>
              </mc:Choice>
              <mc:Fallback>
                <p:oleObj name="Equation" r:id="rId25" imgW="904920" imgH="380864" progId="Equation.3">
                  <p:embed/>
                  <p:pic>
                    <p:nvPicPr>
                      <p:cNvPr id="23" name="Object 13">
                        <a:extLst>
                          <a:ext uri="{FF2B5EF4-FFF2-40B4-BE49-F238E27FC236}">
                            <a16:creationId xmlns:a16="http://schemas.microsoft.com/office/drawing/2014/main" id="{7EA6A04B-DBD6-4634-A732-DE90E2603ACA}"/>
                          </a:ext>
                        </a:extLst>
                      </p:cNvPr>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3343275" y="214313"/>
                        <a:ext cx="2286000" cy="990600"/>
                      </a:xfrm>
                      <a:prstGeom prst="rect">
                        <a:avLst/>
                      </a:prstGeom>
                      <a:noFill/>
                      <a:ln w="19050">
                        <a:solidFill>
                          <a:srgbClr val="FF66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4" name="Rectangle 1077">
            <a:extLst>
              <a:ext uri="{FF2B5EF4-FFF2-40B4-BE49-F238E27FC236}">
                <a16:creationId xmlns:a16="http://schemas.microsoft.com/office/drawing/2014/main" id="{DB5A7FF1-0221-4583-8E98-C1C0A2215A47}"/>
              </a:ext>
            </a:extLst>
          </p:cNvPr>
          <p:cNvSpPr>
            <a:spLocks noChangeArrowheads="1"/>
          </p:cNvSpPr>
          <p:nvPr/>
        </p:nvSpPr>
        <p:spPr bwMode="auto">
          <a:xfrm>
            <a:off x="142875" y="428625"/>
            <a:ext cx="3352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0" lang="zh-CN" altLang="en-US">
                <a:solidFill>
                  <a:schemeClr val="bg1"/>
                </a:solidFill>
                <a:latin typeface="宋体" panose="02010600030101010101" pitchFamily="2" charset="-122"/>
              </a:rPr>
              <a:t>由麦克斯韦理论可得：</a:t>
            </a:r>
          </a:p>
        </p:txBody>
      </p:sp>
      <p:graphicFrame>
        <p:nvGraphicFramePr>
          <p:cNvPr id="25" name="Object 14">
            <a:extLst>
              <a:ext uri="{FF2B5EF4-FFF2-40B4-BE49-F238E27FC236}">
                <a16:creationId xmlns:a16="http://schemas.microsoft.com/office/drawing/2014/main" id="{4DB96459-CD4A-4DE8-A796-08B0D28583AF}"/>
              </a:ext>
            </a:extLst>
          </p:cNvPr>
          <p:cNvGraphicFramePr>
            <a:graphicFrameLocks noChangeAspect="1"/>
          </p:cNvGraphicFramePr>
          <p:nvPr>
            <p:extLst/>
          </p:nvPr>
        </p:nvGraphicFramePr>
        <p:xfrm>
          <a:off x="5857875" y="214313"/>
          <a:ext cx="2317750" cy="990600"/>
        </p:xfrm>
        <a:graphic>
          <a:graphicData uri="http://schemas.openxmlformats.org/presentationml/2006/ole">
            <mc:AlternateContent xmlns:mc="http://schemas.openxmlformats.org/markup-compatibility/2006">
              <mc:Choice xmlns:v="urn:schemas-microsoft-com:vml" Requires="v">
                <p:oleObj spid="_x0000_s121948" name="Equation" r:id="rId27" imgW="914400" imgH="380864" progId="Equation.3">
                  <p:embed/>
                </p:oleObj>
              </mc:Choice>
              <mc:Fallback>
                <p:oleObj name="Equation" r:id="rId27" imgW="914400" imgH="380864" progId="Equation.3">
                  <p:embed/>
                  <p:pic>
                    <p:nvPicPr>
                      <p:cNvPr id="25" name="Object 14">
                        <a:extLst>
                          <a:ext uri="{FF2B5EF4-FFF2-40B4-BE49-F238E27FC236}">
                            <a16:creationId xmlns:a16="http://schemas.microsoft.com/office/drawing/2014/main" id="{4DB96459-CD4A-4DE8-A796-08B0D28583AF}"/>
                          </a:ext>
                        </a:extLst>
                      </p:cNvPr>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5857875" y="214313"/>
                        <a:ext cx="2317750" cy="990600"/>
                      </a:xfrm>
                      <a:prstGeom prst="rect">
                        <a:avLst/>
                      </a:prstGeom>
                      <a:noFill/>
                      <a:ln w="19050">
                        <a:solidFill>
                          <a:srgbClr val="FF66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192" name="灯片编号占位符 1">
            <a:extLst>
              <a:ext uri="{FF2B5EF4-FFF2-40B4-BE49-F238E27FC236}">
                <a16:creationId xmlns:a16="http://schemas.microsoft.com/office/drawing/2014/main" id="{BAAE588C-E8C6-4AD8-953F-1256A2D37759}"/>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382FE267-7CD0-4F01-B755-B945C9C7F3CA}" type="slidenum">
              <a:rPr lang="en-US" altLang="zh-CN" b="0">
                <a:solidFill>
                  <a:srgbClr val="FF00FF"/>
                </a:solidFill>
              </a:rPr>
              <a:pPr eaLnBrk="1" hangingPunct="1"/>
              <a:t>15</a:t>
            </a:fld>
            <a:r>
              <a:rPr lang="en-US" altLang="zh-CN" b="0">
                <a:solidFill>
                  <a:srgbClr val="FF00FF"/>
                </a:solidFill>
              </a:rPr>
              <a:t>/25</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left)">
                                      <p:cBhvr>
                                        <p:cTn id="7" dur="500"/>
                                        <p:tgtEl>
                                          <p:spTgt spid="2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wipe(left)">
                                      <p:cBhvr>
                                        <p:cTn id="12" dur="500"/>
                                        <p:tgtEl>
                                          <p:spTgt spid="23"/>
                                        </p:tgtEl>
                                      </p:cBhvr>
                                    </p:animEffect>
                                  </p:childTnLst>
                                </p:cTn>
                              </p:par>
                            </p:childTnLst>
                          </p:cTn>
                        </p:par>
                        <p:par>
                          <p:cTn id="13" fill="hold" nodeType="withGroup">
                            <p:stCondLst>
                              <p:cond delay="500"/>
                            </p:stCondLst>
                            <p:childTnLst>
                              <p:par>
                                <p:cTn id="14" presetID="22" presetClass="entr" presetSubtype="8" fill="hold" nodeType="after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wipe(left)">
                                      <p:cBhvr>
                                        <p:cTn id="16" dur="500"/>
                                        <p:tgtEl>
                                          <p:spTgt spid="25"/>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2" presetClass="entr" presetSubtype="8" fill="hold" grpId="0" nodeType="clickEffect">
                                  <p:stCondLst>
                                    <p:cond delay="0"/>
                                  </p:stCondLst>
                                  <p:childTnLst>
                                    <p:set>
                                      <p:cBhvr>
                                        <p:cTn id="20" dur="1" fill="hold">
                                          <p:stCondLst>
                                            <p:cond delay="0"/>
                                          </p:stCondLst>
                                        </p:cTn>
                                        <p:tgtEl>
                                          <p:spTgt spid="37894"/>
                                        </p:tgtEl>
                                        <p:attrNameLst>
                                          <p:attrName>style.visibility</p:attrName>
                                        </p:attrNameLst>
                                      </p:cBhvr>
                                      <p:to>
                                        <p:strVal val="visible"/>
                                      </p:to>
                                    </p:set>
                                    <p:animEffect transition="in" filter="slide(fromLeft)">
                                      <p:cBhvr>
                                        <p:cTn id="21" dur="500"/>
                                        <p:tgtEl>
                                          <p:spTgt spid="37894"/>
                                        </p:tgtEl>
                                      </p:cBhvr>
                                    </p:animEffect>
                                  </p:childTnLst>
                                </p:cTn>
                              </p:par>
                            </p:childTnLst>
                          </p:cTn>
                        </p:par>
                        <p:par>
                          <p:cTn id="22" fill="hold" nodeType="afterGroup">
                            <p:stCondLst>
                              <p:cond delay="500"/>
                            </p:stCondLst>
                            <p:childTnLst>
                              <p:par>
                                <p:cTn id="23" presetID="22" presetClass="entr" presetSubtype="8" fill="hold" nodeType="afterEffect">
                                  <p:stCondLst>
                                    <p:cond delay="0"/>
                                  </p:stCondLst>
                                  <p:childTnLst>
                                    <p:set>
                                      <p:cBhvr>
                                        <p:cTn id="24" dur="1" fill="hold">
                                          <p:stCondLst>
                                            <p:cond delay="0"/>
                                          </p:stCondLst>
                                        </p:cTn>
                                        <p:tgtEl>
                                          <p:spTgt spid="37893"/>
                                        </p:tgtEl>
                                        <p:attrNameLst>
                                          <p:attrName>style.visibility</p:attrName>
                                        </p:attrNameLst>
                                      </p:cBhvr>
                                      <p:to>
                                        <p:strVal val="visible"/>
                                      </p:to>
                                    </p:set>
                                    <p:animEffect transition="in" filter="wipe(left)">
                                      <p:cBhvr>
                                        <p:cTn id="25" dur="500"/>
                                        <p:tgtEl>
                                          <p:spTgt spid="37893"/>
                                        </p:tgtEl>
                                      </p:cBhvr>
                                    </p:animEffect>
                                  </p:childTnLst>
                                </p:cTn>
                              </p:par>
                            </p:childTnLst>
                          </p:cTn>
                        </p:par>
                        <p:par>
                          <p:cTn id="26" fill="hold" nodeType="afterGroup">
                            <p:stCondLst>
                              <p:cond delay="1000"/>
                            </p:stCondLst>
                            <p:childTnLst>
                              <p:par>
                                <p:cTn id="27" presetID="22" presetClass="entr" presetSubtype="8" fill="hold" nodeType="afterEffect">
                                  <p:stCondLst>
                                    <p:cond delay="0"/>
                                  </p:stCondLst>
                                  <p:childTnLst>
                                    <p:set>
                                      <p:cBhvr>
                                        <p:cTn id="28" dur="1" fill="hold">
                                          <p:stCondLst>
                                            <p:cond delay="0"/>
                                          </p:stCondLst>
                                        </p:cTn>
                                        <p:tgtEl>
                                          <p:spTgt spid="37895"/>
                                        </p:tgtEl>
                                        <p:attrNameLst>
                                          <p:attrName>style.visibility</p:attrName>
                                        </p:attrNameLst>
                                      </p:cBhvr>
                                      <p:to>
                                        <p:strVal val="visible"/>
                                      </p:to>
                                    </p:set>
                                    <p:animEffect transition="in" filter="wipe(left)">
                                      <p:cBhvr>
                                        <p:cTn id="29" dur="500"/>
                                        <p:tgtEl>
                                          <p:spTgt spid="37895"/>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37897"/>
                                        </p:tgtEl>
                                        <p:attrNameLst>
                                          <p:attrName>style.visibility</p:attrName>
                                        </p:attrNameLst>
                                      </p:cBhvr>
                                      <p:to>
                                        <p:strVal val="visible"/>
                                      </p:to>
                                    </p:set>
                                    <p:animEffect transition="in" filter="wipe(left)">
                                      <p:cBhvr>
                                        <p:cTn id="34" dur="500"/>
                                        <p:tgtEl>
                                          <p:spTgt spid="37897"/>
                                        </p:tgtEl>
                                      </p:cBhvr>
                                    </p:animEffect>
                                  </p:childTnLst>
                                </p:cTn>
                              </p:par>
                            </p:childTnLst>
                          </p:cTn>
                        </p:par>
                        <p:par>
                          <p:cTn id="35" fill="hold" nodeType="afterGroup">
                            <p:stCondLst>
                              <p:cond delay="500"/>
                            </p:stCondLst>
                            <p:childTnLst>
                              <p:par>
                                <p:cTn id="36" presetID="22" presetClass="entr" presetSubtype="8" fill="hold" nodeType="afterEffect">
                                  <p:stCondLst>
                                    <p:cond delay="0"/>
                                  </p:stCondLst>
                                  <p:childTnLst>
                                    <p:set>
                                      <p:cBhvr>
                                        <p:cTn id="37" dur="1" fill="hold">
                                          <p:stCondLst>
                                            <p:cond delay="0"/>
                                          </p:stCondLst>
                                        </p:cTn>
                                        <p:tgtEl>
                                          <p:spTgt spid="37898"/>
                                        </p:tgtEl>
                                        <p:attrNameLst>
                                          <p:attrName>style.visibility</p:attrName>
                                        </p:attrNameLst>
                                      </p:cBhvr>
                                      <p:to>
                                        <p:strVal val="visible"/>
                                      </p:to>
                                    </p:set>
                                    <p:animEffect transition="in" filter="wipe(left)">
                                      <p:cBhvr>
                                        <p:cTn id="38" dur="500"/>
                                        <p:tgtEl>
                                          <p:spTgt spid="37898"/>
                                        </p:tgtEl>
                                      </p:cBhvr>
                                    </p:animEffect>
                                  </p:childTnLst>
                                </p:cTn>
                              </p:par>
                            </p:childTnLst>
                          </p:cTn>
                        </p:par>
                        <p:par>
                          <p:cTn id="39" fill="hold" nodeType="afterGroup">
                            <p:stCondLst>
                              <p:cond delay="1000"/>
                            </p:stCondLst>
                            <p:childTnLst>
                              <p:par>
                                <p:cTn id="40" presetID="22" presetClass="entr" presetSubtype="8" fill="hold" grpId="0" nodeType="afterEffect">
                                  <p:stCondLst>
                                    <p:cond delay="0"/>
                                  </p:stCondLst>
                                  <p:childTnLst>
                                    <p:set>
                                      <p:cBhvr>
                                        <p:cTn id="41" dur="1" fill="hold">
                                          <p:stCondLst>
                                            <p:cond delay="0"/>
                                          </p:stCondLst>
                                        </p:cTn>
                                        <p:tgtEl>
                                          <p:spTgt spid="37899"/>
                                        </p:tgtEl>
                                        <p:attrNameLst>
                                          <p:attrName>style.visibility</p:attrName>
                                        </p:attrNameLst>
                                      </p:cBhvr>
                                      <p:to>
                                        <p:strVal val="visible"/>
                                      </p:to>
                                    </p:set>
                                    <p:animEffect transition="in" filter="wipe(left)">
                                      <p:cBhvr>
                                        <p:cTn id="42" dur="500"/>
                                        <p:tgtEl>
                                          <p:spTgt spid="37899"/>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37896"/>
                                        </p:tgtEl>
                                        <p:attrNameLst>
                                          <p:attrName>style.visibility</p:attrName>
                                        </p:attrNameLst>
                                      </p:cBhvr>
                                      <p:to>
                                        <p:strVal val="visible"/>
                                      </p:to>
                                    </p:set>
                                    <p:animEffect transition="in" filter="wipe(left)">
                                      <p:cBhvr>
                                        <p:cTn id="47" dur="500"/>
                                        <p:tgtEl>
                                          <p:spTgt spid="37896"/>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37901"/>
                                        </p:tgtEl>
                                        <p:attrNameLst>
                                          <p:attrName>style.visibility</p:attrName>
                                        </p:attrNameLst>
                                      </p:cBhvr>
                                      <p:to>
                                        <p:strVal val="visible"/>
                                      </p:to>
                                    </p:set>
                                    <p:animEffect transition="in" filter="blinds(horizontal)">
                                      <p:cBhvr>
                                        <p:cTn id="52" dur="500"/>
                                        <p:tgtEl>
                                          <p:spTgt spid="37901"/>
                                        </p:tgtEl>
                                      </p:cBhvr>
                                    </p:animEffect>
                                  </p:childTnLst>
                                </p:cTn>
                              </p:par>
                            </p:childTnLst>
                          </p:cTn>
                        </p:par>
                        <p:par>
                          <p:cTn id="53" fill="hold" nodeType="withGroup">
                            <p:stCondLst>
                              <p:cond delay="500"/>
                            </p:stCondLst>
                            <p:childTnLst>
                              <p:par>
                                <p:cTn id="54" presetID="22" presetClass="entr" presetSubtype="8" fill="hold" nodeType="afterEffect">
                                  <p:stCondLst>
                                    <p:cond delay="0"/>
                                  </p:stCondLst>
                                  <p:childTnLst>
                                    <p:set>
                                      <p:cBhvr>
                                        <p:cTn id="55" dur="1" fill="hold">
                                          <p:stCondLst>
                                            <p:cond delay="0"/>
                                          </p:stCondLst>
                                        </p:cTn>
                                        <p:tgtEl>
                                          <p:spTgt spid="37900"/>
                                        </p:tgtEl>
                                        <p:attrNameLst>
                                          <p:attrName>style.visibility</p:attrName>
                                        </p:attrNameLst>
                                      </p:cBhvr>
                                      <p:to>
                                        <p:strVal val="visible"/>
                                      </p:to>
                                    </p:set>
                                    <p:animEffect transition="in" filter="wipe(left)">
                                      <p:cBhvr>
                                        <p:cTn id="56" dur="500"/>
                                        <p:tgtEl>
                                          <p:spTgt spid="37900"/>
                                        </p:tgtEl>
                                      </p:cBhvr>
                                    </p:animEffect>
                                  </p:childTnLst>
                                </p:cTn>
                              </p:par>
                            </p:childTnLst>
                          </p:cTn>
                        </p:par>
                        <p:par>
                          <p:cTn id="57" fill="hold" nodeType="afterGroup">
                            <p:stCondLst>
                              <p:cond delay="1000"/>
                            </p:stCondLst>
                            <p:childTnLst>
                              <p:par>
                                <p:cTn id="58" presetID="16" presetClass="entr" presetSubtype="42" fill="hold" grpId="0" nodeType="afterEffect">
                                  <p:stCondLst>
                                    <p:cond delay="0"/>
                                  </p:stCondLst>
                                  <p:childTnLst>
                                    <p:set>
                                      <p:cBhvr>
                                        <p:cTn id="59" dur="1" fill="hold">
                                          <p:stCondLst>
                                            <p:cond delay="0"/>
                                          </p:stCondLst>
                                        </p:cTn>
                                        <p:tgtEl>
                                          <p:spTgt spid="37902"/>
                                        </p:tgtEl>
                                        <p:attrNameLst>
                                          <p:attrName>style.visibility</p:attrName>
                                        </p:attrNameLst>
                                      </p:cBhvr>
                                      <p:to>
                                        <p:strVal val="visible"/>
                                      </p:to>
                                    </p:set>
                                    <p:animEffect transition="in" filter="barn(outHorizontal)">
                                      <p:cBhvr>
                                        <p:cTn id="60" dur="500"/>
                                        <p:tgtEl>
                                          <p:spTgt spid="37902"/>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8" fill="hold" nodeType="clickEffect">
                                  <p:stCondLst>
                                    <p:cond delay="0"/>
                                  </p:stCondLst>
                                  <p:childTnLst>
                                    <p:set>
                                      <p:cBhvr>
                                        <p:cTn id="64" dur="1" fill="hold">
                                          <p:stCondLst>
                                            <p:cond delay="0"/>
                                          </p:stCondLst>
                                        </p:cTn>
                                        <p:tgtEl>
                                          <p:spTgt spid="37903"/>
                                        </p:tgtEl>
                                        <p:attrNameLst>
                                          <p:attrName>style.visibility</p:attrName>
                                        </p:attrNameLst>
                                      </p:cBhvr>
                                      <p:to>
                                        <p:strVal val="visible"/>
                                      </p:to>
                                    </p:set>
                                    <p:animEffect transition="in" filter="wipe(left)">
                                      <p:cBhvr>
                                        <p:cTn id="65" dur="500"/>
                                        <p:tgtEl>
                                          <p:spTgt spid="37903"/>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12" presetClass="entr" presetSubtype="8" fill="hold" grpId="0" nodeType="clickEffect">
                                  <p:stCondLst>
                                    <p:cond delay="0"/>
                                  </p:stCondLst>
                                  <p:childTnLst>
                                    <p:set>
                                      <p:cBhvr>
                                        <p:cTn id="69" dur="1" fill="hold">
                                          <p:stCondLst>
                                            <p:cond delay="0"/>
                                          </p:stCondLst>
                                        </p:cTn>
                                        <p:tgtEl>
                                          <p:spTgt spid="37904"/>
                                        </p:tgtEl>
                                        <p:attrNameLst>
                                          <p:attrName>style.visibility</p:attrName>
                                        </p:attrNameLst>
                                      </p:cBhvr>
                                      <p:to>
                                        <p:strVal val="visible"/>
                                      </p:to>
                                    </p:set>
                                    <p:animEffect transition="in" filter="slide(fromLeft)">
                                      <p:cBhvr>
                                        <p:cTn id="70" dur="500"/>
                                        <p:tgtEl>
                                          <p:spTgt spid="37904"/>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22" presetClass="entr" presetSubtype="8" fill="hold" nodeType="clickEffect">
                                  <p:stCondLst>
                                    <p:cond delay="0"/>
                                  </p:stCondLst>
                                  <p:childTnLst>
                                    <p:set>
                                      <p:cBhvr>
                                        <p:cTn id="74" dur="1" fill="hold">
                                          <p:stCondLst>
                                            <p:cond delay="0"/>
                                          </p:stCondLst>
                                        </p:cTn>
                                        <p:tgtEl>
                                          <p:spTgt spid="37905"/>
                                        </p:tgtEl>
                                        <p:attrNameLst>
                                          <p:attrName>style.visibility</p:attrName>
                                        </p:attrNameLst>
                                      </p:cBhvr>
                                      <p:to>
                                        <p:strVal val="visible"/>
                                      </p:to>
                                    </p:set>
                                    <p:animEffect transition="in" filter="wipe(left)">
                                      <p:cBhvr>
                                        <p:cTn id="75" dur="500"/>
                                        <p:tgtEl>
                                          <p:spTgt spid="37905"/>
                                        </p:tgtEl>
                                      </p:cBhvr>
                                    </p:animEffect>
                                  </p:childTnLst>
                                </p:cTn>
                              </p:par>
                            </p:childTnLst>
                          </p:cTn>
                        </p:par>
                        <p:par>
                          <p:cTn id="76" fill="hold" nodeType="withGroup">
                            <p:stCondLst>
                              <p:cond delay="500"/>
                            </p:stCondLst>
                            <p:childTnLst>
                              <p:par>
                                <p:cTn id="77" presetID="22" presetClass="entr" presetSubtype="8" fill="hold" nodeType="afterEffect">
                                  <p:stCondLst>
                                    <p:cond delay="0"/>
                                  </p:stCondLst>
                                  <p:childTnLst>
                                    <p:set>
                                      <p:cBhvr>
                                        <p:cTn id="78" dur="1" fill="hold">
                                          <p:stCondLst>
                                            <p:cond delay="0"/>
                                          </p:stCondLst>
                                        </p:cTn>
                                        <p:tgtEl>
                                          <p:spTgt spid="37906"/>
                                        </p:tgtEl>
                                        <p:attrNameLst>
                                          <p:attrName>style.visibility</p:attrName>
                                        </p:attrNameLst>
                                      </p:cBhvr>
                                      <p:to>
                                        <p:strVal val="visible"/>
                                      </p:to>
                                    </p:set>
                                    <p:animEffect transition="in" filter="wipe(left)">
                                      <p:cBhvr>
                                        <p:cTn id="79" dur="500"/>
                                        <p:tgtEl>
                                          <p:spTgt spid="37906"/>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12" presetClass="entr" presetSubtype="8" fill="hold" grpId="0" nodeType="clickEffect">
                                  <p:stCondLst>
                                    <p:cond delay="0"/>
                                  </p:stCondLst>
                                  <p:childTnLst>
                                    <p:set>
                                      <p:cBhvr>
                                        <p:cTn id="83" dur="1" fill="hold">
                                          <p:stCondLst>
                                            <p:cond delay="0"/>
                                          </p:stCondLst>
                                        </p:cTn>
                                        <p:tgtEl>
                                          <p:spTgt spid="37907"/>
                                        </p:tgtEl>
                                        <p:attrNameLst>
                                          <p:attrName>style.visibility</p:attrName>
                                        </p:attrNameLst>
                                      </p:cBhvr>
                                      <p:to>
                                        <p:strVal val="visible"/>
                                      </p:to>
                                    </p:set>
                                    <p:animEffect transition="in" filter="slide(fromLeft)">
                                      <p:cBhvr>
                                        <p:cTn id="84" dur="500"/>
                                        <p:tgtEl>
                                          <p:spTgt spid="37907"/>
                                        </p:tgtEl>
                                      </p:cBhvr>
                                    </p:animEffect>
                                  </p:childTnLst>
                                </p:cTn>
                              </p:par>
                            </p:childTnLst>
                          </p:cTn>
                        </p:par>
                      </p:childTnLst>
                    </p:cTn>
                  </p:par>
                  <p:par>
                    <p:cTn id="85" fill="hold" nodeType="clickPar">
                      <p:stCondLst>
                        <p:cond delay="indefinite"/>
                      </p:stCondLst>
                      <p:childTnLst>
                        <p:par>
                          <p:cTn id="86" fill="hold" nodeType="withGroup">
                            <p:stCondLst>
                              <p:cond delay="0"/>
                            </p:stCondLst>
                            <p:childTnLst>
                              <p:par>
                                <p:cTn id="87" presetID="22" presetClass="entr" presetSubtype="8" fill="hold" nodeType="clickEffect">
                                  <p:stCondLst>
                                    <p:cond delay="0"/>
                                  </p:stCondLst>
                                  <p:childTnLst>
                                    <p:set>
                                      <p:cBhvr>
                                        <p:cTn id="88" dur="1" fill="hold">
                                          <p:stCondLst>
                                            <p:cond delay="0"/>
                                          </p:stCondLst>
                                        </p:cTn>
                                        <p:tgtEl>
                                          <p:spTgt spid="37908"/>
                                        </p:tgtEl>
                                        <p:attrNameLst>
                                          <p:attrName>style.visibility</p:attrName>
                                        </p:attrNameLst>
                                      </p:cBhvr>
                                      <p:to>
                                        <p:strVal val="visible"/>
                                      </p:to>
                                    </p:set>
                                    <p:animEffect transition="in" filter="wipe(left)">
                                      <p:cBhvr>
                                        <p:cTn id="89" dur="500"/>
                                        <p:tgtEl>
                                          <p:spTgt spid="37908"/>
                                        </p:tgtEl>
                                      </p:cBhvr>
                                    </p:animEffect>
                                  </p:childTnLst>
                                </p:cTn>
                              </p:par>
                            </p:childTnLst>
                          </p:cTn>
                        </p:par>
                      </p:childTnLst>
                    </p:cTn>
                  </p:par>
                  <p:par>
                    <p:cTn id="90" fill="hold" nodeType="clickPar">
                      <p:stCondLst>
                        <p:cond delay="indefinite"/>
                      </p:stCondLst>
                      <p:childTnLst>
                        <p:par>
                          <p:cTn id="91" fill="hold" nodeType="withGroup">
                            <p:stCondLst>
                              <p:cond delay="0"/>
                            </p:stCondLst>
                            <p:childTnLst>
                              <p:par>
                                <p:cTn id="92" presetID="22" presetClass="entr" presetSubtype="8" fill="hold" nodeType="clickEffect">
                                  <p:stCondLst>
                                    <p:cond delay="0"/>
                                  </p:stCondLst>
                                  <p:childTnLst>
                                    <p:set>
                                      <p:cBhvr>
                                        <p:cTn id="93" dur="1" fill="hold">
                                          <p:stCondLst>
                                            <p:cond delay="0"/>
                                          </p:stCondLst>
                                        </p:cTn>
                                        <p:tgtEl>
                                          <p:spTgt spid="37909"/>
                                        </p:tgtEl>
                                        <p:attrNameLst>
                                          <p:attrName>style.visibility</p:attrName>
                                        </p:attrNameLst>
                                      </p:cBhvr>
                                      <p:to>
                                        <p:strVal val="visible"/>
                                      </p:to>
                                    </p:set>
                                    <p:animEffect transition="in" filter="wipe(left)">
                                      <p:cBhvr>
                                        <p:cTn id="94" dur="500"/>
                                        <p:tgtEl>
                                          <p:spTgt spid="37909"/>
                                        </p:tgtEl>
                                      </p:cBhvr>
                                    </p:animEffect>
                                  </p:childTnLst>
                                </p:cTn>
                              </p:par>
                            </p:childTnLst>
                          </p:cTn>
                        </p:par>
                      </p:childTnLst>
                    </p:cTn>
                  </p:par>
                  <p:par>
                    <p:cTn id="95" fill="hold" nodeType="clickPar">
                      <p:stCondLst>
                        <p:cond delay="indefinite"/>
                      </p:stCondLst>
                      <p:childTnLst>
                        <p:par>
                          <p:cTn id="96" fill="hold" nodeType="withGroup">
                            <p:stCondLst>
                              <p:cond delay="0"/>
                            </p:stCondLst>
                            <p:childTnLst>
                              <p:par>
                                <p:cTn id="97" presetID="22" presetClass="entr" presetSubtype="8" fill="hold" nodeType="clickEffect">
                                  <p:stCondLst>
                                    <p:cond delay="0"/>
                                  </p:stCondLst>
                                  <p:childTnLst>
                                    <p:set>
                                      <p:cBhvr>
                                        <p:cTn id="98" dur="1" fill="hold">
                                          <p:stCondLst>
                                            <p:cond delay="0"/>
                                          </p:stCondLst>
                                        </p:cTn>
                                        <p:tgtEl>
                                          <p:spTgt spid="37910"/>
                                        </p:tgtEl>
                                        <p:attrNameLst>
                                          <p:attrName>style.visibility</p:attrName>
                                        </p:attrNameLst>
                                      </p:cBhvr>
                                      <p:to>
                                        <p:strVal val="visible"/>
                                      </p:to>
                                    </p:set>
                                    <p:animEffect transition="in" filter="wipe(left)">
                                      <p:cBhvr>
                                        <p:cTn id="99" dur="500"/>
                                        <p:tgtEl>
                                          <p:spTgt spid="37910"/>
                                        </p:tgtEl>
                                      </p:cBhvr>
                                    </p:animEffect>
                                  </p:childTnLst>
                                </p:cTn>
                              </p:par>
                            </p:childTnLst>
                          </p:cTn>
                        </p:par>
                        <p:par>
                          <p:cTn id="100" fill="hold" nodeType="afterGroup">
                            <p:stCondLst>
                              <p:cond delay="500"/>
                            </p:stCondLst>
                            <p:childTnLst>
                              <p:par>
                                <p:cTn id="101" presetID="4" presetClass="entr" presetSubtype="16" fill="hold" grpId="0" nodeType="afterEffect">
                                  <p:stCondLst>
                                    <p:cond delay="0"/>
                                  </p:stCondLst>
                                  <p:iterate type="wd">
                                    <p:tmPct val="100000"/>
                                  </p:iterate>
                                  <p:childTnLst>
                                    <p:set>
                                      <p:cBhvr>
                                        <p:cTn id="102" dur="1" fill="hold">
                                          <p:stCondLst>
                                            <p:cond delay="0"/>
                                          </p:stCondLst>
                                        </p:cTn>
                                        <p:tgtEl>
                                          <p:spTgt spid="37911"/>
                                        </p:tgtEl>
                                        <p:attrNameLst>
                                          <p:attrName>style.visibility</p:attrName>
                                        </p:attrNameLst>
                                      </p:cBhvr>
                                      <p:to>
                                        <p:strVal val="visible"/>
                                      </p:to>
                                    </p:set>
                                    <p:animEffect transition="in" filter="box(in)">
                                      <p:cBhvr>
                                        <p:cTn id="103" dur="300"/>
                                        <p:tgtEl>
                                          <p:spTgt spid="379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4" grpId="0" autoUpdateAnimBg="0"/>
      <p:bldP spid="37897" grpId="0" autoUpdateAnimBg="0"/>
      <p:bldP spid="37899" grpId="0" autoUpdateAnimBg="0"/>
      <p:bldP spid="37901" grpId="0" autoUpdateAnimBg="0"/>
      <p:bldP spid="37902" grpId="0" animBg="1"/>
      <p:bldP spid="37904" grpId="0" autoUpdateAnimBg="0"/>
      <p:bldP spid="37907" grpId="0" autoUpdateAnimBg="0"/>
      <p:bldP spid="37911" grpId="0" animBg="1" autoUpdateAnimBg="0"/>
      <p:bldP spid="24"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6" name="Text Box 4">
            <a:extLst>
              <a:ext uri="{FF2B5EF4-FFF2-40B4-BE49-F238E27FC236}">
                <a16:creationId xmlns:a16="http://schemas.microsoft.com/office/drawing/2014/main" id="{92A00300-BB04-4200-A61C-DA24CB9DF199}"/>
              </a:ext>
            </a:extLst>
          </p:cNvPr>
          <p:cNvSpPr txBox="1">
            <a:spLocks noChangeArrowheads="1"/>
          </p:cNvSpPr>
          <p:nvPr/>
        </p:nvSpPr>
        <p:spPr bwMode="auto">
          <a:xfrm>
            <a:off x="285750" y="685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0" lang="en-US" altLang="zh-CN">
                <a:solidFill>
                  <a:srgbClr val="FFFF00"/>
                </a:solidFill>
              </a:rPr>
              <a:t>(1)  </a:t>
            </a:r>
            <a:r>
              <a:rPr kumimoji="0" lang="zh-CN" altLang="en-US">
                <a:solidFill>
                  <a:srgbClr val="FFFF00"/>
                </a:solidFill>
              </a:rPr>
              <a:t>电磁波是横波 </a:t>
            </a:r>
          </a:p>
        </p:txBody>
      </p:sp>
      <p:graphicFrame>
        <p:nvGraphicFramePr>
          <p:cNvPr id="38917" name="Object 2">
            <a:extLst>
              <a:ext uri="{FF2B5EF4-FFF2-40B4-BE49-F238E27FC236}">
                <a16:creationId xmlns:a16="http://schemas.microsoft.com/office/drawing/2014/main" id="{4EAB9377-4D65-4BAD-AF75-F99B4661D73E}"/>
              </a:ext>
            </a:extLst>
          </p:cNvPr>
          <p:cNvGraphicFramePr>
            <a:graphicFrameLocks noChangeAspect="1"/>
          </p:cNvGraphicFramePr>
          <p:nvPr>
            <p:extLst/>
          </p:nvPr>
        </p:nvGraphicFramePr>
        <p:xfrm>
          <a:off x="2019300" y="1109663"/>
          <a:ext cx="885825" cy="590550"/>
        </p:xfrm>
        <a:graphic>
          <a:graphicData uri="http://schemas.openxmlformats.org/presentationml/2006/ole">
            <mc:AlternateContent xmlns:mc="http://schemas.openxmlformats.org/markup-compatibility/2006">
              <mc:Choice xmlns:v="urn:schemas-microsoft-com:vml" Requires="v">
                <p:oleObj spid="_x0000_s122990" name="Equation" r:id="rId3" imgW="304902" imgH="190432" progId="Equation.3">
                  <p:embed/>
                </p:oleObj>
              </mc:Choice>
              <mc:Fallback>
                <p:oleObj name="Equation" r:id="rId3" imgW="304902" imgH="190432" progId="Equation.3">
                  <p:embed/>
                  <p:pic>
                    <p:nvPicPr>
                      <p:cNvPr id="38917" name="Object 2">
                        <a:extLst>
                          <a:ext uri="{FF2B5EF4-FFF2-40B4-BE49-F238E27FC236}">
                            <a16:creationId xmlns:a16="http://schemas.microsoft.com/office/drawing/2014/main" id="{4EAB9377-4D65-4BAD-AF75-F99B4661D73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19300" y="1109663"/>
                        <a:ext cx="885825"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8918" name="Rectangle 6">
            <a:extLst>
              <a:ext uri="{FF2B5EF4-FFF2-40B4-BE49-F238E27FC236}">
                <a16:creationId xmlns:a16="http://schemas.microsoft.com/office/drawing/2014/main" id="{78EA2522-B2D5-473B-9C2B-3185ECE32159}"/>
              </a:ext>
            </a:extLst>
          </p:cNvPr>
          <p:cNvSpPr>
            <a:spLocks noChangeArrowheads="1"/>
          </p:cNvSpPr>
          <p:nvPr/>
        </p:nvSpPr>
        <p:spPr bwMode="auto">
          <a:xfrm>
            <a:off x="952500" y="1185863"/>
            <a:ext cx="152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0" lang="zh-CN" altLang="en-US">
                <a:solidFill>
                  <a:schemeClr val="bg1"/>
                </a:solidFill>
                <a:latin typeface="宋体" panose="02010600030101010101" pitchFamily="2" charset="-122"/>
              </a:rPr>
              <a:t>振动量</a:t>
            </a:r>
          </a:p>
        </p:txBody>
      </p:sp>
      <p:sp>
        <p:nvSpPr>
          <p:cNvPr id="38919" name="Rectangle 7">
            <a:extLst>
              <a:ext uri="{FF2B5EF4-FFF2-40B4-BE49-F238E27FC236}">
                <a16:creationId xmlns:a16="http://schemas.microsoft.com/office/drawing/2014/main" id="{9BB35CBA-122F-45A9-A2A0-463B37E3047B}"/>
              </a:ext>
            </a:extLst>
          </p:cNvPr>
          <p:cNvSpPr>
            <a:spLocks noChangeArrowheads="1"/>
          </p:cNvSpPr>
          <p:nvPr/>
        </p:nvSpPr>
        <p:spPr bwMode="auto">
          <a:xfrm>
            <a:off x="2857500" y="1185863"/>
            <a:ext cx="1447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0" lang="zh-CN" altLang="en-US">
                <a:solidFill>
                  <a:schemeClr val="bg1"/>
                </a:solidFill>
                <a:latin typeface="宋体" panose="02010600030101010101" pitchFamily="2" charset="-122"/>
              </a:rPr>
              <a:t>与波速</a:t>
            </a:r>
          </a:p>
        </p:txBody>
      </p:sp>
      <p:sp>
        <p:nvSpPr>
          <p:cNvPr id="38922" name="Rectangle 10">
            <a:extLst>
              <a:ext uri="{FF2B5EF4-FFF2-40B4-BE49-F238E27FC236}">
                <a16:creationId xmlns:a16="http://schemas.microsoft.com/office/drawing/2014/main" id="{1EF72EC5-C264-4AC5-99F7-2FB22DF6A66D}"/>
              </a:ext>
            </a:extLst>
          </p:cNvPr>
          <p:cNvSpPr>
            <a:spLocks noChangeArrowheads="1"/>
          </p:cNvSpPr>
          <p:nvPr/>
        </p:nvSpPr>
        <p:spPr bwMode="auto">
          <a:xfrm>
            <a:off x="4305300" y="1185863"/>
            <a:ext cx="182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0" lang="zh-CN" altLang="en-US">
                <a:solidFill>
                  <a:schemeClr val="bg1"/>
                </a:solidFill>
                <a:latin typeface="宋体" panose="02010600030101010101" pitchFamily="2" charset="-122"/>
              </a:rPr>
              <a:t>构成相互</a:t>
            </a:r>
          </a:p>
        </p:txBody>
      </p:sp>
      <p:sp>
        <p:nvSpPr>
          <p:cNvPr id="38923" name="Line 11">
            <a:extLst>
              <a:ext uri="{FF2B5EF4-FFF2-40B4-BE49-F238E27FC236}">
                <a16:creationId xmlns:a16="http://schemas.microsoft.com/office/drawing/2014/main" id="{0D477C1B-014E-4C3B-B50A-49F92F653D2B}"/>
              </a:ext>
            </a:extLst>
          </p:cNvPr>
          <p:cNvSpPr>
            <a:spLocks noChangeShapeType="1"/>
          </p:cNvSpPr>
          <p:nvPr/>
        </p:nvSpPr>
        <p:spPr bwMode="auto">
          <a:xfrm flipV="1">
            <a:off x="6596063" y="676275"/>
            <a:ext cx="0" cy="1143000"/>
          </a:xfrm>
          <a:prstGeom prst="line">
            <a:avLst/>
          </a:prstGeom>
          <a:noFill/>
          <a:ln w="22225">
            <a:solidFill>
              <a:srgbClr val="FF99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24" name="Line 12">
            <a:extLst>
              <a:ext uri="{FF2B5EF4-FFF2-40B4-BE49-F238E27FC236}">
                <a16:creationId xmlns:a16="http://schemas.microsoft.com/office/drawing/2014/main" id="{8AB5E1E4-3FCB-45DE-A4FC-24CD3FC0B983}"/>
              </a:ext>
            </a:extLst>
          </p:cNvPr>
          <p:cNvSpPr>
            <a:spLocks noChangeShapeType="1"/>
          </p:cNvSpPr>
          <p:nvPr/>
        </p:nvSpPr>
        <p:spPr bwMode="auto">
          <a:xfrm>
            <a:off x="6596063" y="1819275"/>
            <a:ext cx="1524000" cy="0"/>
          </a:xfrm>
          <a:prstGeom prst="line">
            <a:avLst/>
          </a:prstGeom>
          <a:noFill/>
          <a:ln w="22225">
            <a:solidFill>
              <a:srgbClr val="FFFF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25" name="Line 13">
            <a:extLst>
              <a:ext uri="{FF2B5EF4-FFF2-40B4-BE49-F238E27FC236}">
                <a16:creationId xmlns:a16="http://schemas.microsoft.com/office/drawing/2014/main" id="{4B30C905-8DF7-4CA2-9FA2-6122516A6A48}"/>
              </a:ext>
            </a:extLst>
          </p:cNvPr>
          <p:cNvSpPr>
            <a:spLocks noChangeShapeType="1"/>
          </p:cNvSpPr>
          <p:nvPr/>
        </p:nvSpPr>
        <p:spPr bwMode="auto">
          <a:xfrm flipH="1">
            <a:off x="5910263" y="1819275"/>
            <a:ext cx="685800" cy="457200"/>
          </a:xfrm>
          <a:prstGeom prst="line">
            <a:avLst/>
          </a:prstGeom>
          <a:noFill/>
          <a:ln w="22225">
            <a:solidFill>
              <a:srgbClr val="00FF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38926" name="Object 3">
            <a:extLst>
              <a:ext uri="{FF2B5EF4-FFF2-40B4-BE49-F238E27FC236}">
                <a16:creationId xmlns:a16="http://schemas.microsoft.com/office/drawing/2014/main" id="{81631DF5-6F02-4CC6-9BE1-379F4C1FD9B1}"/>
              </a:ext>
            </a:extLst>
          </p:cNvPr>
          <p:cNvGraphicFramePr>
            <a:graphicFrameLocks noChangeAspect="1"/>
          </p:cNvGraphicFramePr>
          <p:nvPr>
            <p:extLst/>
          </p:nvPr>
        </p:nvGraphicFramePr>
        <p:xfrm>
          <a:off x="6748463" y="447675"/>
          <a:ext cx="393700" cy="525463"/>
        </p:xfrm>
        <a:graphic>
          <a:graphicData uri="http://schemas.openxmlformats.org/presentationml/2006/ole">
            <mc:AlternateContent xmlns:mc="http://schemas.openxmlformats.org/markup-compatibility/2006">
              <mc:Choice xmlns:v="urn:schemas-microsoft-com:vml" Requires="v">
                <p:oleObj spid="_x0000_s122991" name="Equation" r:id="rId5" imgW="114376" imgH="161959" progId="Equation.3">
                  <p:embed/>
                </p:oleObj>
              </mc:Choice>
              <mc:Fallback>
                <p:oleObj name="Equation" r:id="rId5" imgW="114376" imgH="161959" progId="Equation.3">
                  <p:embed/>
                  <p:pic>
                    <p:nvPicPr>
                      <p:cNvPr id="38926" name="Object 3">
                        <a:extLst>
                          <a:ext uri="{FF2B5EF4-FFF2-40B4-BE49-F238E27FC236}">
                            <a16:creationId xmlns:a16="http://schemas.microsoft.com/office/drawing/2014/main" id="{81631DF5-6F02-4CC6-9BE1-379F4C1FD9B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48463" y="447675"/>
                        <a:ext cx="393700" cy="525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8927" name="Object 4">
            <a:extLst>
              <a:ext uri="{FF2B5EF4-FFF2-40B4-BE49-F238E27FC236}">
                <a16:creationId xmlns:a16="http://schemas.microsoft.com/office/drawing/2014/main" id="{325FB82B-F57D-4E64-8E6F-66518DD6EEDE}"/>
              </a:ext>
            </a:extLst>
          </p:cNvPr>
          <p:cNvGraphicFramePr>
            <a:graphicFrameLocks noChangeAspect="1"/>
          </p:cNvGraphicFramePr>
          <p:nvPr>
            <p:extLst/>
          </p:nvPr>
        </p:nvGraphicFramePr>
        <p:xfrm>
          <a:off x="5529263" y="1590675"/>
          <a:ext cx="458787" cy="523875"/>
        </p:xfrm>
        <a:graphic>
          <a:graphicData uri="http://schemas.openxmlformats.org/presentationml/2006/ole">
            <mc:AlternateContent xmlns:mc="http://schemas.openxmlformats.org/markup-compatibility/2006">
              <mc:Choice xmlns:v="urn:schemas-microsoft-com:vml" Requires="v">
                <p:oleObj spid="_x0000_s122992" name="Equation" r:id="rId7" imgW="142818" imgH="161959" progId="Equation.3">
                  <p:embed/>
                </p:oleObj>
              </mc:Choice>
              <mc:Fallback>
                <p:oleObj name="Equation" r:id="rId7" imgW="142818" imgH="161959" progId="Equation.3">
                  <p:embed/>
                  <p:pic>
                    <p:nvPicPr>
                      <p:cNvPr id="38927" name="Object 4">
                        <a:extLst>
                          <a:ext uri="{FF2B5EF4-FFF2-40B4-BE49-F238E27FC236}">
                            <a16:creationId xmlns:a16="http://schemas.microsoft.com/office/drawing/2014/main" id="{325FB82B-F57D-4E64-8E6F-66518DD6EED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529263" y="1590675"/>
                        <a:ext cx="4587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8928" name="Object 5">
            <a:extLst>
              <a:ext uri="{FF2B5EF4-FFF2-40B4-BE49-F238E27FC236}">
                <a16:creationId xmlns:a16="http://schemas.microsoft.com/office/drawing/2014/main" id="{80498557-41FD-4E42-AEF3-8F9E1C255D02}"/>
              </a:ext>
            </a:extLst>
          </p:cNvPr>
          <p:cNvGraphicFramePr>
            <a:graphicFrameLocks noChangeAspect="1"/>
          </p:cNvGraphicFramePr>
          <p:nvPr>
            <p:extLst/>
          </p:nvPr>
        </p:nvGraphicFramePr>
        <p:xfrm>
          <a:off x="7967663" y="1285875"/>
          <a:ext cx="327025" cy="458788"/>
        </p:xfrm>
        <a:graphic>
          <a:graphicData uri="http://schemas.openxmlformats.org/presentationml/2006/ole">
            <mc:AlternateContent xmlns:mc="http://schemas.openxmlformats.org/markup-compatibility/2006">
              <mc:Choice xmlns:v="urn:schemas-microsoft-com:vml" Requires="v">
                <p:oleObj spid="_x0000_s122993" name="Equation" r:id="rId9" imgW="85629" imgH="142977" progId="Equation.3">
                  <p:embed/>
                </p:oleObj>
              </mc:Choice>
              <mc:Fallback>
                <p:oleObj name="Equation" r:id="rId9" imgW="85629" imgH="142977" progId="Equation.3">
                  <p:embed/>
                  <p:pic>
                    <p:nvPicPr>
                      <p:cNvPr id="38928" name="Object 5">
                        <a:extLst>
                          <a:ext uri="{FF2B5EF4-FFF2-40B4-BE49-F238E27FC236}">
                            <a16:creationId xmlns:a16="http://schemas.microsoft.com/office/drawing/2014/main" id="{80498557-41FD-4E42-AEF3-8F9E1C255D02}"/>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967663" y="1285875"/>
                        <a:ext cx="327025"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8929" name="Rectangle 17">
            <a:extLst>
              <a:ext uri="{FF2B5EF4-FFF2-40B4-BE49-F238E27FC236}">
                <a16:creationId xmlns:a16="http://schemas.microsoft.com/office/drawing/2014/main" id="{42EFA757-F774-4EC7-862C-93353115BDF0}"/>
              </a:ext>
            </a:extLst>
          </p:cNvPr>
          <p:cNvSpPr>
            <a:spLocks noChangeArrowheads="1"/>
          </p:cNvSpPr>
          <p:nvPr/>
        </p:nvSpPr>
        <p:spPr bwMode="auto">
          <a:xfrm>
            <a:off x="571500" y="1643063"/>
            <a:ext cx="3581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a:solidFill>
                  <a:schemeClr val="bg1"/>
                </a:solidFill>
                <a:latin typeface="宋体" panose="02010600030101010101" pitchFamily="2" charset="-122"/>
              </a:rPr>
              <a:t>垂直的右手螺旋关系。</a:t>
            </a:r>
          </a:p>
        </p:txBody>
      </p:sp>
      <p:graphicFrame>
        <p:nvGraphicFramePr>
          <p:cNvPr id="38930" name="Object 6">
            <a:extLst>
              <a:ext uri="{FF2B5EF4-FFF2-40B4-BE49-F238E27FC236}">
                <a16:creationId xmlns:a16="http://schemas.microsoft.com/office/drawing/2014/main" id="{F7EE1BB9-A3C1-4F1B-BFEC-45F70B757501}"/>
              </a:ext>
            </a:extLst>
          </p:cNvPr>
          <p:cNvGraphicFramePr>
            <a:graphicFrameLocks noChangeAspect="1"/>
          </p:cNvGraphicFramePr>
          <p:nvPr>
            <p:extLst/>
          </p:nvPr>
        </p:nvGraphicFramePr>
        <p:xfrm>
          <a:off x="4000500" y="1185863"/>
          <a:ext cx="327025" cy="458787"/>
        </p:xfrm>
        <a:graphic>
          <a:graphicData uri="http://schemas.openxmlformats.org/presentationml/2006/ole">
            <mc:AlternateContent xmlns:mc="http://schemas.openxmlformats.org/markup-compatibility/2006">
              <mc:Choice xmlns:v="urn:schemas-microsoft-com:vml" Requires="v">
                <p:oleObj spid="_x0000_s122994" name="Equation" r:id="rId11" imgW="85629" imgH="142977" progId="Equation.3">
                  <p:embed/>
                </p:oleObj>
              </mc:Choice>
              <mc:Fallback>
                <p:oleObj name="Equation" r:id="rId11" imgW="85629" imgH="142977" progId="Equation.3">
                  <p:embed/>
                  <p:pic>
                    <p:nvPicPr>
                      <p:cNvPr id="38930" name="Object 6">
                        <a:extLst>
                          <a:ext uri="{FF2B5EF4-FFF2-40B4-BE49-F238E27FC236}">
                            <a16:creationId xmlns:a16="http://schemas.microsoft.com/office/drawing/2014/main" id="{F7EE1BB9-A3C1-4F1B-BFEC-45F70B757501}"/>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000500" y="1185863"/>
                        <a:ext cx="327025"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8931" name="Text Box 19">
            <a:extLst>
              <a:ext uri="{FF2B5EF4-FFF2-40B4-BE49-F238E27FC236}">
                <a16:creationId xmlns:a16="http://schemas.microsoft.com/office/drawing/2014/main" id="{549FCEFD-B5F9-41FB-AC1E-1CBF82A494E2}"/>
              </a:ext>
            </a:extLst>
          </p:cNvPr>
          <p:cNvSpPr txBox="1">
            <a:spLocks noChangeArrowheads="1"/>
          </p:cNvSpPr>
          <p:nvPr/>
        </p:nvSpPr>
        <p:spPr bwMode="auto">
          <a:xfrm>
            <a:off x="285750" y="2071688"/>
            <a:ext cx="3810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0" lang="en-US" altLang="zh-CN">
                <a:solidFill>
                  <a:srgbClr val="FFFF00"/>
                </a:solidFill>
              </a:rPr>
              <a:t>(2)  </a:t>
            </a:r>
            <a:r>
              <a:rPr kumimoji="0" lang="zh-CN" altLang="en-US">
                <a:solidFill>
                  <a:srgbClr val="FFFF00"/>
                </a:solidFill>
              </a:rPr>
              <a:t>电磁波的偏振性</a:t>
            </a:r>
          </a:p>
        </p:txBody>
      </p:sp>
      <p:graphicFrame>
        <p:nvGraphicFramePr>
          <p:cNvPr id="38933" name="Object 7">
            <a:extLst>
              <a:ext uri="{FF2B5EF4-FFF2-40B4-BE49-F238E27FC236}">
                <a16:creationId xmlns:a16="http://schemas.microsoft.com/office/drawing/2014/main" id="{1987C04A-CC17-45BB-AB34-07B7C2B0CD2F}"/>
              </a:ext>
            </a:extLst>
          </p:cNvPr>
          <p:cNvGraphicFramePr>
            <a:graphicFrameLocks noChangeAspect="1"/>
          </p:cNvGraphicFramePr>
          <p:nvPr>
            <p:extLst/>
          </p:nvPr>
        </p:nvGraphicFramePr>
        <p:xfrm>
          <a:off x="620713" y="3600450"/>
          <a:ext cx="2165350" cy="685800"/>
        </p:xfrm>
        <a:graphic>
          <a:graphicData uri="http://schemas.openxmlformats.org/presentationml/2006/ole">
            <mc:AlternateContent xmlns:mc="http://schemas.openxmlformats.org/markup-compatibility/2006">
              <mc:Choice xmlns:v="urn:schemas-microsoft-com:vml" Requires="v">
                <p:oleObj spid="_x0000_s122995" name="Equation" r:id="rId13" imgW="800024" imgH="219211" progId="Equation.3">
                  <p:embed/>
                </p:oleObj>
              </mc:Choice>
              <mc:Fallback>
                <p:oleObj name="Equation" r:id="rId13" imgW="800024" imgH="219211" progId="Equation.3">
                  <p:embed/>
                  <p:pic>
                    <p:nvPicPr>
                      <p:cNvPr id="38933" name="Object 7">
                        <a:extLst>
                          <a:ext uri="{FF2B5EF4-FFF2-40B4-BE49-F238E27FC236}">
                            <a16:creationId xmlns:a16="http://schemas.microsoft.com/office/drawing/2014/main" id="{1987C04A-CC17-45BB-AB34-07B7C2B0CD2F}"/>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20713" y="3600450"/>
                        <a:ext cx="2165350" cy="685800"/>
                      </a:xfrm>
                      <a:prstGeom prst="rect">
                        <a:avLst/>
                      </a:prstGeom>
                      <a:noFill/>
                      <a:ln w="9525">
                        <a:solidFill>
                          <a:srgbClr val="FF99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38934" name="Picture 22">
            <a:extLst>
              <a:ext uri="{FF2B5EF4-FFF2-40B4-BE49-F238E27FC236}">
                <a16:creationId xmlns:a16="http://schemas.microsoft.com/office/drawing/2014/main" id="{D98AAA3C-613C-4993-A3BF-58AF29BED957}"/>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883025" y="3802063"/>
            <a:ext cx="4870450" cy="849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935" name="Picture 23">
            <a:extLst>
              <a:ext uri="{FF2B5EF4-FFF2-40B4-BE49-F238E27FC236}">
                <a16:creationId xmlns:a16="http://schemas.microsoft.com/office/drawing/2014/main" id="{DABF61F9-F204-4702-9274-4EF88451F51C}"/>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852863" y="3648075"/>
            <a:ext cx="4876800" cy="120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37" name="Line 25">
            <a:extLst>
              <a:ext uri="{FF2B5EF4-FFF2-40B4-BE49-F238E27FC236}">
                <a16:creationId xmlns:a16="http://schemas.microsoft.com/office/drawing/2014/main" id="{B4407C76-FD94-440A-9F32-781A4BF6EEED}"/>
              </a:ext>
            </a:extLst>
          </p:cNvPr>
          <p:cNvSpPr>
            <a:spLocks noChangeShapeType="1"/>
          </p:cNvSpPr>
          <p:nvPr/>
        </p:nvSpPr>
        <p:spPr bwMode="auto">
          <a:xfrm flipV="1">
            <a:off x="3952875" y="2989263"/>
            <a:ext cx="0" cy="1254125"/>
          </a:xfrm>
          <a:prstGeom prst="line">
            <a:avLst/>
          </a:prstGeom>
          <a:noFill/>
          <a:ln w="38100">
            <a:solidFill>
              <a:srgbClr val="33CC33"/>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38" name="Line 26">
            <a:extLst>
              <a:ext uri="{FF2B5EF4-FFF2-40B4-BE49-F238E27FC236}">
                <a16:creationId xmlns:a16="http://schemas.microsoft.com/office/drawing/2014/main" id="{11EFD96C-7390-40E1-89DD-3F301A0E4ACD}"/>
              </a:ext>
            </a:extLst>
          </p:cNvPr>
          <p:cNvSpPr>
            <a:spLocks noChangeShapeType="1"/>
          </p:cNvSpPr>
          <p:nvPr/>
        </p:nvSpPr>
        <p:spPr bwMode="auto">
          <a:xfrm flipH="1">
            <a:off x="3319463" y="4224338"/>
            <a:ext cx="649287" cy="490537"/>
          </a:xfrm>
          <a:prstGeom prst="line">
            <a:avLst/>
          </a:prstGeom>
          <a:noFill/>
          <a:ln w="38100">
            <a:solidFill>
              <a:srgbClr val="33CC33"/>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39" name="Line 27">
            <a:extLst>
              <a:ext uri="{FF2B5EF4-FFF2-40B4-BE49-F238E27FC236}">
                <a16:creationId xmlns:a16="http://schemas.microsoft.com/office/drawing/2014/main" id="{23406336-822A-456E-83C9-DD61BA64EAF4}"/>
              </a:ext>
            </a:extLst>
          </p:cNvPr>
          <p:cNvSpPr>
            <a:spLocks noChangeShapeType="1"/>
          </p:cNvSpPr>
          <p:nvPr/>
        </p:nvSpPr>
        <p:spPr bwMode="auto">
          <a:xfrm>
            <a:off x="3957638" y="4224338"/>
            <a:ext cx="4916487" cy="0"/>
          </a:xfrm>
          <a:prstGeom prst="line">
            <a:avLst/>
          </a:prstGeom>
          <a:noFill/>
          <a:ln w="38100">
            <a:solidFill>
              <a:srgbClr val="33CC33"/>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38940" name="Object 8">
            <a:extLst>
              <a:ext uri="{FF2B5EF4-FFF2-40B4-BE49-F238E27FC236}">
                <a16:creationId xmlns:a16="http://schemas.microsoft.com/office/drawing/2014/main" id="{446B5DDC-ED79-4B44-8BC8-3018ACDA2DBB}"/>
              </a:ext>
            </a:extLst>
          </p:cNvPr>
          <p:cNvGraphicFramePr>
            <a:graphicFrameLocks noChangeAspect="1"/>
          </p:cNvGraphicFramePr>
          <p:nvPr>
            <p:extLst/>
          </p:nvPr>
        </p:nvGraphicFramePr>
        <p:xfrm>
          <a:off x="3495675" y="3979863"/>
          <a:ext cx="360363" cy="323850"/>
        </p:xfrm>
        <a:graphic>
          <a:graphicData uri="http://schemas.openxmlformats.org/presentationml/2006/ole">
            <mc:AlternateContent xmlns:mc="http://schemas.openxmlformats.org/markup-compatibility/2006">
              <mc:Choice xmlns:v="urn:schemas-microsoft-com:vml" Requires="v">
                <p:oleObj spid="_x0000_s122996" name="Equation" r:id="rId17" imgW="123857" imgH="152468" progId="Equation.3">
                  <p:embed/>
                </p:oleObj>
              </mc:Choice>
              <mc:Fallback>
                <p:oleObj name="Equation" r:id="rId17" imgW="123857" imgH="152468" progId="Equation.3">
                  <p:embed/>
                  <p:pic>
                    <p:nvPicPr>
                      <p:cNvPr id="38940" name="Object 8">
                        <a:extLst>
                          <a:ext uri="{FF2B5EF4-FFF2-40B4-BE49-F238E27FC236}">
                            <a16:creationId xmlns:a16="http://schemas.microsoft.com/office/drawing/2014/main" id="{446B5DDC-ED79-4B44-8BC8-3018ACDA2DBB}"/>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495675" y="3979863"/>
                        <a:ext cx="360363"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3300"/>
                            </a:solidFill>
                            <a:miter lim="800000"/>
                            <a:headEnd/>
                            <a:tailEnd/>
                          </a14:hiddenLine>
                        </a:ext>
                      </a:extLst>
                    </p:spPr>
                  </p:pic>
                </p:oleObj>
              </mc:Fallback>
            </mc:AlternateContent>
          </a:graphicData>
        </a:graphic>
      </p:graphicFrame>
      <p:graphicFrame>
        <p:nvGraphicFramePr>
          <p:cNvPr id="38941" name="Object 9">
            <a:extLst>
              <a:ext uri="{FF2B5EF4-FFF2-40B4-BE49-F238E27FC236}">
                <a16:creationId xmlns:a16="http://schemas.microsoft.com/office/drawing/2014/main" id="{E9494320-C134-41CA-B17B-C3F2E352FCE0}"/>
              </a:ext>
            </a:extLst>
          </p:cNvPr>
          <p:cNvGraphicFramePr>
            <a:graphicFrameLocks noChangeAspect="1"/>
          </p:cNvGraphicFramePr>
          <p:nvPr>
            <p:extLst/>
          </p:nvPr>
        </p:nvGraphicFramePr>
        <p:xfrm>
          <a:off x="8524875" y="3751263"/>
          <a:ext cx="350838" cy="358775"/>
        </p:xfrm>
        <a:graphic>
          <a:graphicData uri="http://schemas.openxmlformats.org/presentationml/2006/ole">
            <mc:AlternateContent xmlns:mc="http://schemas.openxmlformats.org/markup-compatibility/2006">
              <mc:Choice xmlns:v="urn:schemas-microsoft-com:vml" Requires="v">
                <p:oleObj spid="_x0000_s122997" name="Equation" r:id="rId19" imgW="142818" imgH="152468" progId="Equation.3">
                  <p:embed/>
                </p:oleObj>
              </mc:Choice>
              <mc:Fallback>
                <p:oleObj name="Equation" r:id="rId19" imgW="142818" imgH="152468" progId="Equation.3">
                  <p:embed/>
                  <p:pic>
                    <p:nvPicPr>
                      <p:cNvPr id="38941" name="Object 9">
                        <a:extLst>
                          <a:ext uri="{FF2B5EF4-FFF2-40B4-BE49-F238E27FC236}">
                            <a16:creationId xmlns:a16="http://schemas.microsoft.com/office/drawing/2014/main" id="{E9494320-C134-41CA-B17B-C3F2E352FCE0}"/>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8524875" y="3751263"/>
                        <a:ext cx="350838"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3300"/>
                            </a:solidFill>
                            <a:miter lim="800000"/>
                            <a:headEnd/>
                            <a:tailEnd/>
                          </a14:hiddenLine>
                        </a:ext>
                      </a:extLst>
                    </p:spPr>
                  </p:pic>
                </p:oleObj>
              </mc:Fallback>
            </mc:AlternateContent>
          </a:graphicData>
        </a:graphic>
      </p:graphicFrame>
      <p:graphicFrame>
        <p:nvGraphicFramePr>
          <p:cNvPr id="38942" name="Object 10">
            <a:extLst>
              <a:ext uri="{FF2B5EF4-FFF2-40B4-BE49-F238E27FC236}">
                <a16:creationId xmlns:a16="http://schemas.microsoft.com/office/drawing/2014/main" id="{3C2AE73B-C6DD-4696-A0D1-EA92983F788A}"/>
              </a:ext>
            </a:extLst>
          </p:cNvPr>
          <p:cNvGraphicFramePr>
            <a:graphicFrameLocks noChangeAspect="1"/>
          </p:cNvGraphicFramePr>
          <p:nvPr>
            <p:extLst/>
          </p:nvPr>
        </p:nvGraphicFramePr>
        <p:xfrm>
          <a:off x="4000500" y="3000375"/>
          <a:ext cx="411163" cy="420688"/>
        </p:xfrm>
        <a:graphic>
          <a:graphicData uri="http://schemas.openxmlformats.org/presentationml/2006/ole">
            <mc:AlternateContent xmlns:mc="http://schemas.openxmlformats.org/markup-compatibility/2006">
              <mc:Choice xmlns:v="urn:schemas-microsoft-com:vml" Requires="v">
                <p:oleObj spid="_x0000_s122998" name="Equation" r:id="rId21" imgW="152298" imgH="199923" progId="Equation.3">
                  <p:embed/>
                </p:oleObj>
              </mc:Choice>
              <mc:Fallback>
                <p:oleObj name="Equation" r:id="rId21" imgW="152298" imgH="199923" progId="Equation.3">
                  <p:embed/>
                  <p:pic>
                    <p:nvPicPr>
                      <p:cNvPr id="38942" name="Object 10">
                        <a:extLst>
                          <a:ext uri="{FF2B5EF4-FFF2-40B4-BE49-F238E27FC236}">
                            <a16:creationId xmlns:a16="http://schemas.microsoft.com/office/drawing/2014/main" id="{3C2AE73B-C6DD-4696-A0D1-EA92983F788A}"/>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000500" y="3000375"/>
                        <a:ext cx="411163" cy="42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3300"/>
                            </a:solidFill>
                            <a:miter lim="800000"/>
                            <a:headEnd/>
                            <a:tailEnd/>
                          </a14:hiddenLine>
                        </a:ext>
                      </a:extLst>
                    </p:spPr>
                  </p:pic>
                </p:oleObj>
              </mc:Fallback>
            </mc:AlternateContent>
          </a:graphicData>
        </a:graphic>
      </p:graphicFrame>
      <p:graphicFrame>
        <p:nvGraphicFramePr>
          <p:cNvPr id="38943" name="Object 11">
            <a:extLst>
              <a:ext uri="{FF2B5EF4-FFF2-40B4-BE49-F238E27FC236}">
                <a16:creationId xmlns:a16="http://schemas.microsoft.com/office/drawing/2014/main" id="{5E2A2B18-AF1A-41FD-B6E8-06640A81EC00}"/>
              </a:ext>
            </a:extLst>
          </p:cNvPr>
          <p:cNvGraphicFramePr>
            <a:graphicFrameLocks noChangeAspect="1"/>
          </p:cNvGraphicFramePr>
          <p:nvPr>
            <p:extLst/>
          </p:nvPr>
        </p:nvGraphicFramePr>
        <p:xfrm>
          <a:off x="7305675" y="3141663"/>
          <a:ext cx="430213" cy="439737"/>
        </p:xfrm>
        <a:graphic>
          <a:graphicData uri="http://schemas.openxmlformats.org/presentationml/2006/ole">
            <mc:AlternateContent xmlns:mc="http://schemas.openxmlformats.org/markup-compatibility/2006">
              <mc:Choice xmlns:v="urn:schemas-microsoft-com:vml" Requires="v">
                <p:oleObj spid="_x0000_s122999" name="Equation" r:id="rId23" imgW="142818" imgH="152468" progId="Equation.3">
                  <p:embed/>
                </p:oleObj>
              </mc:Choice>
              <mc:Fallback>
                <p:oleObj name="Equation" r:id="rId23" imgW="142818" imgH="152468" progId="Equation.3">
                  <p:embed/>
                  <p:pic>
                    <p:nvPicPr>
                      <p:cNvPr id="38943" name="Object 11">
                        <a:extLst>
                          <a:ext uri="{FF2B5EF4-FFF2-40B4-BE49-F238E27FC236}">
                            <a16:creationId xmlns:a16="http://schemas.microsoft.com/office/drawing/2014/main" id="{5E2A2B18-AF1A-41FD-B6E8-06640A81EC00}"/>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7305675" y="3141663"/>
                        <a:ext cx="430213" cy="43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3300"/>
                            </a:solidFill>
                            <a:miter lim="800000"/>
                            <a:headEnd/>
                            <a:tailEnd/>
                          </a14:hiddenLine>
                        </a:ext>
                      </a:extLst>
                    </p:spPr>
                  </p:pic>
                </p:oleObj>
              </mc:Fallback>
            </mc:AlternateContent>
          </a:graphicData>
        </a:graphic>
      </p:graphicFrame>
      <p:graphicFrame>
        <p:nvGraphicFramePr>
          <p:cNvPr id="38944" name="Object 12">
            <a:extLst>
              <a:ext uri="{FF2B5EF4-FFF2-40B4-BE49-F238E27FC236}">
                <a16:creationId xmlns:a16="http://schemas.microsoft.com/office/drawing/2014/main" id="{7750B025-7C8F-4587-8607-365902C944CD}"/>
              </a:ext>
            </a:extLst>
          </p:cNvPr>
          <p:cNvGraphicFramePr>
            <a:graphicFrameLocks noChangeAspect="1"/>
          </p:cNvGraphicFramePr>
          <p:nvPr>
            <p:extLst/>
          </p:nvPr>
        </p:nvGraphicFramePr>
        <p:xfrm>
          <a:off x="4410075" y="3217863"/>
          <a:ext cx="398463" cy="407987"/>
        </p:xfrm>
        <a:graphic>
          <a:graphicData uri="http://schemas.openxmlformats.org/presentationml/2006/ole">
            <mc:AlternateContent xmlns:mc="http://schemas.openxmlformats.org/markup-compatibility/2006">
              <mc:Choice xmlns:v="urn:schemas-microsoft-com:vml" Requires="v">
                <p:oleObj spid="_x0000_s123000" name="Equation" r:id="rId25" imgW="181045" imgH="190432" progId="Equation.3">
                  <p:embed/>
                </p:oleObj>
              </mc:Choice>
              <mc:Fallback>
                <p:oleObj name="Equation" r:id="rId25" imgW="181045" imgH="190432" progId="Equation.3">
                  <p:embed/>
                  <p:pic>
                    <p:nvPicPr>
                      <p:cNvPr id="38944" name="Object 12">
                        <a:extLst>
                          <a:ext uri="{FF2B5EF4-FFF2-40B4-BE49-F238E27FC236}">
                            <a16:creationId xmlns:a16="http://schemas.microsoft.com/office/drawing/2014/main" id="{7750B025-7C8F-4587-8607-365902C944CD}"/>
                          </a:ext>
                        </a:extLst>
                      </p:cNvPr>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4410075" y="3217863"/>
                        <a:ext cx="398463" cy="407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3300"/>
                            </a:solidFill>
                            <a:miter lim="800000"/>
                            <a:headEnd/>
                            <a:tailEnd/>
                          </a14:hiddenLine>
                        </a:ext>
                      </a:extLst>
                    </p:spPr>
                  </p:pic>
                </p:oleObj>
              </mc:Fallback>
            </mc:AlternateContent>
          </a:graphicData>
        </a:graphic>
      </p:graphicFrame>
      <p:graphicFrame>
        <p:nvGraphicFramePr>
          <p:cNvPr id="38945" name="Object 13">
            <a:extLst>
              <a:ext uri="{FF2B5EF4-FFF2-40B4-BE49-F238E27FC236}">
                <a16:creationId xmlns:a16="http://schemas.microsoft.com/office/drawing/2014/main" id="{90BE79D5-CD55-40DB-B428-36F7342381F8}"/>
              </a:ext>
            </a:extLst>
          </p:cNvPr>
          <p:cNvGraphicFramePr>
            <a:graphicFrameLocks noChangeAspect="1"/>
          </p:cNvGraphicFramePr>
          <p:nvPr>
            <p:extLst/>
          </p:nvPr>
        </p:nvGraphicFramePr>
        <p:xfrm>
          <a:off x="4386263" y="4638675"/>
          <a:ext cx="457200" cy="377825"/>
        </p:xfrm>
        <a:graphic>
          <a:graphicData uri="http://schemas.openxmlformats.org/presentationml/2006/ole">
            <mc:AlternateContent xmlns:mc="http://schemas.openxmlformats.org/markup-compatibility/2006">
              <mc:Choice xmlns:v="urn:schemas-microsoft-com:vml" Requires="v">
                <p:oleObj spid="_x0000_s123001" name="Equation" r:id="rId27" imgW="228753" imgH="190432" progId="Equation.3">
                  <p:embed/>
                </p:oleObj>
              </mc:Choice>
              <mc:Fallback>
                <p:oleObj name="Equation" r:id="rId27" imgW="228753" imgH="190432" progId="Equation.3">
                  <p:embed/>
                  <p:pic>
                    <p:nvPicPr>
                      <p:cNvPr id="38945" name="Object 13">
                        <a:extLst>
                          <a:ext uri="{FF2B5EF4-FFF2-40B4-BE49-F238E27FC236}">
                            <a16:creationId xmlns:a16="http://schemas.microsoft.com/office/drawing/2014/main" id="{90BE79D5-CD55-40DB-B428-36F7342381F8}"/>
                          </a:ext>
                        </a:extLst>
                      </p:cNvPr>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4386263" y="4638675"/>
                        <a:ext cx="457200"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3300"/>
                            </a:solidFill>
                            <a:miter lim="800000"/>
                            <a:headEnd/>
                            <a:tailEnd/>
                          </a14:hiddenLine>
                        </a:ext>
                      </a:extLst>
                    </p:spPr>
                  </p:pic>
                </p:oleObj>
              </mc:Fallback>
            </mc:AlternateContent>
          </a:graphicData>
        </a:graphic>
      </p:graphicFrame>
      <p:graphicFrame>
        <p:nvGraphicFramePr>
          <p:cNvPr id="38946" name="Object 14">
            <a:extLst>
              <a:ext uri="{FF2B5EF4-FFF2-40B4-BE49-F238E27FC236}">
                <a16:creationId xmlns:a16="http://schemas.microsoft.com/office/drawing/2014/main" id="{7990F69A-40A1-42C0-A113-9E17B7C553FB}"/>
              </a:ext>
            </a:extLst>
          </p:cNvPr>
          <p:cNvGraphicFramePr>
            <a:graphicFrameLocks noChangeAspect="1"/>
          </p:cNvGraphicFramePr>
          <p:nvPr>
            <p:extLst/>
          </p:nvPr>
        </p:nvGraphicFramePr>
        <p:xfrm>
          <a:off x="3014663" y="4257675"/>
          <a:ext cx="276225" cy="390525"/>
        </p:xfrm>
        <a:graphic>
          <a:graphicData uri="http://schemas.openxmlformats.org/presentationml/2006/ole">
            <mc:AlternateContent xmlns:mc="http://schemas.openxmlformats.org/markup-compatibility/2006">
              <mc:Choice xmlns:v="urn:schemas-microsoft-com:vml" Requires="v">
                <p:oleObj spid="_x0000_s123002" name="Equation" r:id="rId29" imgW="85629" imgH="85725" progId="Equation.3">
                  <p:embed/>
                </p:oleObj>
              </mc:Choice>
              <mc:Fallback>
                <p:oleObj name="Equation" r:id="rId29" imgW="85629" imgH="85725" progId="Equation.3">
                  <p:embed/>
                  <p:pic>
                    <p:nvPicPr>
                      <p:cNvPr id="38946" name="Object 14">
                        <a:extLst>
                          <a:ext uri="{FF2B5EF4-FFF2-40B4-BE49-F238E27FC236}">
                            <a16:creationId xmlns:a16="http://schemas.microsoft.com/office/drawing/2014/main" id="{7990F69A-40A1-42C0-A113-9E17B7C553FB}"/>
                          </a:ext>
                        </a:extLst>
                      </p:cNvPr>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3014663" y="4257675"/>
                        <a:ext cx="276225"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3300"/>
                            </a:solidFill>
                            <a:miter lim="800000"/>
                            <a:headEnd/>
                            <a:tailEnd/>
                          </a14:hiddenLine>
                        </a:ext>
                      </a:extLst>
                    </p:spPr>
                  </p:pic>
                </p:oleObj>
              </mc:Fallback>
            </mc:AlternateContent>
          </a:graphicData>
        </a:graphic>
      </p:graphicFrame>
      <p:sp>
        <p:nvSpPr>
          <p:cNvPr id="38947" name="Line 35">
            <a:extLst>
              <a:ext uri="{FF2B5EF4-FFF2-40B4-BE49-F238E27FC236}">
                <a16:creationId xmlns:a16="http://schemas.microsoft.com/office/drawing/2014/main" id="{F70593B7-05D9-4439-B50D-4D2EB156E491}"/>
              </a:ext>
            </a:extLst>
          </p:cNvPr>
          <p:cNvSpPr>
            <a:spLocks noChangeShapeType="1"/>
          </p:cNvSpPr>
          <p:nvPr/>
        </p:nvSpPr>
        <p:spPr bwMode="auto">
          <a:xfrm>
            <a:off x="5781675" y="3446463"/>
            <a:ext cx="1371600" cy="0"/>
          </a:xfrm>
          <a:prstGeom prst="line">
            <a:avLst/>
          </a:prstGeom>
          <a:noFill/>
          <a:ln w="22225">
            <a:solidFill>
              <a:srgbClr val="FFFF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48" name="Rectangle 36">
            <a:extLst>
              <a:ext uri="{FF2B5EF4-FFF2-40B4-BE49-F238E27FC236}">
                <a16:creationId xmlns:a16="http://schemas.microsoft.com/office/drawing/2014/main" id="{708FD61D-3577-446C-9FE5-21EC34DD4336}"/>
              </a:ext>
            </a:extLst>
          </p:cNvPr>
          <p:cNvSpPr>
            <a:spLocks noChangeArrowheads="1"/>
          </p:cNvSpPr>
          <p:nvPr/>
        </p:nvSpPr>
        <p:spPr bwMode="auto">
          <a:xfrm>
            <a:off x="1428750" y="2571750"/>
            <a:ext cx="38798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a:solidFill>
                  <a:schemeClr val="bg1"/>
                </a:solidFill>
                <a:latin typeface="宋体" panose="02010600030101010101" pitchFamily="2" charset="-122"/>
              </a:rPr>
              <a:t>分别在各自的平面上振动。</a:t>
            </a:r>
          </a:p>
        </p:txBody>
      </p:sp>
      <p:sp>
        <p:nvSpPr>
          <p:cNvPr id="38949" name="Rectangle 37">
            <a:extLst>
              <a:ext uri="{FF2B5EF4-FFF2-40B4-BE49-F238E27FC236}">
                <a16:creationId xmlns:a16="http://schemas.microsoft.com/office/drawing/2014/main" id="{2BF8C429-92BE-4A9F-A58E-01B7E681DA57}"/>
              </a:ext>
            </a:extLst>
          </p:cNvPr>
          <p:cNvSpPr>
            <a:spLocks noChangeArrowheads="1"/>
          </p:cNvSpPr>
          <p:nvPr/>
        </p:nvSpPr>
        <p:spPr bwMode="auto">
          <a:xfrm>
            <a:off x="285750" y="3071813"/>
            <a:ext cx="3962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0" lang="en-US" altLang="zh-CN">
                <a:solidFill>
                  <a:srgbClr val="FFFF00"/>
                </a:solidFill>
              </a:rPr>
              <a:t>(3)  </a:t>
            </a:r>
            <a:r>
              <a:rPr kumimoji="0" lang="zh-CN" altLang="en-US">
                <a:solidFill>
                  <a:srgbClr val="FFFF00"/>
                </a:solidFill>
              </a:rPr>
              <a:t>电场与磁场同相变化 </a:t>
            </a:r>
          </a:p>
        </p:txBody>
      </p:sp>
      <p:graphicFrame>
        <p:nvGraphicFramePr>
          <p:cNvPr id="38950" name="Object 15">
            <a:extLst>
              <a:ext uri="{FF2B5EF4-FFF2-40B4-BE49-F238E27FC236}">
                <a16:creationId xmlns:a16="http://schemas.microsoft.com/office/drawing/2014/main" id="{AB2A60EF-CABE-4D4A-93F9-FC721E307216}"/>
              </a:ext>
            </a:extLst>
          </p:cNvPr>
          <p:cNvGraphicFramePr>
            <a:graphicFrameLocks noChangeAspect="1"/>
          </p:cNvGraphicFramePr>
          <p:nvPr>
            <p:extLst/>
          </p:nvPr>
        </p:nvGraphicFramePr>
        <p:xfrm>
          <a:off x="666750" y="2495550"/>
          <a:ext cx="885825" cy="590550"/>
        </p:xfrm>
        <a:graphic>
          <a:graphicData uri="http://schemas.openxmlformats.org/presentationml/2006/ole">
            <mc:AlternateContent xmlns:mc="http://schemas.openxmlformats.org/markup-compatibility/2006">
              <mc:Choice xmlns:v="urn:schemas-microsoft-com:vml" Requires="v">
                <p:oleObj spid="_x0000_s123003" name="Equation" r:id="rId31" imgW="304902" imgH="190432" progId="Equation.3">
                  <p:embed/>
                </p:oleObj>
              </mc:Choice>
              <mc:Fallback>
                <p:oleObj name="Equation" r:id="rId31" imgW="304902" imgH="190432" progId="Equation.3">
                  <p:embed/>
                  <p:pic>
                    <p:nvPicPr>
                      <p:cNvPr id="38950" name="Object 15">
                        <a:extLst>
                          <a:ext uri="{FF2B5EF4-FFF2-40B4-BE49-F238E27FC236}">
                            <a16:creationId xmlns:a16="http://schemas.microsoft.com/office/drawing/2014/main" id="{AB2A60EF-CABE-4D4A-93F9-FC721E307216}"/>
                          </a:ext>
                        </a:extLst>
                      </p:cNvPr>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666750" y="2495550"/>
                        <a:ext cx="885825"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mc:AlternateContent xmlns:mc="http://schemas.openxmlformats.org/markup-compatibility/2006" xmlns:a14="http://schemas.microsoft.com/office/drawing/2010/main">
        <mc:Choice Requires="a14">
          <p:sp>
            <p:nvSpPr>
              <p:cNvPr id="38951" name="Object 16">
                <a:extLst>
                  <a:ext uri="{FF2B5EF4-FFF2-40B4-BE49-F238E27FC236}">
                    <a16:creationId xmlns:a16="http://schemas.microsoft.com/office/drawing/2014/main" id="{3A337051-8A79-4831-898A-D2C1F077FD59}"/>
                  </a:ext>
                </a:extLst>
              </p:cNvPr>
              <p:cNvSpPr txBox="1"/>
              <p:nvPr/>
            </p:nvSpPr>
            <p:spPr bwMode="auto">
              <a:xfrm>
                <a:off x="571500" y="4857750"/>
                <a:ext cx="2724150" cy="673100"/>
              </a:xfrm>
              <a:prstGeom prst="rect">
                <a:avLst/>
              </a:prstGeom>
              <a:noFill/>
              <a:ln w="9525">
                <a:solidFill>
                  <a:srgbClr val="FF9900"/>
                </a:solidFill>
                <a:miter lim="800000"/>
                <a:headEnd/>
                <a:tailEnd/>
              </a:ln>
              <a:extLst/>
            </p:spPr>
            <p:txBody>
              <a:bodyPr>
                <a:normAutofit/>
              </a:bodyPr>
              <a:lstStyle/>
              <a:p>
                <a:pPr/>
                <a14:m>
                  <m:oMathPara xmlns:m="http://schemas.openxmlformats.org/officeDocument/2006/math">
                    <m:oMathParaPr>
                      <m:jc m:val="centerGroup"/>
                    </m:oMathParaPr>
                    <m:oMath xmlns:m="http://schemas.openxmlformats.org/officeDocument/2006/math">
                      <m:rad>
                        <m:radPr>
                          <m:degHide m:val="on"/>
                          <m:ctrlPr>
                            <a:rPr lang="zh-CN" altLang="en-US" sz="3200" i="1" smtClean="0">
                              <a:solidFill>
                                <a:schemeClr val="bg1"/>
                              </a:solidFill>
                              <a:latin typeface="Cambria Math" panose="02040503050406030204" pitchFamily="18" charset="0"/>
                            </a:rPr>
                          </m:ctrlPr>
                        </m:radPr>
                        <m:deg/>
                        <m:e>
                          <m:r>
                            <a:rPr lang="zh-CN" altLang="en-US" sz="3200" i="1">
                              <a:solidFill>
                                <a:schemeClr val="bg1"/>
                              </a:solidFill>
                              <a:latin typeface="Cambria Math" panose="02040503050406030204" pitchFamily="18" charset="0"/>
                            </a:rPr>
                            <m:t>𝜀</m:t>
                          </m:r>
                        </m:e>
                      </m:rad>
                      <m:sSub>
                        <m:sSubPr>
                          <m:ctrlPr>
                            <a:rPr lang="zh-CN" altLang="en-US" sz="3200" i="1">
                              <a:solidFill>
                                <a:schemeClr val="bg1"/>
                              </a:solidFill>
                              <a:latin typeface="Cambria Math" panose="02040503050406030204" pitchFamily="18" charset="0"/>
                            </a:rPr>
                          </m:ctrlPr>
                        </m:sSubPr>
                        <m:e>
                          <m:r>
                            <a:rPr lang="zh-CN" altLang="en-US" sz="3200" i="1">
                              <a:solidFill>
                                <a:schemeClr val="bg1"/>
                              </a:solidFill>
                              <a:latin typeface="Cambria Math" panose="02040503050406030204" pitchFamily="18" charset="0"/>
                            </a:rPr>
                            <m:t>𝐸</m:t>
                          </m:r>
                        </m:e>
                        <m:sub>
                          <m:r>
                            <a:rPr lang="zh-CN" altLang="en-US" sz="3200" i="1">
                              <a:solidFill>
                                <a:schemeClr val="bg1"/>
                              </a:solidFill>
                              <a:latin typeface="Cambria Math" panose="02040503050406030204" pitchFamily="18" charset="0"/>
                            </a:rPr>
                            <m:t>0</m:t>
                          </m:r>
                        </m:sub>
                      </m:sSub>
                      <m:r>
                        <a:rPr lang="zh-CN" altLang="en-US" sz="3200" i="1">
                          <a:solidFill>
                            <a:schemeClr val="bg1"/>
                          </a:solidFill>
                          <a:latin typeface="Cambria Math" panose="02040503050406030204" pitchFamily="18" charset="0"/>
                        </a:rPr>
                        <m:t>=</m:t>
                      </m:r>
                      <m:rad>
                        <m:radPr>
                          <m:degHide m:val="on"/>
                          <m:ctrlPr>
                            <a:rPr lang="zh-CN" altLang="en-US" sz="3200" i="1">
                              <a:solidFill>
                                <a:schemeClr val="bg1"/>
                              </a:solidFill>
                              <a:latin typeface="Cambria Math" panose="02040503050406030204" pitchFamily="18" charset="0"/>
                            </a:rPr>
                          </m:ctrlPr>
                        </m:radPr>
                        <m:deg/>
                        <m:e>
                          <m:r>
                            <a:rPr lang="zh-CN" altLang="en-US" sz="3200" i="1">
                              <a:solidFill>
                                <a:schemeClr val="bg1"/>
                              </a:solidFill>
                              <a:latin typeface="Cambria Math" panose="02040503050406030204" pitchFamily="18" charset="0"/>
                            </a:rPr>
                            <m:t>𝜇</m:t>
                          </m:r>
                        </m:e>
                      </m:rad>
                      <m:sSub>
                        <m:sSubPr>
                          <m:ctrlPr>
                            <a:rPr lang="zh-CN" altLang="en-US" sz="3200" i="1">
                              <a:solidFill>
                                <a:schemeClr val="bg1"/>
                              </a:solidFill>
                              <a:latin typeface="Cambria Math" panose="02040503050406030204" pitchFamily="18" charset="0"/>
                            </a:rPr>
                          </m:ctrlPr>
                        </m:sSubPr>
                        <m:e>
                          <m:r>
                            <a:rPr lang="zh-CN" altLang="en-US" sz="3200" i="1">
                              <a:solidFill>
                                <a:schemeClr val="bg1"/>
                              </a:solidFill>
                              <a:latin typeface="Cambria Math" panose="02040503050406030204" pitchFamily="18" charset="0"/>
                            </a:rPr>
                            <m:t>𝐻</m:t>
                          </m:r>
                        </m:e>
                        <m:sub>
                          <m:r>
                            <a:rPr lang="zh-CN" altLang="en-US" sz="3200" i="1">
                              <a:solidFill>
                                <a:schemeClr val="bg1"/>
                              </a:solidFill>
                              <a:latin typeface="Cambria Math" panose="02040503050406030204" pitchFamily="18" charset="0"/>
                            </a:rPr>
                            <m:t>0</m:t>
                          </m:r>
                        </m:sub>
                      </m:sSub>
                    </m:oMath>
                  </m:oMathPara>
                </a14:m>
                <a:endParaRPr lang="zh-CN" altLang="en-US" sz="3200" dirty="0">
                  <a:solidFill>
                    <a:schemeClr val="bg1"/>
                  </a:solidFill>
                </a:endParaRPr>
              </a:p>
            </p:txBody>
          </p:sp>
        </mc:Choice>
        <mc:Fallback xmlns="">
          <p:sp>
            <p:nvSpPr>
              <p:cNvPr id="38951" name="Object 16">
                <a:extLst>
                  <a:ext uri="{FF2B5EF4-FFF2-40B4-BE49-F238E27FC236}">
                    <a16:creationId xmlns:a16="http://schemas.microsoft.com/office/drawing/2014/main" id="{3A337051-8A79-4831-898A-D2C1F077FD59}"/>
                  </a:ext>
                </a:extLst>
              </p:cNvPr>
              <p:cNvSpPr txBox="1">
                <a:spLocks noRot="1" noChangeAspect="1" noMove="1" noResize="1" noEditPoints="1" noAdjustHandles="1" noChangeArrowheads="1" noChangeShapeType="1" noTextEdit="1"/>
              </p:cNvSpPr>
              <p:nvPr/>
            </p:nvSpPr>
            <p:spPr bwMode="auto">
              <a:xfrm>
                <a:off x="571500" y="4857750"/>
                <a:ext cx="2724150" cy="673100"/>
              </a:xfrm>
              <a:prstGeom prst="rect">
                <a:avLst/>
              </a:prstGeom>
              <a:blipFill>
                <a:blip r:embed="rId33"/>
                <a:stretch>
                  <a:fillRect/>
                </a:stretch>
              </a:blipFill>
              <a:ln w="9525">
                <a:solidFill>
                  <a:srgbClr val="FF9900"/>
                </a:solidFill>
                <a:miter lim="800000"/>
                <a:headEnd/>
                <a:tailEnd/>
              </a:ln>
              <a:extLst/>
            </p:spPr>
            <p:txBody>
              <a:bodyPr/>
              <a:lstStyle/>
              <a:p>
                <a:r>
                  <a:rPr lang="zh-CN" altLang="en-US">
                    <a:noFill/>
                  </a:rPr>
                  <a:t> </a:t>
                </a:r>
              </a:p>
            </p:txBody>
          </p:sp>
        </mc:Fallback>
      </mc:AlternateContent>
      <p:sp>
        <p:nvSpPr>
          <p:cNvPr id="38952" name="Rectangle 40">
            <a:extLst>
              <a:ext uri="{FF2B5EF4-FFF2-40B4-BE49-F238E27FC236}">
                <a16:creationId xmlns:a16="http://schemas.microsoft.com/office/drawing/2014/main" id="{54A83ECC-145D-4B9F-8046-DA5FE06BA36D}"/>
              </a:ext>
            </a:extLst>
          </p:cNvPr>
          <p:cNvSpPr>
            <a:spLocks noChangeArrowheads="1"/>
          </p:cNvSpPr>
          <p:nvPr/>
        </p:nvSpPr>
        <p:spPr bwMode="auto">
          <a:xfrm>
            <a:off x="571500" y="4329113"/>
            <a:ext cx="2438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dirty="0">
                <a:solidFill>
                  <a:schemeClr val="bg1"/>
                </a:solidFill>
                <a:latin typeface="宋体" panose="02010600030101010101" pitchFamily="2" charset="-122"/>
              </a:rPr>
              <a:t>振幅之间满足</a:t>
            </a:r>
          </a:p>
        </p:txBody>
      </p:sp>
      <p:sp>
        <p:nvSpPr>
          <p:cNvPr id="38954" name="Text Box 42">
            <a:extLst>
              <a:ext uri="{FF2B5EF4-FFF2-40B4-BE49-F238E27FC236}">
                <a16:creationId xmlns:a16="http://schemas.microsoft.com/office/drawing/2014/main" id="{8E22590C-200C-4482-A771-85AFD8F36447}"/>
              </a:ext>
            </a:extLst>
          </p:cNvPr>
          <p:cNvSpPr txBox="1">
            <a:spLocks noChangeArrowheads="1"/>
          </p:cNvSpPr>
          <p:nvPr/>
        </p:nvSpPr>
        <p:spPr bwMode="auto">
          <a:xfrm>
            <a:off x="357188" y="5572125"/>
            <a:ext cx="3286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0" lang="en-US" altLang="zh-CN">
                <a:solidFill>
                  <a:srgbClr val="FFFF00"/>
                </a:solidFill>
              </a:rPr>
              <a:t>(4)  </a:t>
            </a:r>
            <a:r>
              <a:rPr kumimoji="0" lang="zh-CN" altLang="en-US">
                <a:solidFill>
                  <a:srgbClr val="FFFF00"/>
                </a:solidFill>
              </a:rPr>
              <a:t>电磁波的能量 </a:t>
            </a:r>
          </a:p>
        </p:txBody>
      </p:sp>
      <p:graphicFrame>
        <p:nvGraphicFramePr>
          <p:cNvPr id="38958" name="Object 17">
            <a:extLst>
              <a:ext uri="{FF2B5EF4-FFF2-40B4-BE49-F238E27FC236}">
                <a16:creationId xmlns:a16="http://schemas.microsoft.com/office/drawing/2014/main" id="{83A344AC-70BA-4881-9557-77D4DDCEA4BE}"/>
              </a:ext>
            </a:extLst>
          </p:cNvPr>
          <p:cNvGraphicFramePr>
            <a:graphicFrameLocks noChangeAspect="1"/>
          </p:cNvGraphicFramePr>
          <p:nvPr>
            <p:extLst/>
          </p:nvPr>
        </p:nvGraphicFramePr>
        <p:xfrm>
          <a:off x="500063" y="6000750"/>
          <a:ext cx="2324100" cy="650875"/>
        </p:xfrm>
        <a:graphic>
          <a:graphicData uri="http://schemas.openxmlformats.org/presentationml/2006/ole">
            <mc:AlternateContent xmlns:mc="http://schemas.openxmlformats.org/markup-compatibility/2006">
              <mc:Choice xmlns:v="urn:schemas-microsoft-com:vml" Requires="v">
                <p:oleObj spid="_x0000_s123004" name="Equation" r:id="rId34" imgW="733355" imgH="190432" progId="Equation.3">
                  <p:embed/>
                </p:oleObj>
              </mc:Choice>
              <mc:Fallback>
                <p:oleObj name="Equation" r:id="rId34" imgW="733355" imgH="190432" progId="Equation.3">
                  <p:embed/>
                  <p:pic>
                    <p:nvPicPr>
                      <p:cNvPr id="38958" name="Object 17">
                        <a:extLst>
                          <a:ext uri="{FF2B5EF4-FFF2-40B4-BE49-F238E27FC236}">
                            <a16:creationId xmlns:a16="http://schemas.microsoft.com/office/drawing/2014/main" id="{83A344AC-70BA-4881-9557-77D4DDCEA4BE}"/>
                          </a:ext>
                        </a:extLst>
                      </p:cNvPr>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500063" y="6000750"/>
                        <a:ext cx="2324100" cy="65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8959" name="Object 18">
            <a:extLst>
              <a:ext uri="{FF2B5EF4-FFF2-40B4-BE49-F238E27FC236}">
                <a16:creationId xmlns:a16="http://schemas.microsoft.com/office/drawing/2014/main" id="{0B75843A-8F76-431D-9878-3C1704E0BF5D}"/>
              </a:ext>
            </a:extLst>
          </p:cNvPr>
          <p:cNvGraphicFramePr>
            <a:graphicFrameLocks noChangeAspect="1"/>
          </p:cNvGraphicFramePr>
          <p:nvPr>
            <p:extLst/>
          </p:nvPr>
        </p:nvGraphicFramePr>
        <p:xfrm>
          <a:off x="2714625" y="5737225"/>
          <a:ext cx="3238500" cy="1120775"/>
        </p:xfrm>
        <a:graphic>
          <a:graphicData uri="http://schemas.openxmlformats.org/presentationml/2006/ole">
            <mc:AlternateContent xmlns:mc="http://schemas.openxmlformats.org/markup-compatibility/2006">
              <mc:Choice xmlns:v="urn:schemas-microsoft-com:vml" Requires="v">
                <p:oleObj spid="_x0000_s123005" name="Equation" r:id="rId36" imgW="1038257" imgH="352391" progId="Equation.3">
                  <p:embed/>
                </p:oleObj>
              </mc:Choice>
              <mc:Fallback>
                <p:oleObj name="Equation" r:id="rId36" imgW="1038257" imgH="352391" progId="Equation.3">
                  <p:embed/>
                  <p:pic>
                    <p:nvPicPr>
                      <p:cNvPr id="38959" name="Object 18">
                        <a:extLst>
                          <a:ext uri="{FF2B5EF4-FFF2-40B4-BE49-F238E27FC236}">
                            <a16:creationId xmlns:a16="http://schemas.microsoft.com/office/drawing/2014/main" id="{0B75843A-8F76-431D-9878-3C1704E0BF5D}"/>
                          </a:ext>
                        </a:extLst>
                      </p:cNvPr>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2714625" y="5737225"/>
                        <a:ext cx="3238500" cy="112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 name="Group 49">
            <a:extLst>
              <a:ext uri="{FF2B5EF4-FFF2-40B4-BE49-F238E27FC236}">
                <a16:creationId xmlns:a16="http://schemas.microsoft.com/office/drawing/2014/main" id="{D85CCC8B-94AA-442F-902A-82ADA3DF0036}"/>
              </a:ext>
            </a:extLst>
          </p:cNvPr>
          <p:cNvGrpSpPr>
            <a:grpSpLocks/>
          </p:cNvGrpSpPr>
          <p:nvPr/>
        </p:nvGrpSpPr>
        <p:grpSpPr bwMode="auto">
          <a:xfrm>
            <a:off x="6357938" y="4929188"/>
            <a:ext cx="2214562" cy="1785937"/>
            <a:chOff x="4080" y="2919"/>
            <a:chExt cx="1584" cy="1208"/>
          </a:xfrm>
        </p:grpSpPr>
        <p:graphicFrame>
          <p:nvGraphicFramePr>
            <p:cNvPr id="8234" name="Object 19">
              <a:extLst>
                <a:ext uri="{FF2B5EF4-FFF2-40B4-BE49-F238E27FC236}">
                  <a16:creationId xmlns:a16="http://schemas.microsoft.com/office/drawing/2014/main" id="{8E82BFE9-4FAC-443A-8448-24B803D2285F}"/>
                </a:ext>
              </a:extLst>
            </p:cNvPr>
            <p:cNvGraphicFramePr>
              <a:graphicFrameLocks noChangeAspect="1"/>
            </p:cNvGraphicFramePr>
            <p:nvPr>
              <p:extLst/>
            </p:nvPr>
          </p:nvGraphicFramePr>
          <p:xfrm>
            <a:off x="4239" y="2919"/>
            <a:ext cx="1297" cy="624"/>
          </p:xfrm>
          <a:graphic>
            <a:graphicData uri="http://schemas.openxmlformats.org/presentationml/2006/ole">
              <mc:AlternateContent xmlns:mc="http://schemas.openxmlformats.org/markup-compatibility/2006">
                <mc:Choice xmlns:v="urn:schemas-microsoft-com:vml" Requires="v">
                  <p:oleObj spid="_x0000_s123006" name="公式" r:id="rId38" imgW="647725" imgH="352391" progId="Equation.3">
                    <p:embed/>
                  </p:oleObj>
                </mc:Choice>
                <mc:Fallback>
                  <p:oleObj name="公式" r:id="rId38" imgW="647725" imgH="352391" progId="Equation.3">
                    <p:embed/>
                    <p:pic>
                      <p:nvPicPr>
                        <p:cNvPr id="8234" name="Object 19">
                          <a:extLst>
                            <a:ext uri="{FF2B5EF4-FFF2-40B4-BE49-F238E27FC236}">
                              <a16:creationId xmlns:a16="http://schemas.microsoft.com/office/drawing/2014/main" id="{8E82BFE9-4FAC-443A-8448-24B803D2285F}"/>
                            </a:ext>
                          </a:extLst>
                        </p:cNvPr>
                        <p:cNvPicPr>
                          <a:picLocks noChangeAspect="1" noChangeArrowheads="1"/>
                        </p:cNvPicPr>
                        <p:nvPr/>
                      </p:nvPicPr>
                      <p:blipFill>
                        <a:blip r:embed="rId39">
                          <a:extLst>
                            <a:ext uri="{28A0092B-C50C-407E-A947-70E740481C1C}">
                              <a14:useLocalDpi xmlns:a14="http://schemas.microsoft.com/office/drawing/2010/main" val="0"/>
                            </a:ext>
                          </a:extLst>
                        </a:blip>
                        <a:srcRect/>
                        <a:stretch>
                          <a:fillRect/>
                        </a:stretch>
                      </p:blipFill>
                      <p:spPr bwMode="auto">
                        <a:xfrm>
                          <a:off x="4239" y="2919"/>
                          <a:ext cx="1297" cy="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235" name="Object 20">
              <a:extLst>
                <a:ext uri="{FF2B5EF4-FFF2-40B4-BE49-F238E27FC236}">
                  <a16:creationId xmlns:a16="http://schemas.microsoft.com/office/drawing/2014/main" id="{C0B4B770-802B-4359-8E93-4B2BAD837A36}"/>
                </a:ext>
              </a:extLst>
            </p:cNvPr>
            <p:cNvGraphicFramePr>
              <a:graphicFrameLocks noChangeAspect="1"/>
            </p:cNvGraphicFramePr>
            <p:nvPr>
              <p:extLst/>
            </p:nvPr>
          </p:nvGraphicFramePr>
          <p:xfrm>
            <a:off x="4137" y="3459"/>
            <a:ext cx="1464" cy="624"/>
          </p:xfrm>
          <a:graphic>
            <a:graphicData uri="http://schemas.openxmlformats.org/presentationml/2006/ole">
              <mc:AlternateContent xmlns:mc="http://schemas.openxmlformats.org/markup-compatibility/2006">
                <mc:Choice xmlns:v="urn:schemas-microsoft-com:vml" Requires="v">
                  <p:oleObj spid="_x0000_s123007" name="公式" r:id="rId40" imgW="733355" imgH="352391" progId="Equation.3">
                    <p:embed/>
                  </p:oleObj>
                </mc:Choice>
                <mc:Fallback>
                  <p:oleObj name="公式" r:id="rId40" imgW="733355" imgH="352391" progId="Equation.3">
                    <p:embed/>
                    <p:pic>
                      <p:nvPicPr>
                        <p:cNvPr id="8235" name="Object 20">
                          <a:extLst>
                            <a:ext uri="{FF2B5EF4-FFF2-40B4-BE49-F238E27FC236}">
                              <a16:creationId xmlns:a16="http://schemas.microsoft.com/office/drawing/2014/main" id="{C0B4B770-802B-4359-8E93-4B2BAD837A36}"/>
                            </a:ext>
                          </a:extLst>
                        </p:cNvPr>
                        <p:cNvPicPr>
                          <a:picLocks noChangeAspect="1" noChangeArrowheads="1"/>
                        </p:cNvPicPr>
                        <p:nvPr/>
                      </p:nvPicPr>
                      <p:blipFill>
                        <a:blip r:embed="rId41">
                          <a:extLst>
                            <a:ext uri="{28A0092B-C50C-407E-A947-70E740481C1C}">
                              <a14:useLocalDpi xmlns:a14="http://schemas.microsoft.com/office/drawing/2010/main" val="0"/>
                            </a:ext>
                          </a:extLst>
                        </a:blip>
                        <a:srcRect/>
                        <a:stretch>
                          <a:fillRect/>
                        </a:stretch>
                      </p:blipFill>
                      <p:spPr bwMode="auto">
                        <a:xfrm>
                          <a:off x="4137" y="3459"/>
                          <a:ext cx="1464" cy="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236" name="Rectangle 48">
              <a:extLst>
                <a:ext uri="{FF2B5EF4-FFF2-40B4-BE49-F238E27FC236}">
                  <a16:creationId xmlns:a16="http://schemas.microsoft.com/office/drawing/2014/main" id="{B1A173BF-5FA4-4DA2-B642-B58CC98FD399}"/>
                </a:ext>
              </a:extLst>
            </p:cNvPr>
            <p:cNvSpPr>
              <a:spLocks noChangeArrowheads="1"/>
            </p:cNvSpPr>
            <p:nvPr/>
          </p:nvSpPr>
          <p:spPr bwMode="auto">
            <a:xfrm>
              <a:off x="4080" y="2928"/>
              <a:ext cx="1584" cy="1199"/>
            </a:xfrm>
            <a:prstGeom prst="rect">
              <a:avLst/>
            </a:prstGeom>
            <a:noFill/>
            <a:ln w="22225">
              <a:solidFill>
                <a:srgbClr val="FFFF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a:solidFill>
                  <a:schemeClr val="bg1"/>
                </a:solidFill>
              </a:endParaRPr>
            </a:p>
          </p:txBody>
        </p:sp>
      </p:grpSp>
      <p:sp>
        <p:nvSpPr>
          <p:cNvPr id="43" name="Rectangle 25">
            <a:extLst>
              <a:ext uri="{FF2B5EF4-FFF2-40B4-BE49-F238E27FC236}">
                <a16:creationId xmlns:a16="http://schemas.microsoft.com/office/drawing/2014/main" id="{CAE35B76-82B2-4E04-B0AC-F25EF1236AAA}"/>
              </a:ext>
            </a:extLst>
          </p:cNvPr>
          <p:cNvSpPr>
            <a:spLocks noChangeArrowheads="1"/>
          </p:cNvSpPr>
          <p:nvPr/>
        </p:nvSpPr>
        <p:spPr bwMode="auto">
          <a:xfrm>
            <a:off x="214313" y="214313"/>
            <a:ext cx="35004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0" lang="en-US" altLang="zh-CN">
                <a:solidFill>
                  <a:srgbClr val="00FFFF"/>
                </a:solidFill>
                <a:latin typeface="宋体" panose="02010600030101010101" pitchFamily="2" charset="-122"/>
              </a:rPr>
              <a:t>2 </a:t>
            </a:r>
            <a:r>
              <a:rPr kumimoji="0" lang="zh-CN" altLang="en-US">
                <a:solidFill>
                  <a:srgbClr val="00FFFF"/>
                </a:solidFill>
                <a:latin typeface="宋体" panose="02010600030101010101" pitchFamily="2" charset="-122"/>
              </a:rPr>
              <a:t>电磁波的基本性质</a:t>
            </a:r>
          </a:p>
        </p:txBody>
      </p:sp>
      <p:sp>
        <p:nvSpPr>
          <p:cNvPr id="44" name="AutoShape 26">
            <a:extLst>
              <a:ext uri="{FF2B5EF4-FFF2-40B4-BE49-F238E27FC236}">
                <a16:creationId xmlns:a16="http://schemas.microsoft.com/office/drawing/2014/main" id="{376EB19C-66DC-41D3-ABA3-68BE533A72C1}"/>
              </a:ext>
            </a:extLst>
          </p:cNvPr>
          <p:cNvSpPr>
            <a:spLocks noChangeArrowheads="1"/>
          </p:cNvSpPr>
          <p:nvPr/>
        </p:nvSpPr>
        <p:spPr bwMode="auto">
          <a:xfrm>
            <a:off x="3286125" y="266700"/>
            <a:ext cx="304800" cy="304800"/>
          </a:xfrm>
          <a:prstGeom prst="star5">
            <a:avLst/>
          </a:prstGeom>
          <a:noFill/>
          <a:ln w="22225">
            <a:solidFill>
              <a:srgbClr val="FFFF00"/>
            </a:solidFill>
            <a:miter lim="800000"/>
            <a:headEnd/>
            <a:tailEnd/>
          </a:ln>
          <a:effectLst/>
        </p:spPr>
        <p:txBody>
          <a:bodyPr wrap="none" anchor="ctr"/>
          <a:lstStyle/>
          <a:p>
            <a:pPr eaLnBrk="1" hangingPunct="1">
              <a:defRPr/>
            </a:pPr>
            <a:endParaRPr kumimoji="0" lang="zh-CN" altLang="en-US">
              <a:solidFill>
                <a:schemeClr val="bg1"/>
              </a:solidFill>
            </a:endParaRPr>
          </a:p>
        </p:txBody>
      </p:sp>
      <p:sp>
        <p:nvSpPr>
          <p:cNvPr id="8233" name="灯片编号占位符 1">
            <a:extLst>
              <a:ext uri="{FF2B5EF4-FFF2-40B4-BE49-F238E27FC236}">
                <a16:creationId xmlns:a16="http://schemas.microsoft.com/office/drawing/2014/main" id="{2581B7AF-6D77-43FC-B35C-2615CC035D9A}"/>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9F48A2CF-8980-4935-92CF-01AF1B108E3D}" type="slidenum">
              <a:rPr lang="en-US" altLang="zh-CN" b="0">
                <a:solidFill>
                  <a:srgbClr val="FF00FF"/>
                </a:solidFill>
              </a:rPr>
              <a:pPr eaLnBrk="1" hangingPunct="1"/>
              <a:t>16</a:t>
            </a:fld>
            <a:r>
              <a:rPr lang="en-US" altLang="zh-CN" b="0">
                <a:solidFill>
                  <a:srgbClr val="FF00FF"/>
                </a:solidFill>
              </a:rPr>
              <a:t>/25</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blinds(horizontal)">
                                      <p:cBhvr>
                                        <p:cTn id="7" dur="500"/>
                                        <p:tgtEl>
                                          <p:spTgt spid="43"/>
                                        </p:tgtEl>
                                      </p:cBhvr>
                                    </p:animEffect>
                                  </p:childTnLst>
                                </p:cTn>
                              </p:par>
                              <p:par>
                                <p:cTn id="8" presetID="3" presetClass="entr" presetSubtype="10" fill="hold" nodeType="withEffect">
                                  <p:stCondLst>
                                    <p:cond delay="0"/>
                                  </p:stCondLst>
                                  <p:childTnLst>
                                    <p:set>
                                      <p:cBhvr>
                                        <p:cTn id="9" dur="1" fill="hold">
                                          <p:stCondLst>
                                            <p:cond delay="0"/>
                                          </p:stCondLst>
                                        </p:cTn>
                                        <p:tgtEl>
                                          <p:spTgt spid="44"/>
                                        </p:tgtEl>
                                        <p:attrNameLst>
                                          <p:attrName>style.visibility</p:attrName>
                                        </p:attrNameLst>
                                      </p:cBhvr>
                                      <p:to>
                                        <p:strVal val="visible"/>
                                      </p:to>
                                    </p:set>
                                    <p:animEffect transition="in" filter="blinds(horizontal)">
                                      <p:cBhvr>
                                        <p:cTn id="10" dur="500"/>
                                        <p:tgtEl>
                                          <p:spTgt spid="44"/>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38916"/>
                                        </p:tgtEl>
                                        <p:attrNameLst>
                                          <p:attrName>style.visibility</p:attrName>
                                        </p:attrNameLst>
                                      </p:cBhvr>
                                      <p:to>
                                        <p:strVal val="visible"/>
                                      </p:to>
                                    </p:set>
                                    <p:animEffect transition="in" filter="wipe(left)">
                                      <p:cBhvr>
                                        <p:cTn id="15" dur="500"/>
                                        <p:tgtEl>
                                          <p:spTgt spid="38916"/>
                                        </p:tgtEl>
                                      </p:cBhvr>
                                    </p:animEffect>
                                  </p:childTnLst>
                                </p:cTn>
                              </p:par>
                            </p:childTnLst>
                          </p:cTn>
                        </p:par>
                        <p:par>
                          <p:cTn id="16" fill="hold" nodeType="withGroup">
                            <p:stCondLst>
                              <p:cond delay="500"/>
                            </p:stCondLst>
                            <p:childTnLst>
                              <p:par>
                                <p:cTn id="17" presetID="9" presetClass="entr" presetSubtype="0" fill="hold" nodeType="afterEffect">
                                  <p:stCondLst>
                                    <p:cond delay="0"/>
                                  </p:stCondLst>
                                  <p:childTnLst>
                                    <p:set>
                                      <p:cBhvr>
                                        <p:cTn id="18" dur="1" fill="hold">
                                          <p:stCondLst>
                                            <p:cond delay="0"/>
                                          </p:stCondLst>
                                        </p:cTn>
                                        <p:tgtEl>
                                          <p:spTgt spid="38924"/>
                                        </p:tgtEl>
                                        <p:attrNameLst>
                                          <p:attrName>style.visibility</p:attrName>
                                        </p:attrNameLst>
                                      </p:cBhvr>
                                      <p:to>
                                        <p:strVal val="visible"/>
                                      </p:to>
                                    </p:set>
                                    <p:animEffect transition="in" filter="dissolve">
                                      <p:cBhvr>
                                        <p:cTn id="19" dur="500"/>
                                        <p:tgtEl>
                                          <p:spTgt spid="38924"/>
                                        </p:tgtEl>
                                      </p:cBhvr>
                                    </p:animEffect>
                                  </p:childTnLst>
                                </p:cTn>
                              </p:par>
                              <p:par>
                                <p:cTn id="20" presetID="9" presetClass="entr" presetSubtype="0" fill="hold" nodeType="withEffect">
                                  <p:stCondLst>
                                    <p:cond delay="0"/>
                                  </p:stCondLst>
                                  <p:childTnLst>
                                    <p:set>
                                      <p:cBhvr>
                                        <p:cTn id="21" dur="1" fill="hold">
                                          <p:stCondLst>
                                            <p:cond delay="0"/>
                                          </p:stCondLst>
                                        </p:cTn>
                                        <p:tgtEl>
                                          <p:spTgt spid="38928"/>
                                        </p:tgtEl>
                                        <p:attrNameLst>
                                          <p:attrName>style.visibility</p:attrName>
                                        </p:attrNameLst>
                                      </p:cBhvr>
                                      <p:to>
                                        <p:strVal val="visible"/>
                                      </p:to>
                                    </p:set>
                                    <p:animEffect transition="in" filter="dissolve">
                                      <p:cBhvr>
                                        <p:cTn id="22" dur="500"/>
                                        <p:tgtEl>
                                          <p:spTgt spid="38928"/>
                                        </p:tgtEl>
                                      </p:cBhvr>
                                    </p:animEffect>
                                  </p:childTnLst>
                                </p:cTn>
                              </p:par>
                              <p:par>
                                <p:cTn id="23" presetID="9" presetClass="entr" presetSubtype="0" fill="hold" nodeType="withEffect">
                                  <p:stCondLst>
                                    <p:cond delay="0"/>
                                  </p:stCondLst>
                                  <p:childTnLst>
                                    <p:set>
                                      <p:cBhvr>
                                        <p:cTn id="24" dur="1" fill="hold">
                                          <p:stCondLst>
                                            <p:cond delay="0"/>
                                          </p:stCondLst>
                                        </p:cTn>
                                        <p:tgtEl>
                                          <p:spTgt spid="38923"/>
                                        </p:tgtEl>
                                        <p:attrNameLst>
                                          <p:attrName>style.visibility</p:attrName>
                                        </p:attrNameLst>
                                      </p:cBhvr>
                                      <p:to>
                                        <p:strVal val="visible"/>
                                      </p:to>
                                    </p:set>
                                    <p:animEffect transition="in" filter="dissolve">
                                      <p:cBhvr>
                                        <p:cTn id="25" dur="500"/>
                                        <p:tgtEl>
                                          <p:spTgt spid="38923"/>
                                        </p:tgtEl>
                                      </p:cBhvr>
                                    </p:animEffect>
                                  </p:childTnLst>
                                </p:cTn>
                              </p:par>
                              <p:par>
                                <p:cTn id="26" presetID="9" presetClass="entr" presetSubtype="0" fill="hold" nodeType="withEffect">
                                  <p:stCondLst>
                                    <p:cond delay="0"/>
                                  </p:stCondLst>
                                  <p:childTnLst>
                                    <p:set>
                                      <p:cBhvr>
                                        <p:cTn id="27" dur="1" fill="hold">
                                          <p:stCondLst>
                                            <p:cond delay="0"/>
                                          </p:stCondLst>
                                        </p:cTn>
                                        <p:tgtEl>
                                          <p:spTgt spid="38926"/>
                                        </p:tgtEl>
                                        <p:attrNameLst>
                                          <p:attrName>style.visibility</p:attrName>
                                        </p:attrNameLst>
                                      </p:cBhvr>
                                      <p:to>
                                        <p:strVal val="visible"/>
                                      </p:to>
                                    </p:set>
                                    <p:animEffect transition="in" filter="dissolve">
                                      <p:cBhvr>
                                        <p:cTn id="28" dur="500"/>
                                        <p:tgtEl>
                                          <p:spTgt spid="38926"/>
                                        </p:tgtEl>
                                      </p:cBhvr>
                                    </p:animEffect>
                                  </p:childTnLst>
                                </p:cTn>
                              </p:par>
                              <p:par>
                                <p:cTn id="29" presetID="9" presetClass="entr" presetSubtype="0" fill="hold" nodeType="withEffect">
                                  <p:stCondLst>
                                    <p:cond delay="0"/>
                                  </p:stCondLst>
                                  <p:childTnLst>
                                    <p:set>
                                      <p:cBhvr>
                                        <p:cTn id="30" dur="1" fill="hold">
                                          <p:stCondLst>
                                            <p:cond delay="0"/>
                                          </p:stCondLst>
                                        </p:cTn>
                                        <p:tgtEl>
                                          <p:spTgt spid="38925"/>
                                        </p:tgtEl>
                                        <p:attrNameLst>
                                          <p:attrName>style.visibility</p:attrName>
                                        </p:attrNameLst>
                                      </p:cBhvr>
                                      <p:to>
                                        <p:strVal val="visible"/>
                                      </p:to>
                                    </p:set>
                                    <p:animEffect transition="in" filter="dissolve">
                                      <p:cBhvr>
                                        <p:cTn id="31" dur="500"/>
                                        <p:tgtEl>
                                          <p:spTgt spid="38925"/>
                                        </p:tgtEl>
                                      </p:cBhvr>
                                    </p:animEffect>
                                  </p:childTnLst>
                                </p:cTn>
                              </p:par>
                              <p:par>
                                <p:cTn id="32" presetID="9" presetClass="entr" presetSubtype="0" fill="hold" nodeType="withEffect">
                                  <p:stCondLst>
                                    <p:cond delay="0"/>
                                  </p:stCondLst>
                                  <p:childTnLst>
                                    <p:set>
                                      <p:cBhvr>
                                        <p:cTn id="33" dur="1" fill="hold">
                                          <p:stCondLst>
                                            <p:cond delay="0"/>
                                          </p:stCondLst>
                                        </p:cTn>
                                        <p:tgtEl>
                                          <p:spTgt spid="38927"/>
                                        </p:tgtEl>
                                        <p:attrNameLst>
                                          <p:attrName>style.visibility</p:attrName>
                                        </p:attrNameLst>
                                      </p:cBhvr>
                                      <p:to>
                                        <p:strVal val="visible"/>
                                      </p:to>
                                    </p:set>
                                    <p:animEffect transition="in" filter="dissolve">
                                      <p:cBhvr>
                                        <p:cTn id="34" dur="500"/>
                                        <p:tgtEl>
                                          <p:spTgt spid="38927"/>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3" presetClass="entr" presetSubtype="10" fill="hold" grpId="0" nodeType="clickEffect">
                                  <p:stCondLst>
                                    <p:cond delay="0"/>
                                  </p:stCondLst>
                                  <p:childTnLst>
                                    <p:set>
                                      <p:cBhvr>
                                        <p:cTn id="38" dur="1" fill="hold">
                                          <p:stCondLst>
                                            <p:cond delay="0"/>
                                          </p:stCondLst>
                                        </p:cTn>
                                        <p:tgtEl>
                                          <p:spTgt spid="38918"/>
                                        </p:tgtEl>
                                        <p:attrNameLst>
                                          <p:attrName>style.visibility</p:attrName>
                                        </p:attrNameLst>
                                      </p:cBhvr>
                                      <p:to>
                                        <p:strVal val="visible"/>
                                      </p:to>
                                    </p:set>
                                    <p:animEffect transition="in" filter="blinds(horizontal)">
                                      <p:cBhvr>
                                        <p:cTn id="39" dur="500"/>
                                        <p:tgtEl>
                                          <p:spTgt spid="38918"/>
                                        </p:tgtEl>
                                      </p:cBhvr>
                                    </p:animEffect>
                                  </p:childTnLst>
                                </p:cTn>
                              </p:par>
                              <p:par>
                                <p:cTn id="40" presetID="3" presetClass="entr" presetSubtype="10" fill="hold" nodeType="withEffect">
                                  <p:stCondLst>
                                    <p:cond delay="0"/>
                                  </p:stCondLst>
                                  <p:childTnLst>
                                    <p:set>
                                      <p:cBhvr>
                                        <p:cTn id="41" dur="1" fill="hold">
                                          <p:stCondLst>
                                            <p:cond delay="0"/>
                                          </p:stCondLst>
                                        </p:cTn>
                                        <p:tgtEl>
                                          <p:spTgt spid="38917"/>
                                        </p:tgtEl>
                                        <p:attrNameLst>
                                          <p:attrName>style.visibility</p:attrName>
                                        </p:attrNameLst>
                                      </p:cBhvr>
                                      <p:to>
                                        <p:strVal val="visible"/>
                                      </p:to>
                                    </p:set>
                                    <p:animEffect transition="in" filter="blinds(horizontal)">
                                      <p:cBhvr>
                                        <p:cTn id="42" dur="500"/>
                                        <p:tgtEl>
                                          <p:spTgt spid="38917"/>
                                        </p:tgtEl>
                                      </p:cBhvr>
                                    </p:animEffect>
                                  </p:childTnLst>
                                </p:cTn>
                              </p:par>
                              <p:par>
                                <p:cTn id="43" presetID="3" presetClass="entr" presetSubtype="10" fill="hold" grpId="0" nodeType="withEffect">
                                  <p:stCondLst>
                                    <p:cond delay="0"/>
                                  </p:stCondLst>
                                  <p:childTnLst>
                                    <p:set>
                                      <p:cBhvr>
                                        <p:cTn id="44" dur="1" fill="hold">
                                          <p:stCondLst>
                                            <p:cond delay="0"/>
                                          </p:stCondLst>
                                        </p:cTn>
                                        <p:tgtEl>
                                          <p:spTgt spid="38919"/>
                                        </p:tgtEl>
                                        <p:attrNameLst>
                                          <p:attrName>style.visibility</p:attrName>
                                        </p:attrNameLst>
                                      </p:cBhvr>
                                      <p:to>
                                        <p:strVal val="visible"/>
                                      </p:to>
                                    </p:set>
                                    <p:animEffect transition="in" filter="blinds(horizontal)">
                                      <p:cBhvr>
                                        <p:cTn id="45" dur="500"/>
                                        <p:tgtEl>
                                          <p:spTgt spid="38919"/>
                                        </p:tgtEl>
                                      </p:cBhvr>
                                    </p:animEffect>
                                  </p:childTnLst>
                                </p:cTn>
                              </p:par>
                              <p:par>
                                <p:cTn id="46" presetID="3" presetClass="entr" presetSubtype="10" fill="hold" nodeType="withEffect">
                                  <p:stCondLst>
                                    <p:cond delay="0"/>
                                  </p:stCondLst>
                                  <p:childTnLst>
                                    <p:set>
                                      <p:cBhvr>
                                        <p:cTn id="47" dur="1" fill="hold">
                                          <p:stCondLst>
                                            <p:cond delay="0"/>
                                          </p:stCondLst>
                                        </p:cTn>
                                        <p:tgtEl>
                                          <p:spTgt spid="38930"/>
                                        </p:tgtEl>
                                        <p:attrNameLst>
                                          <p:attrName>style.visibility</p:attrName>
                                        </p:attrNameLst>
                                      </p:cBhvr>
                                      <p:to>
                                        <p:strVal val="visible"/>
                                      </p:to>
                                    </p:set>
                                    <p:animEffect transition="in" filter="blinds(horizontal)">
                                      <p:cBhvr>
                                        <p:cTn id="48" dur="500"/>
                                        <p:tgtEl>
                                          <p:spTgt spid="38930"/>
                                        </p:tgtEl>
                                      </p:cBhvr>
                                    </p:animEffect>
                                  </p:childTnLst>
                                </p:cTn>
                              </p:par>
                              <p:par>
                                <p:cTn id="49" presetID="3" presetClass="entr" presetSubtype="10" fill="hold" grpId="0" nodeType="withEffect">
                                  <p:stCondLst>
                                    <p:cond delay="0"/>
                                  </p:stCondLst>
                                  <p:childTnLst>
                                    <p:set>
                                      <p:cBhvr>
                                        <p:cTn id="50" dur="1" fill="hold">
                                          <p:stCondLst>
                                            <p:cond delay="0"/>
                                          </p:stCondLst>
                                        </p:cTn>
                                        <p:tgtEl>
                                          <p:spTgt spid="38922"/>
                                        </p:tgtEl>
                                        <p:attrNameLst>
                                          <p:attrName>style.visibility</p:attrName>
                                        </p:attrNameLst>
                                      </p:cBhvr>
                                      <p:to>
                                        <p:strVal val="visible"/>
                                      </p:to>
                                    </p:set>
                                    <p:animEffect transition="in" filter="blinds(horizontal)">
                                      <p:cBhvr>
                                        <p:cTn id="51" dur="500"/>
                                        <p:tgtEl>
                                          <p:spTgt spid="38922"/>
                                        </p:tgtEl>
                                      </p:cBhvr>
                                    </p:animEffect>
                                  </p:childTnLst>
                                </p:cTn>
                              </p:par>
                              <p:par>
                                <p:cTn id="52" presetID="3" presetClass="entr" presetSubtype="10" fill="hold" grpId="0" nodeType="withEffect">
                                  <p:stCondLst>
                                    <p:cond delay="0"/>
                                  </p:stCondLst>
                                  <p:childTnLst>
                                    <p:set>
                                      <p:cBhvr>
                                        <p:cTn id="53" dur="1" fill="hold">
                                          <p:stCondLst>
                                            <p:cond delay="0"/>
                                          </p:stCondLst>
                                        </p:cTn>
                                        <p:tgtEl>
                                          <p:spTgt spid="38929"/>
                                        </p:tgtEl>
                                        <p:attrNameLst>
                                          <p:attrName>style.visibility</p:attrName>
                                        </p:attrNameLst>
                                      </p:cBhvr>
                                      <p:to>
                                        <p:strVal val="visible"/>
                                      </p:to>
                                    </p:set>
                                    <p:animEffect transition="in" filter="blinds(horizontal)">
                                      <p:cBhvr>
                                        <p:cTn id="54" dur="500"/>
                                        <p:tgtEl>
                                          <p:spTgt spid="38929"/>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38931"/>
                                        </p:tgtEl>
                                        <p:attrNameLst>
                                          <p:attrName>style.visibility</p:attrName>
                                        </p:attrNameLst>
                                      </p:cBhvr>
                                      <p:to>
                                        <p:strVal val="visible"/>
                                      </p:to>
                                    </p:set>
                                    <p:animEffect transition="in" filter="wipe(left)">
                                      <p:cBhvr>
                                        <p:cTn id="59" dur="500"/>
                                        <p:tgtEl>
                                          <p:spTgt spid="38931"/>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8" fill="hold" nodeType="clickEffect">
                                  <p:stCondLst>
                                    <p:cond delay="0"/>
                                  </p:stCondLst>
                                  <p:childTnLst>
                                    <p:set>
                                      <p:cBhvr>
                                        <p:cTn id="63" dur="1" fill="hold">
                                          <p:stCondLst>
                                            <p:cond delay="0"/>
                                          </p:stCondLst>
                                        </p:cTn>
                                        <p:tgtEl>
                                          <p:spTgt spid="38950"/>
                                        </p:tgtEl>
                                        <p:attrNameLst>
                                          <p:attrName>style.visibility</p:attrName>
                                        </p:attrNameLst>
                                      </p:cBhvr>
                                      <p:to>
                                        <p:strVal val="visible"/>
                                      </p:to>
                                    </p:set>
                                    <p:animEffect transition="in" filter="wipe(left)">
                                      <p:cBhvr>
                                        <p:cTn id="64" dur="500"/>
                                        <p:tgtEl>
                                          <p:spTgt spid="38950"/>
                                        </p:tgtEl>
                                      </p:cBhvr>
                                    </p:animEffect>
                                  </p:childTnLst>
                                </p:cTn>
                              </p:par>
                            </p:childTnLst>
                          </p:cTn>
                        </p:par>
                        <p:par>
                          <p:cTn id="65" fill="hold" nodeType="afterGroup">
                            <p:stCondLst>
                              <p:cond delay="500"/>
                            </p:stCondLst>
                            <p:childTnLst>
                              <p:par>
                                <p:cTn id="66" presetID="22" presetClass="entr" presetSubtype="8" fill="hold" grpId="0" nodeType="afterEffect">
                                  <p:stCondLst>
                                    <p:cond delay="0"/>
                                  </p:stCondLst>
                                  <p:childTnLst>
                                    <p:set>
                                      <p:cBhvr>
                                        <p:cTn id="67" dur="1" fill="hold">
                                          <p:stCondLst>
                                            <p:cond delay="0"/>
                                          </p:stCondLst>
                                        </p:cTn>
                                        <p:tgtEl>
                                          <p:spTgt spid="38948"/>
                                        </p:tgtEl>
                                        <p:attrNameLst>
                                          <p:attrName>style.visibility</p:attrName>
                                        </p:attrNameLst>
                                      </p:cBhvr>
                                      <p:to>
                                        <p:strVal val="visible"/>
                                      </p:to>
                                    </p:set>
                                    <p:animEffect transition="in" filter="wipe(left)">
                                      <p:cBhvr>
                                        <p:cTn id="68" dur="500"/>
                                        <p:tgtEl>
                                          <p:spTgt spid="38948"/>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9" presetClass="entr" presetSubtype="0" fill="hold" nodeType="clickEffect">
                                  <p:stCondLst>
                                    <p:cond delay="0"/>
                                  </p:stCondLst>
                                  <p:childTnLst>
                                    <p:set>
                                      <p:cBhvr>
                                        <p:cTn id="72" dur="1" fill="hold">
                                          <p:stCondLst>
                                            <p:cond delay="0"/>
                                          </p:stCondLst>
                                        </p:cTn>
                                        <p:tgtEl>
                                          <p:spTgt spid="38939"/>
                                        </p:tgtEl>
                                        <p:attrNameLst>
                                          <p:attrName>style.visibility</p:attrName>
                                        </p:attrNameLst>
                                      </p:cBhvr>
                                      <p:to>
                                        <p:strVal val="visible"/>
                                      </p:to>
                                    </p:set>
                                    <p:animEffect transition="in" filter="dissolve">
                                      <p:cBhvr>
                                        <p:cTn id="73" dur="500"/>
                                        <p:tgtEl>
                                          <p:spTgt spid="38939"/>
                                        </p:tgtEl>
                                      </p:cBhvr>
                                    </p:animEffect>
                                  </p:childTnLst>
                                </p:cTn>
                              </p:par>
                              <p:par>
                                <p:cTn id="74" presetID="9" presetClass="entr" presetSubtype="0" fill="hold" nodeType="withEffect">
                                  <p:stCondLst>
                                    <p:cond delay="0"/>
                                  </p:stCondLst>
                                  <p:childTnLst>
                                    <p:set>
                                      <p:cBhvr>
                                        <p:cTn id="75" dur="1" fill="hold">
                                          <p:stCondLst>
                                            <p:cond delay="0"/>
                                          </p:stCondLst>
                                        </p:cTn>
                                        <p:tgtEl>
                                          <p:spTgt spid="38937"/>
                                        </p:tgtEl>
                                        <p:attrNameLst>
                                          <p:attrName>style.visibility</p:attrName>
                                        </p:attrNameLst>
                                      </p:cBhvr>
                                      <p:to>
                                        <p:strVal val="visible"/>
                                      </p:to>
                                    </p:set>
                                    <p:animEffect transition="in" filter="dissolve">
                                      <p:cBhvr>
                                        <p:cTn id="76" dur="500"/>
                                        <p:tgtEl>
                                          <p:spTgt spid="38937"/>
                                        </p:tgtEl>
                                      </p:cBhvr>
                                    </p:animEffect>
                                  </p:childTnLst>
                                </p:cTn>
                              </p:par>
                              <p:par>
                                <p:cTn id="77" presetID="9" presetClass="entr" presetSubtype="0" fill="hold" nodeType="withEffect">
                                  <p:stCondLst>
                                    <p:cond delay="0"/>
                                  </p:stCondLst>
                                  <p:childTnLst>
                                    <p:set>
                                      <p:cBhvr>
                                        <p:cTn id="78" dur="1" fill="hold">
                                          <p:stCondLst>
                                            <p:cond delay="0"/>
                                          </p:stCondLst>
                                        </p:cTn>
                                        <p:tgtEl>
                                          <p:spTgt spid="38938"/>
                                        </p:tgtEl>
                                        <p:attrNameLst>
                                          <p:attrName>style.visibility</p:attrName>
                                        </p:attrNameLst>
                                      </p:cBhvr>
                                      <p:to>
                                        <p:strVal val="visible"/>
                                      </p:to>
                                    </p:set>
                                    <p:animEffect transition="in" filter="dissolve">
                                      <p:cBhvr>
                                        <p:cTn id="79" dur="500"/>
                                        <p:tgtEl>
                                          <p:spTgt spid="38938"/>
                                        </p:tgtEl>
                                      </p:cBhvr>
                                    </p:animEffect>
                                  </p:childTnLst>
                                </p:cTn>
                              </p:par>
                              <p:par>
                                <p:cTn id="80" presetID="9" presetClass="entr" presetSubtype="0" fill="hold" nodeType="withEffect">
                                  <p:stCondLst>
                                    <p:cond delay="0"/>
                                  </p:stCondLst>
                                  <p:childTnLst>
                                    <p:set>
                                      <p:cBhvr>
                                        <p:cTn id="81" dur="1" fill="hold">
                                          <p:stCondLst>
                                            <p:cond delay="0"/>
                                          </p:stCondLst>
                                        </p:cTn>
                                        <p:tgtEl>
                                          <p:spTgt spid="38941"/>
                                        </p:tgtEl>
                                        <p:attrNameLst>
                                          <p:attrName>style.visibility</p:attrName>
                                        </p:attrNameLst>
                                      </p:cBhvr>
                                      <p:to>
                                        <p:strVal val="visible"/>
                                      </p:to>
                                    </p:set>
                                    <p:animEffect transition="in" filter="dissolve">
                                      <p:cBhvr>
                                        <p:cTn id="82" dur="500"/>
                                        <p:tgtEl>
                                          <p:spTgt spid="38941"/>
                                        </p:tgtEl>
                                      </p:cBhvr>
                                    </p:animEffect>
                                  </p:childTnLst>
                                </p:cTn>
                              </p:par>
                              <p:par>
                                <p:cTn id="83" presetID="9" presetClass="entr" presetSubtype="0" fill="hold" nodeType="withEffect">
                                  <p:stCondLst>
                                    <p:cond delay="0"/>
                                  </p:stCondLst>
                                  <p:childTnLst>
                                    <p:set>
                                      <p:cBhvr>
                                        <p:cTn id="84" dur="1" fill="hold">
                                          <p:stCondLst>
                                            <p:cond delay="0"/>
                                          </p:stCondLst>
                                        </p:cTn>
                                        <p:tgtEl>
                                          <p:spTgt spid="38942"/>
                                        </p:tgtEl>
                                        <p:attrNameLst>
                                          <p:attrName>style.visibility</p:attrName>
                                        </p:attrNameLst>
                                      </p:cBhvr>
                                      <p:to>
                                        <p:strVal val="visible"/>
                                      </p:to>
                                    </p:set>
                                    <p:animEffect transition="in" filter="dissolve">
                                      <p:cBhvr>
                                        <p:cTn id="85" dur="500"/>
                                        <p:tgtEl>
                                          <p:spTgt spid="38942"/>
                                        </p:tgtEl>
                                      </p:cBhvr>
                                    </p:animEffect>
                                  </p:childTnLst>
                                </p:cTn>
                              </p:par>
                              <p:par>
                                <p:cTn id="86" presetID="9" presetClass="entr" presetSubtype="0" fill="hold" nodeType="withEffect">
                                  <p:stCondLst>
                                    <p:cond delay="0"/>
                                  </p:stCondLst>
                                  <p:childTnLst>
                                    <p:set>
                                      <p:cBhvr>
                                        <p:cTn id="87" dur="1" fill="hold">
                                          <p:stCondLst>
                                            <p:cond delay="0"/>
                                          </p:stCondLst>
                                        </p:cTn>
                                        <p:tgtEl>
                                          <p:spTgt spid="38946"/>
                                        </p:tgtEl>
                                        <p:attrNameLst>
                                          <p:attrName>style.visibility</p:attrName>
                                        </p:attrNameLst>
                                      </p:cBhvr>
                                      <p:to>
                                        <p:strVal val="visible"/>
                                      </p:to>
                                    </p:set>
                                    <p:animEffect transition="in" filter="dissolve">
                                      <p:cBhvr>
                                        <p:cTn id="88" dur="500"/>
                                        <p:tgtEl>
                                          <p:spTgt spid="38946"/>
                                        </p:tgtEl>
                                      </p:cBhvr>
                                    </p:animEffect>
                                  </p:childTnLst>
                                </p:cTn>
                              </p:par>
                              <p:par>
                                <p:cTn id="89" presetID="9" presetClass="entr" presetSubtype="0" fill="hold" nodeType="withEffect">
                                  <p:stCondLst>
                                    <p:cond delay="0"/>
                                  </p:stCondLst>
                                  <p:childTnLst>
                                    <p:set>
                                      <p:cBhvr>
                                        <p:cTn id="90" dur="1" fill="hold">
                                          <p:stCondLst>
                                            <p:cond delay="0"/>
                                          </p:stCondLst>
                                        </p:cTn>
                                        <p:tgtEl>
                                          <p:spTgt spid="38940"/>
                                        </p:tgtEl>
                                        <p:attrNameLst>
                                          <p:attrName>style.visibility</p:attrName>
                                        </p:attrNameLst>
                                      </p:cBhvr>
                                      <p:to>
                                        <p:strVal val="visible"/>
                                      </p:to>
                                    </p:set>
                                    <p:animEffect transition="in" filter="dissolve">
                                      <p:cBhvr>
                                        <p:cTn id="91" dur="500"/>
                                        <p:tgtEl>
                                          <p:spTgt spid="38940"/>
                                        </p:tgtEl>
                                      </p:cBhvr>
                                    </p:animEffect>
                                  </p:childTnLst>
                                </p:cTn>
                              </p:par>
                              <p:par>
                                <p:cTn id="92" presetID="9" presetClass="entr" presetSubtype="0" fill="hold" nodeType="withEffect">
                                  <p:stCondLst>
                                    <p:cond delay="0"/>
                                  </p:stCondLst>
                                  <p:childTnLst>
                                    <p:set>
                                      <p:cBhvr>
                                        <p:cTn id="93" dur="1" fill="hold">
                                          <p:stCondLst>
                                            <p:cond delay="0"/>
                                          </p:stCondLst>
                                        </p:cTn>
                                        <p:tgtEl>
                                          <p:spTgt spid="38947"/>
                                        </p:tgtEl>
                                        <p:attrNameLst>
                                          <p:attrName>style.visibility</p:attrName>
                                        </p:attrNameLst>
                                      </p:cBhvr>
                                      <p:to>
                                        <p:strVal val="visible"/>
                                      </p:to>
                                    </p:set>
                                    <p:animEffect transition="in" filter="dissolve">
                                      <p:cBhvr>
                                        <p:cTn id="94" dur="500"/>
                                        <p:tgtEl>
                                          <p:spTgt spid="38947"/>
                                        </p:tgtEl>
                                      </p:cBhvr>
                                    </p:animEffect>
                                  </p:childTnLst>
                                </p:cTn>
                              </p:par>
                              <p:par>
                                <p:cTn id="95" presetID="9" presetClass="entr" presetSubtype="0" fill="hold" nodeType="withEffect">
                                  <p:stCondLst>
                                    <p:cond delay="0"/>
                                  </p:stCondLst>
                                  <p:childTnLst>
                                    <p:set>
                                      <p:cBhvr>
                                        <p:cTn id="96" dur="1" fill="hold">
                                          <p:stCondLst>
                                            <p:cond delay="0"/>
                                          </p:stCondLst>
                                        </p:cTn>
                                        <p:tgtEl>
                                          <p:spTgt spid="38943"/>
                                        </p:tgtEl>
                                        <p:attrNameLst>
                                          <p:attrName>style.visibility</p:attrName>
                                        </p:attrNameLst>
                                      </p:cBhvr>
                                      <p:to>
                                        <p:strVal val="visible"/>
                                      </p:to>
                                    </p:set>
                                    <p:animEffect transition="in" filter="dissolve">
                                      <p:cBhvr>
                                        <p:cTn id="97" dur="500"/>
                                        <p:tgtEl>
                                          <p:spTgt spid="38943"/>
                                        </p:tgtEl>
                                      </p:cBhvr>
                                    </p:animEffect>
                                  </p:childTnLst>
                                </p:cTn>
                              </p:par>
                              <p:par>
                                <p:cTn id="98" presetID="9" presetClass="entr" presetSubtype="0" fill="hold" nodeType="withEffect">
                                  <p:stCondLst>
                                    <p:cond delay="0"/>
                                  </p:stCondLst>
                                  <p:childTnLst>
                                    <p:set>
                                      <p:cBhvr>
                                        <p:cTn id="99" dur="1" fill="hold">
                                          <p:stCondLst>
                                            <p:cond delay="0"/>
                                          </p:stCondLst>
                                        </p:cTn>
                                        <p:tgtEl>
                                          <p:spTgt spid="38935"/>
                                        </p:tgtEl>
                                        <p:attrNameLst>
                                          <p:attrName>style.visibility</p:attrName>
                                        </p:attrNameLst>
                                      </p:cBhvr>
                                      <p:to>
                                        <p:strVal val="visible"/>
                                      </p:to>
                                    </p:set>
                                    <p:animEffect transition="in" filter="dissolve">
                                      <p:cBhvr>
                                        <p:cTn id="100" dur="500"/>
                                        <p:tgtEl>
                                          <p:spTgt spid="38935"/>
                                        </p:tgtEl>
                                      </p:cBhvr>
                                    </p:animEffect>
                                  </p:childTnLst>
                                </p:cTn>
                              </p:par>
                              <p:par>
                                <p:cTn id="101" presetID="9" presetClass="entr" presetSubtype="0" fill="hold" nodeType="withEffect">
                                  <p:stCondLst>
                                    <p:cond delay="0"/>
                                  </p:stCondLst>
                                  <p:childTnLst>
                                    <p:set>
                                      <p:cBhvr>
                                        <p:cTn id="102" dur="1" fill="hold">
                                          <p:stCondLst>
                                            <p:cond delay="0"/>
                                          </p:stCondLst>
                                        </p:cTn>
                                        <p:tgtEl>
                                          <p:spTgt spid="38944"/>
                                        </p:tgtEl>
                                        <p:attrNameLst>
                                          <p:attrName>style.visibility</p:attrName>
                                        </p:attrNameLst>
                                      </p:cBhvr>
                                      <p:to>
                                        <p:strVal val="visible"/>
                                      </p:to>
                                    </p:set>
                                    <p:animEffect transition="in" filter="dissolve">
                                      <p:cBhvr>
                                        <p:cTn id="103" dur="500"/>
                                        <p:tgtEl>
                                          <p:spTgt spid="38944"/>
                                        </p:tgtEl>
                                      </p:cBhvr>
                                    </p:animEffect>
                                  </p:childTnLst>
                                </p:cTn>
                              </p:par>
                              <p:par>
                                <p:cTn id="104" presetID="9" presetClass="entr" presetSubtype="0" fill="hold" nodeType="withEffect">
                                  <p:stCondLst>
                                    <p:cond delay="0"/>
                                  </p:stCondLst>
                                  <p:childTnLst>
                                    <p:set>
                                      <p:cBhvr>
                                        <p:cTn id="105" dur="1" fill="hold">
                                          <p:stCondLst>
                                            <p:cond delay="0"/>
                                          </p:stCondLst>
                                        </p:cTn>
                                        <p:tgtEl>
                                          <p:spTgt spid="38934"/>
                                        </p:tgtEl>
                                        <p:attrNameLst>
                                          <p:attrName>style.visibility</p:attrName>
                                        </p:attrNameLst>
                                      </p:cBhvr>
                                      <p:to>
                                        <p:strVal val="visible"/>
                                      </p:to>
                                    </p:set>
                                    <p:animEffect transition="in" filter="dissolve">
                                      <p:cBhvr>
                                        <p:cTn id="106" dur="500"/>
                                        <p:tgtEl>
                                          <p:spTgt spid="38934"/>
                                        </p:tgtEl>
                                      </p:cBhvr>
                                    </p:animEffect>
                                  </p:childTnLst>
                                </p:cTn>
                              </p:par>
                              <p:par>
                                <p:cTn id="107" presetID="9" presetClass="entr" presetSubtype="0" fill="hold" nodeType="withEffect">
                                  <p:stCondLst>
                                    <p:cond delay="0"/>
                                  </p:stCondLst>
                                  <p:childTnLst>
                                    <p:set>
                                      <p:cBhvr>
                                        <p:cTn id="108" dur="1" fill="hold">
                                          <p:stCondLst>
                                            <p:cond delay="0"/>
                                          </p:stCondLst>
                                        </p:cTn>
                                        <p:tgtEl>
                                          <p:spTgt spid="38945"/>
                                        </p:tgtEl>
                                        <p:attrNameLst>
                                          <p:attrName>style.visibility</p:attrName>
                                        </p:attrNameLst>
                                      </p:cBhvr>
                                      <p:to>
                                        <p:strVal val="visible"/>
                                      </p:to>
                                    </p:set>
                                    <p:animEffect transition="in" filter="dissolve">
                                      <p:cBhvr>
                                        <p:cTn id="109" dur="500"/>
                                        <p:tgtEl>
                                          <p:spTgt spid="38945"/>
                                        </p:tgtEl>
                                      </p:cBhvr>
                                    </p:animEffect>
                                  </p:childTnLst>
                                </p:cTn>
                              </p:par>
                            </p:childTnLst>
                          </p:cTn>
                        </p:par>
                      </p:childTnLst>
                    </p:cTn>
                  </p:par>
                  <p:par>
                    <p:cTn id="110" fill="hold" nodeType="clickPar">
                      <p:stCondLst>
                        <p:cond delay="indefinite"/>
                      </p:stCondLst>
                      <p:childTnLst>
                        <p:par>
                          <p:cTn id="111" fill="hold" nodeType="withGroup">
                            <p:stCondLst>
                              <p:cond delay="0"/>
                            </p:stCondLst>
                            <p:childTnLst>
                              <p:par>
                                <p:cTn id="112" presetID="22" presetClass="entr" presetSubtype="8" fill="hold" grpId="0" nodeType="clickEffect">
                                  <p:stCondLst>
                                    <p:cond delay="0"/>
                                  </p:stCondLst>
                                  <p:childTnLst>
                                    <p:set>
                                      <p:cBhvr>
                                        <p:cTn id="113" dur="1" fill="hold">
                                          <p:stCondLst>
                                            <p:cond delay="0"/>
                                          </p:stCondLst>
                                        </p:cTn>
                                        <p:tgtEl>
                                          <p:spTgt spid="38949"/>
                                        </p:tgtEl>
                                        <p:attrNameLst>
                                          <p:attrName>style.visibility</p:attrName>
                                        </p:attrNameLst>
                                      </p:cBhvr>
                                      <p:to>
                                        <p:strVal val="visible"/>
                                      </p:to>
                                    </p:set>
                                    <p:animEffect transition="in" filter="wipe(left)">
                                      <p:cBhvr>
                                        <p:cTn id="114" dur="500"/>
                                        <p:tgtEl>
                                          <p:spTgt spid="38949"/>
                                        </p:tgtEl>
                                      </p:cBhvr>
                                    </p:animEffect>
                                  </p:childTnLst>
                                </p:cTn>
                              </p:par>
                            </p:childTnLst>
                          </p:cTn>
                        </p:par>
                        <p:par>
                          <p:cTn id="115" fill="hold" nodeType="afterGroup">
                            <p:stCondLst>
                              <p:cond delay="500"/>
                            </p:stCondLst>
                            <p:childTnLst>
                              <p:par>
                                <p:cTn id="116" presetID="3" presetClass="entr" presetSubtype="10" fill="hold" nodeType="afterEffect">
                                  <p:stCondLst>
                                    <p:cond delay="0"/>
                                  </p:stCondLst>
                                  <p:childTnLst>
                                    <p:set>
                                      <p:cBhvr>
                                        <p:cTn id="117" dur="1" fill="hold">
                                          <p:stCondLst>
                                            <p:cond delay="0"/>
                                          </p:stCondLst>
                                        </p:cTn>
                                        <p:tgtEl>
                                          <p:spTgt spid="38933"/>
                                        </p:tgtEl>
                                        <p:attrNameLst>
                                          <p:attrName>style.visibility</p:attrName>
                                        </p:attrNameLst>
                                      </p:cBhvr>
                                      <p:to>
                                        <p:strVal val="visible"/>
                                      </p:to>
                                    </p:set>
                                    <p:animEffect transition="in" filter="blinds(horizontal)">
                                      <p:cBhvr>
                                        <p:cTn id="118" dur="500"/>
                                        <p:tgtEl>
                                          <p:spTgt spid="38933"/>
                                        </p:tgtEl>
                                      </p:cBhvr>
                                    </p:animEffect>
                                  </p:childTnLst>
                                </p:cTn>
                              </p:par>
                            </p:childTnLst>
                          </p:cTn>
                        </p:par>
                      </p:childTnLst>
                    </p:cTn>
                  </p:par>
                  <p:par>
                    <p:cTn id="119" fill="hold" nodeType="clickPar">
                      <p:stCondLst>
                        <p:cond delay="indefinite"/>
                      </p:stCondLst>
                      <p:childTnLst>
                        <p:par>
                          <p:cTn id="120" fill="hold" nodeType="withGroup">
                            <p:stCondLst>
                              <p:cond delay="0"/>
                            </p:stCondLst>
                            <p:childTnLst>
                              <p:par>
                                <p:cTn id="121" presetID="3" presetClass="entr" presetSubtype="10" fill="hold" grpId="0" nodeType="clickEffect">
                                  <p:stCondLst>
                                    <p:cond delay="0"/>
                                  </p:stCondLst>
                                  <p:childTnLst>
                                    <p:set>
                                      <p:cBhvr>
                                        <p:cTn id="122" dur="1" fill="hold">
                                          <p:stCondLst>
                                            <p:cond delay="0"/>
                                          </p:stCondLst>
                                        </p:cTn>
                                        <p:tgtEl>
                                          <p:spTgt spid="38952"/>
                                        </p:tgtEl>
                                        <p:attrNameLst>
                                          <p:attrName>style.visibility</p:attrName>
                                        </p:attrNameLst>
                                      </p:cBhvr>
                                      <p:to>
                                        <p:strVal val="visible"/>
                                      </p:to>
                                    </p:set>
                                    <p:animEffect transition="in" filter="blinds(horizontal)">
                                      <p:cBhvr>
                                        <p:cTn id="123" dur="500"/>
                                        <p:tgtEl>
                                          <p:spTgt spid="38952"/>
                                        </p:tgtEl>
                                      </p:cBhvr>
                                    </p:animEffect>
                                  </p:childTnLst>
                                </p:cTn>
                              </p:par>
                            </p:childTnLst>
                          </p:cTn>
                        </p:par>
                        <p:par>
                          <p:cTn id="124" fill="hold" nodeType="withGroup">
                            <p:stCondLst>
                              <p:cond delay="500"/>
                            </p:stCondLst>
                            <p:childTnLst>
                              <p:par>
                                <p:cTn id="125" presetID="3" presetClass="entr" presetSubtype="10" fill="hold" grpId="0" nodeType="afterEffect">
                                  <p:stCondLst>
                                    <p:cond delay="0"/>
                                  </p:stCondLst>
                                  <p:childTnLst>
                                    <p:set>
                                      <p:cBhvr>
                                        <p:cTn id="126" dur="1" fill="hold">
                                          <p:stCondLst>
                                            <p:cond delay="0"/>
                                          </p:stCondLst>
                                        </p:cTn>
                                        <p:tgtEl>
                                          <p:spTgt spid="38951"/>
                                        </p:tgtEl>
                                        <p:attrNameLst>
                                          <p:attrName>style.visibility</p:attrName>
                                        </p:attrNameLst>
                                      </p:cBhvr>
                                      <p:to>
                                        <p:strVal val="visible"/>
                                      </p:to>
                                    </p:set>
                                    <p:animEffect transition="in" filter="blinds(horizontal)">
                                      <p:cBhvr>
                                        <p:cTn id="127" dur="500"/>
                                        <p:tgtEl>
                                          <p:spTgt spid="38951"/>
                                        </p:tgtEl>
                                      </p:cBhvr>
                                    </p:animEffect>
                                  </p:childTnLst>
                                </p:cTn>
                              </p:par>
                            </p:childTnLst>
                          </p:cTn>
                        </p:par>
                      </p:childTnLst>
                    </p:cTn>
                  </p:par>
                  <p:par>
                    <p:cTn id="128" fill="hold">
                      <p:stCondLst>
                        <p:cond delay="indefinite"/>
                      </p:stCondLst>
                      <p:childTnLst>
                        <p:par>
                          <p:cTn id="129" fill="hold">
                            <p:stCondLst>
                              <p:cond delay="0"/>
                            </p:stCondLst>
                            <p:childTnLst>
                              <p:par>
                                <p:cTn id="130" presetID="22" presetClass="entr" presetSubtype="8" fill="hold" grpId="0" nodeType="clickEffect">
                                  <p:stCondLst>
                                    <p:cond delay="0"/>
                                  </p:stCondLst>
                                  <p:childTnLst>
                                    <p:set>
                                      <p:cBhvr>
                                        <p:cTn id="131" dur="1" fill="hold">
                                          <p:stCondLst>
                                            <p:cond delay="0"/>
                                          </p:stCondLst>
                                        </p:cTn>
                                        <p:tgtEl>
                                          <p:spTgt spid="38954"/>
                                        </p:tgtEl>
                                        <p:attrNameLst>
                                          <p:attrName>style.visibility</p:attrName>
                                        </p:attrNameLst>
                                      </p:cBhvr>
                                      <p:to>
                                        <p:strVal val="visible"/>
                                      </p:to>
                                    </p:set>
                                    <p:animEffect transition="in" filter="wipe(left)">
                                      <p:cBhvr>
                                        <p:cTn id="132" dur="500"/>
                                        <p:tgtEl>
                                          <p:spTgt spid="38954"/>
                                        </p:tgtEl>
                                      </p:cBhvr>
                                    </p:animEffect>
                                  </p:childTnLst>
                                </p:cTn>
                              </p:par>
                            </p:childTnLst>
                          </p:cTn>
                        </p:par>
                        <p:par>
                          <p:cTn id="133" fill="hold" nodeType="afterGroup">
                            <p:stCondLst>
                              <p:cond delay="500"/>
                            </p:stCondLst>
                            <p:childTnLst>
                              <p:par>
                                <p:cTn id="134" presetID="23" presetClass="entr" presetSubtype="16" fill="hold" nodeType="afterEffect">
                                  <p:stCondLst>
                                    <p:cond delay="0"/>
                                  </p:stCondLst>
                                  <p:childTnLst>
                                    <p:set>
                                      <p:cBhvr>
                                        <p:cTn id="135" dur="1" fill="hold">
                                          <p:stCondLst>
                                            <p:cond delay="0"/>
                                          </p:stCondLst>
                                        </p:cTn>
                                        <p:tgtEl>
                                          <p:spTgt spid="2"/>
                                        </p:tgtEl>
                                        <p:attrNameLst>
                                          <p:attrName>style.visibility</p:attrName>
                                        </p:attrNameLst>
                                      </p:cBhvr>
                                      <p:to>
                                        <p:strVal val="visible"/>
                                      </p:to>
                                    </p:set>
                                    <p:anim calcmode="lin" valueType="num">
                                      <p:cBhvr>
                                        <p:cTn id="136" dur="500" fill="hold"/>
                                        <p:tgtEl>
                                          <p:spTgt spid="2"/>
                                        </p:tgtEl>
                                        <p:attrNameLst>
                                          <p:attrName>ppt_w</p:attrName>
                                        </p:attrNameLst>
                                      </p:cBhvr>
                                      <p:tavLst>
                                        <p:tav tm="0">
                                          <p:val>
                                            <p:fltVal val="0"/>
                                          </p:val>
                                        </p:tav>
                                        <p:tav tm="100000">
                                          <p:val>
                                            <p:strVal val="#ppt_w"/>
                                          </p:val>
                                        </p:tav>
                                      </p:tavLst>
                                    </p:anim>
                                    <p:anim calcmode="lin" valueType="num">
                                      <p:cBhvr>
                                        <p:cTn id="137" dur="500" fill="hold"/>
                                        <p:tgtEl>
                                          <p:spTgt spid="2"/>
                                        </p:tgtEl>
                                        <p:attrNameLst>
                                          <p:attrName>ppt_h</p:attrName>
                                        </p:attrNameLst>
                                      </p:cBhvr>
                                      <p:tavLst>
                                        <p:tav tm="0">
                                          <p:val>
                                            <p:fltVal val="0"/>
                                          </p:val>
                                        </p:tav>
                                        <p:tav tm="100000">
                                          <p:val>
                                            <p:strVal val="#ppt_h"/>
                                          </p:val>
                                        </p:tav>
                                      </p:tavLst>
                                    </p:anim>
                                  </p:childTnLst>
                                </p:cTn>
                              </p:par>
                            </p:childTnLst>
                          </p:cTn>
                        </p:par>
                      </p:childTnLst>
                    </p:cTn>
                  </p:par>
                  <p:par>
                    <p:cTn id="138" fill="hold" nodeType="clickPar">
                      <p:stCondLst>
                        <p:cond delay="indefinite"/>
                      </p:stCondLst>
                      <p:childTnLst>
                        <p:par>
                          <p:cTn id="139" fill="hold" nodeType="withGroup">
                            <p:stCondLst>
                              <p:cond delay="0"/>
                            </p:stCondLst>
                            <p:childTnLst>
                              <p:par>
                                <p:cTn id="140" presetID="22" presetClass="entr" presetSubtype="8" fill="hold" nodeType="clickEffect">
                                  <p:stCondLst>
                                    <p:cond delay="0"/>
                                  </p:stCondLst>
                                  <p:childTnLst>
                                    <p:set>
                                      <p:cBhvr>
                                        <p:cTn id="141" dur="1" fill="hold">
                                          <p:stCondLst>
                                            <p:cond delay="0"/>
                                          </p:stCondLst>
                                        </p:cTn>
                                        <p:tgtEl>
                                          <p:spTgt spid="38958"/>
                                        </p:tgtEl>
                                        <p:attrNameLst>
                                          <p:attrName>style.visibility</p:attrName>
                                        </p:attrNameLst>
                                      </p:cBhvr>
                                      <p:to>
                                        <p:strVal val="visible"/>
                                      </p:to>
                                    </p:set>
                                    <p:animEffect transition="in" filter="wipe(left)">
                                      <p:cBhvr>
                                        <p:cTn id="142" dur="500"/>
                                        <p:tgtEl>
                                          <p:spTgt spid="38958"/>
                                        </p:tgtEl>
                                      </p:cBhvr>
                                    </p:animEffect>
                                  </p:childTnLst>
                                </p:cTn>
                              </p:par>
                            </p:childTnLst>
                          </p:cTn>
                        </p:par>
                      </p:childTnLst>
                    </p:cTn>
                  </p:par>
                  <p:par>
                    <p:cTn id="143" fill="hold" nodeType="clickPar">
                      <p:stCondLst>
                        <p:cond delay="indefinite"/>
                      </p:stCondLst>
                      <p:childTnLst>
                        <p:par>
                          <p:cTn id="144" fill="hold" nodeType="withGroup">
                            <p:stCondLst>
                              <p:cond delay="0"/>
                            </p:stCondLst>
                            <p:childTnLst>
                              <p:par>
                                <p:cTn id="145" presetID="22" presetClass="entr" presetSubtype="8" fill="hold" nodeType="clickEffect">
                                  <p:stCondLst>
                                    <p:cond delay="0"/>
                                  </p:stCondLst>
                                  <p:childTnLst>
                                    <p:set>
                                      <p:cBhvr>
                                        <p:cTn id="146" dur="1" fill="hold">
                                          <p:stCondLst>
                                            <p:cond delay="0"/>
                                          </p:stCondLst>
                                        </p:cTn>
                                        <p:tgtEl>
                                          <p:spTgt spid="38959"/>
                                        </p:tgtEl>
                                        <p:attrNameLst>
                                          <p:attrName>style.visibility</p:attrName>
                                        </p:attrNameLst>
                                      </p:cBhvr>
                                      <p:to>
                                        <p:strVal val="visible"/>
                                      </p:to>
                                    </p:set>
                                    <p:animEffect transition="in" filter="wipe(left)">
                                      <p:cBhvr>
                                        <p:cTn id="147" dur="500"/>
                                        <p:tgtEl>
                                          <p:spTgt spid="389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6" grpId="0" autoUpdateAnimBg="0"/>
      <p:bldP spid="38918" grpId="0" autoUpdateAnimBg="0"/>
      <p:bldP spid="38919" grpId="0" autoUpdateAnimBg="0"/>
      <p:bldP spid="38922" grpId="0" autoUpdateAnimBg="0"/>
      <p:bldP spid="38929" grpId="0" autoUpdateAnimBg="0"/>
      <p:bldP spid="38931" grpId="0" autoUpdateAnimBg="0"/>
      <p:bldP spid="38948" grpId="0" autoUpdateAnimBg="0"/>
      <p:bldP spid="38949" grpId="0" autoUpdateAnimBg="0"/>
      <p:bldP spid="38951" grpId="0" animBg="1"/>
      <p:bldP spid="38952" grpId="0" autoUpdateAnimBg="0"/>
      <p:bldP spid="38954" grpId="0" autoUpdateAnimBg="0"/>
      <p:bldP spid="43"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Rectangle 2">
            <a:extLst>
              <a:ext uri="{FF2B5EF4-FFF2-40B4-BE49-F238E27FC236}">
                <a16:creationId xmlns:a16="http://schemas.microsoft.com/office/drawing/2014/main" id="{F805B1B7-4921-4BAE-850B-27A70BC6670A}"/>
              </a:ext>
            </a:extLst>
          </p:cNvPr>
          <p:cNvSpPr>
            <a:spLocks noChangeArrowheads="1"/>
          </p:cNvSpPr>
          <p:nvPr/>
        </p:nvSpPr>
        <p:spPr bwMode="auto">
          <a:xfrm>
            <a:off x="755650" y="404813"/>
            <a:ext cx="24479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rPr>
              <a:t>能流密度</a:t>
            </a:r>
          </a:p>
        </p:txBody>
      </p:sp>
      <p:graphicFrame>
        <p:nvGraphicFramePr>
          <p:cNvPr id="234509" name="Object 13">
            <a:extLst>
              <a:ext uri="{FF2B5EF4-FFF2-40B4-BE49-F238E27FC236}">
                <a16:creationId xmlns:a16="http://schemas.microsoft.com/office/drawing/2014/main" id="{8019C131-0740-402D-99A7-B7808868E4D8}"/>
              </a:ext>
            </a:extLst>
          </p:cNvPr>
          <p:cNvGraphicFramePr>
            <a:graphicFrameLocks noChangeAspect="1"/>
          </p:cNvGraphicFramePr>
          <p:nvPr>
            <p:extLst/>
          </p:nvPr>
        </p:nvGraphicFramePr>
        <p:xfrm>
          <a:off x="911225" y="1019175"/>
          <a:ext cx="2874963" cy="827088"/>
        </p:xfrm>
        <a:graphic>
          <a:graphicData uri="http://schemas.openxmlformats.org/presentationml/2006/ole">
            <mc:AlternateContent xmlns:mc="http://schemas.openxmlformats.org/markup-compatibility/2006">
              <mc:Choice xmlns:v="urn:schemas-microsoft-com:vml" Requires="v">
                <p:oleObj spid="_x0000_s123972" name="公式" r:id="rId3" imgW="2828829" imgH="790507" progId="Equation.3">
                  <p:embed/>
                </p:oleObj>
              </mc:Choice>
              <mc:Fallback>
                <p:oleObj name="公式" r:id="rId3" imgW="2828829" imgH="790507" progId="Equation.3">
                  <p:embed/>
                  <p:pic>
                    <p:nvPicPr>
                      <p:cNvPr id="234509" name="Object 13">
                        <a:extLst>
                          <a:ext uri="{FF2B5EF4-FFF2-40B4-BE49-F238E27FC236}">
                            <a16:creationId xmlns:a16="http://schemas.microsoft.com/office/drawing/2014/main" id="{8019C131-0740-402D-99A7-B7808868E4D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1225" y="1019175"/>
                        <a:ext cx="2874963" cy="827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34512" name="Object 16">
            <a:extLst>
              <a:ext uri="{FF2B5EF4-FFF2-40B4-BE49-F238E27FC236}">
                <a16:creationId xmlns:a16="http://schemas.microsoft.com/office/drawing/2014/main" id="{E64A83CE-DBF6-49A1-9CEF-2F424E94C3AA}"/>
              </a:ext>
            </a:extLst>
          </p:cNvPr>
          <p:cNvGraphicFramePr>
            <a:graphicFrameLocks/>
          </p:cNvGraphicFramePr>
          <p:nvPr>
            <p:extLst/>
          </p:nvPr>
        </p:nvGraphicFramePr>
        <p:xfrm>
          <a:off x="3071813" y="2000250"/>
          <a:ext cx="849312" cy="292100"/>
        </p:xfrm>
        <a:graphic>
          <a:graphicData uri="http://schemas.openxmlformats.org/presentationml/2006/ole">
            <mc:AlternateContent xmlns:mc="http://schemas.openxmlformats.org/markup-compatibility/2006">
              <mc:Choice xmlns:v="urn:schemas-microsoft-com:vml" Requires="v">
                <p:oleObj spid="_x0000_s123973" name="公式" r:id="rId5" imgW="809504" imgH="257175" progId="Equation.3">
                  <p:embed/>
                </p:oleObj>
              </mc:Choice>
              <mc:Fallback>
                <p:oleObj name="公式" r:id="rId5" imgW="809504" imgH="257175" progId="Equation.3">
                  <p:embed/>
                  <p:pic>
                    <p:nvPicPr>
                      <p:cNvPr id="234512" name="Object 16">
                        <a:extLst>
                          <a:ext uri="{FF2B5EF4-FFF2-40B4-BE49-F238E27FC236}">
                            <a16:creationId xmlns:a16="http://schemas.microsoft.com/office/drawing/2014/main" id="{E64A83CE-DBF6-49A1-9CEF-2F424E94C3AA}"/>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71813" y="2000250"/>
                        <a:ext cx="849312"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34513" name="Object 17">
            <a:extLst>
              <a:ext uri="{FF2B5EF4-FFF2-40B4-BE49-F238E27FC236}">
                <a16:creationId xmlns:a16="http://schemas.microsoft.com/office/drawing/2014/main" id="{FC353345-4AE7-4864-ADD5-6E0E3E3AE206}"/>
              </a:ext>
            </a:extLst>
          </p:cNvPr>
          <p:cNvGraphicFramePr>
            <a:graphicFrameLocks/>
          </p:cNvGraphicFramePr>
          <p:nvPr>
            <p:extLst/>
          </p:nvPr>
        </p:nvGraphicFramePr>
        <p:xfrm>
          <a:off x="3000375" y="2633663"/>
          <a:ext cx="1928813" cy="509587"/>
        </p:xfrm>
        <a:graphic>
          <a:graphicData uri="http://schemas.openxmlformats.org/presentationml/2006/ole">
            <mc:AlternateContent xmlns:mc="http://schemas.openxmlformats.org/markup-compatibility/2006">
              <mc:Choice xmlns:v="urn:schemas-microsoft-com:vml" Requires="v">
                <p:oleObj spid="_x0000_s123974" name="公式" r:id="rId7" imgW="1447749" imgH="342900" progId="Equation.3">
                  <p:embed/>
                </p:oleObj>
              </mc:Choice>
              <mc:Fallback>
                <p:oleObj name="公式" r:id="rId7" imgW="1447749" imgH="342900" progId="Equation.3">
                  <p:embed/>
                  <p:pic>
                    <p:nvPicPr>
                      <p:cNvPr id="234513" name="Object 17">
                        <a:extLst>
                          <a:ext uri="{FF2B5EF4-FFF2-40B4-BE49-F238E27FC236}">
                            <a16:creationId xmlns:a16="http://schemas.microsoft.com/office/drawing/2014/main" id="{FC353345-4AE7-4864-ADD5-6E0E3E3AE206}"/>
                          </a:ext>
                        </a:extLst>
                      </p:cNvPr>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00375" y="2633663"/>
                        <a:ext cx="1928813" cy="509587"/>
                      </a:xfrm>
                      <a:prstGeom prst="rect">
                        <a:avLst/>
                      </a:prstGeom>
                      <a:noFill/>
                      <a:ln w="12700">
                        <a:solidFill>
                          <a:srgbClr val="66FFFF"/>
                        </a:solidFill>
                        <a:miter lim="800000"/>
                        <a:headEnd/>
                        <a:tailEnd/>
                      </a:ln>
                      <a:extLst>
                        <a:ext uri="{909E8E84-426E-40DD-AFC4-6F175D3DCCD1}">
                          <a14:hiddenFill xmlns:a14="http://schemas.microsoft.com/office/drawing/2010/main">
                            <a:solidFill>
                              <a:schemeClr val="accent2"/>
                            </a:solidFill>
                          </a14:hiddenFill>
                        </a:ext>
                      </a:extLst>
                    </p:spPr>
                  </p:pic>
                </p:oleObj>
              </mc:Fallback>
            </mc:AlternateContent>
          </a:graphicData>
        </a:graphic>
      </p:graphicFrame>
      <p:sp>
        <p:nvSpPr>
          <p:cNvPr id="234514" name="Rectangle 18">
            <a:extLst>
              <a:ext uri="{FF2B5EF4-FFF2-40B4-BE49-F238E27FC236}">
                <a16:creationId xmlns:a16="http://schemas.microsoft.com/office/drawing/2014/main" id="{21EE19C3-E71F-4829-91E5-B91BC14A7425}"/>
              </a:ext>
            </a:extLst>
          </p:cNvPr>
          <p:cNvSpPr>
            <a:spLocks noChangeArrowheads="1"/>
          </p:cNvSpPr>
          <p:nvPr/>
        </p:nvSpPr>
        <p:spPr bwMode="auto">
          <a:xfrm>
            <a:off x="928688" y="3538538"/>
            <a:ext cx="22034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dirty="0">
                <a:solidFill>
                  <a:schemeClr val="bg1"/>
                </a:solidFill>
              </a:rPr>
              <a:t>光强</a:t>
            </a:r>
            <a:r>
              <a:rPr lang="zh-CN" altLang="en-US" dirty="0">
                <a:solidFill>
                  <a:srgbClr val="66FFFF"/>
                </a:solidFill>
              </a:rPr>
              <a:t> </a:t>
            </a:r>
            <a:r>
              <a:rPr lang="en-US" altLang="zh-CN" i="1" dirty="0">
                <a:solidFill>
                  <a:srgbClr val="66FFFF"/>
                </a:solidFill>
              </a:rPr>
              <a:t>I</a:t>
            </a:r>
            <a:endParaRPr lang="en-US" altLang="zh-CN" dirty="0">
              <a:solidFill>
                <a:schemeClr val="bg1"/>
              </a:solidFill>
            </a:endParaRPr>
          </a:p>
        </p:txBody>
      </p:sp>
      <p:graphicFrame>
        <p:nvGraphicFramePr>
          <p:cNvPr id="234515" name="Object 19">
            <a:extLst>
              <a:ext uri="{FF2B5EF4-FFF2-40B4-BE49-F238E27FC236}">
                <a16:creationId xmlns:a16="http://schemas.microsoft.com/office/drawing/2014/main" id="{C061A991-678C-44A3-8A1A-897E7FCFDDF6}"/>
              </a:ext>
            </a:extLst>
          </p:cNvPr>
          <p:cNvGraphicFramePr>
            <a:graphicFrameLocks/>
          </p:cNvGraphicFramePr>
          <p:nvPr>
            <p:extLst/>
          </p:nvPr>
        </p:nvGraphicFramePr>
        <p:xfrm>
          <a:off x="2463800" y="3400425"/>
          <a:ext cx="3108325" cy="742950"/>
        </p:xfrm>
        <a:graphic>
          <a:graphicData uri="http://schemas.openxmlformats.org/presentationml/2006/ole">
            <mc:AlternateContent xmlns:mc="http://schemas.openxmlformats.org/markup-compatibility/2006">
              <mc:Choice xmlns:v="urn:schemas-microsoft-com:vml" Requires="v">
                <p:oleObj spid="_x0000_s123975" name="公式" r:id="rId9" imgW="3419367" imgH="790507" progId="Equation.3">
                  <p:embed/>
                </p:oleObj>
              </mc:Choice>
              <mc:Fallback>
                <p:oleObj name="公式" r:id="rId9" imgW="3419367" imgH="790507" progId="Equation.3">
                  <p:embed/>
                  <p:pic>
                    <p:nvPicPr>
                      <p:cNvPr id="234515" name="Object 19">
                        <a:extLst>
                          <a:ext uri="{FF2B5EF4-FFF2-40B4-BE49-F238E27FC236}">
                            <a16:creationId xmlns:a16="http://schemas.microsoft.com/office/drawing/2014/main" id="{C061A991-678C-44A3-8A1A-897E7FCFDDF6}"/>
                          </a:ext>
                        </a:extLst>
                      </p:cNvPr>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463800" y="3400425"/>
                        <a:ext cx="3108325" cy="742950"/>
                      </a:xfrm>
                      <a:prstGeom prst="rect">
                        <a:avLst/>
                      </a:prstGeom>
                      <a:noFill/>
                      <a:ln>
                        <a:noFill/>
                      </a:ln>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chemeClr val="bg2"/>
                            </a:solidFill>
                            <a:miter lim="800000"/>
                            <a:headEnd/>
                            <a:tailEnd/>
                          </a14:hiddenLine>
                        </a:ext>
                      </a:extLst>
                    </p:spPr>
                  </p:pic>
                </p:oleObj>
              </mc:Fallback>
            </mc:AlternateContent>
          </a:graphicData>
        </a:graphic>
      </p:graphicFrame>
      <p:graphicFrame>
        <p:nvGraphicFramePr>
          <p:cNvPr id="234516" name="Object 20">
            <a:extLst>
              <a:ext uri="{FF2B5EF4-FFF2-40B4-BE49-F238E27FC236}">
                <a16:creationId xmlns:a16="http://schemas.microsoft.com/office/drawing/2014/main" id="{598175A8-ED6A-4A93-97EF-7A2B5B40D91E}"/>
              </a:ext>
            </a:extLst>
          </p:cNvPr>
          <p:cNvGraphicFramePr>
            <a:graphicFrameLocks/>
          </p:cNvGraphicFramePr>
          <p:nvPr>
            <p:extLst/>
          </p:nvPr>
        </p:nvGraphicFramePr>
        <p:xfrm>
          <a:off x="2714625" y="4214813"/>
          <a:ext cx="3552825" cy="742950"/>
        </p:xfrm>
        <a:graphic>
          <a:graphicData uri="http://schemas.openxmlformats.org/presentationml/2006/ole">
            <mc:AlternateContent xmlns:mc="http://schemas.openxmlformats.org/markup-compatibility/2006">
              <mc:Choice xmlns:v="urn:schemas-microsoft-com:vml" Requires="v">
                <p:oleObj spid="_x0000_s123976" name="公式" r:id="rId11" imgW="3914794" imgH="790507" progId="Equation.3">
                  <p:embed/>
                </p:oleObj>
              </mc:Choice>
              <mc:Fallback>
                <p:oleObj name="公式" r:id="rId11" imgW="3914794" imgH="790507" progId="Equation.3">
                  <p:embed/>
                  <p:pic>
                    <p:nvPicPr>
                      <p:cNvPr id="234516" name="Object 20">
                        <a:extLst>
                          <a:ext uri="{FF2B5EF4-FFF2-40B4-BE49-F238E27FC236}">
                            <a16:creationId xmlns:a16="http://schemas.microsoft.com/office/drawing/2014/main" id="{598175A8-ED6A-4A93-97EF-7A2B5B40D91E}"/>
                          </a:ext>
                        </a:extLst>
                      </p:cNvPr>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714625" y="4214813"/>
                        <a:ext cx="3552825" cy="742950"/>
                      </a:xfrm>
                      <a:prstGeom prst="rect">
                        <a:avLst/>
                      </a:prstGeom>
                      <a:noFill/>
                      <a:ln>
                        <a:noFill/>
                      </a:ln>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chemeClr val="bg2"/>
                            </a:solidFill>
                            <a:miter lim="800000"/>
                            <a:headEnd/>
                            <a:tailEnd/>
                          </a14:hiddenLine>
                        </a:ext>
                      </a:extLst>
                    </p:spPr>
                  </p:pic>
                </p:oleObj>
              </mc:Fallback>
            </mc:AlternateContent>
          </a:graphicData>
        </a:graphic>
      </p:graphicFrame>
      <p:graphicFrame>
        <p:nvGraphicFramePr>
          <p:cNvPr id="234517" name="Object 21">
            <a:extLst>
              <a:ext uri="{FF2B5EF4-FFF2-40B4-BE49-F238E27FC236}">
                <a16:creationId xmlns:a16="http://schemas.microsoft.com/office/drawing/2014/main" id="{096A18EF-0CEB-41BF-80D1-290A009527E0}"/>
              </a:ext>
            </a:extLst>
          </p:cNvPr>
          <p:cNvGraphicFramePr>
            <a:graphicFrameLocks/>
          </p:cNvGraphicFramePr>
          <p:nvPr>
            <p:extLst/>
          </p:nvPr>
        </p:nvGraphicFramePr>
        <p:xfrm>
          <a:off x="6357938" y="4143375"/>
          <a:ext cx="1279525" cy="857250"/>
        </p:xfrm>
        <a:graphic>
          <a:graphicData uri="http://schemas.openxmlformats.org/presentationml/2006/ole">
            <mc:AlternateContent xmlns:mc="http://schemas.openxmlformats.org/markup-compatibility/2006">
              <mc:Choice xmlns:v="urn:schemas-microsoft-com:vml" Requires="v">
                <p:oleObj spid="_x0000_s123977" name="公式" r:id="rId13" imgW="1381080" imgH="914502" progId="Equation.3">
                  <p:embed/>
                </p:oleObj>
              </mc:Choice>
              <mc:Fallback>
                <p:oleObj name="公式" r:id="rId13" imgW="1381080" imgH="914502" progId="Equation.3">
                  <p:embed/>
                  <p:pic>
                    <p:nvPicPr>
                      <p:cNvPr id="234517" name="Object 21">
                        <a:extLst>
                          <a:ext uri="{FF2B5EF4-FFF2-40B4-BE49-F238E27FC236}">
                            <a16:creationId xmlns:a16="http://schemas.microsoft.com/office/drawing/2014/main" id="{096A18EF-0CEB-41BF-80D1-290A009527E0}"/>
                          </a:ext>
                        </a:extLst>
                      </p:cNvPr>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357938" y="4143375"/>
                        <a:ext cx="1279525" cy="857250"/>
                      </a:xfrm>
                      <a:prstGeom prst="rect">
                        <a:avLst/>
                      </a:prstGeom>
                      <a:noFill/>
                      <a:ln>
                        <a:noFill/>
                      </a:ln>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chemeClr val="bg2"/>
                            </a:solidFill>
                            <a:miter lim="800000"/>
                            <a:headEnd/>
                            <a:tailEnd/>
                          </a14:hiddenLine>
                        </a:ext>
                      </a:extLst>
                    </p:spPr>
                  </p:pic>
                </p:oleObj>
              </mc:Fallback>
            </mc:AlternateContent>
          </a:graphicData>
        </a:graphic>
      </p:graphicFrame>
      <p:sp>
        <p:nvSpPr>
          <p:cNvPr id="234518" name="Rectangle 22">
            <a:extLst>
              <a:ext uri="{FF2B5EF4-FFF2-40B4-BE49-F238E27FC236}">
                <a16:creationId xmlns:a16="http://schemas.microsoft.com/office/drawing/2014/main" id="{621BD6C0-0D7C-416C-8BDA-FA6190B5B3FE}"/>
              </a:ext>
            </a:extLst>
          </p:cNvPr>
          <p:cNvSpPr>
            <a:spLocks noChangeArrowheads="1"/>
          </p:cNvSpPr>
          <p:nvPr/>
        </p:nvSpPr>
        <p:spPr bwMode="auto">
          <a:xfrm>
            <a:off x="571500" y="5929313"/>
            <a:ext cx="67579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rgbClr val="FFFF00"/>
                </a:solidFill>
              </a:rPr>
              <a:t>结论：</a:t>
            </a:r>
            <a:r>
              <a:rPr lang="en-US" altLang="zh-CN" i="1">
                <a:solidFill>
                  <a:srgbClr val="66FFFF"/>
                </a:solidFill>
                <a:ea typeface="楷体_GB2312" pitchFamily="49" charset="-122"/>
              </a:rPr>
              <a:t>I</a:t>
            </a:r>
            <a:r>
              <a:rPr lang="en-US" altLang="zh-CN">
                <a:solidFill>
                  <a:schemeClr val="bg1"/>
                </a:solidFill>
                <a:ea typeface="楷体_GB2312" pitchFamily="49" charset="-122"/>
              </a:rPr>
              <a:t> </a:t>
            </a:r>
            <a:r>
              <a:rPr lang="zh-CN" altLang="en-US">
                <a:solidFill>
                  <a:schemeClr val="bg1"/>
                </a:solidFill>
                <a:ea typeface="楷体_GB2312" pitchFamily="49" charset="-122"/>
              </a:rPr>
              <a:t>正比于 </a:t>
            </a:r>
            <a:r>
              <a:rPr lang="en-US" altLang="zh-CN" i="1">
                <a:solidFill>
                  <a:srgbClr val="66FFFF"/>
                </a:solidFill>
                <a:ea typeface="楷体_GB2312" pitchFamily="49" charset="-122"/>
              </a:rPr>
              <a:t>E</a:t>
            </a:r>
            <a:r>
              <a:rPr lang="en-US" altLang="zh-CN" baseline="-25000">
                <a:solidFill>
                  <a:srgbClr val="66FFFF"/>
                </a:solidFill>
                <a:ea typeface="楷体_GB2312" pitchFamily="49" charset="-122"/>
              </a:rPr>
              <a:t>0</a:t>
            </a:r>
            <a:r>
              <a:rPr lang="en-US" altLang="zh-CN" baseline="30000">
                <a:solidFill>
                  <a:srgbClr val="66FFFF"/>
                </a:solidFill>
                <a:ea typeface="楷体_GB2312" pitchFamily="49" charset="-122"/>
              </a:rPr>
              <a:t>2</a:t>
            </a:r>
            <a:r>
              <a:rPr lang="en-US" altLang="zh-CN" baseline="30000">
                <a:solidFill>
                  <a:schemeClr val="bg1"/>
                </a:solidFill>
                <a:ea typeface="楷体_GB2312" pitchFamily="49" charset="-122"/>
              </a:rPr>
              <a:t> </a:t>
            </a:r>
            <a:r>
              <a:rPr lang="zh-CN" altLang="en-US">
                <a:solidFill>
                  <a:schemeClr val="bg1"/>
                </a:solidFill>
                <a:ea typeface="楷体_GB2312" pitchFamily="49" charset="-122"/>
              </a:rPr>
              <a:t>或 </a:t>
            </a:r>
            <a:r>
              <a:rPr lang="en-US" altLang="zh-CN" i="1">
                <a:solidFill>
                  <a:srgbClr val="66FFFF"/>
                </a:solidFill>
                <a:ea typeface="楷体_GB2312" pitchFamily="49" charset="-122"/>
              </a:rPr>
              <a:t>H</a:t>
            </a:r>
            <a:r>
              <a:rPr lang="en-US" altLang="zh-CN" baseline="-25000">
                <a:solidFill>
                  <a:srgbClr val="66FFFF"/>
                </a:solidFill>
                <a:ea typeface="楷体_GB2312" pitchFamily="49" charset="-122"/>
              </a:rPr>
              <a:t>0</a:t>
            </a:r>
            <a:r>
              <a:rPr lang="en-US" altLang="zh-CN" baseline="30000">
                <a:solidFill>
                  <a:srgbClr val="66FFFF"/>
                </a:solidFill>
                <a:ea typeface="楷体_GB2312" pitchFamily="49" charset="-122"/>
              </a:rPr>
              <a:t>2</a:t>
            </a:r>
            <a:r>
              <a:rPr lang="en-US" altLang="zh-CN">
                <a:solidFill>
                  <a:schemeClr val="bg1"/>
                </a:solidFill>
                <a:ea typeface="楷体_GB2312" pitchFamily="49" charset="-122"/>
              </a:rPr>
              <a:t>,  </a:t>
            </a:r>
            <a:r>
              <a:rPr lang="zh-CN" altLang="en-US">
                <a:solidFill>
                  <a:schemeClr val="bg1"/>
                </a:solidFill>
                <a:ea typeface="楷体_GB2312" pitchFamily="49" charset="-122"/>
              </a:rPr>
              <a:t>通常用其相对强度</a:t>
            </a:r>
          </a:p>
        </p:txBody>
      </p:sp>
      <p:graphicFrame>
        <p:nvGraphicFramePr>
          <p:cNvPr id="234519" name="Object 23">
            <a:extLst>
              <a:ext uri="{FF2B5EF4-FFF2-40B4-BE49-F238E27FC236}">
                <a16:creationId xmlns:a16="http://schemas.microsoft.com/office/drawing/2014/main" id="{4CBFBE12-FAC9-41ED-A8B7-036ACA8A524E}"/>
              </a:ext>
            </a:extLst>
          </p:cNvPr>
          <p:cNvGraphicFramePr>
            <a:graphicFrameLocks/>
          </p:cNvGraphicFramePr>
          <p:nvPr>
            <p:extLst/>
          </p:nvPr>
        </p:nvGraphicFramePr>
        <p:xfrm>
          <a:off x="6796088" y="5786438"/>
          <a:ext cx="1062037" cy="742950"/>
        </p:xfrm>
        <a:graphic>
          <a:graphicData uri="http://schemas.openxmlformats.org/presentationml/2006/ole">
            <mc:AlternateContent xmlns:mc="http://schemas.openxmlformats.org/markup-compatibility/2006">
              <mc:Choice xmlns:v="urn:schemas-microsoft-com:vml" Requires="v">
                <p:oleObj spid="_x0000_s123978" name="公式" r:id="rId15" imgW="1143153" imgH="790507" progId="Equation.3">
                  <p:embed/>
                </p:oleObj>
              </mc:Choice>
              <mc:Fallback>
                <p:oleObj name="公式" r:id="rId15" imgW="1143153" imgH="790507" progId="Equation.3">
                  <p:embed/>
                  <p:pic>
                    <p:nvPicPr>
                      <p:cNvPr id="234519" name="Object 23">
                        <a:extLst>
                          <a:ext uri="{FF2B5EF4-FFF2-40B4-BE49-F238E27FC236}">
                            <a16:creationId xmlns:a16="http://schemas.microsoft.com/office/drawing/2014/main" id="{4CBFBE12-FAC9-41ED-A8B7-036ACA8A524E}"/>
                          </a:ext>
                        </a:extLst>
                      </p:cNvPr>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796088" y="5786438"/>
                        <a:ext cx="1062037" cy="742950"/>
                      </a:xfrm>
                      <a:prstGeom prst="rect">
                        <a:avLst/>
                      </a:prstGeom>
                      <a:noFill/>
                      <a:ln>
                        <a:noFill/>
                      </a:ln>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chemeClr val="bg2"/>
                            </a:solidFill>
                            <a:miter lim="800000"/>
                            <a:headEnd/>
                            <a:tailEnd/>
                          </a14:hiddenLine>
                        </a:ext>
                      </a:extLst>
                    </p:spPr>
                  </p:pic>
                </p:oleObj>
              </mc:Fallback>
            </mc:AlternateContent>
          </a:graphicData>
        </a:graphic>
      </p:graphicFrame>
      <p:sp>
        <p:nvSpPr>
          <p:cNvPr id="234521" name="Text Box 25">
            <a:extLst>
              <a:ext uri="{FF2B5EF4-FFF2-40B4-BE49-F238E27FC236}">
                <a16:creationId xmlns:a16="http://schemas.microsoft.com/office/drawing/2014/main" id="{3920D5BB-1473-4D18-886A-C554E929EEDA}"/>
              </a:ext>
            </a:extLst>
          </p:cNvPr>
          <p:cNvSpPr txBox="1">
            <a:spLocks noChangeArrowheads="1"/>
          </p:cNvSpPr>
          <p:nvPr/>
        </p:nvSpPr>
        <p:spPr bwMode="auto">
          <a:xfrm>
            <a:off x="285750" y="2667000"/>
            <a:ext cx="27368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a:solidFill>
                  <a:srgbClr val="00FFFF"/>
                </a:solidFill>
              </a:rPr>
              <a:t>坡印亭矢量</a:t>
            </a:r>
          </a:p>
        </p:txBody>
      </p:sp>
      <p:sp>
        <p:nvSpPr>
          <p:cNvPr id="234523" name="Text Box 27">
            <a:extLst>
              <a:ext uri="{FF2B5EF4-FFF2-40B4-BE49-F238E27FC236}">
                <a16:creationId xmlns:a16="http://schemas.microsoft.com/office/drawing/2014/main" id="{EC83C8D5-6593-4D42-8B90-E9B7D1E77A8D}"/>
              </a:ext>
            </a:extLst>
          </p:cNvPr>
          <p:cNvSpPr txBox="1">
            <a:spLocks noChangeArrowheads="1"/>
          </p:cNvSpPr>
          <p:nvPr/>
        </p:nvSpPr>
        <p:spPr bwMode="auto">
          <a:xfrm>
            <a:off x="7820025" y="5895975"/>
            <a:ext cx="11525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0" lang="zh-CN" altLang="en-US">
                <a:solidFill>
                  <a:schemeClr val="bg1"/>
                </a:solidFill>
                <a:ea typeface="楷体_GB2312" pitchFamily="49" charset="-122"/>
              </a:rPr>
              <a:t>表示</a:t>
            </a:r>
          </a:p>
        </p:txBody>
      </p:sp>
      <p:sp>
        <p:nvSpPr>
          <p:cNvPr id="234524" name="Text Box 28">
            <a:extLst>
              <a:ext uri="{FF2B5EF4-FFF2-40B4-BE49-F238E27FC236}">
                <a16:creationId xmlns:a16="http://schemas.microsoft.com/office/drawing/2014/main" id="{1A8EC43A-8C42-4617-8B43-A56B1986535B}"/>
              </a:ext>
            </a:extLst>
          </p:cNvPr>
          <p:cNvSpPr txBox="1">
            <a:spLocks noChangeArrowheads="1"/>
          </p:cNvSpPr>
          <p:nvPr/>
        </p:nvSpPr>
        <p:spPr bwMode="auto">
          <a:xfrm>
            <a:off x="2286000" y="428625"/>
            <a:ext cx="2592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a:solidFill>
                  <a:schemeClr val="bg1"/>
                </a:solidFill>
              </a:rPr>
              <a:t>（</a:t>
            </a:r>
            <a:r>
              <a:rPr lang="zh-CN" altLang="en-US">
                <a:solidFill>
                  <a:srgbClr val="66FFFF"/>
                </a:solidFill>
              </a:rPr>
              <a:t>坡印亭矢量</a:t>
            </a:r>
            <a:r>
              <a:rPr lang="zh-CN" altLang="en-US">
                <a:solidFill>
                  <a:schemeClr val="bg1"/>
                </a:solidFill>
              </a:rPr>
              <a:t>）</a:t>
            </a:r>
          </a:p>
        </p:txBody>
      </p:sp>
      <p:graphicFrame>
        <p:nvGraphicFramePr>
          <p:cNvPr id="234525" name="Object 29">
            <a:extLst>
              <a:ext uri="{FF2B5EF4-FFF2-40B4-BE49-F238E27FC236}">
                <a16:creationId xmlns:a16="http://schemas.microsoft.com/office/drawing/2014/main" id="{B06E7F91-ABBB-463B-9CAB-18BFB58CB952}"/>
              </a:ext>
            </a:extLst>
          </p:cNvPr>
          <p:cNvGraphicFramePr>
            <a:graphicFrameLocks/>
          </p:cNvGraphicFramePr>
          <p:nvPr>
            <p:extLst/>
          </p:nvPr>
        </p:nvGraphicFramePr>
        <p:xfrm>
          <a:off x="2200275" y="476250"/>
          <a:ext cx="228600" cy="342900"/>
        </p:xfrm>
        <a:graphic>
          <a:graphicData uri="http://schemas.openxmlformats.org/presentationml/2006/ole">
            <mc:AlternateContent xmlns:mc="http://schemas.openxmlformats.org/markup-compatibility/2006">
              <mc:Choice xmlns:v="urn:schemas-microsoft-com:vml" Requires="v">
                <p:oleObj spid="_x0000_s123979" name="公式" r:id="rId17" imgW="218967" imgH="342900" progId="Equation.3">
                  <p:embed/>
                </p:oleObj>
              </mc:Choice>
              <mc:Fallback>
                <p:oleObj name="公式" r:id="rId17" imgW="218967" imgH="342900" progId="Equation.3">
                  <p:embed/>
                  <p:pic>
                    <p:nvPicPr>
                      <p:cNvPr id="234525" name="Object 29">
                        <a:extLst>
                          <a:ext uri="{FF2B5EF4-FFF2-40B4-BE49-F238E27FC236}">
                            <a16:creationId xmlns:a16="http://schemas.microsoft.com/office/drawing/2014/main" id="{B06E7F91-ABBB-463B-9CAB-18BFB58CB952}"/>
                          </a:ext>
                        </a:extLst>
                      </p:cNvPr>
                      <p:cNvPicPr>
                        <a:picLocks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200275" y="476250"/>
                        <a:ext cx="228600" cy="342900"/>
                      </a:xfrm>
                      <a:prstGeom prst="rect">
                        <a:avLst/>
                      </a:prstGeom>
                      <a:noFill/>
                      <a:ln>
                        <a:noFill/>
                      </a:ln>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19050">
                            <a:solidFill>
                              <a:srgbClr val="66FFFF"/>
                            </a:solidFill>
                            <a:miter lim="800000"/>
                            <a:headEnd/>
                            <a:tailEnd/>
                          </a14:hiddenLine>
                        </a:ext>
                      </a:extLst>
                    </p:spPr>
                  </p:pic>
                </p:oleObj>
              </mc:Fallback>
            </mc:AlternateContent>
          </a:graphicData>
        </a:graphic>
      </p:graphicFrame>
      <p:graphicFrame>
        <p:nvGraphicFramePr>
          <p:cNvPr id="30" name="Object 30">
            <a:extLst>
              <a:ext uri="{FF2B5EF4-FFF2-40B4-BE49-F238E27FC236}">
                <a16:creationId xmlns:a16="http://schemas.microsoft.com/office/drawing/2014/main" id="{61814846-BFC7-4F34-A5E2-DC7B5045F6ED}"/>
              </a:ext>
            </a:extLst>
          </p:cNvPr>
          <p:cNvGraphicFramePr>
            <a:graphicFrameLocks noChangeAspect="1"/>
          </p:cNvGraphicFramePr>
          <p:nvPr>
            <p:extLst/>
          </p:nvPr>
        </p:nvGraphicFramePr>
        <p:xfrm>
          <a:off x="4000500" y="5143500"/>
          <a:ext cx="1417638" cy="647700"/>
        </p:xfrm>
        <a:graphic>
          <a:graphicData uri="http://schemas.openxmlformats.org/presentationml/2006/ole">
            <mc:AlternateContent xmlns:mc="http://schemas.openxmlformats.org/markup-compatibility/2006">
              <mc:Choice xmlns:v="urn:schemas-microsoft-com:vml" Requires="v">
                <p:oleObj spid="_x0000_s123980" name="公式" r:id="rId19" imgW="457200" imgH="219211" progId="Equation.3">
                  <p:embed/>
                </p:oleObj>
              </mc:Choice>
              <mc:Fallback>
                <p:oleObj name="公式" r:id="rId19" imgW="457200" imgH="219211" progId="Equation.3">
                  <p:embed/>
                  <p:pic>
                    <p:nvPicPr>
                      <p:cNvPr id="30" name="Object 30">
                        <a:extLst>
                          <a:ext uri="{FF2B5EF4-FFF2-40B4-BE49-F238E27FC236}">
                            <a16:creationId xmlns:a16="http://schemas.microsoft.com/office/drawing/2014/main" id="{61814846-BFC7-4F34-A5E2-DC7B5045F6ED}"/>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000500" y="5143500"/>
                        <a:ext cx="1417638" cy="647700"/>
                      </a:xfrm>
                      <a:prstGeom prst="rect">
                        <a:avLst/>
                      </a:prstGeom>
                      <a:noFill/>
                      <a:ln w="9525">
                        <a:solidFill>
                          <a:srgbClr val="FFFF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1" name="AutoShape 16">
            <a:extLst>
              <a:ext uri="{FF2B5EF4-FFF2-40B4-BE49-F238E27FC236}">
                <a16:creationId xmlns:a16="http://schemas.microsoft.com/office/drawing/2014/main" id="{47AB63EE-04BB-47DD-965A-D887BB8711A8}"/>
              </a:ext>
            </a:extLst>
          </p:cNvPr>
          <p:cNvSpPr>
            <a:spLocks noChangeArrowheads="1"/>
          </p:cNvSpPr>
          <p:nvPr/>
        </p:nvSpPr>
        <p:spPr bwMode="auto">
          <a:xfrm>
            <a:off x="2643188" y="5286375"/>
            <a:ext cx="1143000" cy="381000"/>
          </a:xfrm>
          <a:prstGeom prst="rightArrow">
            <a:avLst>
              <a:gd name="adj1" fmla="val 50000"/>
              <a:gd name="adj2" fmla="val 75000"/>
            </a:avLst>
          </a:prstGeom>
          <a:noFill/>
          <a:ln w="22225">
            <a:solidFill>
              <a:srgbClr val="00FF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a:solidFill>
                <a:schemeClr val="bg1"/>
              </a:solidFill>
            </a:endParaRPr>
          </a:p>
        </p:txBody>
      </p:sp>
      <p:graphicFrame>
        <p:nvGraphicFramePr>
          <p:cNvPr id="38959" name="Object 18">
            <a:extLst>
              <a:ext uri="{FF2B5EF4-FFF2-40B4-BE49-F238E27FC236}">
                <a16:creationId xmlns:a16="http://schemas.microsoft.com/office/drawing/2014/main" id="{8E46FBF9-3A27-4588-8C20-CD8687352432}"/>
              </a:ext>
            </a:extLst>
          </p:cNvPr>
          <p:cNvGraphicFramePr>
            <a:graphicFrameLocks noChangeAspect="1"/>
          </p:cNvGraphicFramePr>
          <p:nvPr>
            <p:extLst/>
          </p:nvPr>
        </p:nvGraphicFramePr>
        <p:xfrm>
          <a:off x="4811713" y="1285875"/>
          <a:ext cx="2903537" cy="898525"/>
        </p:xfrm>
        <a:graphic>
          <a:graphicData uri="http://schemas.openxmlformats.org/presentationml/2006/ole">
            <mc:AlternateContent xmlns:mc="http://schemas.openxmlformats.org/markup-compatibility/2006">
              <mc:Choice xmlns:v="urn:schemas-microsoft-com:vml" Requires="v">
                <p:oleObj spid="_x0000_s123981" name="公式" r:id="rId21" imgW="1171594" imgH="352391" progId="Equation.3">
                  <p:embed/>
                </p:oleObj>
              </mc:Choice>
              <mc:Fallback>
                <p:oleObj name="公式" r:id="rId21" imgW="1171594" imgH="352391" progId="Equation.3">
                  <p:embed/>
                  <p:pic>
                    <p:nvPicPr>
                      <p:cNvPr id="38959" name="Object 18">
                        <a:extLst>
                          <a:ext uri="{FF2B5EF4-FFF2-40B4-BE49-F238E27FC236}">
                            <a16:creationId xmlns:a16="http://schemas.microsoft.com/office/drawing/2014/main" id="{8E46FBF9-3A27-4588-8C20-CD8687352432}"/>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811713" y="1285875"/>
                        <a:ext cx="2903537" cy="89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 name="Object 34">
            <a:extLst>
              <a:ext uri="{FF2B5EF4-FFF2-40B4-BE49-F238E27FC236}">
                <a16:creationId xmlns:a16="http://schemas.microsoft.com/office/drawing/2014/main" id="{A9160D64-CB6A-474D-B725-FE3FC5392085}"/>
              </a:ext>
            </a:extLst>
          </p:cNvPr>
          <p:cNvGraphicFramePr>
            <a:graphicFrameLocks noChangeAspect="1"/>
          </p:cNvGraphicFramePr>
          <p:nvPr>
            <p:extLst/>
          </p:nvPr>
        </p:nvGraphicFramePr>
        <p:xfrm>
          <a:off x="5000625" y="2493963"/>
          <a:ext cx="3044825" cy="863600"/>
        </p:xfrm>
        <a:graphic>
          <a:graphicData uri="http://schemas.openxmlformats.org/presentationml/2006/ole">
            <mc:AlternateContent xmlns:mc="http://schemas.openxmlformats.org/markup-compatibility/2006">
              <mc:Choice xmlns:v="urn:schemas-microsoft-com:vml" Requires="v">
                <p:oleObj spid="_x0000_s123982" name="公式" r:id="rId23" imgW="1343159" imgH="352391" progId="Equation.3">
                  <p:embed/>
                </p:oleObj>
              </mc:Choice>
              <mc:Fallback>
                <p:oleObj name="公式" r:id="rId23" imgW="1343159" imgH="352391" progId="Equation.3">
                  <p:embed/>
                  <p:pic>
                    <p:nvPicPr>
                      <p:cNvPr id="2" name="Object 34">
                        <a:extLst>
                          <a:ext uri="{FF2B5EF4-FFF2-40B4-BE49-F238E27FC236}">
                            <a16:creationId xmlns:a16="http://schemas.microsoft.com/office/drawing/2014/main" id="{A9160D64-CB6A-474D-B725-FE3FC5392085}"/>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5000625" y="2493963"/>
                        <a:ext cx="3044825" cy="863600"/>
                      </a:xfrm>
                      <a:prstGeom prst="rect">
                        <a:avLst/>
                      </a:prstGeom>
                      <a:noFill/>
                      <a:ln>
                        <a:noFill/>
                      </a:ln>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chemeClr val="bg2"/>
                            </a:solidFill>
                            <a:miter lim="800000"/>
                            <a:headEnd/>
                            <a:tailEnd/>
                          </a14:hiddenLine>
                        </a:ext>
                      </a:extLst>
                    </p:spPr>
                  </p:pic>
                </p:oleObj>
              </mc:Fallback>
            </mc:AlternateContent>
          </a:graphicData>
        </a:graphic>
      </p:graphicFrame>
      <p:sp>
        <p:nvSpPr>
          <p:cNvPr id="9236" name="灯片编号占位符 1">
            <a:extLst>
              <a:ext uri="{FF2B5EF4-FFF2-40B4-BE49-F238E27FC236}">
                <a16:creationId xmlns:a16="http://schemas.microsoft.com/office/drawing/2014/main" id="{E4CFFC20-BCB2-4873-A8E2-E198B436D428}"/>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A30839CA-F65F-43BD-AB6B-AD38102C9AFD}" type="slidenum">
              <a:rPr lang="en-US" altLang="zh-CN" b="0">
                <a:solidFill>
                  <a:srgbClr val="FF00FF"/>
                </a:solidFill>
              </a:rPr>
              <a:pPr eaLnBrk="1" hangingPunct="1"/>
              <a:t>17</a:t>
            </a:fld>
            <a:r>
              <a:rPr lang="en-US" altLang="zh-CN" b="0">
                <a:solidFill>
                  <a:srgbClr val="FF00FF"/>
                </a:solidFill>
              </a:rPr>
              <a:t>/25</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34498"/>
                                        </p:tgtEl>
                                        <p:attrNameLst>
                                          <p:attrName>style.visibility</p:attrName>
                                        </p:attrNameLst>
                                      </p:cBhvr>
                                      <p:to>
                                        <p:strVal val="visible"/>
                                      </p:to>
                                    </p:set>
                                    <p:animEffect transition="in" filter="wipe(left)">
                                      <p:cBhvr>
                                        <p:cTn id="7" dur="500"/>
                                        <p:tgtEl>
                                          <p:spTgt spid="234498"/>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234525"/>
                                        </p:tgtEl>
                                        <p:attrNameLst>
                                          <p:attrName>style.visibility</p:attrName>
                                        </p:attrNameLst>
                                      </p:cBhvr>
                                      <p:to>
                                        <p:strVal val="visible"/>
                                      </p:to>
                                    </p:set>
                                    <p:animEffect transition="in" filter="wipe(left)">
                                      <p:cBhvr>
                                        <p:cTn id="11" dur="500"/>
                                        <p:tgtEl>
                                          <p:spTgt spid="234525"/>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234524"/>
                                        </p:tgtEl>
                                        <p:attrNameLst>
                                          <p:attrName>style.visibility</p:attrName>
                                        </p:attrNameLst>
                                      </p:cBhvr>
                                      <p:to>
                                        <p:strVal val="visible"/>
                                      </p:to>
                                    </p:set>
                                    <p:animEffect transition="in" filter="wipe(left)">
                                      <p:cBhvr>
                                        <p:cTn id="15" dur="500"/>
                                        <p:tgtEl>
                                          <p:spTgt spid="234524"/>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nodeType="clickEffect">
                                  <p:stCondLst>
                                    <p:cond delay="0"/>
                                  </p:stCondLst>
                                  <p:childTnLst>
                                    <p:set>
                                      <p:cBhvr>
                                        <p:cTn id="19" dur="1" fill="hold">
                                          <p:stCondLst>
                                            <p:cond delay="0"/>
                                          </p:stCondLst>
                                        </p:cTn>
                                        <p:tgtEl>
                                          <p:spTgt spid="234509"/>
                                        </p:tgtEl>
                                        <p:attrNameLst>
                                          <p:attrName>style.visibility</p:attrName>
                                        </p:attrNameLst>
                                      </p:cBhvr>
                                      <p:to>
                                        <p:strVal val="visible"/>
                                      </p:to>
                                    </p:set>
                                    <p:animEffect transition="in" filter="wipe(left)">
                                      <p:cBhvr>
                                        <p:cTn id="20" dur="500"/>
                                        <p:tgtEl>
                                          <p:spTgt spid="234509"/>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nodeType="clickEffect">
                                  <p:stCondLst>
                                    <p:cond delay="0"/>
                                  </p:stCondLst>
                                  <p:childTnLst>
                                    <p:set>
                                      <p:cBhvr>
                                        <p:cTn id="24" dur="1" fill="hold">
                                          <p:stCondLst>
                                            <p:cond delay="0"/>
                                          </p:stCondLst>
                                        </p:cTn>
                                        <p:tgtEl>
                                          <p:spTgt spid="38959"/>
                                        </p:tgtEl>
                                        <p:attrNameLst>
                                          <p:attrName>style.visibility</p:attrName>
                                        </p:attrNameLst>
                                      </p:cBhvr>
                                      <p:to>
                                        <p:strVal val="visible"/>
                                      </p:to>
                                    </p:set>
                                    <p:animEffect transition="in" filter="wipe(left)">
                                      <p:cBhvr>
                                        <p:cTn id="25" dur="500"/>
                                        <p:tgtEl>
                                          <p:spTgt spid="38959"/>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nodeType="clickEffect">
                                  <p:stCondLst>
                                    <p:cond delay="0"/>
                                  </p:stCondLst>
                                  <p:childTnLst>
                                    <p:set>
                                      <p:cBhvr>
                                        <p:cTn id="29" dur="1" fill="hold">
                                          <p:stCondLst>
                                            <p:cond delay="0"/>
                                          </p:stCondLst>
                                        </p:cTn>
                                        <p:tgtEl>
                                          <p:spTgt spid="234512"/>
                                        </p:tgtEl>
                                        <p:attrNameLst>
                                          <p:attrName>style.visibility</p:attrName>
                                        </p:attrNameLst>
                                      </p:cBhvr>
                                      <p:to>
                                        <p:strVal val="visible"/>
                                      </p:to>
                                    </p:set>
                                    <p:animEffect transition="in" filter="wipe(left)">
                                      <p:cBhvr>
                                        <p:cTn id="30" dur="500"/>
                                        <p:tgtEl>
                                          <p:spTgt spid="234512"/>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234521"/>
                                        </p:tgtEl>
                                        <p:attrNameLst>
                                          <p:attrName>style.visibility</p:attrName>
                                        </p:attrNameLst>
                                      </p:cBhvr>
                                      <p:to>
                                        <p:strVal val="visible"/>
                                      </p:to>
                                    </p:set>
                                    <p:animEffect transition="in" filter="wipe(left)">
                                      <p:cBhvr>
                                        <p:cTn id="35" dur="500"/>
                                        <p:tgtEl>
                                          <p:spTgt spid="234521"/>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nodeType="clickEffect">
                                  <p:stCondLst>
                                    <p:cond delay="0"/>
                                  </p:stCondLst>
                                  <p:childTnLst>
                                    <p:set>
                                      <p:cBhvr>
                                        <p:cTn id="39" dur="1" fill="hold">
                                          <p:stCondLst>
                                            <p:cond delay="0"/>
                                          </p:stCondLst>
                                        </p:cTn>
                                        <p:tgtEl>
                                          <p:spTgt spid="234513"/>
                                        </p:tgtEl>
                                        <p:attrNameLst>
                                          <p:attrName>style.visibility</p:attrName>
                                        </p:attrNameLst>
                                      </p:cBhvr>
                                      <p:to>
                                        <p:strVal val="visible"/>
                                      </p:to>
                                    </p:set>
                                    <p:animEffect transition="in" filter="wipe(left)">
                                      <p:cBhvr>
                                        <p:cTn id="40" dur="500"/>
                                        <p:tgtEl>
                                          <p:spTgt spid="234513"/>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nodeType="clickEffect">
                                  <p:stCondLst>
                                    <p:cond delay="0"/>
                                  </p:stCondLst>
                                  <p:childTnLst>
                                    <p:set>
                                      <p:cBhvr>
                                        <p:cTn id="44" dur="1" fill="hold">
                                          <p:stCondLst>
                                            <p:cond delay="0"/>
                                          </p:stCondLst>
                                        </p:cTn>
                                        <p:tgtEl>
                                          <p:spTgt spid="2"/>
                                        </p:tgtEl>
                                        <p:attrNameLst>
                                          <p:attrName>style.visibility</p:attrName>
                                        </p:attrNameLst>
                                      </p:cBhvr>
                                      <p:to>
                                        <p:strVal val="visible"/>
                                      </p:to>
                                    </p:set>
                                    <p:animEffect transition="in" filter="wipe(left)">
                                      <p:cBhvr>
                                        <p:cTn id="45" dur="500"/>
                                        <p:tgtEl>
                                          <p:spTgt spid="2"/>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234514"/>
                                        </p:tgtEl>
                                        <p:attrNameLst>
                                          <p:attrName>style.visibility</p:attrName>
                                        </p:attrNameLst>
                                      </p:cBhvr>
                                      <p:to>
                                        <p:strVal val="visible"/>
                                      </p:to>
                                    </p:set>
                                    <p:animEffect transition="in" filter="wipe(left)">
                                      <p:cBhvr>
                                        <p:cTn id="50" dur="500"/>
                                        <p:tgtEl>
                                          <p:spTgt spid="234514"/>
                                        </p:tgtEl>
                                      </p:cBhvr>
                                    </p:animEffect>
                                  </p:childTnLst>
                                </p:cTn>
                              </p:par>
                            </p:childTnLst>
                          </p:cTn>
                        </p:par>
                        <p:par>
                          <p:cTn id="51" fill="hold" nodeType="afterGroup">
                            <p:stCondLst>
                              <p:cond delay="500"/>
                            </p:stCondLst>
                            <p:childTnLst>
                              <p:par>
                                <p:cTn id="52" presetID="22" presetClass="entr" presetSubtype="8" fill="hold" nodeType="afterEffect">
                                  <p:stCondLst>
                                    <p:cond delay="0"/>
                                  </p:stCondLst>
                                  <p:childTnLst>
                                    <p:set>
                                      <p:cBhvr>
                                        <p:cTn id="53" dur="1" fill="hold">
                                          <p:stCondLst>
                                            <p:cond delay="0"/>
                                          </p:stCondLst>
                                        </p:cTn>
                                        <p:tgtEl>
                                          <p:spTgt spid="234515"/>
                                        </p:tgtEl>
                                        <p:attrNameLst>
                                          <p:attrName>style.visibility</p:attrName>
                                        </p:attrNameLst>
                                      </p:cBhvr>
                                      <p:to>
                                        <p:strVal val="visible"/>
                                      </p:to>
                                    </p:set>
                                    <p:animEffect transition="in" filter="wipe(left)">
                                      <p:cBhvr>
                                        <p:cTn id="54" dur="500"/>
                                        <p:tgtEl>
                                          <p:spTgt spid="234515"/>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nodeType="clickEffect">
                                  <p:stCondLst>
                                    <p:cond delay="0"/>
                                  </p:stCondLst>
                                  <p:childTnLst>
                                    <p:set>
                                      <p:cBhvr>
                                        <p:cTn id="58" dur="1" fill="hold">
                                          <p:stCondLst>
                                            <p:cond delay="0"/>
                                          </p:stCondLst>
                                        </p:cTn>
                                        <p:tgtEl>
                                          <p:spTgt spid="234516"/>
                                        </p:tgtEl>
                                        <p:attrNameLst>
                                          <p:attrName>style.visibility</p:attrName>
                                        </p:attrNameLst>
                                      </p:cBhvr>
                                      <p:to>
                                        <p:strVal val="visible"/>
                                      </p:to>
                                    </p:set>
                                    <p:animEffect transition="in" filter="wipe(left)">
                                      <p:cBhvr>
                                        <p:cTn id="59" dur="500"/>
                                        <p:tgtEl>
                                          <p:spTgt spid="234516"/>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8" fill="hold" nodeType="clickEffect">
                                  <p:stCondLst>
                                    <p:cond delay="0"/>
                                  </p:stCondLst>
                                  <p:childTnLst>
                                    <p:set>
                                      <p:cBhvr>
                                        <p:cTn id="63" dur="1" fill="hold">
                                          <p:stCondLst>
                                            <p:cond delay="0"/>
                                          </p:stCondLst>
                                        </p:cTn>
                                        <p:tgtEl>
                                          <p:spTgt spid="234517"/>
                                        </p:tgtEl>
                                        <p:attrNameLst>
                                          <p:attrName>style.visibility</p:attrName>
                                        </p:attrNameLst>
                                      </p:cBhvr>
                                      <p:to>
                                        <p:strVal val="visible"/>
                                      </p:to>
                                    </p:set>
                                    <p:animEffect transition="in" filter="wipe(left)">
                                      <p:cBhvr>
                                        <p:cTn id="64" dur="500"/>
                                        <p:tgtEl>
                                          <p:spTgt spid="234517"/>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8" fill="hold" grpId="0" nodeType="clickEffect">
                                  <p:stCondLst>
                                    <p:cond delay="0"/>
                                  </p:stCondLst>
                                  <p:childTnLst>
                                    <p:set>
                                      <p:cBhvr>
                                        <p:cTn id="68" dur="1" fill="hold">
                                          <p:stCondLst>
                                            <p:cond delay="0"/>
                                          </p:stCondLst>
                                        </p:cTn>
                                        <p:tgtEl>
                                          <p:spTgt spid="31"/>
                                        </p:tgtEl>
                                        <p:attrNameLst>
                                          <p:attrName>style.visibility</p:attrName>
                                        </p:attrNameLst>
                                      </p:cBhvr>
                                      <p:to>
                                        <p:strVal val="visible"/>
                                      </p:to>
                                    </p:set>
                                    <p:animEffect transition="in" filter="wipe(left)">
                                      <p:cBhvr>
                                        <p:cTn id="69" dur="500"/>
                                        <p:tgtEl>
                                          <p:spTgt spid="31"/>
                                        </p:tgtEl>
                                      </p:cBhvr>
                                    </p:animEffect>
                                  </p:childTnLst>
                                </p:cTn>
                              </p:par>
                            </p:childTnLst>
                          </p:cTn>
                        </p:par>
                        <p:par>
                          <p:cTn id="70" fill="hold" nodeType="afterGroup">
                            <p:stCondLst>
                              <p:cond delay="500"/>
                            </p:stCondLst>
                            <p:childTnLst>
                              <p:par>
                                <p:cTn id="71" presetID="23" presetClass="entr" presetSubtype="528" fill="hold" nodeType="afterEffect">
                                  <p:stCondLst>
                                    <p:cond delay="0"/>
                                  </p:stCondLst>
                                  <p:childTnLst>
                                    <p:set>
                                      <p:cBhvr>
                                        <p:cTn id="72" dur="1" fill="hold">
                                          <p:stCondLst>
                                            <p:cond delay="0"/>
                                          </p:stCondLst>
                                        </p:cTn>
                                        <p:tgtEl>
                                          <p:spTgt spid="30"/>
                                        </p:tgtEl>
                                        <p:attrNameLst>
                                          <p:attrName>style.visibility</p:attrName>
                                        </p:attrNameLst>
                                      </p:cBhvr>
                                      <p:to>
                                        <p:strVal val="visible"/>
                                      </p:to>
                                    </p:set>
                                    <p:anim calcmode="lin" valueType="num">
                                      <p:cBhvr>
                                        <p:cTn id="73" dur="500" fill="hold"/>
                                        <p:tgtEl>
                                          <p:spTgt spid="30"/>
                                        </p:tgtEl>
                                        <p:attrNameLst>
                                          <p:attrName>ppt_w</p:attrName>
                                        </p:attrNameLst>
                                      </p:cBhvr>
                                      <p:tavLst>
                                        <p:tav tm="0">
                                          <p:val>
                                            <p:fltVal val="0"/>
                                          </p:val>
                                        </p:tav>
                                        <p:tav tm="100000">
                                          <p:val>
                                            <p:strVal val="#ppt_w"/>
                                          </p:val>
                                        </p:tav>
                                      </p:tavLst>
                                    </p:anim>
                                    <p:anim calcmode="lin" valueType="num">
                                      <p:cBhvr>
                                        <p:cTn id="74" dur="500" fill="hold"/>
                                        <p:tgtEl>
                                          <p:spTgt spid="30"/>
                                        </p:tgtEl>
                                        <p:attrNameLst>
                                          <p:attrName>ppt_h</p:attrName>
                                        </p:attrNameLst>
                                      </p:cBhvr>
                                      <p:tavLst>
                                        <p:tav tm="0">
                                          <p:val>
                                            <p:fltVal val="0"/>
                                          </p:val>
                                        </p:tav>
                                        <p:tav tm="100000">
                                          <p:val>
                                            <p:strVal val="#ppt_h"/>
                                          </p:val>
                                        </p:tav>
                                      </p:tavLst>
                                    </p:anim>
                                    <p:anim calcmode="lin" valueType="num">
                                      <p:cBhvr>
                                        <p:cTn id="75" dur="500" fill="hold"/>
                                        <p:tgtEl>
                                          <p:spTgt spid="30"/>
                                        </p:tgtEl>
                                        <p:attrNameLst>
                                          <p:attrName>ppt_x</p:attrName>
                                        </p:attrNameLst>
                                      </p:cBhvr>
                                      <p:tavLst>
                                        <p:tav tm="0">
                                          <p:val>
                                            <p:fltVal val="0.5"/>
                                          </p:val>
                                        </p:tav>
                                        <p:tav tm="100000">
                                          <p:val>
                                            <p:strVal val="#ppt_x"/>
                                          </p:val>
                                        </p:tav>
                                      </p:tavLst>
                                    </p:anim>
                                    <p:anim calcmode="lin" valueType="num">
                                      <p:cBhvr>
                                        <p:cTn id="76" dur="500" fill="hold"/>
                                        <p:tgtEl>
                                          <p:spTgt spid="30"/>
                                        </p:tgtEl>
                                        <p:attrNameLst>
                                          <p:attrName>ppt_y</p:attrName>
                                        </p:attrNameLst>
                                      </p:cBhvr>
                                      <p:tavLst>
                                        <p:tav tm="0">
                                          <p:val>
                                            <p:fltVal val="0.5"/>
                                          </p:val>
                                        </p:tav>
                                        <p:tav tm="100000">
                                          <p:val>
                                            <p:strVal val="#ppt_y"/>
                                          </p:val>
                                        </p:tav>
                                      </p:tavLst>
                                    </p:anim>
                                  </p:childTnLst>
                                </p:cTn>
                              </p:par>
                            </p:childTnLst>
                          </p:cTn>
                        </p:par>
                      </p:childTnLst>
                    </p:cTn>
                  </p:par>
                  <p:par>
                    <p:cTn id="77" fill="hold" nodeType="clickPar">
                      <p:stCondLst>
                        <p:cond delay="indefinite"/>
                      </p:stCondLst>
                      <p:childTnLst>
                        <p:par>
                          <p:cTn id="78" fill="hold" nodeType="withGroup">
                            <p:stCondLst>
                              <p:cond delay="0"/>
                            </p:stCondLst>
                            <p:childTnLst>
                              <p:par>
                                <p:cTn id="79" presetID="22" presetClass="entr" presetSubtype="8" fill="hold" grpId="0" nodeType="clickEffect">
                                  <p:stCondLst>
                                    <p:cond delay="0"/>
                                  </p:stCondLst>
                                  <p:childTnLst>
                                    <p:set>
                                      <p:cBhvr>
                                        <p:cTn id="80" dur="1" fill="hold">
                                          <p:stCondLst>
                                            <p:cond delay="0"/>
                                          </p:stCondLst>
                                        </p:cTn>
                                        <p:tgtEl>
                                          <p:spTgt spid="234518"/>
                                        </p:tgtEl>
                                        <p:attrNameLst>
                                          <p:attrName>style.visibility</p:attrName>
                                        </p:attrNameLst>
                                      </p:cBhvr>
                                      <p:to>
                                        <p:strVal val="visible"/>
                                      </p:to>
                                    </p:set>
                                    <p:animEffect transition="in" filter="wipe(left)">
                                      <p:cBhvr>
                                        <p:cTn id="81" dur="500"/>
                                        <p:tgtEl>
                                          <p:spTgt spid="234518"/>
                                        </p:tgtEl>
                                      </p:cBhvr>
                                    </p:animEffect>
                                  </p:childTnLst>
                                </p:cTn>
                              </p:par>
                            </p:childTnLst>
                          </p:cTn>
                        </p:par>
                        <p:par>
                          <p:cTn id="82" fill="hold" nodeType="afterGroup">
                            <p:stCondLst>
                              <p:cond delay="500"/>
                            </p:stCondLst>
                            <p:childTnLst>
                              <p:par>
                                <p:cTn id="83" presetID="22" presetClass="entr" presetSubtype="8" fill="hold" nodeType="afterEffect">
                                  <p:stCondLst>
                                    <p:cond delay="0"/>
                                  </p:stCondLst>
                                  <p:childTnLst>
                                    <p:set>
                                      <p:cBhvr>
                                        <p:cTn id="84" dur="1" fill="hold">
                                          <p:stCondLst>
                                            <p:cond delay="0"/>
                                          </p:stCondLst>
                                        </p:cTn>
                                        <p:tgtEl>
                                          <p:spTgt spid="234519"/>
                                        </p:tgtEl>
                                        <p:attrNameLst>
                                          <p:attrName>style.visibility</p:attrName>
                                        </p:attrNameLst>
                                      </p:cBhvr>
                                      <p:to>
                                        <p:strVal val="visible"/>
                                      </p:to>
                                    </p:set>
                                    <p:animEffect transition="in" filter="wipe(left)">
                                      <p:cBhvr>
                                        <p:cTn id="85" dur="500"/>
                                        <p:tgtEl>
                                          <p:spTgt spid="234519"/>
                                        </p:tgtEl>
                                      </p:cBhvr>
                                    </p:animEffect>
                                  </p:childTnLst>
                                </p:cTn>
                              </p:par>
                            </p:childTnLst>
                          </p:cTn>
                        </p:par>
                        <p:par>
                          <p:cTn id="86" fill="hold" nodeType="afterGroup">
                            <p:stCondLst>
                              <p:cond delay="1000"/>
                            </p:stCondLst>
                            <p:childTnLst>
                              <p:par>
                                <p:cTn id="87" presetID="22" presetClass="entr" presetSubtype="8" fill="hold" grpId="0" nodeType="afterEffect">
                                  <p:stCondLst>
                                    <p:cond delay="0"/>
                                  </p:stCondLst>
                                  <p:childTnLst>
                                    <p:set>
                                      <p:cBhvr>
                                        <p:cTn id="88" dur="1" fill="hold">
                                          <p:stCondLst>
                                            <p:cond delay="0"/>
                                          </p:stCondLst>
                                        </p:cTn>
                                        <p:tgtEl>
                                          <p:spTgt spid="234523"/>
                                        </p:tgtEl>
                                        <p:attrNameLst>
                                          <p:attrName>style.visibility</p:attrName>
                                        </p:attrNameLst>
                                      </p:cBhvr>
                                      <p:to>
                                        <p:strVal val="visible"/>
                                      </p:to>
                                    </p:set>
                                    <p:animEffect transition="in" filter="wipe(left)">
                                      <p:cBhvr>
                                        <p:cTn id="89" dur="500"/>
                                        <p:tgtEl>
                                          <p:spTgt spid="2345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4498" grpId="0" autoUpdateAnimBg="0"/>
      <p:bldP spid="234514" grpId="0" autoUpdateAnimBg="0"/>
      <p:bldP spid="234518" grpId="0" autoUpdateAnimBg="0"/>
      <p:bldP spid="234521" grpId="0"/>
      <p:bldP spid="234523" grpId="0"/>
      <p:bldP spid="234524" grpId="0"/>
      <p:bldP spid="31"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ext Box 2">
            <a:extLst>
              <a:ext uri="{FF2B5EF4-FFF2-40B4-BE49-F238E27FC236}">
                <a16:creationId xmlns:a16="http://schemas.microsoft.com/office/drawing/2014/main" id="{74ECB913-7EAA-4B82-A2D5-4D9F1B5FD570}"/>
              </a:ext>
            </a:extLst>
          </p:cNvPr>
          <p:cNvSpPr txBox="1">
            <a:spLocks noChangeArrowheads="1"/>
          </p:cNvSpPr>
          <p:nvPr/>
        </p:nvSpPr>
        <p:spPr bwMode="auto">
          <a:xfrm>
            <a:off x="614363" y="252413"/>
            <a:ext cx="27432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a:solidFill>
                  <a:srgbClr val="59E2FD"/>
                </a:solidFill>
                <a:latin typeface="宋体" panose="02010600030101010101" pitchFamily="2" charset="-122"/>
              </a:rPr>
              <a:t>3.</a:t>
            </a:r>
            <a:r>
              <a:rPr lang="zh-CN" altLang="en-US">
                <a:solidFill>
                  <a:srgbClr val="59E2FD"/>
                </a:solidFill>
                <a:latin typeface="宋体" panose="02010600030101010101" pitchFamily="2" charset="-122"/>
              </a:rPr>
              <a:t>光是电磁波</a:t>
            </a:r>
          </a:p>
        </p:txBody>
      </p:sp>
      <p:graphicFrame>
        <p:nvGraphicFramePr>
          <p:cNvPr id="53251" name="Group 3">
            <a:extLst>
              <a:ext uri="{FF2B5EF4-FFF2-40B4-BE49-F238E27FC236}">
                <a16:creationId xmlns:a16="http://schemas.microsoft.com/office/drawing/2014/main" id="{D3235B3C-928B-46A0-9670-92060B336C09}"/>
              </a:ext>
            </a:extLst>
          </p:cNvPr>
          <p:cNvGraphicFramePr>
            <a:graphicFrameLocks noGrp="1"/>
          </p:cNvGraphicFramePr>
          <p:nvPr/>
        </p:nvGraphicFramePr>
        <p:xfrm>
          <a:off x="1071563" y="2857500"/>
          <a:ext cx="7358062" cy="3243266"/>
        </p:xfrm>
        <a:graphic>
          <a:graphicData uri="http://schemas.openxmlformats.org/drawingml/2006/table">
            <a:tbl>
              <a:tblPr/>
              <a:tblGrid>
                <a:gridCol w="871537">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3014663">
                  <a:extLst>
                    <a:ext uri="{9D8B030D-6E8A-4147-A177-3AD203B41FA5}">
                      <a16:colId xmlns:a16="http://schemas.microsoft.com/office/drawing/2014/main" val="20002"/>
                    </a:ext>
                  </a:extLst>
                </a:gridCol>
                <a:gridCol w="1871662">
                  <a:extLst>
                    <a:ext uri="{9D8B030D-6E8A-4147-A177-3AD203B41FA5}">
                      <a16:colId xmlns:a16="http://schemas.microsoft.com/office/drawing/2014/main" val="20003"/>
                    </a:ext>
                  </a:extLst>
                </a:gridCol>
              </a:tblGrid>
              <a:tr h="45729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Times New Roman" pitchFamily="18" charset="0"/>
                          <a:ea typeface="宋体" pitchFamily="2" charset="-122"/>
                        </a:rPr>
                        <a:t>光色</a:t>
                      </a:r>
                      <a:r>
                        <a:rPr kumimoji="1" lang="zh-CN" altLang="en-US" sz="2400" b="1" i="0" u="none" strike="noStrike" cap="none" normalizeH="0" baseline="0" dirty="0">
                          <a:ln>
                            <a:noFill/>
                          </a:ln>
                          <a:solidFill>
                            <a:schemeClr val="tx1"/>
                          </a:solidFill>
                          <a:effectLst/>
                          <a:latin typeface="Times New Roman" pitchFamily="18" charset="0"/>
                          <a:ea typeface="宋体" pitchFamily="2" charset="-122"/>
                        </a:rPr>
                        <a:t> </a:t>
                      </a:r>
                    </a:p>
                  </a:txBody>
                  <a:tcPr marT="45729" marB="4572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rPr>
                        <a:t>   </a:t>
                      </a:r>
                      <a:r>
                        <a:rPr kumimoji="1" lang="zh-CN" altLang="en-US" sz="2000" b="1" i="0" u="none" strike="noStrike" cap="none" normalizeH="0" baseline="0">
                          <a:ln>
                            <a:noFill/>
                          </a:ln>
                          <a:solidFill>
                            <a:schemeClr val="tx1"/>
                          </a:solidFill>
                          <a:effectLst/>
                          <a:latin typeface="Times New Roman" pitchFamily="18" charset="0"/>
                          <a:ea typeface="宋体" pitchFamily="2" charset="-122"/>
                        </a:rPr>
                        <a:t>波长</a:t>
                      </a:r>
                      <a:r>
                        <a:rPr kumimoji="1" lang="en-US" altLang="zh-CN" sz="2400" b="1" i="0" u="none" strike="noStrike" cap="none" normalizeH="0" baseline="0">
                          <a:ln>
                            <a:noFill/>
                          </a:ln>
                          <a:solidFill>
                            <a:schemeClr val="tx1"/>
                          </a:solidFill>
                          <a:effectLst/>
                          <a:latin typeface="Times New Roman" pitchFamily="18" charset="0"/>
                          <a:ea typeface="宋体" pitchFamily="2" charset="-122"/>
                        </a:rPr>
                        <a:t>(nm)</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itchFamily="18" charset="0"/>
                          <a:ea typeface="宋体" pitchFamily="2" charset="-122"/>
                        </a:rPr>
                        <a:t>          </a:t>
                      </a:r>
                      <a:r>
                        <a:rPr kumimoji="1" lang="zh-CN" altLang="en-US" sz="2000" b="1" i="0" u="none" strike="noStrike" cap="none" normalizeH="0" baseline="0">
                          <a:ln>
                            <a:noFill/>
                          </a:ln>
                          <a:solidFill>
                            <a:schemeClr val="tx1"/>
                          </a:solidFill>
                          <a:effectLst/>
                          <a:latin typeface="Times New Roman" pitchFamily="18" charset="0"/>
                          <a:ea typeface="宋体" pitchFamily="2" charset="-122"/>
                        </a:rPr>
                        <a:t>频率</a:t>
                      </a:r>
                      <a:r>
                        <a:rPr kumimoji="1" lang="en-US" altLang="zh-CN" sz="2400" b="1" i="0" u="none" strike="noStrike" cap="none" normalizeH="0" baseline="0">
                          <a:ln>
                            <a:noFill/>
                          </a:ln>
                          <a:solidFill>
                            <a:schemeClr val="tx1"/>
                          </a:solidFill>
                          <a:effectLst/>
                          <a:latin typeface="Times New Roman" pitchFamily="18" charset="0"/>
                          <a:ea typeface="宋体" pitchFamily="2" charset="-122"/>
                        </a:rPr>
                        <a:t>(Hz) </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itchFamily="18" charset="0"/>
                          <a:ea typeface="宋体" pitchFamily="2" charset="-122"/>
                        </a:rPr>
                        <a:t>中心波长</a:t>
                      </a:r>
                      <a:r>
                        <a:rPr kumimoji="1" lang="zh-CN" altLang="en-US" sz="2400" b="1" i="0" u="none" strike="noStrike" cap="none" normalizeH="0" baseline="0">
                          <a:ln>
                            <a:noFill/>
                          </a:ln>
                          <a:solidFill>
                            <a:schemeClr val="tx1"/>
                          </a:solidFill>
                          <a:effectLst/>
                          <a:latin typeface="Times New Roman" pitchFamily="18" charset="0"/>
                          <a:ea typeface="宋体" pitchFamily="2" charset="-122"/>
                        </a:rPr>
                        <a:t> </a:t>
                      </a:r>
                      <a:r>
                        <a:rPr kumimoji="1" lang="en-US" altLang="zh-CN" sz="2400" b="1" i="0" u="none" strike="noStrike" cap="none" normalizeH="0" baseline="0">
                          <a:ln>
                            <a:noFill/>
                          </a:ln>
                          <a:solidFill>
                            <a:schemeClr val="tx1"/>
                          </a:solidFill>
                          <a:effectLst/>
                          <a:latin typeface="Times New Roman" pitchFamily="18" charset="0"/>
                          <a:ea typeface="宋体" pitchFamily="2" charset="-122"/>
                        </a:rPr>
                        <a:t>(nm) </a:t>
                      </a:r>
                    </a:p>
                  </a:txBody>
                  <a:tcPr marT="45729" marB="4572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39631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宋体" pitchFamily="2" charset="-122"/>
                        </a:rPr>
                        <a:t>  </a:t>
                      </a:r>
                      <a:r>
                        <a:rPr kumimoji="1" lang="zh-CN" altLang="en-US" sz="2000" b="1" i="0" u="none" strike="noStrike" cap="none" normalizeH="0" baseline="0" dirty="0">
                          <a:ln>
                            <a:noFill/>
                          </a:ln>
                          <a:solidFill>
                            <a:schemeClr val="tx1"/>
                          </a:solidFill>
                          <a:effectLst/>
                          <a:latin typeface="Times New Roman" pitchFamily="18" charset="0"/>
                          <a:ea typeface="宋体" pitchFamily="2" charset="-122"/>
                        </a:rPr>
                        <a:t>红 </a:t>
                      </a:r>
                    </a:p>
                  </a:txBody>
                  <a:tcPr marT="45729" marB="4572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330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760~622</a:t>
                      </a:r>
                      <a:r>
                        <a:rPr kumimoji="1" lang="en-US" altLang="zh-CN" sz="2000" b="1" i="0" u="none" strike="noStrike" cap="none" normalizeH="0" baseline="0">
                          <a:ln>
                            <a:noFill/>
                          </a:ln>
                          <a:solidFill>
                            <a:schemeClr val="tx1"/>
                          </a:solidFill>
                          <a:effectLst/>
                          <a:latin typeface="Times New Roman" pitchFamily="18" charset="0"/>
                          <a:ea typeface="宋体" pitchFamily="2" charset="-122"/>
                        </a:rPr>
                        <a:t> </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3300"/>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1" lang="zh-CN" altLang="zh-CN" sz="2000" b="0" i="0" u="none" strike="noStrike" cap="none" normalizeH="0" baseline="0">
                        <a:ln>
                          <a:noFill/>
                        </a:ln>
                        <a:solidFill>
                          <a:schemeClr val="tx1"/>
                        </a:solidFill>
                        <a:effectLst/>
                        <a:latin typeface="Times New Roman" pitchFamily="18" charset="0"/>
                        <a:ea typeface="宋体" pitchFamily="2" charset="-122"/>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3300"/>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dirty="0">
                          <a:ln>
                            <a:noFill/>
                          </a:ln>
                          <a:solidFill>
                            <a:schemeClr val="tx1"/>
                          </a:solidFill>
                          <a:effectLst/>
                          <a:latin typeface="Times New Roman" pitchFamily="18" charset="0"/>
                          <a:ea typeface="宋体" pitchFamily="2" charset="-122"/>
                        </a:rPr>
                        <a:t>         660</a:t>
                      </a:r>
                      <a:r>
                        <a:rPr kumimoji="1" lang="en-US" altLang="zh-CN" sz="2000" b="1" i="0" u="none" strike="noStrike" cap="none" normalizeH="0" baseline="0" dirty="0">
                          <a:ln>
                            <a:noFill/>
                          </a:ln>
                          <a:solidFill>
                            <a:schemeClr val="tx1"/>
                          </a:solidFill>
                          <a:effectLst/>
                          <a:latin typeface="Times New Roman" pitchFamily="18" charset="0"/>
                          <a:ea typeface="宋体" pitchFamily="2" charset="-122"/>
                        </a:rPr>
                        <a:t> </a:t>
                      </a:r>
                    </a:p>
                  </a:txBody>
                  <a:tcPr marT="45729" marB="4572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3300"/>
                    </a:solidFill>
                  </a:tcPr>
                </a:tc>
                <a:extLst>
                  <a:ext uri="{0D108BD9-81ED-4DB2-BD59-A6C34878D82A}">
                    <a16:rowId xmlns:a16="http://schemas.microsoft.com/office/drawing/2014/main" val="10001"/>
                  </a:ext>
                </a:extLst>
              </a:tr>
              <a:tr h="39631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rPr>
                        <a:t>  </a:t>
                      </a:r>
                      <a:r>
                        <a:rPr kumimoji="1" lang="zh-CN" altLang="en-US" sz="2000" b="1" i="0" u="none" strike="noStrike" cap="none" normalizeH="0" baseline="0">
                          <a:ln>
                            <a:noFill/>
                          </a:ln>
                          <a:solidFill>
                            <a:schemeClr val="tx1"/>
                          </a:solidFill>
                          <a:effectLst/>
                          <a:latin typeface="Times New Roman" pitchFamily="18" charset="0"/>
                          <a:ea typeface="宋体" pitchFamily="2" charset="-122"/>
                        </a:rPr>
                        <a:t>橙 </a:t>
                      </a:r>
                    </a:p>
                  </a:txBody>
                  <a:tcPr marT="45729" marB="4572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C42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622~597 </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C42D"/>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1" lang="zh-CN" altLang="zh-CN" sz="2000" b="0" i="0" u="none" strike="noStrike" cap="none" normalizeH="0" baseline="0">
                        <a:ln>
                          <a:noFill/>
                        </a:ln>
                        <a:solidFill>
                          <a:schemeClr val="tx1"/>
                        </a:solidFill>
                        <a:effectLst/>
                        <a:latin typeface="Times New Roman" pitchFamily="18" charset="0"/>
                        <a:ea typeface="宋体" pitchFamily="2" charset="-122"/>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C42D"/>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dirty="0">
                          <a:ln>
                            <a:noFill/>
                          </a:ln>
                          <a:solidFill>
                            <a:schemeClr val="tx1"/>
                          </a:solidFill>
                          <a:effectLst/>
                          <a:latin typeface="Times New Roman" pitchFamily="18" charset="0"/>
                          <a:ea typeface="宋体" pitchFamily="2" charset="-122"/>
                        </a:rPr>
                        <a:t>         610</a:t>
                      </a:r>
                      <a:r>
                        <a:rPr kumimoji="1" lang="en-US" altLang="zh-CN" sz="2000" b="1" i="0" u="none" strike="noStrike" cap="none" normalizeH="0" baseline="0" dirty="0">
                          <a:ln>
                            <a:noFill/>
                          </a:ln>
                          <a:solidFill>
                            <a:schemeClr val="tx1"/>
                          </a:solidFill>
                          <a:effectLst/>
                          <a:latin typeface="Times New Roman" pitchFamily="18" charset="0"/>
                          <a:ea typeface="宋体" pitchFamily="2" charset="-122"/>
                        </a:rPr>
                        <a:t> </a:t>
                      </a:r>
                    </a:p>
                  </a:txBody>
                  <a:tcPr marT="45729" marB="4572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C42D"/>
                    </a:solidFill>
                  </a:tcPr>
                </a:tc>
                <a:extLst>
                  <a:ext uri="{0D108BD9-81ED-4DB2-BD59-A6C34878D82A}">
                    <a16:rowId xmlns:a16="http://schemas.microsoft.com/office/drawing/2014/main" val="10002"/>
                  </a:ext>
                </a:extLst>
              </a:tr>
              <a:tr h="40806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rPr>
                        <a:t>  </a:t>
                      </a:r>
                      <a:r>
                        <a:rPr kumimoji="1" lang="zh-CN" altLang="en-US" sz="2000" b="1" i="0" u="none" strike="noStrike" cap="none" normalizeH="0" baseline="0">
                          <a:ln>
                            <a:noFill/>
                          </a:ln>
                          <a:solidFill>
                            <a:schemeClr val="tx1"/>
                          </a:solidFill>
                          <a:effectLst/>
                          <a:latin typeface="Times New Roman" pitchFamily="18" charset="0"/>
                          <a:ea typeface="宋体" pitchFamily="2" charset="-122"/>
                        </a:rPr>
                        <a:t>黄 </a:t>
                      </a:r>
                    </a:p>
                  </a:txBody>
                  <a:tcPr marT="45729" marB="4572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597~577</a:t>
                      </a:r>
                      <a:r>
                        <a:rPr kumimoji="1" lang="en-US" altLang="zh-CN" sz="2000" b="1" i="0" u="none" strike="noStrike" cap="none" normalizeH="0" baseline="0">
                          <a:ln>
                            <a:noFill/>
                          </a:ln>
                          <a:solidFill>
                            <a:schemeClr val="tx1"/>
                          </a:solidFill>
                          <a:effectLst/>
                          <a:latin typeface="Times New Roman" pitchFamily="18" charset="0"/>
                          <a:ea typeface="宋体" pitchFamily="2" charset="-122"/>
                        </a:rPr>
                        <a:t> </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1" lang="zh-CN" altLang="zh-CN" sz="2000" b="0" i="0" u="none" strike="noStrike" cap="none" normalizeH="0" baseline="0">
                        <a:ln>
                          <a:noFill/>
                        </a:ln>
                        <a:solidFill>
                          <a:schemeClr val="tx1"/>
                        </a:solidFill>
                        <a:effectLst/>
                        <a:latin typeface="Times New Roman" pitchFamily="18" charset="0"/>
                        <a:ea typeface="宋体" pitchFamily="2" charset="-122"/>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宋体" pitchFamily="2" charset="-122"/>
                        </a:rPr>
                        <a:t>         </a:t>
                      </a:r>
                      <a:r>
                        <a:rPr kumimoji="1" lang="en-US" altLang="zh-CN" sz="2000" b="0" i="0" u="none" strike="noStrike" cap="none" normalizeH="0" baseline="0" dirty="0">
                          <a:ln>
                            <a:noFill/>
                          </a:ln>
                          <a:solidFill>
                            <a:schemeClr val="tx1"/>
                          </a:solidFill>
                          <a:effectLst/>
                          <a:latin typeface="Times New Roman" pitchFamily="18" charset="0"/>
                          <a:ea typeface="宋体" pitchFamily="2" charset="-122"/>
                        </a:rPr>
                        <a:t>570 </a:t>
                      </a:r>
                    </a:p>
                  </a:txBody>
                  <a:tcPr marT="45729" marB="4572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3"/>
                  </a:ext>
                </a:extLst>
              </a:tr>
              <a:tr h="39631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rPr>
                        <a:t>  </a:t>
                      </a:r>
                      <a:r>
                        <a:rPr kumimoji="1" lang="zh-CN" altLang="en-US" sz="2000" b="1" i="0" u="none" strike="noStrike" cap="none" normalizeH="0" baseline="0">
                          <a:ln>
                            <a:noFill/>
                          </a:ln>
                          <a:solidFill>
                            <a:schemeClr val="tx1"/>
                          </a:solidFill>
                          <a:effectLst/>
                          <a:latin typeface="Times New Roman" pitchFamily="18" charset="0"/>
                          <a:ea typeface="宋体" pitchFamily="2" charset="-122"/>
                        </a:rPr>
                        <a:t>绿 </a:t>
                      </a:r>
                    </a:p>
                  </a:txBody>
                  <a:tcPr marT="45729" marB="4572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76FB4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577~492 </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76FB4D"/>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1" lang="zh-CN" altLang="zh-CN" sz="2000" b="0" i="0" u="none" strike="noStrike" cap="none" normalizeH="0" baseline="0">
                        <a:ln>
                          <a:noFill/>
                        </a:ln>
                        <a:solidFill>
                          <a:schemeClr val="tx1"/>
                        </a:solidFill>
                        <a:effectLst/>
                        <a:latin typeface="Times New Roman" pitchFamily="18" charset="0"/>
                        <a:ea typeface="宋体" pitchFamily="2" charset="-122"/>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76FB4D"/>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dirty="0">
                          <a:ln>
                            <a:noFill/>
                          </a:ln>
                          <a:solidFill>
                            <a:schemeClr val="tx1"/>
                          </a:solidFill>
                          <a:effectLst/>
                          <a:latin typeface="Times New Roman" pitchFamily="18" charset="0"/>
                          <a:ea typeface="宋体" pitchFamily="2" charset="-122"/>
                        </a:rPr>
                        <a:t>         540</a:t>
                      </a:r>
                      <a:r>
                        <a:rPr kumimoji="1" lang="en-US" altLang="zh-CN" sz="2000" b="1" i="0" u="none" strike="noStrike" cap="none" normalizeH="0" baseline="0" dirty="0">
                          <a:ln>
                            <a:noFill/>
                          </a:ln>
                          <a:solidFill>
                            <a:schemeClr val="tx1"/>
                          </a:solidFill>
                          <a:effectLst/>
                          <a:latin typeface="Times New Roman" pitchFamily="18" charset="0"/>
                          <a:ea typeface="宋体" pitchFamily="2" charset="-122"/>
                        </a:rPr>
                        <a:t> </a:t>
                      </a:r>
                    </a:p>
                  </a:txBody>
                  <a:tcPr marT="45729" marB="4572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76FB4D"/>
                    </a:solidFill>
                  </a:tcPr>
                </a:tc>
                <a:extLst>
                  <a:ext uri="{0D108BD9-81ED-4DB2-BD59-A6C34878D82A}">
                    <a16:rowId xmlns:a16="http://schemas.microsoft.com/office/drawing/2014/main" val="10004"/>
                  </a:ext>
                </a:extLst>
              </a:tr>
              <a:tr h="39631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rPr>
                        <a:t>  </a:t>
                      </a:r>
                      <a:r>
                        <a:rPr kumimoji="1" lang="zh-CN" altLang="en-US" sz="2000" b="1" i="0" u="none" strike="noStrike" cap="none" normalizeH="0" baseline="0">
                          <a:ln>
                            <a:noFill/>
                          </a:ln>
                          <a:solidFill>
                            <a:schemeClr val="tx1"/>
                          </a:solidFill>
                          <a:effectLst/>
                          <a:latin typeface="Times New Roman" pitchFamily="18" charset="0"/>
                          <a:ea typeface="宋体" pitchFamily="2" charset="-122"/>
                        </a:rPr>
                        <a:t>青 </a:t>
                      </a:r>
                    </a:p>
                  </a:txBody>
                  <a:tcPr marT="45729" marB="4572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4DEAFB"/>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492~470 </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4DEAFB"/>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1" lang="zh-CN" altLang="zh-CN" sz="2000" b="0" i="0" u="none" strike="noStrike" cap="none" normalizeH="0" baseline="0">
                        <a:ln>
                          <a:noFill/>
                        </a:ln>
                        <a:solidFill>
                          <a:schemeClr val="tx1"/>
                        </a:solidFill>
                        <a:effectLst/>
                        <a:latin typeface="Times New Roman" pitchFamily="18" charset="0"/>
                        <a:ea typeface="宋体" pitchFamily="2" charset="-122"/>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4DEAFB"/>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rPr>
                        <a:t>         </a:t>
                      </a:r>
                      <a:r>
                        <a:rPr kumimoji="1" lang="en-US" altLang="zh-CN" sz="2000" b="0" i="0" u="none" strike="noStrike" cap="none" normalizeH="0" baseline="0">
                          <a:ln>
                            <a:noFill/>
                          </a:ln>
                          <a:solidFill>
                            <a:schemeClr val="tx1"/>
                          </a:solidFill>
                          <a:effectLst/>
                          <a:latin typeface="Times New Roman" pitchFamily="18" charset="0"/>
                          <a:ea typeface="宋体" pitchFamily="2" charset="-122"/>
                        </a:rPr>
                        <a:t>480 </a:t>
                      </a:r>
                    </a:p>
                  </a:txBody>
                  <a:tcPr marT="45729" marB="4572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4DEAFB"/>
                    </a:solidFill>
                  </a:tcPr>
                </a:tc>
                <a:extLst>
                  <a:ext uri="{0D108BD9-81ED-4DB2-BD59-A6C34878D82A}">
                    <a16:rowId xmlns:a16="http://schemas.microsoft.com/office/drawing/2014/main" val="10005"/>
                  </a:ext>
                </a:extLst>
              </a:tr>
              <a:tr h="39631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rPr>
                        <a:t>  </a:t>
                      </a:r>
                      <a:r>
                        <a:rPr kumimoji="1" lang="zh-CN" altLang="en-US" sz="2000" b="1" i="0" u="none" strike="noStrike" cap="none" normalizeH="0" baseline="0">
                          <a:ln>
                            <a:noFill/>
                          </a:ln>
                          <a:solidFill>
                            <a:schemeClr val="tx1"/>
                          </a:solidFill>
                          <a:effectLst/>
                          <a:latin typeface="Times New Roman" pitchFamily="18" charset="0"/>
                          <a:ea typeface="宋体" pitchFamily="2" charset="-122"/>
                        </a:rPr>
                        <a:t>兰 </a:t>
                      </a:r>
                    </a:p>
                  </a:txBody>
                  <a:tcPr marT="45729" marB="4572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2A1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470~455</a:t>
                      </a:r>
                      <a:r>
                        <a:rPr kumimoji="1" lang="en-US" altLang="zh-CN" sz="2000" b="1" i="0" u="none" strike="noStrike" cap="none" normalizeH="0" baseline="0">
                          <a:ln>
                            <a:noFill/>
                          </a:ln>
                          <a:solidFill>
                            <a:schemeClr val="tx1"/>
                          </a:solidFill>
                          <a:effectLst/>
                          <a:latin typeface="Times New Roman" pitchFamily="18" charset="0"/>
                          <a:ea typeface="宋体" pitchFamily="2" charset="-122"/>
                        </a:rPr>
                        <a:t> </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2A1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1" lang="zh-CN" altLang="zh-CN" sz="2000" b="0" i="0" u="none" strike="noStrike" cap="none" normalizeH="0" baseline="0">
                        <a:ln>
                          <a:noFill/>
                        </a:ln>
                        <a:solidFill>
                          <a:schemeClr val="tx1"/>
                        </a:solidFill>
                        <a:effectLst/>
                        <a:latin typeface="Times New Roman" pitchFamily="18" charset="0"/>
                        <a:ea typeface="宋体" pitchFamily="2" charset="-122"/>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2A1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rPr>
                        <a:t>         </a:t>
                      </a:r>
                      <a:r>
                        <a:rPr kumimoji="1" lang="en-US" altLang="zh-CN" sz="2000" b="0" i="0" u="none" strike="noStrike" cap="none" normalizeH="0" baseline="0">
                          <a:ln>
                            <a:noFill/>
                          </a:ln>
                          <a:solidFill>
                            <a:schemeClr val="tx1"/>
                          </a:solidFill>
                          <a:effectLst/>
                          <a:latin typeface="Times New Roman" pitchFamily="18" charset="0"/>
                          <a:ea typeface="宋体" pitchFamily="2" charset="-122"/>
                        </a:rPr>
                        <a:t>460 </a:t>
                      </a:r>
                    </a:p>
                  </a:txBody>
                  <a:tcPr marT="45729" marB="4572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2A1FF"/>
                    </a:solidFill>
                  </a:tcPr>
                </a:tc>
                <a:extLst>
                  <a:ext uri="{0D108BD9-81ED-4DB2-BD59-A6C34878D82A}">
                    <a16:rowId xmlns:a16="http://schemas.microsoft.com/office/drawing/2014/main" val="10006"/>
                  </a:ext>
                </a:extLst>
              </a:tr>
              <a:tr h="39631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rPr>
                        <a:t>  </a:t>
                      </a:r>
                      <a:r>
                        <a:rPr kumimoji="1" lang="zh-CN" altLang="en-US" sz="2000" b="1" i="0" u="none" strike="noStrike" cap="none" normalizeH="0" baseline="0">
                          <a:ln>
                            <a:noFill/>
                          </a:ln>
                          <a:solidFill>
                            <a:schemeClr val="tx1"/>
                          </a:solidFill>
                          <a:effectLst/>
                          <a:latin typeface="Times New Roman" pitchFamily="18" charset="0"/>
                          <a:ea typeface="宋体" pitchFamily="2" charset="-122"/>
                        </a:rPr>
                        <a:t>紫 </a:t>
                      </a:r>
                    </a:p>
                  </a:txBody>
                  <a:tcPr marT="45729" marB="4572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72DF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455~400 </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72DFD"/>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1" lang="zh-CN" altLang="zh-CN" sz="2000" b="0" i="0" u="none" strike="noStrike" cap="none" normalizeH="0" baseline="0">
                        <a:ln>
                          <a:noFill/>
                        </a:ln>
                        <a:solidFill>
                          <a:schemeClr val="tx1"/>
                        </a:solidFill>
                        <a:effectLst/>
                        <a:latin typeface="Times New Roman" pitchFamily="18" charset="0"/>
                        <a:ea typeface="宋体" pitchFamily="2" charset="-122"/>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72DFD"/>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rPr>
                        <a:t>         </a:t>
                      </a:r>
                      <a:r>
                        <a:rPr kumimoji="1" lang="en-US" altLang="zh-CN" sz="2000" b="0" i="0" u="none" strike="noStrike" cap="none" normalizeH="0" baseline="0">
                          <a:ln>
                            <a:noFill/>
                          </a:ln>
                          <a:solidFill>
                            <a:schemeClr val="tx1"/>
                          </a:solidFill>
                          <a:effectLst/>
                          <a:latin typeface="Times New Roman" pitchFamily="18" charset="0"/>
                          <a:ea typeface="宋体" pitchFamily="2" charset="-122"/>
                        </a:rPr>
                        <a:t>430 </a:t>
                      </a:r>
                    </a:p>
                  </a:txBody>
                  <a:tcPr marT="45729" marB="4572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72DFD"/>
                    </a:solidFill>
                  </a:tcPr>
                </a:tc>
                <a:extLst>
                  <a:ext uri="{0D108BD9-81ED-4DB2-BD59-A6C34878D82A}">
                    <a16:rowId xmlns:a16="http://schemas.microsoft.com/office/drawing/2014/main" val="10007"/>
                  </a:ext>
                </a:extLst>
              </a:tr>
            </a:tbl>
          </a:graphicData>
        </a:graphic>
      </p:graphicFrame>
      <p:graphicFrame>
        <p:nvGraphicFramePr>
          <p:cNvPr id="53298" name="Object 2">
            <a:extLst>
              <a:ext uri="{FF2B5EF4-FFF2-40B4-BE49-F238E27FC236}">
                <a16:creationId xmlns:a16="http://schemas.microsoft.com/office/drawing/2014/main" id="{549DC056-65CC-4EC7-8A61-8CB9672E57BA}"/>
              </a:ext>
            </a:extLst>
          </p:cNvPr>
          <p:cNvGraphicFramePr>
            <a:graphicFrameLocks noChangeAspect="1"/>
          </p:cNvGraphicFramePr>
          <p:nvPr>
            <p:extLst/>
          </p:nvPr>
        </p:nvGraphicFramePr>
        <p:xfrm>
          <a:off x="3914775" y="3330575"/>
          <a:ext cx="2355850" cy="312738"/>
        </p:xfrm>
        <a:graphic>
          <a:graphicData uri="http://schemas.openxmlformats.org/presentationml/2006/ole">
            <mc:AlternateContent xmlns:mc="http://schemas.openxmlformats.org/markup-compatibility/2006">
              <mc:Choice xmlns:v="urn:schemas-microsoft-com:vml" Requires="v">
                <p:oleObj spid="_x0000_s124978" name="公式" r:id="rId3" imgW="2946400" imgH="393700" progId="Equation.3">
                  <p:embed/>
                </p:oleObj>
              </mc:Choice>
              <mc:Fallback>
                <p:oleObj name="公式" r:id="rId3" imgW="2946400" imgH="393700" progId="Equation.3">
                  <p:embed/>
                  <p:pic>
                    <p:nvPicPr>
                      <p:cNvPr id="53298" name="Object 2">
                        <a:extLst>
                          <a:ext uri="{FF2B5EF4-FFF2-40B4-BE49-F238E27FC236}">
                            <a16:creationId xmlns:a16="http://schemas.microsoft.com/office/drawing/2014/main" id="{549DC056-65CC-4EC7-8A61-8CB9672E57B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14775" y="3330575"/>
                        <a:ext cx="2355850" cy="31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3299" name="Object 3">
            <a:extLst>
              <a:ext uri="{FF2B5EF4-FFF2-40B4-BE49-F238E27FC236}">
                <a16:creationId xmlns:a16="http://schemas.microsoft.com/office/drawing/2014/main" id="{C8863A94-1C96-4583-82F3-BD23117B5C91}"/>
              </a:ext>
            </a:extLst>
          </p:cNvPr>
          <p:cNvGraphicFramePr>
            <a:graphicFrameLocks noChangeAspect="1"/>
          </p:cNvGraphicFramePr>
          <p:nvPr>
            <p:extLst/>
          </p:nvPr>
        </p:nvGraphicFramePr>
        <p:xfrm>
          <a:off x="3903663" y="3725863"/>
          <a:ext cx="2355850" cy="312737"/>
        </p:xfrm>
        <a:graphic>
          <a:graphicData uri="http://schemas.openxmlformats.org/presentationml/2006/ole">
            <mc:AlternateContent xmlns:mc="http://schemas.openxmlformats.org/markup-compatibility/2006">
              <mc:Choice xmlns:v="urn:schemas-microsoft-com:vml" Requires="v">
                <p:oleObj spid="_x0000_s124979" name="公式" r:id="rId5" imgW="2946400" imgH="393700" progId="Equation.3">
                  <p:embed/>
                </p:oleObj>
              </mc:Choice>
              <mc:Fallback>
                <p:oleObj name="公式" r:id="rId5" imgW="2946400" imgH="393700" progId="Equation.3">
                  <p:embed/>
                  <p:pic>
                    <p:nvPicPr>
                      <p:cNvPr id="53299" name="Object 3">
                        <a:extLst>
                          <a:ext uri="{FF2B5EF4-FFF2-40B4-BE49-F238E27FC236}">
                            <a16:creationId xmlns:a16="http://schemas.microsoft.com/office/drawing/2014/main" id="{C8863A94-1C96-4583-82F3-BD23117B5C9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03663" y="3725863"/>
                        <a:ext cx="2355850" cy="312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3300" name="Object 4">
            <a:extLst>
              <a:ext uri="{FF2B5EF4-FFF2-40B4-BE49-F238E27FC236}">
                <a16:creationId xmlns:a16="http://schemas.microsoft.com/office/drawing/2014/main" id="{BB7BFDE3-EBF6-42F5-AEE8-1DBC2F9B65FD}"/>
              </a:ext>
            </a:extLst>
          </p:cNvPr>
          <p:cNvGraphicFramePr>
            <a:graphicFrameLocks noChangeAspect="1"/>
          </p:cNvGraphicFramePr>
          <p:nvPr>
            <p:extLst/>
          </p:nvPr>
        </p:nvGraphicFramePr>
        <p:xfrm>
          <a:off x="3902075" y="4114800"/>
          <a:ext cx="2355850" cy="312738"/>
        </p:xfrm>
        <a:graphic>
          <a:graphicData uri="http://schemas.openxmlformats.org/presentationml/2006/ole">
            <mc:AlternateContent xmlns:mc="http://schemas.openxmlformats.org/markup-compatibility/2006">
              <mc:Choice xmlns:v="urn:schemas-microsoft-com:vml" Requires="v">
                <p:oleObj spid="_x0000_s124980" name="公式" r:id="rId7" imgW="2946400" imgH="393700" progId="Equation.3">
                  <p:embed/>
                </p:oleObj>
              </mc:Choice>
              <mc:Fallback>
                <p:oleObj name="公式" r:id="rId7" imgW="2946400" imgH="393700" progId="Equation.3">
                  <p:embed/>
                  <p:pic>
                    <p:nvPicPr>
                      <p:cNvPr id="53300" name="Object 4">
                        <a:extLst>
                          <a:ext uri="{FF2B5EF4-FFF2-40B4-BE49-F238E27FC236}">
                            <a16:creationId xmlns:a16="http://schemas.microsoft.com/office/drawing/2014/main" id="{BB7BFDE3-EBF6-42F5-AEE8-1DBC2F9B65F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02075" y="4114800"/>
                        <a:ext cx="2355850" cy="31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3301" name="Object 5">
            <a:extLst>
              <a:ext uri="{FF2B5EF4-FFF2-40B4-BE49-F238E27FC236}">
                <a16:creationId xmlns:a16="http://schemas.microsoft.com/office/drawing/2014/main" id="{C3A8F2EE-0F4A-421B-8924-CCF8EB62050B}"/>
              </a:ext>
            </a:extLst>
          </p:cNvPr>
          <p:cNvGraphicFramePr>
            <a:graphicFrameLocks noChangeAspect="1"/>
          </p:cNvGraphicFramePr>
          <p:nvPr>
            <p:extLst/>
          </p:nvPr>
        </p:nvGraphicFramePr>
        <p:xfrm>
          <a:off x="3902075" y="4532313"/>
          <a:ext cx="2335213" cy="312737"/>
        </p:xfrm>
        <a:graphic>
          <a:graphicData uri="http://schemas.openxmlformats.org/presentationml/2006/ole">
            <mc:AlternateContent xmlns:mc="http://schemas.openxmlformats.org/markup-compatibility/2006">
              <mc:Choice xmlns:v="urn:schemas-microsoft-com:vml" Requires="v">
                <p:oleObj spid="_x0000_s124981" name="公式" r:id="rId9" imgW="2921000" imgH="393700" progId="Equation.3">
                  <p:embed/>
                </p:oleObj>
              </mc:Choice>
              <mc:Fallback>
                <p:oleObj name="公式" r:id="rId9" imgW="2921000" imgH="393700" progId="Equation.3">
                  <p:embed/>
                  <p:pic>
                    <p:nvPicPr>
                      <p:cNvPr id="53301" name="Object 5">
                        <a:extLst>
                          <a:ext uri="{FF2B5EF4-FFF2-40B4-BE49-F238E27FC236}">
                            <a16:creationId xmlns:a16="http://schemas.microsoft.com/office/drawing/2014/main" id="{C3A8F2EE-0F4A-421B-8924-CCF8EB62050B}"/>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902075" y="4532313"/>
                        <a:ext cx="2335213" cy="312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3302" name="Object 6">
            <a:extLst>
              <a:ext uri="{FF2B5EF4-FFF2-40B4-BE49-F238E27FC236}">
                <a16:creationId xmlns:a16="http://schemas.microsoft.com/office/drawing/2014/main" id="{2F1EE7FD-D84C-413A-9596-EACD35D5B0F6}"/>
              </a:ext>
            </a:extLst>
          </p:cNvPr>
          <p:cNvGraphicFramePr>
            <a:graphicFrameLocks noChangeAspect="1"/>
          </p:cNvGraphicFramePr>
          <p:nvPr>
            <p:extLst/>
          </p:nvPr>
        </p:nvGraphicFramePr>
        <p:xfrm>
          <a:off x="3902075" y="4919663"/>
          <a:ext cx="2335213" cy="312737"/>
        </p:xfrm>
        <a:graphic>
          <a:graphicData uri="http://schemas.openxmlformats.org/presentationml/2006/ole">
            <mc:AlternateContent xmlns:mc="http://schemas.openxmlformats.org/markup-compatibility/2006">
              <mc:Choice xmlns:v="urn:schemas-microsoft-com:vml" Requires="v">
                <p:oleObj spid="_x0000_s124982" name="公式" r:id="rId11" imgW="2921000" imgH="393700" progId="Equation.3">
                  <p:embed/>
                </p:oleObj>
              </mc:Choice>
              <mc:Fallback>
                <p:oleObj name="公式" r:id="rId11" imgW="2921000" imgH="393700" progId="Equation.3">
                  <p:embed/>
                  <p:pic>
                    <p:nvPicPr>
                      <p:cNvPr id="53302" name="Object 6">
                        <a:extLst>
                          <a:ext uri="{FF2B5EF4-FFF2-40B4-BE49-F238E27FC236}">
                            <a16:creationId xmlns:a16="http://schemas.microsoft.com/office/drawing/2014/main" id="{2F1EE7FD-D84C-413A-9596-EACD35D5B0F6}"/>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902075" y="4919663"/>
                        <a:ext cx="2335213" cy="312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3303" name="Object 7">
            <a:extLst>
              <a:ext uri="{FF2B5EF4-FFF2-40B4-BE49-F238E27FC236}">
                <a16:creationId xmlns:a16="http://schemas.microsoft.com/office/drawing/2014/main" id="{93B0864B-0754-4D25-9AE6-BE5C48E77792}"/>
              </a:ext>
            </a:extLst>
          </p:cNvPr>
          <p:cNvGraphicFramePr>
            <a:graphicFrameLocks noChangeAspect="1"/>
          </p:cNvGraphicFramePr>
          <p:nvPr>
            <p:extLst/>
          </p:nvPr>
        </p:nvGraphicFramePr>
        <p:xfrm>
          <a:off x="3902075" y="5324475"/>
          <a:ext cx="2355850" cy="312738"/>
        </p:xfrm>
        <a:graphic>
          <a:graphicData uri="http://schemas.openxmlformats.org/presentationml/2006/ole">
            <mc:AlternateContent xmlns:mc="http://schemas.openxmlformats.org/markup-compatibility/2006">
              <mc:Choice xmlns:v="urn:schemas-microsoft-com:vml" Requires="v">
                <p:oleObj spid="_x0000_s124983" name="公式" r:id="rId13" imgW="2946400" imgH="393700" progId="Equation.3">
                  <p:embed/>
                </p:oleObj>
              </mc:Choice>
              <mc:Fallback>
                <p:oleObj name="公式" r:id="rId13" imgW="2946400" imgH="393700" progId="Equation.3">
                  <p:embed/>
                  <p:pic>
                    <p:nvPicPr>
                      <p:cNvPr id="53303" name="Object 7">
                        <a:extLst>
                          <a:ext uri="{FF2B5EF4-FFF2-40B4-BE49-F238E27FC236}">
                            <a16:creationId xmlns:a16="http://schemas.microsoft.com/office/drawing/2014/main" id="{93B0864B-0754-4D25-9AE6-BE5C48E77792}"/>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902075" y="5324475"/>
                        <a:ext cx="2355850" cy="31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3304" name="Object 8">
            <a:extLst>
              <a:ext uri="{FF2B5EF4-FFF2-40B4-BE49-F238E27FC236}">
                <a16:creationId xmlns:a16="http://schemas.microsoft.com/office/drawing/2014/main" id="{52B30ABE-09DA-428D-A106-48F5C5525F69}"/>
              </a:ext>
            </a:extLst>
          </p:cNvPr>
          <p:cNvGraphicFramePr>
            <a:graphicFrameLocks noChangeAspect="1"/>
          </p:cNvGraphicFramePr>
          <p:nvPr>
            <p:extLst/>
          </p:nvPr>
        </p:nvGraphicFramePr>
        <p:xfrm>
          <a:off x="3902075" y="5711825"/>
          <a:ext cx="2355850" cy="312738"/>
        </p:xfrm>
        <a:graphic>
          <a:graphicData uri="http://schemas.openxmlformats.org/presentationml/2006/ole">
            <mc:AlternateContent xmlns:mc="http://schemas.openxmlformats.org/markup-compatibility/2006">
              <mc:Choice xmlns:v="urn:schemas-microsoft-com:vml" Requires="v">
                <p:oleObj spid="_x0000_s124984" name="公式" r:id="rId15" imgW="2946400" imgH="393700" progId="Equation.3">
                  <p:embed/>
                </p:oleObj>
              </mc:Choice>
              <mc:Fallback>
                <p:oleObj name="公式" r:id="rId15" imgW="2946400" imgH="393700" progId="Equation.3">
                  <p:embed/>
                  <p:pic>
                    <p:nvPicPr>
                      <p:cNvPr id="53304" name="Object 8">
                        <a:extLst>
                          <a:ext uri="{FF2B5EF4-FFF2-40B4-BE49-F238E27FC236}">
                            <a16:creationId xmlns:a16="http://schemas.microsoft.com/office/drawing/2014/main" id="{52B30ABE-09DA-428D-A106-48F5C5525F69}"/>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902075" y="5711825"/>
                        <a:ext cx="2355850" cy="31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3305" name="Text Box 57">
            <a:extLst>
              <a:ext uri="{FF2B5EF4-FFF2-40B4-BE49-F238E27FC236}">
                <a16:creationId xmlns:a16="http://schemas.microsoft.com/office/drawing/2014/main" id="{B2CEABC1-77F2-42F6-92F0-E5215D6E1F69}"/>
              </a:ext>
            </a:extLst>
          </p:cNvPr>
          <p:cNvSpPr txBox="1">
            <a:spLocks noChangeArrowheads="1"/>
          </p:cNvSpPr>
          <p:nvPr/>
        </p:nvSpPr>
        <p:spPr bwMode="auto">
          <a:xfrm>
            <a:off x="2000250" y="2395538"/>
            <a:ext cx="51800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buClr>
                <a:srgbClr val="FF9900"/>
              </a:buClr>
              <a:buSzPct val="80000"/>
              <a:buFont typeface="Wingdings" panose="05000000000000000000" pitchFamily="2" charset="2"/>
              <a:buChar char="u"/>
            </a:pPr>
            <a:r>
              <a:rPr lang="zh-CN" altLang="en-US">
                <a:solidFill>
                  <a:srgbClr val="00FFFF"/>
                </a:solidFill>
                <a:ea typeface="仿宋_GB2312" pitchFamily="49" charset="-122"/>
              </a:rPr>
              <a:t>可见光七彩颜色的波长和频率范围</a:t>
            </a:r>
          </a:p>
        </p:txBody>
      </p:sp>
      <p:sp>
        <p:nvSpPr>
          <p:cNvPr id="53306" name="Text Box 58">
            <a:extLst>
              <a:ext uri="{FF2B5EF4-FFF2-40B4-BE49-F238E27FC236}">
                <a16:creationId xmlns:a16="http://schemas.microsoft.com/office/drawing/2014/main" id="{29F1E455-1BCE-4026-80B3-E57C6FC464F0}"/>
              </a:ext>
            </a:extLst>
          </p:cNvPr>
          <p:cNvSpPr txBox="1">
            <a:spLocks noChangeArrowheads="1"/>
          </p:cNvSpPr>
          <p:nvPr/>
        </p:nvSpPr>
        <p:spPr bwMode="auto">
          <a:xfrm>
            <a:off x="744538" y="757238"/>
            <a:ext cx="69707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buClr>
                <a:srgbClr val="FF9900"/>
              </a:buClr>
              <a:buSzPct val="80000"/>
              <a:buFont typeface="Wingdings" panose="05000000000000000000" pitchFamily="2" charset="2"/>
              <a:buChar char="u"/>
            </a:pPr>
            <a:r>
              <a:rPr lang="zh-CN" altLang="en-US">
                <a:solidFill>
                  <a:schemeClr val="bg1"/>
                </a:solidFill>
                <a:ea typeface="仿宋_GB2312" pitchFamily="49" charset="-122"/>
              </a:rPr>
              <a:t> 诸多的现象和理论研究表明：光是电磁波。</a:t>
            </a:r>
          </a:p>
        </p:txBody>
      </p:sp>
      <p:sp>
        <p:nvSpPr>
          <p:cNvPr id="53307" name="Rectangle 59">
            <a:extLst>
              <a:ext uri="{FF2B5EF4-FFF2-40B4-BE49-F238E27FC236}">
                <a16:creationId xmlns:a16="http://schemas.microsoft.com/office/drawing/2014/main" id="{CD5F5EC1-E10F-4129-A447-C3AFB59AEE24}"/>
              </a:ext>
            </a:extLst>
          </p:cNvPr>
          <p:cNvSpPr>
            <a:spLocks noChangeArrowheads="1"/>
          </p:cNvSpPr>
          <p:nvPr/>
        </p:nvSpPr>
        <p:spPr bwMode="auto">
          <a:xfrm>
            <a:off x="714375" y="1214438"/>
            <a:ext cx="7916863"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chemeClr val="bg1"/>
                </a:solidFill>
                <a:ea typeface="仿宋_GB2312" pitchFamily="49" charset="-122"/>
              </a:rPr>
              <a:t>(1) </a:t>
            </a:r>
            <a:r>
              <a:rPr lang="zh-CN" altLang="en-US">
                <a:solidFill>
                  <a:schemeClr val="bg1"/>
                </a:solidFill>
                <a:ea typeface="仿宋_GB2312" pitchFamily="49" charset="-122"/>
              </a:rPr>
              <a:t>光与电磁波的传播速度相等；都有反射，折射，干涉，衍射，偏振性质。</a:t>
            </a:r>
          </a:p>
        </p:txBody>
      </p:sp>
      <p:sp>
        <p:nvSpPr>
          <p:cNvPr id="10300" name="Text Box 60">
            <a:extLst>
              <a:ext uri="{FF2B5EF4-FFF2-40B4-BE49-F238E27FC236}">
                <a16:creationId xmlns:a16="http://schemas.microsoft.com/office/drawing/2014/main" id="{98C3EDFF-1AC8-464A-B5F4-8C46F6FFDEE1}"/>
              </a:ext>
            </a:extLst>
          </p:cNvPr>
          <p:cNvSpPr txBox="1">
            <a:spLocks noChangeArrowheads="1"/>
          </p:cNvSpPr>
          <p:nvPr/>
        </p:nvSpPr>
        <p:spPr bwMode="auto">
          <a:xfrm>
            <a:off x="3081338" y="215900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zh-CN">
              <a:solidFill>
                <a:schemeClr val="bg1"/>
              </a:solidFill>
              <a:ea typeface="仿宋_GB2312" pitchFamily="49" charset="-122"/>
            </a:endParaRPr>
          </a:p>
        </p:txBody>
      </p:sp>
      <p:sp>
        <p:nvSpPr>
          <p:cNvPr id="53309" name="Rectangle 61">
            <a:extLst>
              <a:ext uri="{FF2B5EF4-FFF2-40B4-BE49-F238E27FC236}">
                <a16:creationId xmlns:a16="http://schemas.microsoft.com/office/drawing/2014/main" id="{C66F4A70-F439-42EB-95FF-5F76049A7DBC}"/>
              </a:ext>
            </a:extLst>
          </p:cNvPr>
          <p:cNvSpPr>
            <a:spLocks noChangeArrowheads="1"/>
          </p:cNvSpPr>
          <p:nvPr/>
        </p:nvSpPr>
        <p:spPr bwMode="auto">
          <a:xfrm>
            <a:off x="714375" y="2000250"/>
            <a:ext cx="80454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chemeClr val="bg1"/>
                </a:solidFill>
                <a:ea typeface="仿宋_GB2312" pitchFamily="49" charset="-122"/>
              </a:rPr>
              <a:t>(2) </a:t>
            </a:r>
            <a:r>
              <a:rPr lang="zh-CN" altLang="en-US">
                <a:solidFill>
                  <a:schemeClr val="bg1"/>
                </a:solidFill>
                <a:ea typeface="仿宋_GB2312" pitchFamily="49" charset="-122"/>
              </a:rPr>
              <a:t>用电磁波理论研究光学现象的结果都说明光是电磁波。</a:t>
            </a:r>
          </a:p>
        </p:txBody>
      </p:sp>
      <p:sp>
        <p:nvSpPr>
          <p:cNvPr id="19" name="Text Box 270">
            <a:extLst>
              <a:ext uri="{FF2B5EF4-FFF2-40B4-BE49-F238E27FC236}">
                <a16:creationId xmlns:a16="http://schemas.microsoft.com/office/drawing/2014/main" id="{08D3368A-B630-4943-A8C2-4C1EF9A02B28}"/>
              </a:ext>
            </a:extLst>
          </p:cNvPr>
          <p:cNvSpPr txBox="1">
            <a:spLocks noChangeArrowheads="1"/>
          </p:cNvSpPr>
          <p:nvPr/>
        </p:nvSpPr>
        <p:spPr bwMode="auto">
          <a:xfrm>
            <a:off x="906686" y="6140152"/>
            <a:ext cx="3665314"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0" lang="zh-CN" altLang="en-US" dirty="0">
                <a:solidFill>
                  <a:schemeClr val="bg1"/>
                </a:solidFill>
              </a:rPr>
              <a:t>人眼最为敏感的光是</a:t>
            </a:r>
          </a:p>
        </p:txBody>
      </p:sp>
      <p:graphicFrame>
        <p:nvGraphicFramePr>
          <p:cNvPr id="15425" name="Object 65">
            <a:extLst>
              <a:ext uri="{FF2B5EF4-FFF2-40B4-BE49-F238E27FC236}">
                <a16:creationId xmlns:a16="http://schemas.microsoft.com/office/drawing/2014/main" id="{002B0499-DABC-4D5E-8BA3-B3E3028B86F9}"/>
              </a:ext>
            </a:extLst>
          </p:cNvPr>
          <p:cNvGraphicFramePr>
            <a:graphicFrameLocks noChangeAspect="1"/>
          </p:cNvGraphicFramePr>
          <p:nvPr>
            <p:extLst/>
          </p:nvPr>
        </p:nvGraphicFramePr>
        <p:xfrm>
          <a:off x="5500688" y="6107113"/>
          <a:ext cx="1292225" cy="608012"/>
        </p:xfrm>
        <a:graphic>
          <a:graphicData uri="http://schemas.openxmlformats.org/presentationml/2006/ole">
            <mc:AlternateContent xmlns:mc="http://schemas.openxmlformats.org/markup-compatibility/2006">
              <mc:Choice xmlns:v="urn:schemas-microsoft-com:vml" Requires="v">
                <p:oleObj spid="_x0000_s124985" name="Equation" r:id="rId17" imgW="485641" imgH="199923" progId="Equation.3">
                  <p:embed/>
                </p:oleObj>
              </mc:Choice>
              <mc:Fallback>
                <p:oleObj name="Equation" r:id="rId17" imgW="485641" imgH="199923" progId="Equation.3">
                  <p:embed/>
                  <p:pic>
                    <p:nvPicPr>
                      <p:cNvPr id="15425" name="Object 65">
                        <a:extLst>
                          <a:ext uri="{FF2B5EF4-FFF2-40B4-BE49-F238E27FC236}">
                            <a16:creationId xmlns:a16="http://schemas.microsoft.com/office/drawing/2014/main" id="{002B0499-DABC-4D5E-8BA3-B3E3028B86F9}"/>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500688" y="6107113"/>
                        <a:ext cx="1292225" cy="608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1" name="Text Box 272">
            <a:extLst>
              <a:ext uri="{FF2B5EF4-FFF2-40B4-BE49-F238E27FC236}">
                <a16:creationId xmlns:a16="http://schemas.microsoft.com/office/drawing/2014/main" id="{87BCEFEC-5C29-48EE-926B-63C077698990}"/>
              </a:ext>
            </a:extLst>
          </p:cNvPr>
          <p:cNvSpPr txBox="1">
            <a:spLocks noChangeArrowheads="1"/>
          </p:cNvSpPr>
          <p:nvPr/>
        </p:nvSpPr>
        <p:spPr bwMode="auto">
          <a:xfrm>
            <a:off x="6786563" y="6143625"/>
            <a:ext cx="1676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0" lang="zh-CN" altLang="en-US" dirty="0">
                <a:solidFill>
                  <a:schemeClr val="bg1"/>
                </a:solidFill>
              </a:rPr>
              <a:t>附近。</a:t>
            </a:r>
          </a:p>
        </p:txBody>
      </p:sp>
      <p:sp>
        <p:nvSpPr>
          <p:cNvPr id="10305" name="灯片编号占位符 1">
            <a:extLst>
              <a:ext uri="{FF2B5EF4-FFF2-40B4-BE49-F238E27FC236}">
                <a16:creationId xmlns:a16="http://schemas.microsoft.com/office/drawing/2014/main" id="{7D3516DC-5442-47A9-B729-12A84222488F}"/>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61827D84-D961-4DD5-9F4A-A063A4E84F69}" type="slidenum">
              <a:rPr lang="en-US" altLang="zh-CN" b="0">
                <a:solidFill>
                  <a:srgbClr val="FF00FF"/>
                </a:solidFill>
              </a:rPr>
              <a:pPr eaLnBrk="1" hangingPunct="1"/>
              <a:t>18</a:t>
            </a:fld>
            <a:r>
              <a:rPr lang="en-US" altLang="zh-CN" b="0">
                <a:solidFill>
                  <a:srgbClr val="FF00FF"/>
                </a:solidFill>
              </a:rPr>
              <a:t>/25</a:t>
            </a:r>
          </a:p>
        </p:txBody>
      </p:sp>
      <p:sp>
        <p:nvSpPr>
          <p:cNvPr id="20" name="Text Box 270">
            <a:extLst>
              <a:ext uri="{FF2B5EF4-FFF2-40B4-BE49-F238E27FC236}">
                <a16:creationId xmlns:a16="http://schemas.microsoft.com/office/drawing/2014/main" id="{D1689BEC-956D-4B07-80A4-DBE05A118A92}"/>
              </a:ext>
            </a:extLst>
          </p:cNvPr>
          <p:cNvSpPr txBox="1">
            <a:spLocks noChangeArrowheads="1"/>
          </p:cNvSpPr>
          <p:nvPr/>
        </p:nvSpPr>
        <p:spPr bwMode="auto">
          <a:xfrm>
            <a:off x="3851920" y="6140152"/>
            <a:ext cx="2664296"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0" lang="zh-CN" altLang="en-US" dirty="0">
                <a:solidFill>
                  <a:schemeClr val="bg1"/>
                </a:solidFill>
              </a:rPr>
              <a:t>黄绿光，即</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53250"/>
                                        </p:tgtEl>
                                        <p:attrNameLst>
                                          <p:attrName>style.visibility</p:attrName>
                                        </p:attrNameLst>
                                      </p:cBhvr>
                                      <p:to>
                                        <p:strVal val="visible"/>
                                      </p:to>
                                    </p:set>
                                    <p:animEffect transition="in" filter="blinds(horizontal)">
                                      <p:cBhvr>
                                        <p:cTn id="7" dur="500"/>
                                        <p:tgtEl>
                                          <p:spTgt spid="53250"/>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53306"/>
                                        </p:tgtEl>
                                        <p:attrNameLst>
                                          <p:attrName>style.visibility</p:attrName>
                                        </p:attrNameLst>
                                      </p:cBhvr>
                                      <p:to>
                                        <p:strVal val="visible"/>
                                      </p:to>
                                    </p:set>
                                    <p:animEffect transition="in" filter="wipe(left)">
                                      <p:cBhvr>
                                        <p:cTn id="11" dur="500"/>
                                        <p:tgtEl>
                                          <p:spTgt spid="53306"/>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53307"/>
                                        </p:tgtEl>
                                        <p:attrNameLst>
                                          <p:attrName>style.visibility</p:attrName>
                                        </p:attrNameLst>
                                      </p:cBhvr>
                                      <p:to>
                                        <p:strVal val="visible"/>
                                      </p:to>
                                    </p:set>
                                    <p:animEffect transition="in" filter="wipe(left)">
                                      <p:cBhvr>
                                        <p:cTn id="16" dur="500"/>
                                        <p:tgtEl>
                                          <p:spTgt spid="53307"/>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53309"/>
                                        </p:tgtEl>
                                        <p:attrNameLst>
                                          <p:attrName>style.visibility</p:attrName>
                                        </p:attrNameLst>
                                      </p:cBhvr>
                                      <p:to>
                                        <p:strVal val="visible"/>
                                      </p:to>
                                    </p:set>
                                    <p:animEffect transition="in" filter="wipe(left)">
                                      <p:cBhvr>
                                        <p:cTn id="21" dur="500"/>
                                        <p:tgtEl>
                                          <p:spTgt spid="53309"/>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53305"/>
                                        </p:tgtEl>
                                        <p:attrNameLst>
                                          <p:attrName>style.visibility</p:attrName>
                                        </p:attrNameLst>
                                      </p:cBhvr>
                                      <p:to>
                                        <p:strVal val="visible"/>
                                      </p:to>
                                    </p:set>
                                    <p:animEffect transition="in" filter="wipe(left)">
                                      <p:cBhvr>
                                        <p:cTn id="26" dur="500"/>
                                        <p:tgtEl>
                                          <p:spTgt spid="53305"/>
                                        </p:tgtEl>
                                      </p:cBhvr>
                                    </p:animEffect>
                                  </p:childTnLst>
                                </p:cTn>
                              </p:par>
                            </p:childTnLst>
                          </p:cTn>
                        </p:par>
                        <p:par>
                          <p:cTn id="27" fill="hold" nodeType="afterGroup">
                            <p:stCondLst>
                              <p:cond delay="500"/>
                            </p:stCondLst>
                            <p:childTnLst>
                              <p:par>
                                <p:cTn id="28" presetID="9" presetClass="entr" presetSubtype="0" fill="hold" nodeType="afterEffect">
                                  <p:stCondLst>
                                    <p:cond delay="0"/>
                                  </p:stCondLst>
                                  <p:childTnLst>
                                    <p:set>
                                      <p:cBhvr>
                                        <p:cTn id="29" dur="1" fill="hold">
                                          <p:stCondLst>
                                            <p:cond delay="0"/>
                                          </p:stCondLst>
                                        </p:cTn>
                                        <p:tgtEl>
                                          <p:spTgt spid="53251"/>
                                        </p:tgtEl>
                                        <p:attrNameLst>
                                          <p:attrName>style.visibility</p:attrName>
                                        </p:attrNameLst>
                                      </p:cBhvr>
                                      <p:to>
                                        <p:strVal val="visible"/>
                                      </p:to>
                                    </p:set>
                                    <p:animEffect transition="in" filter="dissolve">
                                      <p:cBhvr>
                                        <p:cTn id="30" dur="500"/>
                                        <p:tgtEl>
                                          <p:spTgt spid="53251"/>
                                        </p:tgtEl>
                                      </p:cBhvr>
                                    </p:animEffect>
                                  </p:childTnLst>
                                </p:cTn>
                              </p:par>
                              <p:par>
                                <p:cTn id="31" presetID="9" presetClass="entr" presetSubtype="0" fill="hold" nodeType="withEffect">
                                  <p:stCondLst>
                                    <p:cond delay="0"/>
                                  </p:stCondLst>
                                  <p:childTnLst>
                                    <p:set>
                                      <p:cBhvr>
                                        <p:cTn id="32" dur="1" fill="hold">
                                          <p:stCondLst>
                                            <p:cond delay="0"/>
                                          </p:stCondLst>
                                        </p:cTn>
                                        <p:tgtEl>
                                          <p:spTgt spid="53298"/>
                                        </p:tgtEl>
                                        <p:attrNameLst>
                                          <p:attrName>style.visibility</p:attrName>
                                        </p:attrNameLst>
                                      </p:cBhvr>
                                      <p:to>
                                        <p:strVal val="visible"/>
                                      </p:to>
                                    </p:set>
                                    <p:animEffect transition="in" filter="dissolve">
                                      <p:cBhvr>
                                        <p:cTn id="33" dur="500"/>
                                        <p:tgtEl>
                                          <p:spTgt spid="53298"/>
                                        </p:tgtEl>
                                      </p:cBhvr>
                                    </p:animEffect>
                                  </p:childTnLst>
                                </p:cTn>
                              </p:par>
                              <p:par>
                                <p:cTn id="34" presetID="9" presetClass="entr" presetSubtype="0" fill="hold" nodeType="withEffect">
                                  <p:stCondLst>
                                    <p:cond delay="0"/>
                                  </p:stCondLst>
                                  <p:childTnLst>
                                    <p:set>
                                      <p:cBhvr>
                                        <p:cTn id="35" dur="1" fill="hold">
                                          <p:stCondLst>
                                            <p:cond delay="0"/>
                                          </p:stCondLst>
                                        </p:cTn>
                                        <p:tgtEl>
                                          <p:spTgt spid="53299"/>
                                        </p:tgtEl>
                                        <p:attrNameLst>
                                          <p:attrName>style.visibility</p:attrName>
                                        </p:attrNameLst>
                                      </p:cBhvr>
                                      <p:to>
                                        <p:strVal val="visible"/>
                                      </p:to>
                                    </p:set>
                                    <p:animEffect transition="in" filter="dissolve">
                                      <p:cBhvr>
                                        <p:cTn id="36" dur="500"/>
                                        <p:tgtEl>
                                          <p:spTgt spid="53299"/>
                                        </p:tgtEl>
                                      </p:cBhvr>
                                    </p:animEffect>
                                  </p:childTnLst>
                                </p:cTn>
                              </p:par>
                              <p:par>
                                <p:cTn id="37" presetID="9" presetClass="entr" presetSubtype="0" fill="hold" nodeType="withEffect">
                                  <p:stCondLst>
                                    <p:cond delay="0"/>
                                  </p:stCondLst>
                                  <p:childTnLst>
                                    <p:set>
                                      <p:cBhvr>
                                        <p:cTn id="38" dur="1" fill="hold">
                                          <p:stCondLst>
                                            <p:cond delay="0"/>
                                          </p:stCondLst>
                                        </p:cTn>
                                        <p:tgtEl>
                                          <p:spTgt spid="53300"/>
                                        </p:tgtEl>
                                        <p:attrNameLst>
                                          <p:attrName>style.visibility</p:attrName>
                                        </p:attrNameLst>
                                      </p:cBhvr>
                                      <p:to>
                                        <p:strVal val="visible"/>
                                      </p:to>
                                    </p:set>
                                    <p:animEffect transition="in" filter="dissolve">
                                      <p:cBhvr>
                                        <p:cTn id="39" dur="500"/>
                                        <p:tgtEl>
                                          <p:spTgt spid="53300"/>
                                        </p:tgtEl>
                                      </p:cBhvr>
                                    </p:animEffect>
                                  </p:childTnLst>
                                </p:cTn>
                              </p:par>
                              <p:par>
                                <p:cTn id="40" presetID="9" presetClass="entr" presetSubtype="0" fill="hold" nodeType="withEffect">
                                  <p:stCondLst>
                                    <p:cond delay="0"/>
                                  </p:stCondLst>
                                  <p:childTnLst>
                                    <p:set>
                                      <p:cBhvr>
                                        <p:cTn id="41" dur="1" fill="hold">
                                          <p:stCondLst>
                                            <p:cond delay="0"/>
                                          </p:stCondLst>
                                        </p:cTn>
                                        <p:tgtEl>
                                          <p:spTgt spid="53301"/>
                                        </p:tgtEl>
                                        <p:attrNameLst>
                                          <p:attrName>style.visibility</p:attrName>
                                        </p:attrNameLst>
                                      </p:cBhvr>
                                      <p:to>
                                        <p:strVal val="visible"/>
                                      </p:to>
                                    </p:set>
                                    <p:animEffect transition="in" filter="dissolve">
                                      <p:cBhvr>
                                        <p:cTn id="42" dur="500"/>
                                        <p:tgtEl>
                                          <p:spTgt spid="53301"/>
                                        </p:tgtEl>
                                      </p:cBhvr>
                                    </p:animEffect>
                                  </p:childTnLst>
                                </p:cTn>
                              </p:par>
                              <p:par>
                                <p:cTn id="43" presetID="9" presetClass="entr" presetSubtype="0" fill="hold" nodeType="withEffect">
                                  <p:stCondLst>
                                    <p:cond delay="0"/>
                                  </p:stCondLst>
                                  <p:childTnLst>
                                    <p:set>
                                      <p:cBhvr>
                                        <p:cTn id="44" dur="1" fill="hold">
                                          <p:stCondLst>
                                            <p:cond delay="0"/>
                                          </p:stCondLst>
                                        </p:cTn>
                                        <p:tgtEl>
                                          <p:spTgt spid="53302"/>
                                        </p:tgtEl>
                                        <p:attrNameLst>
                                          <p:attrName>style.visibility</p:attrName>
                                        </p:attrNameLst>
                                      </p:cBhvr>
                                      <p:to>
                                        <p:strVal val="visible"/>
                                      </p:to>
                                    </p:set>
                                    <p:animEffect transition="in" filter="dissolve">
                                      <p:cBhvr>
                                        <p:cTn id="45" dur="500"/>
                                        <p:tgtEl>
                                          <p:spTgt spid="53302"/>
                                        </p:tgtEl>
                                      </p:cBhvr>
                                    </p:animEffect>
                                  </p:childTnLst>
                                </p:cTn>
                              </p:par>
                              <p:par>
                                <p:cTn id="46" presetID="9" presetClass="entr" presetSubtype="0" fill="hold" nodeType="withEffect">
                                  <p:stCondLst>
                                    <p:cond delay="0"/>
                                  </p:stCondLst>
                                  <p:childTnLst>
                                    <p:set>
                                      <p:cBhvr>
                                        <p:cTn id="47" dur="1" fill="hold">
                                          <p:stCondLst>
                                            <p:cond delay="0"/>
                                          </p:stCondLst>
                                        </p:cTn>
                                        <p:tgtEl>
                                          <p:spTgt spid="53303"/>
                                        </p:tgtEl>
                                        <p:attrNameLst>
                                          <p:attrName>style.visibility</p:attrName>
                                        </p:attrNameLst>
                                      </p:cBhvr>
                                      <p:to>
                                        <p:strVal val="visible"/>
                                      </p:to>
                                    </p:set>
                                    <p:animEffect transition="in" filter="dissolve">
                                      <p:cBhvr>
                                        <p:cTn id="48" dur="500"/>
                                        <p:tgtEl>
                                          <p:spTgt spid="53303"/>
                                        </p:tgtEl>
                                      </p:cBhvr>
                                    </p:animEffect>
                                  </p:childTnLst>
                                </p:cTn>
                              </p:par>
                              <p:par>
                                <p:cTn id="49" presetID="9" presetClass="entr" presetSubtype="0" fill="hold" nodeType="withEffect">
                                  <p:stCondLst>
                                    <p:cond delay="0"/>
                                  </p:stCondLst>
                                  <p:childTnLst>
                                    <p:set>
                                      <p:cBhvr>
                                        <p:cTn id="50" dur="1" fill="hold">
                                          <p:stCondLst>
                                            <p:cond delay="0"/>
                                          </p:stCondLst>
                                        </p:cTn>
                                        <p:tgtEl>
                                          <p:spTgt spid="53304"/>
                                        </p:tgtEl>
                                        <p:attrNameLst>
                                          <p:attrName>style.visibility</p:attrName>
                                        </p:attrNameLst>
                                      </p:cBhvr>
                                      <p:to>
                                        <p:strVal val="visible"/>
                                      </p:to>
                                    </p:set>
                                    <p:animEffect transition="in" filter="dissolve">
                                      <p:cBhvr>
                                        <p:cTn id="51" dur="500"/>
                                        <p:tgtEl>
                                          <p:spTgt spid="53304"/>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19"/>
                                        </p:tgtEl>
                                        <p:attrNameLst>
                                          <p:attrName>style.visibility</p:attrName>
                                        </p:attrNameLst>
                                      </p:cBhvr>
                                      <p:to>
                                        <p:strVal val="visible"/>
                                      </p:to>
                                    </p:set>
                                    <p:animEffect transition="in" filter="wipe(left)">
                                      <p:cBhvr>
                                        <p:cTn id="56" dur="500"/>
                                        <p:tgtEl>
                                          <p:spTgt spid="19"/>
                                        </p:tgtEl>
                                      </p:cBhvr>
                                    </p:animEffect>
                                  </p:childTnLst>
                                </p:cTn>
                              </p:par>
                            </p:childTnLst>
                          </p:cTn>
                        </p:par>
                      </p:childTnLst>
                    </p:cTn>
                  </p:par>
                  <p:par>
                    <p:cTn id="57" fill="hold">
                      <p:stCondLst>
                        <p:cond delay="indefinite"/>
                      </p:stCondLst>
                      <p:childTnLst>
                        <p:par>
                          <p:cTn id="58" fill="hold" nodeType="afterGroup">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20"/>
                                        </p:tgtEl>
                                        <p:attrNameLst>
                                          <p:attrName>style.visibility</p:attrName>
                                        </p:attrNameLst>
                                      </p:cBhvr>
                                      <p:to>
                                        <p:strVal val="visible"/>
                                      </p:to>
                                    </p:set>
                                    <p:animEffect transition="in" filter="wipe(left)">
                                      <p:cBhvr>
                                        <p:cTn id="61" dur="500"/>
                                        <p:tgtEl>
                                          <p:spTgt spid="20"/>
                                        </p:tgtEl>
                                      </p:cBhvr>
                                    </p:animEffect>
                                  </p:childTnLst>
                                </p:cTn>
                              </p:par>
                            </p:childTnLst>
                          </p:cTn>
                        </p:par>
                        <p:par>
                          <p:cTn id="62" fill="hold">
                            <p:stCondLst>
                              <p:cond delay="500"/>
                            </p:stCondLst>
                            <p:childTnLst>
                              <p:par>
                                <p:cTn id="63" presetID="22" presetClass="entr" presetSubtype="8" fill="hold" nodeType="afterEffect">
                                  <p:stCondLst>
                                    <p:cond delay="0"/>
                                  </p:stCondLst>
                                  <p:childTnLst>
                                    <p:set>
                                      <p:cBhvr>
                                        <p:cTn id="64" dur="1" fill="hold">
                                          <p:stCondLst>
                                            <p:cond delay="0"/>
                                          </p:stCondLst>
                                        </p:cTn>
                                        <p:tgtEl>
                                          <p:spTgt spid="15425"/>
                                        </p:tgtEl>
                                        <p:attrNameLst>
                                          <p:attrName>style.visibility</p:attrName>
                                        </p:attrNameLst>
                                      </p:cBhvr>
                                      <p:to>
                                        <p:strVal val="visible"/>
                                      </p:to>
                                    </p:set>
                                    <p:animEffect transition="in" filter="wipe(left)">
                                      <p:cBhvr>
                                        <p:cTn id="65" dur="500"/>
                                        <p:tgtEl>
                                          <p:spTgt spid="15425"/>
                                        </p:tgtEl>
                                      </p:cBhvr>
                                    </p:animEffect>
                                  </p:childTnLst>
                                </p:cTn>
                              </p:par>
                            </p:childTnLst>
                          </p:cTn>
                        </p:par>
                        <p:par>
                          <p:cTn id="66" fill="hold" nodeType="afterGroup">
                            <p:stCondLst>
                              <p:cond delay="1000"/>
                            </p:stCondLst>
                            <p:childTnLst>
                              <p:par>
                                <p:cTn id="67" presetID="22" presetClass="entr" presetSubtype="8" fill="hold" grpId="0" nodeType="afterEffect">
                                  <p:stCondLst>
                                    <p:cond delay="0"/>
                                  </p:stCondLst>
                                  <p:childTnLst>
                                    <p:set>
                                      <p:cBhvr>
                                        <p:cTn id="68" dur="1" fill="hold">
                                          <p:stCondLst>
                                            <p:cond delay="0"/>
                                          </p:stCondLst>
                                        </p:cTn>
                                        <p:tgtEl>
                                          <p:spTgt spid="21"/>
                                        </p:tgtEl>
                                        <p:attrNameLst>
                                          <p:attrName>style.visibility</p:attrName>
                                        </p:attrNameLst>
                                      </p:cBhvr>
                                      <p:to>
                                        <p:strVal val="visible"/>
                                      </p:to>
                                    </p:set>
                                    <p:animEffect transition="in" filter="wipe(left)">
                                      <p:cBhvr>
                                        <p:cTn id="69"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0" grpId="0"/>
      <p:bldP spid="53305" grpId="0" autoUpdateAnimBg="0"/>
      <p:bldP spid="53306" grpId="0" autoUpdateAnimBg="0"/>
      <p:bldP spid="53307" grpId="0"/>
      <p:bldP spid="53309" grpId="0"/>
      <p:bldP spid="19" grpId="0" autoUpdateAnimBg="0"/>
      <p:bldP spid="21" grpId="0" autoUpdateAnimBg="0"/>
      <p:bldP spid="20"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20" name="Rectangle 4">
            <a:extLst>
              <a:ext uri="{FF2B5EF4-FFF2-40B4-BE49-F238E27FC236}">
                <a16:creationId xmlns:a16="http://schemas.microsoft.com/office/drawing/2014/main" id="{C46BB68C-A555-42D6-BEDC-34A6BF4164F2}"/>
              </a:ext>
            </a:extLst>
          </p:cNvPr>
          <p:cNvSpPr>
            <a:spLocks noChangeArrowheads="1"/>
          </p:cNvSpPr>
          <p:nvPr/>
        </p:nvSpPr>
        <p:spPr bwMode="auto">
          <a:xfrm>
            <a:off x="285750" y="1455738"/>
            <a:ext cx="11430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buClr>
                <a:srgbClr val="FF9900"/>
              </a:buClr>
              <a:buSzPct val="80000"/>
              <a:buFont typeface="Wingdings" panose="05000000000000000000" pitchFamily="2" charset="2"/>
              <a:buNone/>
            </a:pPr>
            <a:r>
              <a:rPr kumimoji="0" lang="zh-CN" altLang="en-US">
                <a:solidFill>
                  <a:srgbClr val="00FFFF"/>
                </a:solidFill>
                <a:ea typeface="仿宋_GB2312" pitchFamily="49" charset="-122"/>
              </a:rPr>
              <a:t>按激发</a:t>
            </a:r>
          </a:p>
          <a:p>
            <a:pPr eaLnBrk="1" hangingPunct="1">
              <a:buClr>
                <a:srgbClr val="FF9900"/>
              </a:buClr>
              <a:buSzPct val="80000"/>
              <a:buFont typeface="Wingdings" panose="05000000000000000000" pitchFamily="2" charset="2"/>
              <a:buNone/>
            </a:pPr>
            <a:r>
              <a:rPr kumimoji="0" lang="zh-CN" altLang="en-US">
                <a:solidFill>
                  <a:srgbClr val="00FFFF"/>
                </a:solidFill>
                <a:ea typeface="仿宋_GB2312" pitchFamily="49" charset="-122"/>
              </a:rPr>
              <a:t>方式分</a:t>
            </a:r>
          </a:p>
        </p:txBody>
      </p:sp>
      <p:sp>
        <p:nvSpPr>
          <p:cNvPr id="60421" name="AutoShape 5">
            <a:extLst>
              <a:ext uri="{FF2B5EF4-FFF2-40B4-BE49-F238E27FC236}">
                <a16:creationId xmlns:a16="http://schemas.microsoft.com/office/drawing/2014/main" id="{43735F04-8478-4487-B762-266FA5CD2023}"/>
              </a:ext>
            </a:extLst>
          </p:cNvPr>
          <p:cNvSpPr>
            <a:spLocks/>
          </p:cNvSpPr>
          <p:nvPr/>
        </p:nvSpPr>
        <p:spPr bwMode="auto">
          <a:xfrm>
            <a:off x="1498600" y="1573213"/>
            <a:ext cx="263525" cy="2570162"/>
          </a:xfrm>
          <a:prstGeom prst="leftBrace">
            <a:avLst>
              <a:gd name="adj1" fmla="val 113875"/>
              <a:gd name="adj2" fmla="val 50000"/>
            </a:avLst>
          </a:prstGeom>
          <a:noFill/>
          <a:ln w="9525">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a:solidFill>
                <a:schemeClr val="bg1"/>
              </a:solidFill>
            </a:endParaRPr>
          </a:p>
        </p:txBody>
      </p:sp>
      <p:sp>
        <p:nvSpPr>
          <p:cNvPr id="60422" name="Text Box 6">
            <a:extLst>
              <a:ext uri="{FF2B5EF4-FFF2-40B4-BE49-F238E27FC236}">
                <a16:creationId xmlns:a16="http://schemas.microsoft.com/office/drawing/2014/main" id="{35CA81C8-17BB-407B-8371-B1322718A9DB}"/>
              </a:ext>
            </a:extLst>
          </p:cNvPr>
          <p:cNvSpPr txBox="1">
            <a:spLocks noChangeArrowheads="1"/>
          </p:cNvSpPr>
          <p:nvPr/>
        </p:nvSpPr>
        <p:spPr bwMode="auto">
          <a:xfrm>
            <a:off x="1728788" y="1400175"/>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latin typeface="仿宋_GB2312" pitchFamily="49" charset="-122"/>
                <a:ea typeface="仿宋_GB2312" pitchFamily="49" charset="-122"/>
              </a:rPr>
              <a:t>热辐射 </a:t>
            </a:r>
            <a:endParaRPr lang="zh-CN" altLang="en-US" b="0">
              <a:solidFill>
                <a:schemeClr val="bg1"/>
              </a:solidFill>
              <a:latin typeface="仿宋_GB2312" pitchFamily="49" charset="-122"/>
              <a:ea typeface="仿宋_GB2312" pitchFamily="49" charset="-122"/>
            </a:endParaRPr>
          </a:p>
        </p:txBody>
      </p:sp>
      <p:sp>
        <p:nvSpPr>
          <p:cNvPr id="60423" name="Text Box 7">
            <a:extLst>
              <a:ext uri="{FF2B5EF4-FFF2-40B4-BE49-F238E27FC236}">
                <a16:creationId xmlns:a16="http://schemas.microsoft.com/office/drawing/2014/main" id="{19D3C3E5-3C4C-465C-A9D1-A30882E3E0A1}"/>
              </a:ext>
            </a:extLst>
          </p:cNvPr>
          <p:cNvSpPr txBox="1">
            <a:spLocks noChangeArrowheads="1"/>
          </p:cNvSpPr>
          <p:nvPr/>
        </p:nvSpPr>
        <p:spPr bwMode="auto">
          <a:xfrm>
            <a:off x="1714500" y="1928813"/>
            <a:ext cx="2590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dirty="0">
                <a:solidFill>
                  <a:schemeClr val="bg1"/>
                </a:solidFill>
                <a:latin typeface="仿宋_GB2312" pitchFamily="49" charset="-122"/>
                <a:ea typeface="仿宋_GB2312" pitchFamily="49" charset="-122"/>
              </a:rPr>
              <a:t>电致发光 </a:t>
            </a:r>
            <a:endParaRPr lang="zh-CN" altLang="en-US" b="0" dirty="0">
              <a:solidFill>
                <a:schemeClr val="bg1"/>
              </a:solidFill>
              <a:latin typeface="仿宋_GB2312" pitchFamily="49" charset="-122"/>
              <a:ea typeface="仿宋_GB2312" pitchFamily="49" charset="-122"/>
            </a:endParaRPr>
          </a:p>
        </p:txBody>
      </p:sp>
      <p:sp>
        <p:nvSpPr>
          <p:cNvPr id="60424" name="Text Box 8">
            <a:extLst>
              <a:ext uri="{FF2B5EF4-FFF2-40B4-BE49-F238E27FC236}">
                <a16:creationId xmlns:a16="http://schemas.microsoft.com/office/drawing/2014/main" id="{2C2A3462-5A3F-4DC9-B819-06689A1E4280}"/>
              </a:ext>
            </a:extLst>
          </p:cNvPr>
          <p:cNvSpPr txBox="1">
            <a:spLocks noChangeArrowheads="1"/>
          </p:cNvSpPr>
          <p:nvPr/>
        </p:nvSpPr>
        <p:spPr bwMode="auto">
          <a:xfrm>
            <a:off x="1714500" y="2900363"/>
            <a:ext cx="2438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dirty="0">
                <a:solidFill>
                  <a:schemeClr val="bg1"/>
                </a:solidFill>
                <a:latin typeface="仿宋_GB2312" pitchFamily="49" charset="-122"/>
                <a:ea typeface="仿宋_GB2312" pitchFamily="49" charset="-122"/>
              </a:rPr>
              <a:t>光致发光 </a:t>
            </a:r>
            <a:endParaRPr lang="zh-CN" altLang="en-US" b="0" dirty="0">
              <a:solidFill>
                <a:schemeClr val="bg1"/>
              </a:solidFill>
              <a:latin typeface="仿宋_GB2312" pitchFamily="49" charset="-122"/>
              <a:ea typeface="仿宋_GB2312" pitchFamily="49" charset="-122"/>
            </a:endParaRPr>
          </a:p>
        </p:txBody>
      </p:sp>
      <p:sp>
        <p:nvSpPr>
          <p:cNvPr id="60425" name="Text Box 9">
            <a:extLst>
              <a:ext uri="{FF2B5EF4-FFF2-40B4-BE49-F238E27FC236}">
                <a16:creationId xmlns:a16="http://schemas.microsoft.com/office/drawing/2014/main" id="{6E2CE5E3-DBC1-44B5-8826-D7C1B148711F}"/>
              </a:ext>
            </a:extLst>
          </p:cNvPr>
          <p:cNvSpPr txBox="1">
            <a:spLocks noChangeArrowheads="1"/>
          </p:cNvSpPr>
          <p:nvPr/>
        </p:nvSpPr>
        <p:spPr bwMode="auto">
          <a:xfrm>
            <a:off x="1714500" y="3429000"/>
            <a:ext cx="2362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latin typeface="仿宋_GB2312" pitchFamily="49" charset="-122"/>
                <a:ea typeface="仿宋_GB2312" pitchFamily="49" charset="-122"/>
              </a:rPr>
              <a:t>化学发光 </a:t>
            </a:r>
            <a:endParaRPr lang="zh-CN" altLang="en-US" b="0">
              <a:solidFill>
                <a:schemeClr val="bg1"/>
              </a:solidFill>
              <a:latin typeface="仿宋_GB2312" pitchFamily="49" charset="-122"/>
              <a:ea typeface="仿宋_GB2312" pitchFamily="49" charset="-122"/>
            </a:endParaRPr>
          </a:p>
        </p:txBody>
      </p:sp>
      <p:sp>
        <p:nvSpPr>
          <p:cNvPr id="60426" name="Text Box 10">
            <a:extLst>
              <a:ext uri="{FF2B5EF4-FFF2-40B4-BE49-F238E27FC236}">
                <a16:creationId xmlns:a16="http://schemas.microsoft.com/office/drawing/2014/main" id="{092F7E70-324B-4920-93D4-E55425365240}"/>
              </a:ext>
            </a:extLst>
          </p:cNvPr>
          <p:cNvSpPr txBox="1">
            <a:spLocks noChangeArrowheads="1"/>
          </p:cNvSpPr>
          <p:nvPr/>
        </p:nvSpPr>
        <p:spPr bwMode="auto">
          <a:xfrm>
            <a:off x="2832100" y="1460500"/>
            <a:ext cx="27400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2000" dirty="0">
                <a:solidFill>
                  <a:srgbClr val="FF9900"/>
                </a:solidFill>
                <a:ea typeface="楷体_GB2312" pitchFamily="49" charset="-122"/>
              </a:rPr>
              <a:t>例如：太阳，白炽灯。</a:t>
            </a:r>
          </a:p>
        </p:txBody>
      </p:sp>
      <p:sp>
        <p:nvSpPr>
          <p:cNvPr id="60427" name="Text Box 11">
            <a:extLst>
              <a:ext uri="{FF2B5EF4-FFF2-40B4-BE49-F238E27FC236}">
                <a16:creationId xmlns:a16="http://schemas.microsoft.com/office/drawing/2014/main" id="{1A4ABBDC-A3FC-42F7-9A4C-AAA967EC273C}"/>
              </a:ext>
            </a:extLst>
          </p:cNvPr>
          <p:cNvSpPr txBox="1">
            <a:spLocks noChangeArrowheads="1"/>
          </p:cNvSpPr>
          <p:nvPr/>
        </p:nvSpPr>
        <p:spPr bwMode="auto">
          <a:xfrm>
            <a:off x="2082800" y="2432050"/>
            <a:ext cx="45291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2000" dirty="0">
                <a:solidFill>
                  <a:srgbClr val="FF9900"/>
                </a:solidFill>
                <a:ea typeface="楷体_GB2312" pitchFamily="49" charset="-122"/>
              </a:rPr>
              <a:t>例如：闪电，霓虹灯，发光二极管等。</a:t>
            </a:r>
          </a:p>
        </p:txBody>
      </p:sp>
      <p:sp>
        <p:nvSpPr>
          <p:cNvPr id="60428" name="Text Box 12">
            <a:extLst>
              <a:ext uri="{FF2B5EF4-FFF2-40B4-BE49-F238E27FC236}">
                <a16:creationId xmlns:a16="http://schemas.microsoft.com/office/drawing/2014/main" id="{674F8C9F-E159-48AD-9E54-BD971A74A0F8}"/>
              </a:ext>
            </a:extLst>
          </p:cNvPr>
          <p:cNvSpPr txBox="1">
            <a:spLocks noChangeArrowheads="1"/>
          </p:cNvSpPr>
          <p:nvPr/>
        </p:nvSpPr>
        <p:spPr bwMode="auto">
          <a:xfrm>
            <a:off x="3262313" y="2957513"/>
            <a:ext cx="30241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2000" dirty="0">
                <a:solidFill>
                  <a:srgbClr val="FF9900"/>
                </a:solidFill>
                <a:ea typeface="楷体_GB2312" pitchFamily="49" charset="-122"/>
              </a:rPr>
              <a:t>例如：荧光，磷光物质。</a:t>
            </a:r>
          </a:p>
        </p:txBody>
      </p:sp>
      <p:sp>
        <p:nvSpPr>
          <p:cNvPr id="60429" name="Text Box 13">
            <a:extLst>
              <a:ext uri="{FF2B5EF4-FFF2-40B4-BE49-F238E27FC236}">
                <a16:creationId xmlns:a16="http://schemas.microsoft.com/office/drawing/2014/main" id="{7CDE5204-0515-4E5B-BAF3-576E7F7E2513}"/>
              </a:ext>
            </a:extLst>
          </p:cNvPr>
          <p:cNvSpPr txBox="1">
            <a:spLocks noChangeArrowheads="1"/>
          </p:cNvSpPr>
          <p:nvPr/>
        </p:nvSpPr>
        <p:spPr bwMode="auto">
          <a:xfrm>
            <a:off x="2082800" y="3886200"/>
            <a:ext cx="37973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2000" dirty="0">
                <a:solidFill>
                  <a:srgbClr val="FF9900"/>
                </a:solidFill>
                <a:ea typeface="楷体_GB2312" pitchFamily="49" charset="-122"/>
              </a:rPr>
              <a:t>例如：</a:t>
            </a:r>
            <a:r>
              <a:rPr lang="zh-CN" altLang="en-US" sz="2000" dirty="0">
                <a:solidFill>
                  <a:srgbClr val="FF9900"/>
                </a:solidFill>
                <a:ea typeface="仿宋_GB2312" pitchFamily="49" charset="-122"/>
              </a:rPr>
              <a:t>燃烧，</a:t>
            </a:r>
            <a:r>
              <a:rPr kumimoji="0" lang="zh-CN" altLang="en-US" sz="2000" dirty="0">
                <a:solidFill>
                  <a:srgbClr val="FF9900"/>
                </a:solidFill>
                <a:ea typeface="楷体_GB2312" pitchFamily="49" charset="-122"/>
              </a:rPr>
              <a:t>磷自燃，</a:t>
            </a:r>
            <a:r>
              <a:rPr lang="zh-CN" altLang="en-US" sz="2000" dirty="0">
                <a:solidFill>
                  <a:srgbClr val="FF9900"/>
                </a:solidFill>
                <a:ea typeface="仿宋_GB2312" pitchFamily="49" charset="-122"/>
              </a:rPr>
              <a:t>萤火虫</a:t>
            </a:r>
            <a:r>
              <a:rPr kumimoji="0" lang="zh-CN" altLang="en-US" sz="2000" dirty="0">
                <a:solidFill>
                  <a:srgbClr val="FF9900"/>
                </a:solidFill>
                <a:ea typeface="楷体_GB2312" pitchFamily="49" charset="-122"/>
              </a:rPr>
              <a:t>。</a:t>
            </a:r>
          </a:p>
        </p:txBody>
      </p:sp>
      <p:pic>
        <p:nvPicPr>
          <p:cNvPr id="60430" name="Picture 14" descr="sun6[1]">
            <a:extLst>
              <a:ext uri="{FF2B5EF4-FFF2-40B4-BE49-F238E27FC236}">
                <a16:creationId xmlns:a16="http://schemas.microsoft.com/office/drawing/2014/main" id="{49251C4F-497E-4143-ACCF-3D4547EB0A9F}"/>
              </a:ext>
            </a:extLst>
          </p:cNvPr>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5359400" y="1296988"/>
            <a:ext cx="1141413" cy="989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431" name="Picture 15" descr="1541">
            <a:extLst>
              <a:ext uri="{FF2B5EF4-FFF2-40B4-BE49-F238E27FC236}">
                <a16:creationId xmlns:a16="http://schemas.microsoft.com/office/drawing/2014/main" id="{765C7C78-B20F-4E57-A2A0-AF19C1CD287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75413" y="1714500"/>
            <a:ext cx="1525587" cy="1079500"/>
          </a:xfrm>
          <a:prstGeom prst="rect">
            <a:avLst/>
          </a:prstGeom>
          <a:noFill/>
          <a:ln w="12700">
            <a:solidFill>
              <a:srgbClr val="808080">
                <a:alpha val="41960"/>
              </a:srgbClr>
            </a:solidFill>
            <a:miter lim="800000"/>
            <a:headEnd/>
            <a:tailEnd/>
          </a:ln>
          <a:extLst>
            <a:ext uri="{909E8E84-426E-40DD-AFC4-6F175D3DCCD1}">
              <a14:hiddenFill xmlns:a14="http://schemas.microsoft.com/office/drawing/2010/main">
                <a:solidFill>
                  <a:srgbClr val="FFFFFF"/>
                </a:solidFill>
              </a14:hiddenFill>
            </a:ext>
          </a:extLst>
        </p:spPr>
      </p:pic>
      <p:sp>
        <p:nvSpPr>
          <p:cNvPr id="60432" name="Text Box 16">
            <a:extLst>
              <a:ext uri="{FF2B5EF4-FFF2-40B4-BE49-F238E27FC236}">
                <a16:creationId xmlns:a16="http://schemas.microsoft.com/office/drawing/2014/main" id="{62708B24-59DB-4BA7-AEF3-84693858AE9A}"/>
              </a:ext>
            </a:extLst>
          </p:cNvPr>
          <p:cNvSpPr txBox="1">
            <a:spLocks noChangeArrowheads="1"/>
          </p:cNvSpPr>
          <p:nvPr/>
        </p:nvSpPr>
        <p:spPr bwMode="auto">
          <a:xfrm>
            <a:off x="6215063" y="2881313"/>
            <a:ext cx="2022475" cy="833437"/>
          </a:xfrm>
          <a:prstGeom prst="rect">
            <a:avLst/>
          </a:prstGeom>
          <a:solidFill>
            <a:srgbClr val="006600"/>
          </a:solidFill>
          <a:ln w="9525">
            <a:solidFill>
              <a:srgbClr val="B2B2B2">
                <a:alpha val="67842"/>
              </a:srgbClr>
            </a:solidFill>
            <a:miter lim="800000"/>
            <a:headEnd/>
            <a:tailEnd/>
          </a:ln>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kumimoji="0" lang="en-US" altLang="zh-CN" sz="4800" b="0">
                <a:solidFill>
                  <a:srgbClr val="FFFFFF"/>
                </a:solidFill>
                <a:latin typeface="Arial" panose="020B0604020202020204" pitchFamily="34" charset="0"/>
                <a:sym typeface="Webdings" panose="05030102010509060703" pitchFamily="18" charset="2"/>
              </a:rPr>
              <a:t></a:t>
            </a:r>
            <a:endParaRPr kumimoji="0" lang="en-US" altLang="zh-CN" sz="4800" b="0">
              <a:solidFill>
                <a:srgbClr val="FFFFFF"/>
              </a:solidFill>
              <a:latin typeface="Arial" panose="020B0604020202020204" pitchFamily="34" charset="0"/>
            </a:endParaRPr>
          </a:p>
        </p:txBody>
      </p:sp>
      <p:pic>
        <p:nvPicPr>
          <p:cNvPr id="60433" name="Picture 17" descr="new_gq[1]">
            <a:extLst>
              <a:ext uri="{FF2B5EF4-FFF2-40B4-BE49-F238E27FC236}">
                <a16:creationId xmlns:a16="http://schemas.microsoft.com/office/drawing/2014/main" id="{CF104C89-BC7F-459A-B9F9-FED3C1D64B0D}"/>
              </a:ext>
            </a:extLst>
          </p:cNvPr>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5786438" y="3786188"/>
            <a:ext cx="852487" cy="766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434" name="Picture 18" descr="萤火虫5">
            <a:extLst>
              <a:ext uri="{FF2B5EF4-FFF2-40B4-BE49-F238E27FC236}">
                <a16:creationId xmlns:a16="http://schemas.microsoft.com/office/drawing/2014/main" id="{A3CE67FD-57EE-4584-BBE6-0F13E4F02C4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58000" y="3786188"/>
            <a:ext cx="815975" cy="785812"/>
          </a:xfrm>
          <a:prstGeom prst="rect">
            <a:avLst/>
          </a:prstGeom>
          <a:noFill/>
          <a:ln w="12700">
            <a:solidFill>
              <a:srgbClr val="B2B2B2">
                <a:alpha val="49019"/>
              </a:srgbClr>
            </a:solidFill>
            <a:miter lim="800000"/>
            <a:headEnd/>
            <a:tailEnd/>
          </a:ln>
          <a:extLst>
            <a:ext uri="{909E8E84-426E-40DD-AFC4-6F175D3DCCD1}">
              <a14:hiddenFill xmlns:a14="http://schemas.microsoft.com/office/drawing/2010/main">
                <a:solidFill>
                  <a:srgbClr val="FFFFFF"/>
                </a:solidFill>
              </a14:hiddenFill>
            </a:ext>
          </a:extLst>
        </p:spPr>
      </p:pic>
      <p:sp>
        <p:nvSpPr>
          <p:cNvPr id="60435" name="Text Box 19">
            <a:extLst>
              <a:ext uri="{FF2B5EF4-FFF2-40B4-BE49-F238E27FC236}">
                <a16:creationId xmlns:a16="http://schemas.microsoft.com/office/drawing/2014/main" id="{06185509-BAA5-4B43-9787-318DFB54C228}"/>
              </a:ext>
            </a:extLst>
          </p:cNvPr>
          <p:cNvSpPr txBox="1">
            <a:spLocks noChangeArrowheads="1"/>
          </p:cNvSpPr>
          <p:nvPr/>
        </p:nvSpPr>
        <p:spPr bwMode="auto">
          <a:xfrm>
            <a:off x="785813" y="2438400"/>
            <a:ext cx="576262" cy="1562100"/>
          </a:xfrm>
          <a:prstGeom prst="rect">
            <a:avLst/>
          </a:prstGeom>
          <a:noFill/>
          <a:ln w="9525">
            <a:solidFill>
              <a:srgbClr val="66FF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a:solidFill>
                  <a:srgbClr val="00FFFF"/>
                </a:solidFill>
                <a:latin typeface="楷体_GB2312" pitchFamily="49" charset="-122"/>
                <a:ea typeface="楷体_GB2312" pitchFamily="49" charset="-122"/>
              </a:rPr>
              <a:t>自发辐射</a:t>
            </a:r>
            <a:endParaRPr lang="zh-CN" altLang="en-US" b="0">
              <a:solidFill>
                <a:srgbClr val="00FFFF"/>
              </a:solidFill>
              <a:latin typeface="楷体_GB2312" pitchFamily="49" charset="-122"/>
              <a:ea typeface="楷体_GB2312" pitchFamily="49" charset="-122"/>
            </a:endParaRPr>
          </a:p>
        </p:txBody>
      </p:sp>
      <p:sp>
        <p:nvSpPr>
          <p:cNvPr id="20" name="Rectangle 73">
            <a:extLst>
              <a:ext uri="{FF2B5EF4-FFF2-40B4-BE49-F238E27FC236}">
                <a16:creationId xmlns:a16="http://schemas.microsoft.com/office/drawing/2014/main" id="{61F87831-3447-42F8-A4EF-06DAA95CEFB5}"/>
              </a:ext>
            </a:extLst>
          </p:cNvPr>
          <p:cNvSpPr>
            <a:spLocks noChangeArrowheads="1"/>
          </p:cNvSpPr>
          <p:nvPr/>
        </p:nvSpPr>
        <p:spPr bwMode="auto">
          <a:xfrm>
            <a:off x="2000250" y="5024438"/>
            <a:ext cx="6929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pPr>
            <a:r>
              <a:rPr kumimoji="0" lang="zh-CN" altLang="en-US" sz="2000">
                <a:solidFill>
                  <a:schemeClr val="bg1"/>
                </a:solidFill>
                <a:ea typeface="仿宋_GB2312" pitchFamily="49" charset="-122"/>
              </a:rPr>
              <a:t>激光的特点：高定向性；高单色性；高亮度；高相干性。</a:t>
            </a:r>
          </a:p>
        </p:txBody>
      </p:sp>
      <p:sp>
        <p:nvSpPr>
          <p:cNvPr id="21" name="Rectangle 75">
            <a:extLst>
              <a:ext uri="{FF2B5EF4-FFF2-40B4-BE49-F238E27FC236}">
                <a16:creationId xmlns:a16="http://schemas.microsoft.com/office/drawing/2014/main" id="{E3C4102D-33E2-4AE8-B8A1-27EA2BCA7FA0}"/>
              </a:ext>
            </a:extLst>
          </p:cNvPr>
          <p:cNvSpPr>
            <a:spLocks noChangeArrowheads="1"/>
          </p:cNvSpPr>
          <p:nvPr/>
        </p:nvSpPr>
        <p:spPr bwMode="auto">
          <a:xfrm>
            <a:off x="1677988" y="4610100"/>
            <a:ext cx="11128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rgbClr val="00FFFF"/>
                </a:solidFill>
                <a:ea typeface="仿宋_GB2312" pitchFamily="49" charset="-122"/>
              </a:rPr>
              <a:t>激光：</a:t>
            </a:r>
          </a:p>
        </p:txBody>
      </p:sp>
      <p:sp>
        <p:nvSpPr>
          <p:cNvPr id="22" name="Text Box 76">
            <a:extLst>
              <a:ext uri="{FF2B5EF4-FFF2-40B4-BE49-F238E27FC236}">
                <a16:creationId xmlns:a16="http://schemas.microsoft.com/office/drawing/2014/main" id="{BB70FF07-9830-4921-802B-C44800E74087}"/>
              </a:ext>
            </a:extLst>
          </p:cNvPr>
          <p:cNvSpPr txBox="1">
            <a:spLocks noChangeArrowheads="1"/>
          </p:cNvSpPr>
          <p:nvPr/>
        </p:nvSpPr>
        <p:spPr bwMode="auto">
          <a:xfrm>
            <a:off x="2647950" y="4608513"/>
            <a:ext cx="5924550" cy="47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pPr>
            <a:r>
              <a:rPr kumimoji="0" lang="zh-CN" altLang="en-US" sz="2000">
                <a:solidFill>
                  <a:srgbClr val="FFC000"/>
                </a:solidFill>
                <a:latin typeface="仿宋_GB2312" pitchFamily="49" charset="-122"/>
                <a:ea typeface="仿宋_GB2312" pitchFamily="49" charset="-122"/>
              </a:rPr>
              <a:t>基于特定能级间粒子数反转体系的受激辐射</a:t>
            </a:r>
            <a:r>
              <a:rPr kumimoji="0" lang="zh-CN" altLang="en-US" sz="2000">
                <a:solidFill>
                  <a:schemeClr val="bg1"/>
                </a:solidFill>
                <a:latin typeface="仿宋_GB2312" pitchFamily="49" charset="-122"/>
                <a:ea typeface="仿宋_GB2312" pitchFamily="49" charset="-122"/>
              </a:rPr>
              <a:t>。</a:t>
            </a:r>
          </a:p>
        </p:txBody>
      </p:sp>
      <p:sp>
        <p:nvSpPr>
          <p:cNvPr id="23" name="Rectangle 23">
            <a:extLst>
              <a:ext uri="{FF2B5EF4-FFF2-40B4-BE49-F238E27FC236}">
                <a16:creationId xmlns:a16="http://schemas.microsoft.com/office/drawing/2014/main" id="{93D4146F-06DA-4EAE-8C3E-A5A2242BE50F}"/>
              </a:ext>
            </a:extLst>
          </p:cNvPr>
          <p:cNvSpPr>
            <a:spLocks noChangeArrowheads="1"/>
          </p:cNvSpPr>
          <p:nvPr/>
        </p:nvSpPr>
        <p:spPr bwMode="auto">
          <a:xfrm>
            <a:off x="1654175" y="5500688"/>
            <a:ext cx="53514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dirty="0">
                <a:solidFill>
                  <a:srgbClr val="00FFFF"/>
                </a:solidFill>
                <a:ea typeface="仿宋_GB2312" pitchFamily="49" charset="-122"/>
              </a:rPr>
              <a:t>同步辐射光：</a:t>
            </a:r>
            <a:r>
              <a:rPr lang="zh-CN" altLang="en-US" sz="2000" dirty="0">
                <a:solidFill>
                  <a:srgbClr val="FFC000"/>
                </a:solidFill>
                <a:ea typeface="仿宋_GB2312" pitchFamily="49" charset="-122"/>
              </a:rPr>
              <a:t>同步加速器产生的辐射光。</a:t>
            </a:r>
          </a:p>
        </p:txBody>
      </p:sp>
      <p:sp>
        <p:nvSpPr>
          <p:cNvPr id="24" name="Rectangle 24">
            <a:extLst>
              <a:ext uri="{FF2B5EF4-FFF2-40B4-BE49-F238E27FC236}">
                <a16:creationId xmlns:a16="http://schemas.microsoft.com/office/drawing/2014/main" id="{6C1CB983-BECA-4AF9-8DDD-C49985C789E1}"/>
              </a:ext>
            </a:extLst>
          </p:cNvPr>
          <p:cNvSpPr>
            <a:spLocks noChangeArrowheads="1"/>
          </p:cNvSpPr>
          <p:nvPr/>
        </p:nvSpPr>
        <p:spPr bwMode="auto">
          <a:xfrm>
            <a:off x="4219575" y="5929313"/>
            <a:ext cx="463867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pPr>
            <a:r>
              <a:rPr lang="zh-CN" altLang="en-US" sz="2000">
                <a:solidFill>
                  <a:schemeClr val="bg1"/>
                </a:solidFill>
                <a:ea typeface="仿宋_GB2312" pitchFamily="49" charset="-122"/>
              </a:rPr>
              <a:t>强度高；方向性好；偏振性好；                                     稳定性好；波谱宽等。</a:t>
            </a:r>
          </a:p>
        </p:txBody>
      </p:sp>
      <p:sp>
        <p:nvSpPr>
          <p:cNvPr id="25" name="Rectangle 25">
            <a:extLst>
              <a:ext uri="{FF2B5EF4-FFF2-40B4-BE49-F238E27FC236}">
                <a16:creationId xmlns:a16="http://schemas.microsoft.com/office/drawing/2014/main" id="{21DB0F0F-3D53-4123-9514-62F53B705A23}"/>
              </a:ext>
            </a:extLst>
          </p:cNvPr>
          <p:cNvSpPr>
            <a:spLocks noChangeArrowheads="1"/>
          </p:cNvSpPr>
          <p:nvPr/>
        </p:nvSpPr>
        <p:spPr bwMode="auto">
          <a:xfrm>
            <a:off x="1647825" y="6143625"/>
            <a:ext cx="25066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a:solidFill>
                  <a:schemeClr val="bg1"/>
                </a:solidFill>
                <a:ea typeface="仿宋_GB2312" pitchFamily="49" charset="-122"/>
              </a:rPr>
              <a:t>同步辐射光的特点：</a:t>
            </a:r>
          </a:p>
        </p:txBody>
      </p:sp>
      <p:sp>
        <p:nvSpPr>
          <p:cNvPr id="26" name="Text Box 19">
            <a:extLst>
              <a:ext uri="{FF2B5EF4-FFF2-40B4-BE49-F238E27FC236}">
                <a16:creationId xmlns:a16="http://schemas.microsoft.com/office/drawing/2014/main" id="{A70E922A-B34D-49D4-9B2A-C4EA61BB1722}"/>
              </a:ext>
            </a:extLst>
          </p:cNvPr>
          <p:cNvSpPr txBox="1">
            <a:spLocks noChangeArrowheads="1"/>
          </p:cNvSpPr>
          <p:nvPr/>
        </p:nvSpPr>
        <p:spPr bwMode="auto">
          <a:xfrm>
            <a:off x="785813" y="4714875"/>
            <a:ext cx="576262" cy="1570038"/>
          </a:xfrm>
          <a:prstGeom prst="rect">
            <a:avLst/>
          </a:prstGeom>
          <a:noFill/>
          <a:ln w="9525">
            <a:solidFill>
              <a:srgbClr val="66FF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a:solidFill>
                  <a:srgbClr val="00FFFF"/>
                </a:solidFill>
                <a:latin typeface="楷体_GB2312" pitchFamily="49" charset="-122"/>
                <a:ea typeface="楷体_GB2312" pitchFamily="49" charset="-122"/>
              </a:rPr>
              <a:t>受激辐射</a:t>
            </a:r>
            <a:endParaRPr lang="zh-CN" altLang="en-US" b="0">
              <a:solidFill>
                <a:srgbClr val="00FFFF"/>
              </a:solidFill>
              <a:latin typeface="楷体_GB2312" pitchFamily="49" charset="-122"/>
              <a:ea typeface="楷体_GB2312" pitchFamily="49" charset="-122"/>
            </a:endParaRPr>
          </a:p>
        </p:txBody>
      </p:sp>
      <p:sp>
        <p:nvSpPr>
          <p:cNvPr id="27" name="AutoShape 5">
            <a:extLst>
              <a:ext uri="{FF2B5EF4-FFF2-40B4-BE49-F238E27FC236}">
                <a16:creationId xmlns:a16="http://schemas.microsoft.com/office/drawing/2014/main" id="{AC7E10BA-728D-4A28-9BFD-8CB9D635778B}"/>
              </a:ext>
            </a:extLst>
          </p:cNvPr>
          <p:cNvSpPr>
            <a:spLocks/>
          </p:cNvSpPr>
          <p:nvPr/>
        </p:nvSpPr>
        <p:spPr bwMode="auto">
          <a:xfrm>
            <a:off x="1455738" y="4643438"/>
            <a:ext cx="263525" cy="1714500"/>
          </a:xfrm>
          <a:prstGeom prst="leftBrace">
            <a:avLst>
              <a:gd name="adj1" fmla="val 113855"/>
              <a:gd name="adj2" fmla="val 50000"/>
            </a:avLst>
          </a:prstGeom>
          <a:noFill/>
          <a:ln w="9525">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a:solidFill>
                <a:schemeClr val="bg1"/>
              </a:solidFill>
            </a:endParaRPr>
          </a:p>
        </p:txBody>
      </p:sp>
      <p:sp>
        <p:nvSpPr>
          <p:cNvPr id="28" name="Rectangle 3">
            <a:extLst>
              <a:ext uri="{FF2B5EF4-FFF2-40B4-BE49-F238E27FC236}">
                <a16:creationId xmlns:a16="http://schemas.microsoft.com/office/drawing/2014/main" id="{103BA5CB-7039-46C3-97C8-72BFFCD1FC63}"/>
              </a:ext>
            </a:extLst>
          </p:cNvPr>
          <p:cNvSpPr>
            <a:spLocks noChangeArrowheads="1"/>
          </p:cNvSpPr>
          <p:nvPr/>
        </p:nvSpPr>
        <p:spPr bwMode="auto">
          <a:xfrm>
            <a:off x="571500" y="828675"/>
            <a:ext cx="12858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rgbClr val="FFFF00"/>
                </a:solidFill>
              </a:rPr>
              <a:t>1. </a:t>
            </a:r>
            <a:r>
              <a:rPr lang="zh-CN" altLang="en-US">
                <a:solidFill>
                  <a:srgbClr val="FFFF00"/>
                </a:solidFill>
              </a:rPr>
              <a:t>光源</a:t>
            </a:r>
          </a:p>
        </p:txBody>
      </p:sp>
      <p:sp>
        <p:nvSpPr>
          <p:cNvPr id="30" name="Text Box 6">
            <a:extLst>
              <a:ext uri="{FF2B5EF4-FFF2-40B4-BE49-F238E27FC236}">
                <a16:creationId xmlns:a16="http://schemas.microsoft.com/office/drawing/2014/main" id="{4F2DCE14-8240-4623-A185-8CC64A1EB106}"/>
              </a:ext>
            </a:extLst>
          </p:cNvPr>
          <p:cNvSpPr txBox="1">
            <a:spLocks noChangeArrowheads="1"/>
          </p:cNvSpPr>
          <p:nvPr/>
        </p:nvSpPr>
        <p:spPr bwMode="auto">
          <a:xfrm>
            <a:off x="1785938" y="828675"/>
            <a:ext cx="5572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a:solidFill>
                  <a:schemeClr val="bg1"/>
                </a:solidFill>
                <a:ea typeface="仿宋_GB2312" pitchFamily="49" charset="-122"/>
              </a:rPr>
              <a:t>任何发光的物体都称为光源</a:t>
            </a:r>
          </a:p>
        </p:txBody>
      </p:sp>
      <p:sp>
        <p:nvSpPr>
          <p:cNvPr id="31" name="Text Box 16">
            <a:extLst>
              <a:ext uri="{FF2B5EF4-FFF2-40B4-BE49-F238E27FC236}">
                <a16:creationId xmlns:a16="http://schemas.microsoft.com/office/drawing/2014/main" id="{CE3E8C33-471A-449A-A080-96CED5E8199A}"/>
              </a:ext>
            </a:extLst>
          </p:cNvPr>
          <p:cNvSpPr txBox="1">
            <a:spLocks noChangeArrowheads="1"/>
          </p:cNvSpPr>
          <p:nvPr/>
        </p:nvSpPr>
        <p:spPr bwMode="auto">
          <a:xfrm>
            <a:off x="1928813" y="206375"/>
            <a:ext cx="5608637"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200">
                <a:solidFill>
                  <a:srgbClr val="76FB4D"/>
                </a:solidFill>
                <a:ea typeface="黑体" panose="02010609060101010101" pitchFamily="49" charset="-122"/>
              </a:rPr>
              <a:t>§14.2</a:t>
            </a:r>
            <a:r>
              <a:rPr lang="en-US" altLang="zh-CN" sz="3200">
                <a:solidFill>
                  <a:srgbClr val="76FB4D"/>
                </a:solidFill>
                <a:latin typeface="黑体" panose="02010609060101010101" pitchFamily="49" charset="-122"/>
                <a:ea typeface="黑体" panose="02010609060101010101" pitchFamily="49" charset="-122"/>
              </a:rPr>
              <a:t> </a:t>
            </a:r>
            <a:r>
              <a:rPr lang="zh-CN" altLang="en-US" sz="3200">
                <a:solidFill>
                  <a:srgbClr val="76FB4D"/>
                </a:solidFill>
                <a:latin typeface="宋体" panose="02010600030101010101" pitchFamily="2" charset="-122"/>
              </a:rPr>
              <a:t>光源 光波的叠加</a:t>
            </a:r>
            <a:endParaRPr lang="zh-CN" altLang="en-US" sz="3200" b="0">
              <a:latin typeface="宋体" panose="02010600030101010101" pitchFamily="2" charset="-122"/>
            </a:endParaRPr>
          </a:p>
        </p:txBody>
      </p:sp>
      <p:sp>
        <p:nvSpPr>
          <p:cNvPr id="12317" name="灯片编号占位符 1">
            <a:extLst>
              <a:ext uri="{FF2B5EF4-FFF2-40B4-BE49-F238E27FC236}">
                <a16:creationId xmlns:a16="http://schemas.microsoft.com/office/drawing/2014/main" id="{1C8EB746-A5DD-4C33-B6CB-FFEBAD959AFB}"/>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23611659-1A3E-4666-A883-B4CEB8E7F3D4}" type="slidenum">
              <a:rPr lang="en-US" altLang="zh-CN" b="0">
                <a:solidFill>
                  <a:srgbClr val="FF00FF"/>
                </a:solidFill>
              </a:rPr>
              <a:pPr eaLnBrk="1" hangingPunct="1"/>
              <a:t>19</a:t>
            </a:fld>
            <a:r>
              <a:rPr lang="en-US" altLang="zh-CN" b="0">
                <a:solidFill>
                  <a:srgbClr val="FF00FF"/>
                </a:solidFill>
              </a:rPr>
              <a:t>/25</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blinds(horizontal)">
                                      <p:cBhvr>
                                        <p:cTn id="7" dur="500"/>
                                        <p:tgtEl>
                                          <p:spTgt spid="3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wipe(left)">
                                      <p:cBhvr>
                                        <p:cTn id="12" dur="500"/>
                                        <p:tgtEl>
                                          <p:spTgt spid="28"/>
                                        </p:tgtEl>
                                      </p:cBhvr>
                                    </p:animEffect>
                                  </p:childTnLst>
                                </p:cTn>
                              </p:par>
                            </p:childTnLst>
                          </p:cTn>
                        </p:par>
                        <p:par>
                          <p:cTn id="13" fill="hold" nodeType="afterGroup">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30"/>
                                        </p:tgtEl>
                                        <p:attrNameLst>
                                          <p:attrName>style.visibility</p:attrName>
                                        </p:attrNameLst>
                                      </p:cBhvr>
                                      <p:to>
                                        <p:strVal val="visible"/>
                                      </p:to>
                                    </p:set>
                                    <p:animEffect transition="in" filter="wipe(left)">
                                      <p:cBhvr>
                                        <p:cTn id="16" dur="500"/>
                                        <p:tgtEl>
                                          <p:spTgt spid="30"/>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60420"/>
                                        </p:tgtEl>
                                        <p:attrNameLst>
                                          <p:attrName>style.visibility</p:attrName>
                                        </p:attrNameLst>
                                      </p:cBhvr>
                                      <p:to>
                                        <p:strVal val="visible"/>
                                      </p:to>
                                    </p:set>
                                    <p:animEffect transition="in" filter="wipe(left)">
                                      <p:cBhvr>
                                        <p:cTn id="21" dur="500"/>
                                        <p:tgtEl>
                                          <p:spTgt spid="60420"/>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60435"/>
                                        </p:tgtEl>
                                        <p:attrNameLst>
                                          <p:attrName>style.visibility</p:attrName>
                                        </p:attrNameLst>
                                      </p:cBhvr>
                                      <p:to>
                                        <p:strVal val="visible"/>
                                      </p:to>
                                    </p:set>
                                    <p:animEffect transition="in" filter="wipe(left)">
                                      <p:cBhvr>
                                        <p:cTn id="26" dur="500"/>
                                        <p:tgtEl>
                                          <p:spTgt spid="60435"/>
                                        </p:tgtEl>
                                      </p:cBhvr>
                                    </p:animEffect>
                                  </p:childTnLst>
                                </p:cTn>
                              </p:par>
                            </p:childTnLst>
                          </p:cTn>
                        </p:par>
                        <p:par>
                          <p:cTn id="27" fill="hold" nodeType="afterGroup">
                            <p:stCondLst>
                              <p:cond delay="500"/>
                            </p:stCondLst>
                            <p:childTnLst>
                              <p:par>
                                <p:cTn id="28" presetID="22" presetClass="entr" presetSubtype="8" fill="hold" grpId="0" nodeType="afterEffect">
                                  <p:stCondLst>
                                    <p:cond delay="0"/>
                                  </p:stCondLst>
                                  <p:childTnLst>
                                    <p:set>
                                      <p:cBhvr>
                                        <p:cTn id="29" dur="1" fill="hold">
                                          <p:stCondLst>
                                            <p:cond delay="0"/>
                                          </p:stCondLst>
                                        </p:cTn>
                                        <p:tgtEl>
                                          <p:spTgt spid="60421"/>
                                        </p:tgtEl>
                                        <p:attrNameLst>
                                          <p:attrName>style.visibility</p:attrName>
                                        </p:attrNameLst>
                                      </p:cBhvr>
                                      <p:to>
                                        <p:strVal val="visible"/>
                                      </p:to>
                                    </p:set>
                                    <p:animEffect transition="in" filter="wipe(left)">
                                      <p:cBhvr>
                                        <p:cTn id="30" dur="500"/>
                                        <p:tgtEl>
                                          <p:spTgt spid="60421"/>
                                        </p:tgtEl>
                                      </p:cBhvr>
                                    </p:animEffect>
                                  </p:childTnLst>
                                </p:cTn>
                              </p:par>
                            </p:childTnLst>
                          </p:cTn>
                        </p:par>
                        <p:par>
                          <p:cTn id="31" fill="hold" nodeType="afterGroup">
                            <p:stCondLst>
                              <p:cond delay="1000"/>
                            </p:stCondLst>
                            <p:childTnLst>
                              <p:par>
                                <p:cTn id="32" presetID="22" presetClass="entr" presetSubtype="8" fill="hold" grpId="0" nodeType="afterEffect">
                                  <p:stCondLst>
                                    <p:cond delay="0"/>
                                  </p:stCondLst>
                                  <p:childTnLst>
                                    <p:set>
                                      <p:cBhvr>
                                        <p:cTn id="33" dur="1" fill="hold">
                                          <p:stCondLst>
                                            <p:cond delay="0"/>
                                          </p:stCondLst>
                                        </p:cTn>
                                        <p:tgtEl>
                                          <p:spTgt spid="26"/>
                                        </p:tgtEl>
                                        <p:attrNameLst>
                                          <p:attrName>style.visibility</p:attrName>
                                        </p:attrNameLst>
                                      </p:cBhvr>
                                      <p:to>
                                        <p:strVal val="visible"/>
                                      </p:to>
                                    </p:set>
                                    <p:animEffect transition="in" filter="wipe(left)">
                                      <p:cBhvr>
                                        <p:cTn id="34" dur="500"/>
                                        <p:tgtEl>
                                          <p:spTgt spid="26"/>
                                        </p:tgtEl>
                                      </p:cBhvr>
                                    </p:animEffect>
                                  </p:childTnLst>
                                </p:cTn>
                              </p:par>
                            </p:childTnLst>
                          </p:cTn>
                        </p:par>
                        <p:par>
                          <p:cTn id="35" fill="hold" nodeType="afterGroup">
                            <p:stCondLst>
                              <p:cond delay="1500"/>
                            </p:stCondLst>
                            <p:childTnLst>
                              <p:par>
                                <p:cTn id="36" presetID="22" presetClass="entr" presetSubtype="8" fill="hold" grpId="0" nodeType="afterEffect">
                                  <p:stCondLst>
                                    <p:cond delay="0"/>
                                  </p:stCondLst>
                                  <p:childTnLst>
                                    <p:set>
                                      <p:cBhvr>
                                        <p:cTn id="37" dur="1" fill="hold">
                                          <p:stCondLst>
                                            <p:cond delay="0"/>
                                          </p:stCondLst>
                                        </p:cTn>
                                        <p:tgtEl>
                                          <p:spTgt spid="27"/>
                                        </p:tgtEl>
                                        <p:attrNameLst>
                                          <p:attrName>style.visibility</p:attrName>
                                        </p:attrNameLst>
                                      </p:cBhvr>
                                      <p:to>
                                        <p:strVal val="visible"/>
                                      </p:to>
                                    </p:set>
                                    <p:animEffect transition="in" filter="wipe(left)">
                                      <p:cBhvr>
                                        <p:cTn id="38" dur="500"/>
                                        <p:tgtEl>
                                          <p:spTgt spid="27"/>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60422"/>
                                        </p:tgtEl>
                                        <p:attrNameLst>
                                          <p:attrName>style.visibility</p:attrName>
                                        </p:attrNameLst>
                                      </p:cBhvr>
                                      <p:to>
                                        <p:strVal val="visible"/>
                                      </p:to>
                                    </p:set>
                                    <p:animEffect transition="in" filter="wipe(left)">
                                      <p:cBhvr>
                                        <p:cTn id="43" dur="500"/>
                                        <p:tgtEl>
                                          <p:spTgt spid="60422"/>
                                        </p:tgtEl>
                                      </p:cBhvr>
                                    </p:animEffect>
                                  </p:childTnLst>
                                </p:cTn>
                              </p:par>
                            </p:childTnLst>
                          </p:cTn>
                        </p:par>
                        <p:par>
                          <p:cTn id="44" fill="hold" nodeType="withGroup">
                            <p:stCondLst>
                              <p:cond delay="500"/>
                            </p:stCondLst>
                            <p:childTnLst>
                              <p:par>
                                <p:cTn id="45" presetID="22" presetClass="entr" presetSubtype="8" fill="hold" grpId="0" nodeType="afterEffect">
                                  <p:stCondLst>
                                    <p:cond delay="0"/>
                                  </p:stCondLst>
                                  <p:childTnLst>
                                    <p:set>
                                      <p:cBhvr>
                                        <p:cTn id="46" dur="1" fill="hold">
                                          <p:stCondLst>
                                            <p:cond delay="0"/>
                                          </p:stCondLst>
                                        </p:cTn>
                                        <p:tgtEl>
                                          <p:spTgt spid="60426"/>
                                        </p:tgtEl>
                                        <p:attrNameLst>
                                          <p:attrName>style.visibility</p:attrName>
                                        </p:attrNameLst>
                                      </p:cBhvr>
                                      <p:to>
                                        <p:strVal val="visible"/>
                                      </p:to>
                                    </p:set>
                                    <p:animEffect transition="in" filter="wipe(left)">
                                      <p:cBhvr>
                                        <p:cTn id="47" dur="500"/>
                                        <p:tgtEl>
                                          <p:spTgt spid="60426"/>
                                        </p:tgtEl>
                                      </p:cBhvr>
                                    </p:animEffect>
                                  </p:childTnLst>
                                </p:cTn>
                              </p:par>
                            </p:childTnLst>
                          </p:cTn>
                        </p:par>
                        <p:par>
                          <p:cTn id="48" fill="hold" nodeType="afterGroup">
                            <p:stCondLst>
                              <p:cond delay="1000"/>
                            </p:stCondLst>
                            <p:childTnLst>
                              <p:par>
                                <p:cTn id="49" presetID="4" presetClass="entr" presetSubtype="32" fill="hold" nodeType="afterEffect">
                                  <p:stCondLst>
                                    <p:cond delay="0"/>
                                  </p:stCondLst>
                                  <p:childTnLst>
                                    <p:set>
                                      <p:cBhvr>
                                        <p:cTn id="50" dur="1" fill="hold">
                                          <p:stCondLst>
                                            <p:cond delay="0"/>
                                          </p:stCondLst>
                                        </p:cTn>
                                        <p:tgtEl>
                                          <p:spTgt spid="60430"/>
                                        </p:tgtEl>
                                        <p:attrNameLst>
                                          <p:attrName>style.visibility</p:attrName>
                                        </p:attrNameLst>
                                      </p:cBhvr>
                                      <p:to>
                                        <p:strVal val="visible"/>
                                      </p:to>
                                    </p:set>
                                    <p:animEffect transition="in" filter="box(out)">
                                      <p:cBhvr>
                                        <p:cTn id="51" dur="500"/>
                                        <p:tgtEl>
                                          <p:spTgt spid="60430"/>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60423"/>
                                        </p:tgtEl>
                                        <p:attrNameLst>
                                          <p:attrName>style.visibility</p:attrName>
                                        </p:attrNameLst>
                                      </p:cBhvr>
                                      <p:to>
                                        <p:strVal val="visible"/>
                                      </p:to>
                                    </p:set>
                                    <p:animEffect transition="in" filter="wipe(left)">
                                      <p:cBhvr>
                                        <p:cTn id="56" dur="500"/>
                                        <p:tgtEl>
                                          <p:spTgt spid="60423"/>
                                        </p:tgtEl>
                                      </p:cBhvr>
                                    </p:animEffect>
                                  </p:childTnLst>
                                </p:cTn>
                              </p:par>
                            </p:childTnLst>
                          </p:cTn>
                        </p:par>
                        <p:par>
                          <p:cTn id="57" fill="hold" nodeType="withGroup">
                            <p:stCondLst>
                              <p:cond delay="500"/>
                            </p:stCondLst>
                            <p:childTnLst>
                              <p:par>
                                <p:cTn id="58" presetID="22" presetClass="entr" presetSubtype="8" fill="hold" grpId="0" nodeType="afterEffect">
                                  <p:stCondLst>
                                    <p:cond delay="0"/>
                                  </p:stCondLst>
                                  <p:childTnLst>
                                    <p:set>
                                      <p:cBhvr>
                                        <p:cTn id="59" dur="1" fill="hold">
                                          <p:stCondLst>
                                            <p:cond delay="0"/>
                                          </p:stCondLst>
                                        </p:cTn>
                                        <p:tgtEl>
                                          <p:spTgt spid="60427"/>
                                        </p:tgtEl>
                                        <p:attrNameLst>
                                          <p:attrName>style.visibility</p:attrName>
                                        </p:attrNameLst>
                                      </p:cBhvr>
                                      <p:to>
                                        <p:strVal val="visible"/>
                                      </p:to>
                                    </p:set>
                                    <p:animEffect transition="in" filter="wipe(left)">
                                      <p:cBhvr>
                                        <p:cTn id="60" dur="500"/>
                                        <p:tgtEl>
                                          <p:spTgt spid="60427"/>
                                        </p:tgtEl>
                                      </p:cBhvr>
                                    </p:animEffect>
                                  </p:childTnLst>
                                </p:cTn>
                              </p:par>
                            </p:childTnLst>
                          </p:cTn>
                        </p:par>
                        <p:par>
                          <p:cTn id="61" fill="hold" nodeType="afterGroup">
                            <p:stCondLst>
                              <p:cond delay="1000"/>
                            </p:stCondLst>
                            <p:childTnLst>
                              <p:par>
                                <p:cTn id="62" presetID="9" presetClass="entr" presetSubtype="0" fill="hold" nodeType="afterEffect">
                                  <p:stCondLst>
                                    <p:cond delay="0"/>
                                  </p:stCondLst>
                                  <p:childTnLst>
                                    <p:set>
                                      <p:cBhvr>
                                        <p:cTn id="63" dur="1" fill="hold">
                                          <p:stCondLst>
                                            <p:cond delay="0"/>
                                          </p:stCondLst>
                                        </p:cTn>
                                        <p:tgtEl>
                                          <p:spTgt spid="60431"/>
                                        </p:tgtEl>
                                        <p:attrNameLst>
                                          <p:attrName>style.visibility</p:attrName>
                                        </p:attrNameLst>
                                      </p:cBhvr>
                                      <p:to>
                                        <p:strVal val="visible"/>
                                      </p:to>
                                    </p:set>
                                    <p:animEffect transition="in" filter="dissolve">
                                      <p:cBhvr>
                                        <p:cTn id="64" dur="500"/>
                                        <p:tgtEl>
                                          <p:spTgt spid="60431"/>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8" fill="hold" grpId="0" nodeType="clickEffect">
                                  <p:stCondLst>
                                    <p:cond delay="0"/>
                                  </p:stCondLst>
                                  <p:childTnLst>
                                    <p:set>
                                      <p:cBhvr>
                                        <p:cTn id="68" dur="1" fill="hold">
                                          <p:stCondLst>
                                            <p:cond delay="0"/>
                                          </p:stCondLst>
                                        </p:cTn>
                                        <p:tgtEl>
                                          <p:spTgt spid="60424"/>
                                        </p:tgtEl>
                                        <p:attrNameLst>
                                          <p:attrName>style.visibility</p:attrName>
                                        </p:attrNameLst>
                                      </p:cBhvr>
                                      <p:to>
                                        <p:strVal val="visible"/>
                                      </p:to>
                                    </p:set>
                                    <p:animEffect transition="in" filter="wipe(left)">
                                      <p:cBhvr>
                                        <p:cTn id="69" dur="500"/>
                                        <p:tgtEl>
                                          <p:spTgt spid="60424"/>
                                        </p:tgtEl>
                                      </p:cBhvr>
                                    </p:animEffect>
                                  </p:childTnLst>
                                </p:cTn>
                              </p:par>
                            </p:childTnLst>
                          </p:cTn>
                        </p:par>
                        <p:par>
                          <p:cTn id="70" fill="hold" nodeType="withGroup">
                            <p:stCondLst>
                              <p:cond delay="500"/>
                            </p:stCondLst>
                            <p:childTnLst>
                              <p:par>
                                <p:cTn id="71" presetID="22" presetClass="entr" presetSubtype="8" fill="hold" grpId="0" nodeType="afterEffect">
                                  <p:stCondLst>
                                    <p:cond delay="0"/>
                                  </p:stCondLst>
                                  <p:childTnLst>
                                    <p:set>
                                      <p:cBhvr>
                                        <p:cTn id="72" dur="1" fill="hold">
                                          <p:stCondLst>
                                            <p:cond delay="0"/>
                                          </p:stCondLst>
                                        </p:cTn>
                                        <p:tgtEl>
                                          <p:spTgt spid="60428"/>
                                        </p:tgtEl>
                                        <p:attrNameLst>
                                          <p:attrName>style.visibility</p:attrName>
                                        </p:attrNameLst>
                                      </p:cBhvr>
                                      <p:to>
                                        <p:strVal val="visible"/>
                                      </p:to>
                                    </p:set>
                                    <p:animEffect transition="in" filter="wipe(left)">
                                      <p:cBhvr>
                                        <p:cTn id="73" dur="500"/>
                                        <p:tgtEl>
                                          <p:spTgt spid="60428"/>
                                        </p:tgtEl>
                                      </p:cBhvr>
                                    </p:animEffect>
                                  </p:childTnLst>
                                </p:cTn>
                              </p:par>
                            </p:childTnLst>
                          </p:cTn>
                        </p:par>
                        <p:par>
                          <p:cTn id="74" fill="hold" nodeType="afterGroup">
                            <p:stCondLst>
                              <p:cond delay="1000"/>
                            </p:stCondLst>
                            <p:childTnLst>
                              <p:par>
                                <p:cTn id="75" presetID="4" presetClass="entr" presetSubtype="32" fill="hold" grpId="0" nodeType="afterEffect">
                                  <p:stCondLst>
                                    <p:cond delay="0"/>
                                  </p:stCondLst>
                                  <p:childTnLst>
                                    <p:set>
                                      <p:cBhvr>
                                        <p:cTn id="76" dur="1" fill="hold">
                                          <p:stCondLst>
                                            <p:cond delay="0"/>
                                          </p:stCondLst>
                                        </p:cTn>
                                        <p:tgtEl>
                                          <p:spTgt spid="60432"/>
                                        </p:tgtEl>
                                        <p:attrNameLst>
                                          <p:attrName>style.visibility</p:attrName>
                                        </p:attrNameLst>
                                      </p:cBhvr>
                                      <p:to>
                                        <p:strVal val="visible"/>
                                      </p:to>
                                    </p:set>
                                    <p:animEffect transition="in" filter="box(out)">
                                      <p:cBhvr>
                                        <p:cTn id="77" dur="500"/>
                                        <p:tgtEl>
                                          <p:spTgt spid="60432"/>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60425"/>
                                        </p:tgtEl>
                                        <p:attrNameLst>
                                          <p:attrName>style.visibility</p:attrName>
                                        </p:attrNameLst>
                                      </p:cBhvr>
                                      <p:to>
                                        <p:strVal val="visible"/>
                                      </p:to>
                                    </p:set>
                                    <p:animEffect transition="in" filter="wipe(left)">
                                      <p:cBhvr>
                                        <p:cTn id="82" dur="500"/>
                                        <p:tgtEl>
                                          <p:spTgt spid="60425"/>
                                        </p:tgtEl>
                                      </p:cBhvr>
                                    </p:animEffect>
                                  </p:childTnLst>
                                </p:cTn>
                              </p:par>
                            </p:childTnLst>
                          </p:cTn>
                        </p:par>
                        <p:par>
                          <p:cTn id="83" fill="hold" nodeType="withGroup">
                            <p:stCondLst>
                              <p:cond delay="500"/>
                            </p:stCondLst>
                            <p:childTnLst>
                              <p:par>
                                <p:cTn id="84" presetID="22" presetClass="entr" presetSubtype="8" fill="hold" grpId="0" nodeType="afterEffect">
                                  <p:stCondLst>
                                    <p:cond delay="0"/>
                                  </p:stCondLst>
                                  <p:childTnLst>
                                    <p:set>
                                      <p:cBhvr>
                                        <p:cTn id="85" dur="1" fill="hold">
                                          <p:stCondLst>
                                            <p:cond delay="0"/>
                                          </p:stCondLst>
                                        </p:cTn>
                                        <p:tgtEl>
                                          <p:spTgt spid="60429"/>
                                        </p:tgtEl>
                                        <p:attrNameLst>
                                          <p:attrName>style.visibility</p:attrName>
                                        </p:attrNameLst>
                                      </p:cBhvr>
                                      <p:to>
                                        <p:strVal val="visible"/>
                                      </p:to>
                                    </p:set>
                                    <p:animEffect transition="in" filter="wipe(left)">
                                      <p:cBhvr>
                                        <p:cTn id="86" dur="500"/>
                                        <p:tgtEl>
                                          <p:spTgt spid="60429"/>
                                        </p:tgtEl>
                                      </p:cBhvr>
                                    </p:animEffect>
                                  </p:childTnLst>
                                </p:cTn>
                              </p:par>
                            </p:childTnLst>
                          </p:cTn>
                        </p:par>
                        <p:par>
                          <p:cTn id="87" fill="hold" nodeType="afterGroup">
                            <p:stCondLst>
                              <p:cond delay="1000"/>
                            </p:stCondLst>
                            <p:childTnLst>
                              <p:par>
                                <p:cTn id="88" presetID="4" presetClass="entr" presetSubtype="32" fill="hold" nodeType="afterEffect">
                                  <p:stCondLst>
                                    <p:cond delay="0"/>
                                  </p:stCondLst>
                                  <p:childTnLst>
                                    <p:set>
                                      <p:cBhvr>
                                        <p:cTn id="89" dur="1" fill="hold">
                                          <p:stCondLst>
                                            <p:cond delay="0"/>
                                          </p:stCondLst>
                                        </p:cTn>
                                        <p:tgtEl>
                                          <p:spTgt spid="60433"/>
                                        </p:tgtEl>
                                        <p:attrNameLst>
                                          <p:attrName>style.visibility</p:attrName>
                                        </p:attrNameLst>
                                      </p:cBhvr>
                                      <p:to>
                                        <p:strVal val="visible"/>
                                      </p:to>
                                    </p:set>
                                    <p:animEffect transition="in" filter="box(out)">
                                      <p:cBhvr>
                                        <p:cTn id="90" dur="500"/>
                                        <p:tgtEl>
                                          <p:spTgt spid="60433"/>
                                        </p:tgtEl>
                                      </p:cBhvr>
                                    </p:animEffect>
                                  </p:childTnLst>
                                </p:cTn>
                              </p:par>
                            </p:childTnLst>
                          </p:cTn>
                        </p:par>
                        <p:par>
                          <p:cTn id="91" fill="hold" nodeType="afterGroup">
                            <p:stCondLst>
                              <p:cond delay="1500"/>
                            </p:stCondLst>
                            <p:childTnLst>
                              <p:par>
                                <p:cTn id="92" presetID="1" presetClass="entr" presetSubtype="0" fill="hold" nodeType="afterEffect">
                                  <p:stCondLst>
                                    <p:cond delay="0"/>
                                  </p:stCondLst>
                                  <p:childTnLst>
                                    <p:set>
                                      <p:cBhvr>
                                        <p:cTn id="93" dur="1" fill="hold">
                                          <p:stCondLst>
                                            <p:cond delay="499"/>
                                          </p:stCondLst>
                                        </p:cTn>
                                        <p:tgtEl>
                                          <p:spTgt spid="60434"/>
                                        </p:tgtEl>
                                        <p:attrNameLst>
                                          <p:attrName>style.visibility</p:attrName>
                                        </p:attrNameLst>
                                      </p:cBhvr>
                                      <p:to>
                                        <p:strVal val="visible"/>
                                      </p:to>
                                    </p:set>
                                  </p:childTnLst>
                                </p:cTn>
                              </p:par>
                            </p:childTnLst>
                          </p:cTn>
                        </p:par>
                      </p:childTnLst>
                    </p:cTn>
                  </p:par>
                  <p:par>
                    <p:cTn id="94" fill="hold" nodeType="clickPar">
                      <p:stCondLst>
                        <p:cond delay="indefinite"/>
                      </p:stCondLst>
                      <p:childTnLst>
                        <p:par>
                          <p:cTn id="95" fill="hold" nodeType="withGroup">
                            <p:stCondLst>
                              <p:cond delay="0"/>
                            </p:stCondLst>
                            <p:childTnLst>
                              <p:par>
                                <p:cTn id="96" presetID="3" presetClass="entr" presetSubtype="10" fill="hold" grpId="0" nodeType="clickEffect">
                                  <p:stCondLst>
                                    <p:cond delay="0"/>
                                  </p:stCondLst>
                                  <p:childTnLst>
                                    <p:set>
                                      <p:cBhvr>
                                        <p:cTn id="97" dur="1" fill="hold">
                                          <p:stCondLst>
                                            <p:cond delay="0"/>
                                          </p:stCondLst>
                                        </p:cTn>
                                        <p:tgtEl>
                                          <p:spTgt spid="21"/>
                                        </p:tgtEl>
                                        <p:attrNameLst>
                                          <p:attrName>style.visibility</p:attrName>
                                        </p:attrNameLst>
                                      </p:cBhvr>
                                      <p:to>
                                        <p:strVal val="visible"/>
                                      </p:to>
                                    </p:set>
                                    <p:animEffect transition="in" filter="blinds(horizontal)">
                                      <p:cBhvr>
                                        <p:cTn id="98" dur="500"/>
                                        <p:tgtEl>
                                          <p:spTgt spid="21"/>
                                        </p:tgtEl>
                                      </p:cBhvr>
                                    </p:animEffect>
                                  </p:childTnLst>
                                </p:cTn>
                              </p:par>
                            </p:childTnLst>
                          </p:cTn>
                        </p:par>
                        <p:par>
                          <p:cTn id="99" fill="hold" nodeType="afterGroup">
                            <p:stCondLst>
                              <p:cond delay="500"/>
                            </p:stCondLst>
                            <p:childTnLst>
                              <p:par>
                                <p:cTn id="100" presetID="3" presetClass="entr" presetSubtype="10" fill="hold" grpId="0" nodeType="afterEffect">
                                  <p:stCondLst>
                                    <p:cond delay="0"/>
                                  </p:stCondLst>
                                  <p:childTnLst>
                                    <p:set>
                                      <p:cBhvr>
                                        <p:cTn id="101" dur="1" fill="hold">
                                          <p:stCondLst>
                                            <p:cond delay="0"/>
                                          </p:stCondLst>
                                        </p:cTn>
                                        <p:tgtEl>
                                          <p:spTgt spid="22"/>
                                        </p:tgtEl>
                                        <p:attrNameLst>
                                          <p:attrName>style.visibility</p:attrName>
                                        </p:attrNameLst>
                                      </p:cBhvr>
                                      <p:to>
                                        <p:strVal val="visible"/>
                                      </p:to>
                                    </p:set>
                                    <p:animEffect transition="in" filter="blinds(horizontal)">
                                      <p:cBhvr>
                                        <p:cTn id="102" dur="500"/>
                                        <p:tgtEl>
                                          <p:spTgt spid="22"/>
                                        </p:tgtEl>
                                      </p:cBhvr>
                                    </p:animEffect>
                                  </p:childTnLst>
                                </p:cTn>
                              </p:par>
                            </p:childTnLst>
                          </p:cTn>
                        </p:par>
                        <p:par>
                          <p:cTn id="103" fill="hold" nodeType="afterGroup">
                            <p:stCondLst>
                              <p:cond delay="1000"/>
                            </p:stCondLst>
                            <p:childTnLst>
                              <p:par>
                                <p:cTn id="104" presetID="3" presetClass="entr" presetSubtype="10" fill="hold" grpId="0" nodeType="afterEffect">
                                  <p:stCondLst>
                                    <p:cond delay="0"/>
                                  </p:stCondLst>
                                  <p:childTnLst>
                                    <p:set>
                                      <p:cBhvr>
                                        <p:cTn id="105" dur="1" fill="hold">
                                          <p:stCondLst>
                                            <p:cond delay="0"/>
                                          </p:stCondLst>
                                        </p:cTn>
                                        <p:tgtEl>
                                          <p:spTgt spid="20"/>
                                        </p:tgtEl>
                                        <p:attrNameLst>
                                          <p:attrName>style.visibility</p:attrName>
                                        </p:attrNameLst>
                                      </p:cBhvr>
                                      <p:to>
                                        <p:strVal val="visible"/>
                                      </p:to>
                                    </p:set>
                                    <p:animEffect transition="in" filter="blinds(horizontal)">
                                      <p:cBhvr>
                                        <p:cTn id="106" dur="500"/>
                                        <p:tgtEl>
                                          <p:spTgt spid="20"/>
                                        </p:tgtEl>
                                      </p:cBhvr>
                                    </p:animEffect>
                                  </p:childTnLst>
                                </p:cTn>
                              </p:par>
                            </p:childTnLst>
                          </p:cTn>
                        </p:par>
                      </p:childTnLst>
                    </p:cTn>
                  </p:par>
                  <p:par>
                    <p:cTn id="107" fill="hold" nodeType="clickPar">
                      <p:stCondLst>
                        <p:cond delay="indefinite"/>
                      </p:stCondLst>
                      <p:childTnLst>
                        <p:par>
                          <p:cTn id="108" fill="hold" nodeType="withGroup">
                            <p:stCondLst>
                              <p:cond delay="0"/>
                            </p:stCondLst>
                            <p:childTnLst>
                              <p:par>
                                <p:cTn id="109" presetID="3" presetClass="entr" presetSubtype="10" fill="hold" grpId="0" nodeType="clickEffect">
                                  <p:stCondLst>
                                    <p:cond delay="0"/>
                                  </p:stCondLst>
                                  <p:childTnLst>
                                    <p:set>
                                      <p:cBhvr>
                                        <p:cTn id="110" dur="1" fill="hold">
                                          <p:stCondLst>
                                            <p:cond delay="0"/>
                                          </p:stCondLst>
                                        </p:cTn>
                                        <p:tgtEl>
                                          <p:spTgt spid="23"/>
                                        </p:tgtEl>
                                        <p:attrNameLst>
                                          <p:attrName>style.visibility</p:attrName>
                                        </p:attrNameLst>
                                      </p:cBhvr>
                                      <p:to>
                                        <p:strVal val="visible"/>
                                      </p:to>
                                    </p:set>
                                    <p:animEffect transition="in" filter="blinds(horizontal)">
                                      <p:cBhvr>
                                        <p:cTn id="111" dur="500"/>
                                        <p:tgtEl>
                                          <p:spTgt spid="23"/>
                                        </p:tgtEl>
                                      </p:cBhvr>
                                    </p:animEffect>
                                  </p:childTnLst>
                                </p:cTn>
                              </p:par>
                            </p:childTnLst>
                          </p:cTn>
                        </p:par>
                        <p:par>
                          <p:cTn id="112" fill="hold" nodeType="afterGroup">
                            <p:stCondLst>
                              <p:cond delay="500"/>
                            </p:stCondLst>
                            <p:childTnLst>
                              <p:par>
                                <p:cTn id="113" presetID="3" presetClass="entr" presetSubtype="10" fill="hold" grpId="0" nodeType="afterEffect">
                                  <p:stCondLst>
                                    <p:cond delay="0"/>
                                  </p:stCondLst>
                                  <p:childTnLst>
                                    <p:set>
                                      <p:cBhvr>
                                        <p:cTn id="114" dur="1" fill="hold">
                                          <p:stCondLst>
                                            <p:cond delay="0"/>
                                          </p:stCondLst>
                                        </p:cTn>
                                        <p:tgtEl>
                                          <p:spTgt spid="25"/>
                                        </p:tgtEl>
                                        <p:attrNameLst>
                                          <p:attrName>style.visibility</p:attrName>
                                        </p:attrNameLst>
                                      </p:cBhvr>
                                      <p:to>
                                        <p:strVal val="visible"/>
                                      </p:to>
                                    </p:set>
                                    <p:animEffect transition="in" filter="blinds(horizontal)">
                                      <p:cBhvr>
                                        <p:cTn id="115" dur="500"/>
                                        <p:tgtEl>
                                          <p:spTgt spid="25"/>
                                        </p:tgtEl>
                                      </p:cBhvr>
                                    </p:animEffect>
                                  </p:childTnLst>
                                </p:cTn>
                              </p:par>
                            </p:childTnLst>
                          </p:cTn>
                        </p:par>
                        <p:par>
                          <p:cTn id="116" fill="hold" nodeType="afterGroup">
                            <p:stCondLst>
                              <p:cond delay="1000"/>
                            </p:stCondLst>
                            <p:childTnLst>
                              <p:par>
                                <p:cTn id="117" presetID="3" presetClass="entr" presetSubtype="10" fill="hold" grpId="0" nodeType="afterEffect">
                                  <p:stCondLst>
                                    <p:cond delay="0"/>
                                  </p:stCondLst>
                                  <p:childTnLst>
                                    <p:set>
                                      <p:cBhvr>
                                        <p:cTn id="118" dur="1" fill="hold">
                                          <p:stCondLst>
                                            <p:cond delay="0"/>
                                          </p:stCondLst>
                                        </p:cTn>
                                        <p:tgtEl>
                                          <p:spTgt spid="24"/>
                                        </p:tgtEl>
                                        <p:attrNameLst>
                                          <p:attrName>style.visibility</p:attrName>
                                        </p:attrNameLst>
                                      </p:cBhvr>
                                      <p:to>
                                        <p:strVal val="visible"/>
                                      </p:to>
                                    </p:set>
                                    <p:animEffect transition="in" filter="blinds(horizontal)">
                                      <p:cBhvr>
                                        <p:cTn id="119"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20" grpId="0"/>
      <p:bldP spid="60421" grpId="0" animBg="1"/>
      <p:bldP spid="60422" grpId="0" autoUpdateAnimBg="0"/>
      <p:bldP spid="60423" grpId="0" autoUpdateAnimBg="0"/>
      <p:bldP spid="60424" grpId="0" autoUpdateAnimBg="0"/>
      <p:bldP spid="60425" grpId="0" autoUpdateAnimBg="0"/>
      <p:bldP spid="60426" grpId="0"/>
      <p:bldP spid="60427" grpId="0"/>
      <p:bldP spid="60428" grpId="0"/>
      <p:bldP spid="60429" grpId="0"/>
      <p:bldP spid="60432" grpId="0" animBg="1" autoUpdateAnimBg="0"/>
      <p:bldP spid="60435" grpId="0" animBg="1" autoUpdateAnimBg="0"/>
      <p:bldP spid="20" grpId="0"/>
      <p:bldP spid="21" grpId="0"/>
      <p:bldP spid="22" grpId="0"/>
      <p:bldP spid="23" grpId="0"/>
      <p:bldP spid="24" grpId="0"/>
      <p:bldP spid="25" grpId="0"/>
      <p:bldP spid="26" grpId="0" animBg="1" autoUpdateAnimBg="0"/>
      <p:bldP spid="27" grpId="0" animBg="1"/>
      <p:bldP spid="28" grpId="0"/>
      <p:bldP spid="30" grpId="0"/>
      <p:bldP spid="31" grpId="0"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10306A20-A822-43AE-AB76-737A5D10CEE1}"/>
              </a:ext>
            </a:extLst>
          </p:cNvPr>
          <p:cNvSpPr>
            <a:spLocks noChangeArrowheads="1"/>
          </p:cNvSpPr>
          <p:nvPr/>
        </p:nvSpPr>
        <p:spPr bwMode="auto">
          <a:xfrm>
            <a:off x="785813" y="954088"/>
            <a:ext cx="2928937" cy="183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ts val="3500"/>
              </a:lnSpc>
              <a:buClr>
                <a:srgbClr val="FF9900"/>
              </a:buClr>
              <a:buSzPct val="80000"/>
              <a:buFont typeface="Wingdings" panose="05000000000000000000" pitchFamily="2" charset="2"/>
              <a:buChar char="u"/>
            </a:pPr>
            <a:r>
              <a:rPr kumimoji="0" lang="zh-CN" altLang="en-US" dirty="0">
                <a:solidFill>
                  <a:schemeClr val="bg1"/>
                </a:solidFill>
                <a:ea typeface="仿宋_GB2312" pitchFamily="49" charset="-122"/>
              </a:rPr>
              <a:t> 自发辐射：</a:t>
            </a:r>
            <a:endParaRPr kumimoji="0" lang="en-US" altLang="zh-CN" dirty="0">
              <a:solidFill>
                <a:schemeClr val="bg1"/>
              </a:solidFill>
              <a:ea typeface="仿宋_GB2312" pitchFamily="49" charset="-122"/>
            </a:endParaRPr>
          </a:p>
          <a:p>
            <a:pPr eaLnBrk="1" hangingPunct="1">
              <a:lnSpc>
                <a:spcPts val="3500"/>
              </a:lnSpc>
              <a:buClr>
                <a:srgbClr val="FF9900"/>
              </a:buClr>
              <a:buSzPct val="80000"/>
            </a:pPr>
            <a:r>
              <a:rPr kumimoji="0" lang="zh-CN" altLang="en-US" sz="2000" dirty="0">
                <a:solidFill>
                  <a:schemeClr val="bg1"/>
                </a:solidFill>
                <a:ea typeface="仿宋_GB2312" pitchFamily="49" charset="-122"/>
              </a:rPr>
              <a:t>处于高能级的粒子，在没有外界的影响下，自发地向低能级跃迁</a:t>
            </a:r>
          </a:p>
        </p:txBody>
      </p:sp>
      <p:sp>
        <p:nvSpPr>
          <p:cNvPr id="61443" name="Rectangle 3">
            <a:extLst>
              <a:ext uri="{FF2B5EF4-FFF2-40B4-BE49-F238E27FC236}">
                <a16:creationId xmlns:a16="http://schemas.microsoft.com/office/drawing/2014/main" id="{622D63EC-61BA-4ADF-BF32-9CB67B81329B}"/>
              </a:ext>
            </a:extLst>
          </p:cNvPr>
          <p:cNvSpPr>
            <a:spLocks noChangeArrowheads="1"/>
          </p:cNvSpPr>
          <p:nvPr/>
        </p:nvSpPr>
        <p:spPr bwMode="auto">
          <a:xfrm>
            <a:off x="482600" y="357188"/>
            <a:ext cx="27559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rgbClr val="FFFF00"/>
                </a:solidFill>
              </a:rPr>
              <a:t>2. </a:t>
            </a:r>
            <a:r>
              <a:rPr lang="zh-CN" altLang="en-US">
                <a:solidFill>
                  <a:srgbClr val="FFFF00"/>
                </a:solidFill>
              </a:rPr>
              <a:t>光源发光机理</a:t>
            </a:r>
          </a:p>
        </p:txBody>
      </p:sp>
      <p:grpSp>
        <p:nvGrpSpPr>
          <p:cNvPr id="2" name="Group 4">
            <a:extLst>
              <a:ext uri="{FF2B5EF4-FFF2-40B4-BE49-F238E27FC236}">
                <a16:creationId xmlns:a16="http://schemas.microsoft.com/office/drawing/2014/main" id="{DA5C3F97-4DD2-467B-A55C-44D18764EE8A}"/>
              </a:ext>
            </a:extLst>
          </p:cNvPr>
          <p:cNvGrpSpPr>
            <a:grpSpLocks/>
          </p:cNvGrpSpPr>
          <p:nvPr/>
        </p:nvGrpSpPr>
        <p:grpSpPr bwMode="auto">
          <a:xfrm>
            <a:off x="6786563" y="1157288"/>
            <a:ext cx="1428750" cy="295275"/>
            <a:chOff x="3921" y="2144"/>
            <a:chExt cx="900" cy="186"/>
          </a:xfrm>
        </p:grpSpPr>
        <p:sp>
          <p:nvSpPr>
            <p:cNvPr id="13362" name="Line 5">
              <a:extLst>
                <a:ext uri="{FF2B5EF4-FFF2-40B4-BE49-F238E27FC236}">
                  <a16:creationId xmlns:a16="http://schemas.microsoft.com/office/drawing/2014/main" id="{0684102C-B5FF-4D74-BB67-9E2882DC9D52}"/>
                </a:ext>
              </a:extLst>
            </p:cNvPr>
            <p:cNvSpPr>
              <a:spLocks noChangeShapeType="1"/>
            </p:cNvSpPr>
            <p:nvPr/>
          </p:nvSpPr>
          <p:spPr bwMode="auto">
            <a:xfrm>
              <a:off x="4477" y="2252"/>
              <a:ext cx="344" cy="0"/>
            </a:xfrm>
            <a:prstGeom prst="line">
              <a:avLst/>
            </a:prstGeom>
            <a:noFill/>
            <a:ln w="19050">
              <a:solidFill>
                <a:schemeClr val="bg1"/>
              </a:solidFill>
              <a:round/>
              <a:headEnd type="none" w="med" len="sm"/>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13363" name="Rectangle 6">
              <a:extLst>
                <a:ext uri="{FF2B5EF4-FFF2-40B4-BE49-F238E27FC236}">
                  <a16:creationId xmlns:a16="http://schemas.microsoft.com/office/drawing/2014/main" id="{31BC182A-C405-4802-8D34-15042755D547}"/>
                </a:ext>
              </a:extLst>
            </p:cNvPr>
            <p:cNvSpPr>
              <a:spLocks noChangeArrowheads="1"/>
            </p:cNvSpPr>
            <p:nvPr/>
          </p:nvSpPr>
          <p:spPr bwMode="auto">
            <a:xfrm>
              <a:off x="3921" y="2144"/>
              <a:ext cx="692" cy="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2700" tIns="12700" rIns="12700" bIns="12700"/>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2000">
                  <a:solidFill>
                    <a:schemeClr val="bg1"/>
                  </a:solidFill>
                  <a:latin typeface="楷体_GB2312" pitchFamily="49" charset="-122"/>
                  <a:ea typeface="楷体_GB2312" pitchFamily="49" charset="-122"/>
                </a:rPr>
                <a:t>光波列</a:t>
              </a:r>
              <a:endParaRPr lang="zh-CN" altLang="en-US" sz="2000" b="0">
                <a:solidFill>
                  <a:schemeClr val="bg1"/>
                </a:solidFill>
                <a:latin typeface="楷体_GB2312" pitchFamily="49" charset="-122"/>
                <a:ea typeface="楷体_GB2312" pitchFamily="49" charset="-122"/>
              </a:endParaRPr>
            </a:p>
          </p:txBody>
        </p:sp>
      </p:grpSp>
      <p:sp>
        <p:nvSpPr>
          <p:cNvPr id="61447" name="Line 7">
            <a:extLst>
              <a:ext uri="{FF2B5EF4-FFF2-40B4-BE49-F238E27FC236}">
                <a16:creationId xmlns:a16="http://schemas.microsoft.com/office/drawing/2014/main" id="{98627B47-D631-42E7-BAFA-DD025660FDF6}"/>
              </a:ext>
            </a:extLst>
          </p:cNvPr>
          <p:cNvSpPr>
            <a:spLocks noChangeShapeType="1"/>
          </p:cNvSpPr>
          <p:nvPr/>
        </p:nvSpPr>
        <p:spPr bwMode="auto">
          <a:xfrm>
            <a:off x="6713538" y="1954213"/>
            <a:ext cx="0" cy="673100"/>
          </a:xfrm>
          <a:prstGeom prst="line">
            <a:avLst/>
          </a:prstGeom>
          <a:noFill/>
          <a:ln w="12700">
            <a:solidFill>
              <a:schemeClr val="bg1"/>
            </a:solidFill>
            <a:round/>
            <a:headEnd type="none" w="med" len="sm"/>
            <a:tailEnd type="none" w="med" len="sm"/>
          </a:ln>
          <a:extLst>
            <a:ext uri="{909E8E84-426E-40DD-AFC4-6F175D3DCCD1}">
              <a14:hiddenFill xmlns:a14="http://schemas.microsoft.com/office/drawing/2010/main">
                <a:noFill/>
              </a14:hiddenFill>
            </a:ext>
          </a:extLst>
        </p:spPr>
        <p:txBody>
          <a:bodyPr/>
          <a:lstStyle/>
          <a:p>
            <a:endParaRPr lang="zh-CN" altLang="en-US"/>
          </a:p>
        </p:txBody>
      </p:sp>
      <p:sp>
        <p:nvSpPr>
          <p:cNvPr id="61448" name="Line 8">
            <a:extLst>
              <a:ext uri="{FF2B5EF4-FFF2-40B4-BE49-F238E27FC236}">
                <a16:creationId xmlns:a16="http://schemas.microsoft.com/office/drawing/2014/main" id="{0B0B4BBD-2D7C-4A52-901E-50A37C5DED9D}"/>
              </a:ext>
            </a:extLst>
          </p:cNvPr>
          <p:cNvSpPr>
            <a:spLocks noChangeShapeType="1"/>
          </p:cNvSpPr>
          <p:nvPr/>
        </p:nvSpPr>
        <p:spPr bwMode="auto">
          <a:xfrm>
            <a:off x="8528050" y="2001838"/>
            <a:ext cx="0" cy="673100"/>
          </a:xfrm>
          <a:prstGeom prst="line">
            <a:avLst/>
          </a:prstGeom>
          <a:noFill/>
          <a:ln w="12700">
            <a:solidFill>
              <a:schemeClr val="bg1"/>
            </a:solidFill>
            <a:round/>
            <a:headEnd type="none" w="med" len="sm"/>
            <a:tailEnd type="none" w="med" len="sm"/>
          </a:ln>
          <a:extLst>
            <a:ext uri="{909E8E84-426E-40DD-AFC4-6F175D3DCCD1}">
              <a14:hiddenFill xmlns:a14="http://schemas.microsoft.com/office/drawing/2010/main">
                <a:noFill/>
              </a14:hiddenFill>
            </a:ext>
          </a:extLst>
        </p:spPr>
        <p:txBody>
          <a:bodyPr/>
          <a:lstStyle/>
          <a:p>
            <a:endParaRPr lang="zh-CN" altLang="en-US"/>
          </a:p>
        </p:txBody>
      </p:sp>
      <p:sp>
        <p:nvSpPr>
          <p:cNvPr id="61449" name="Line 9">
            <a:extLst>
              <a:ext uri="{FF2B5EF4-FFF2-40B4-BE49-F238E27FC236}">
                <a16:creationId xmlns:a16="http://schemas.microsoft.com/office/drawing/2014/main" id="{0543CCF2-5C3D-48A5-B5DF-E4E23633A95D}"/>
              </a:ext>
            </a:extLst>
          </p:cNvPr>
          <p:cNvSpPr>
            <a:spLocks noChangeShapeType="1"/>
          </p:cNvSpPr>
          <p:nvPr/>
        </p:nvSpPr>
        <p:spPr bwMode="auto">
          <a:xfrm flipV="1">
            <a:off x="7921625" y="2554288"/>
            <a:ext cx="601663" cy="0"/>
          </a:xfrm>
          <a:prstGeom prst="line">
            <a:avLst/>
          </a:prstGeom>
          <a:noFill/>
          <a:ln w="12700">
            <a:solidFill>
              <a:schemeClr val="bg1"/>
            </a:solidFill>
            <a:round/>
            <a:headEnd type="none" w="sm" len="lg"/>
            <a:tailEnd type="triangle" w="sm" len="lg"/>
          </a:ln>
          <a:extLst>
            <a:ext uri="{909E8E84-426E-40DD-AFC4-6F175D3DCCD1}">
              <a14:hiddenFill xmlns:a14="http://schemas.microsoft.com/office/drawing/2010/main">
                <a:noFill/>
              </a14:hiddenFill>
            </a:ext>
          </a:extLst>
        </p:spPr>
        <p:txBody>
          <a:bodyPr/>
          <a:lstStyle/>
          <a:p>
            <a:endParaRPr lang="zh-CN" altLang="en-US"/>
          </a:p>
        </p:txBody>
      </p:sp>
      <p:grpSp>
        <p:nvGrpSpPr>
          <p:cNvPr id="3" name="Group 10">
            <a:extLst>
              <a:ext uri="{FF2B5EF4-FFF2-40B4-BE49-F238E27FC236}">
                <a16:creationId xmlns:a16="http://schemas.microsoft.com/office/drawing/2014/main" id="{FD184C7F-7A18-471D-B3CC-93F9A3128F99}"/>
              </a:ext>
            </a:extLst>
          </p:cNvPr>
          <p:cNvGrpSpPr>
            <a:grpSpLocks/>
          </p:cNvGrpSpPr>
          <p:nvPr/>
        </p:nvGrpSpPr>
        <p:grpSpPr bwMode="auto">
          <a:xfrm>
            <a:off x="4597400" y="1114425"/>
            <a:ext cx="503238" cy="1677988"/>
            <a:chOff x="2043" y="2087"/>
            <a:chExt cx="317" cy="1057"/>
          </a:xfrm>
        </p:grpSpPr>
        <p:pic>
          <p:nvPicPr>
            <p:cNvPr id="13359" name="Picture 11" descr="Untitled art 1">
              <a:extLst>
                <a:ext uri="{FF2B5EF4-FFF2-40B4-BE49-F238E27FC236}">
                  <a16:creationId xmlns:a16="http://schemas.microsoft.com/office/drawing/2014/main" id="{CB0F5DAD-CB10-4D8E-A516-A249F8A3F299}"/>
                </a:ext>
              </a:extLst>
            </p:cNvPr>
            <p:cNvPicPr>
              <a:picLocks noChangeAspect="1" noChangeArrowheads="1"/>
            </p:cNvPicPr>
            <p:nvPr/>
          </p:nvPicPr>
          <p:blipFill>
            <a:blip r:embed="rId3">
              <a:clrChange>
                <a:clrFrom>
                  <a:srgbClr val="006599"/>
                </a:clrFrom>
                <a:clrTo>
                  <a:srgbClr val="006599">
                    <a:alpha val="0"/>
                  </a:srgbClr>
                </a:clrTo>
              </a:clrChange>
              <a:extLst>
                <a:ext uri="{28A0092B-C50C-407E-A947-70E740481C1C}">
                  <a14:useLocalDpi xmlns:a14="http://schemas.microsoft.com/office/drawing/2010/main" val="0"/>
                </a:ext>
              </a:extLst>
            </a:blip>
            <a:srcRect r="12431"/>
            <a:stretch>
              <a:fillRect/>
            </a:stretch>
          </p:blipFill>
          <p:spPr bwMode="auto">
            <a:xfrm>
              <a:off x="2043" y="2807"/>
              <a:ext cx="317" cy="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60" name="Line 12">
              <a:extLst>
                <a:ext uri="{FF2B5EF4-FFF2-40B4-BE49-F238E27FC236}">
                  <a16:creationId xmlns:a16="http://schemas.microsoft.com/office/drawing/2014/main" id="{4330AC76-720B-45F5-8088-0F235907B934}"/>
                </a:ext>
              </a:extLst>
            </p:cNvPr>
            <p:cNvSpPr>
              <a:spLocks noChangeShapeType="1"/>
            </p:cNvSpPr>
            <p:nvPr/>
          </p:nvSpPr>
          <p:spPr bwMode="auto">
            <a:xfrm>
              <a:off x="2219" y="2487"/>
              <a:ext cx="0" cy="358"/>
            </a:xfrm>
            <a:prstGeom prst="line">
              <a:avLst/>
            </a:prstGeom>
            <a:noFill/>
            <a:ln w="28575">
              <a:solidFill>
                <a:schemeClr val="bg1"/>
              </a:solidFill>
              <a:prstDash val="sysDot"/>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361" name="Oval 13">
              <a:extLst>
                <a:ext uri="{FF2B5EF4-FFF2-40B4-BE49-F238E27FC236}">
                  <a16:creationId xmlns:a16="http://schemas.microsoft.com/office/drawing/2014/main" id="{8B0D84B6-61CC-4BF0-8119-31E258F5324B}"/>
                </a:ext>
              </a:extLst>
            </p:cNvPr>
            <p:cNvSpPr>
              <a:spLocks noChangeArrowheads="1"/>
            </p:cNvSpPr>
            <p:nvPr/>
          </p:nvSpPr>
          <p:spPr bwMode="auto">
            <a:xfrm>
              <a:off x="2142" y="2087"/>
              <a:ext cx="155" cy="179"/>
            </a:xfrm>
            <a:prstGeom prst="ellipse">
              <a:avLst/>
            </a:prstGeom>
            <a:noFill/>
            <a:ln w="9525" cap="rnd">
              <a:solidFill>
                <a:schemeClr val="bg1"/>
              </a:solidFill>
              <a:prstDash val="sysDot"/>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a:solidFill>
                  <a:schemeClr val="bg1"/>
                </a:solidFill>
              </a:endParaRPr>
            </a:p>
          </p:txBody>
        </p:sp>
      </p:grpSp>
      <p:pic>
        <p:nvPicPr>
          <p:cNvPr id="61454" name="Picture 14" descr="Untitled art 1">
            <a:extLst>
              <a:ext uri="{FF2B5EF4-FFF2-40B4-BE49-F238E27FC236}">
                <a16:creationId xmlns:a16="http://schemas.microsoft.com/office/drawing/2014/main" id="{32486600-5646-46B9-9E59-E5E7FFAF0A53}"/>
              </a:ext>
            </a:extLst>
          </p:cNvPr>
          <p:cNvPicPr>
            <a:picLocks noChangeAspect="1" noChangeArrowheads="1"/>
          </p:cNvPicPr>
          <p:nvPr/>
        </p:nvPicPr>
        <p:blipFill>
          <a:blip r:embed="rId4">
            <a:clrChange>
              <a:clrFrom>
                <a:srgbClr val="006599"/>
              </a:clrFrom>
              <a:clrTo>
                <a:srgbClr val="006599">
                  <a:alpha val="0"/>
                </a:srgbClr>
              </a:clrTo>
            </a:clrChange>
            <a:extLst>
              <a:ext uri="{28A0092B-C50C-407E-A947-70E740481C1C}">
                <a14:useLocalDpi xmlns:a14="http://schemas.microsoft.com/office/drawing/2010/main" val="0"/>
              </a:ext>
            </a:extLst>
          </a:blip>
          <a:srcRect r="11311"/>
          <a:stretch>
            <a:fillRect/>
          </a:stretch>
        </p:blipFill>
        <p:spPr bwMode="auto">
          <a:xfrm>
            <a:off x="4614863" y="1004888"/>
            <a:ext cx="482600" cy="512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 name="Group 15">
            <a:extLst>
              <a:ext uri="{FF2B5EF4-FFF2-40B4-BE49-F238E27FC236}">
                <a16:creationId xmlns:a16="http://schemas.microsoft.com/office/drawing/2014/main" id="{03CB258E-3A5F-400C-B8AE-B27DFB96DE7C}"/>
              </a:ext>
            </a:extLst>
          </p:cNvPr>
          <p:cNvGrpSpPr>
            <a:grpSpLocks/>
          </p:cNvGrpSpPr>
          <p:nvPr/>
        </p:nvGrpSpPr>
        <p:grpSpPr bwMode="auto">
          <a:xfrm>
            <a:off x="3808413" y="1241425"/>
            <a:ext cx="1717675" cy="1758950"/>
            <a:chOff x="1546" y="2154"/>
            <a:chExt cx="1082" cy="1108"/>
          </a:xfrm>
        </p:grpSpPr>
        <p:sp>
          <p:nvSpPr>
            <p:cNvPr id="13354" name="Rectangle 16">
              <a:extLst>
                <a:ext uri="{FF2B5EF4-FFF2-40B4-BE49-F238E27FC236}">
                  <a16:creationId xmlns:a16="http://schemas.microsoft.com/office/drawing/2014/main" id="{02DBADEF-95DE-44A7-9760-7F65339C83EA}"/>
                </a:ext>
              </a:extLst>
            </p:cNvPr>
            <p:cNvSpPr>
              <a:spLocks noChangeArrowheads="1"/>
            </p:cNvSpPr>
            <p:nvPr/>
          </p:nvSpPr>
          <p:spPr bwMode="auto">
            <a:xfrm>
              <a:off x="1865" y="2270"/>
              <a:ext cx="721" cy="96"/>
            </a:xfrm>
            <a:prstGeom prst="rect">
              <a:avLst/>
            </a:prstGeom>
            <a:solidFill>
              <a:srgbClr val="006699">
                <a:alpha val="78822"/>
              </a:srgbClr>
            </a:solidFill>
            <a:ln w="9525">
              <a:solidFill>
                <a:schemeClr val="tx1"/>
              </a:solidFill>
              <a:miter lim="800000"/>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a:solidFill>
                  <a:schemeClr val="bg1"/>
                </a:solidFill>
              </a:endParaRPr>
            </a:p>
          </p:txBody>
        </p:sp>
        <p:sp>
          <p:nvSpPr>
            <p:cNvPr id="13355" name="Rectangle 17">
              <a:extLst>
                <a:ext uri="{FF2B5EF4-FFF2-40B4-BE49-F238E27FC236}">
                  <a16:creationId xmlns:a16="http://schemas.microsoft.com/office/drawing/2014/main" id="{02E7C673-EC55-40C4-BDEB-BC9F02F0DEAA}"/>
                </a:ext>
              </a:extLst>
            </p:cNvPr>
            <p:cNvSpPr>
              <a:spLocks noChangeArrowheads="1"/>
            </p:cNvSpPr>
            <p:nvPr/>
          </p:nvSpPr>
          <p:spPr bwMode="auto">
            <a:xfrm>
              <a:off x="1865" y="3072"/>
              <a:ext cx="763" cy="96"/>
            </a:xfrm>
            <a:prstGeom prst="rect">
              <a:avLst/>
            </a:prstGeom>
            <a:solidFill>
              <a:srgbClr val="006699">
                <a:alpha val="78822"/>
              </a:srgbClr>
            </a:solidFill>
            <a:ln w="9525">
              <a:solidFill>
                <a:schemeClr val="tx1"/>
              </a:solidFill>
              <a:miter lim="800000"/>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a:solidFill>
                  <a:schemeClr val="bg1"/>
                </a:solidFill>
              </a:endParaRPr>
            </a:p>
          </p:txBody>
        </p:sp>
        <p:grpSp>
          <p:nvGrpSpPr>
            <p:cNvPr id="13356" name="Group 18">
              <a:extLst>
                <a:ext uri="{FF2B5EF4-FFF2-40B4-BE49-F238E27FC236}">
                  <a16:creationId xmlns:a16="http://schemas.microsoft.com/office/drawing/2014/main" id="{C10F5491-6A4E-42CE-B879-EA7E638FC9AA}"/>
                </a:ext>
              </a:extLst>
            </p:cNvPr>
            <p:cNvGrpSpPr>
              <a:grpSpLocks/>
            </p:cNvGrpSpPr>
            <p:nvPr/>
          </p:nvGrpSpPr>
          <p:grpSpPr bwMode="auto">
            <a:xfrm>
              <a:off x="1546" y="2154"/>
              <a:ext cx="321" cy="1108"/>
              <a:chOff x="4052" y="3090"/>
              <a:chExt cx="213" cy="830"/>
            </a:xfrm>
          </p:grpSpPr>
          <p:sp>
            <p:nvSpPr>
              <p:cNvPr id="13357" name="Text Box 19">
                <a:extLst>
                  <a:ext uri="{FF2B5EF4-FFF2-40B4-BE49-F238E27FC236}">
                    <a16:creationId xmlns:a16="http://schemas.microsoft.com/office/drawing/2014/main" id="{987F3D90-DF36-496F-8B85-4A8804DABA2F}"/>
                  </a:ext>
                </a:extLst>
              </p:cNvPr>
              <p:cNvSpPr txBox="1">
                <a:spLocks noChangeArrowheads="1"/>
              </p:cNvSpPr>
              <p:nvPr/>
            </p:nvSpPr>
            <p:spPr bwMode="auto">
              <a:xfrm>
                <a:off x="4060" y="3090"/>
                <a:ext cx="205"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i="1">
                    <a:solidFill>
                      <a:schemeClr val="bg1"/>
                    </a:solidFill>
                  </a:rPr>
                  <a:t>E</a:t>
                </a:r>
                <a:r>
                  <a:rPr lang="en-US" altLang="zh-CN" baseline="-20000">
                    <a:solidFill>
                      <a:schemeClr val="bg1"/>
                    </a:solidFill>
                  </a:rPr>
                  <a:t>2</a:t>
                </a:r>
                <a:endParaRPr lang="en-US" altLang="zh-CN">
                  <a:solidFill>
                    <a:schemeClr val="bg1"/>
                  </a:solidFill>
                </a:endParaRPr>
              </a:p>
            </p:txBody>
          </p:sp>
          <p:sp>
            <p:nvSpPr>
              <p:cNvPr id="13358" name="Text Box 20">
                <a:extLst>
                  <a:ext uri="{FF2B5EF4-FFF2-40B4-BE49-F238E27FC236}">
                    <a16:creationId xmlns:a16="http://schemas.microsoft.com/office/drawing/2014/main" id="{8597434A-A3FA-4116-B808-E0658C6A99E6}"/>
                  </a:ext>
                </a:extLst>
              </p:cNvPr>
              <p:cNvSpPr txBox="1">
                <a:spLocks noChangeArrowheads="1"/>
              </p:cNvSpPr>
              <p:nvPr/>
            </p:nvSpPr>
            <p:spPr bwMode="auto">
              <a:xfrm>
                <a:off x="4052" y="3704"/>
                <a:ext cx="205"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i="1">
                    <a:solidFill>
                      <a:schemeClr val="bg1"/>
                    </a:solidFill>
                  </a:rPr>
                  <a:t>E</a:t>
                </a:r>
                <a:r>
                  <a:rPr lang="en-US" altLang="zh-CN" baseline="-20000">
                    <a:solidFill>
                      <a:schemeClr val="bg1"/>
                    </a:solidFill>
                    <a:latin typeface="宋体" panose="02010600030101010101" pitchFamily="2" charset="-122"/>
                  </a:rPr>
                  <a:t>1</a:t>
                </a:r>
                <a:endParaRPr lang="en-US" altLang="zh-CN">
                  <a:solidFill>
                    <a:schemeClr val="bg1"/>
                  </a:solidFill>
                  <a:latin typeface="宋体" panose="02010600030101010101" pitchFamily="2" charset="-122"/>
                </a:endParaRPr>
              </a:p>
            </p:txBody>
          </p:sp>
        </p:grpSp>
      </p:grpSp>
      <p:sp>
        <p:nvSpPr>
          <p:cNvPr id="61461" name="Freeform 21">
            <a:extLst>
              <a:ext uri="{FF2B5EF4-FFF2-40B4-BE49-F238E27FC236}">
                <a16:creationId xmlns:a16="http://schemas.microsoft.com/office/drawing/2014/main" id="{CE32D820-9201-4622-B20E-D654891074D5}"/>
              </a:ext>
            </a:extLst>
          </p:cNvPr>
          <p:cNvSpPr>
            <a:spLocks/>
          </p:cNvSpPr>
          <p:nvPr/>
        </p:nvSpPr>
        <p:spPr bwMode="auto">
          <a:xfrm>
            <a:off x="5565775" y="2084388"/>
            <a:ext cx="792163" cy="207962"/>
          </a:xfrm>
          <a:custGeom>
            <a:avLst/>
            <a:gdLst>
              <a:gd name="T0" fmla="*/ 0 w 865"/>
              <a:gd name="T1" fmla="*/ 2147483646 h 159"/>
              <a:gd name="T2" fmla="*/ 2147483646 w 865"/>
              <a:gd name="T3" fmla="*/ 2147483646 h 159"/>
              <a:gd name="T4" fmla="*/ 2147483646 w 865"/>
              <a:gd name="T5" fmla="*/ 2147483646 h 159"/>
              <a:gd name="T6" fmla="*/ 2147483646 w 865"/>
              <a:gd name="T7" fmla="*/ 2147483646 h 159"/>
              <a:gd name="T8" fmla="*/ 2147483646 w 865"/>
              <a:gd name="T9" fmla="*/ 2147483646 h 159"/>
              <a:gd name="T10" fmla="*/ 2147483646 w 865"/>
              <a:gd name="T11" fmla="*/ 2147483646 h 159"/>
              <a:gd name="T12" fmla="*/ 2147483646 w 865"/>
              <a:gd name="T13" fmla="*/ 2147483646 h 159"/>
              <a:gd name="T14" fmla="*/ 0 60000 65536"/>
              <a:gd name="T15" fmla="*/ 0 60000 65536"/>
              <a:gd name="T16" fmla="*/ 0 60000 65536"/>
              <a:gd name="T17" fmla="*/ 0 60000 65536"/>
              <a:gd name="T18" fmla="*/ 0 60000 65536"/>
              <a:gd name="T19" fmla="*/ 0 60000 65536"/>
              <a:gd name="T20" fmla="*/ 0 60000 65536"/>
              <a:gd name="T21" fmla="*/ 0 w 865"/>
              <a:gd name="T22" fmla="*/ 0 h 159"/>
              <a:gd name="T23" fmla="*/ 865 w 865"/>
              <a:gd name="T24" fmla="*/ 159 h 15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65" h="159">
                <a:moveTo>
                  <a:pt x="0" y="119"/>
                </a:moveTo>
                <a:cubicBezTo>
                  <a:pt x="22" y="100"/>
                  <a:pt x="89" y="0"/>
                  <a:pt x="133" y="3"/>
                </a:cubicBezTo>
                <a:cubicBezTo>
                  <a:pt x="177" y="6"/>
                  <a:pt x="215" y="135"/>
                  <a:pt x="265" y="135"/>
                </a:cubicBezTo>
                <a:cubicBezTo>
                  <a:pt x="315" y="135"/>
                  <a:pt x="383" y="1"/>
                  <a:pt x="433" y="3"/>
                </a:cubicBezTo>
                <a:cubicBezTo>
                  <a:pt x="483" y="5"/>
                  <a:pt x="521" y="135"/>
                  <a:pt x="565" y="147"/>
                </a:cubicBezTo>
                <a:cubicBezTo>
                  <a:pt x="609" y="159"/>
                  <a:pt x="647" y="89"/>
                  <a:pt x="697" y="75"/>
                </a:cubicBezTo>
                <a:cubicBezTo>
                  <a:pt x="747" y="61"/>
                  <a:pt x="830" y="65"/>
                  <a:pt x="865" y="63"/>
                </a:cubicBezTo>
              </a:path>
            </a:pathLst>
          </a:custGeom>
          <a:noFill/>
          <a:ln w="28575">
            <a:solidFill>
              <a:srgbClr val="FF33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aphicFrame>
        <p:nvGraphicFramePr>
          <p:cNvPr id="61462" name="Object 2">
            <a:extLst>
              <a:ext uri="{FF2B5EF4-FFF2-40B4-BE49-F238E27FC236}">
                <a16:creationId xmlns:a16="http://schemas.microsoft.com/office/drawing/2014/main" id="{55CAD8DE-E354-473F-92AE-34507926273A}"/>
              </a:ext>
            </a:extLst>
          </p:cNvPr>
          <p:cNvGraphicFramePr>
            <a:graphicFrameLocks noChangeAspect="1"/>
          </p:cNvGraphicFramePr>
          <p:nvPr>
            <p:extLst/>
          </p:nvPr>
        </p:nvGraphicFramePr>
        <p:xfrm>
          <a:off x="5857875" y="2714625"/>
          <a:ext cx="1912938" cy="369888"/>
        </p:xfrm>
        <a:graphic>
          <a:graphicData uri="http://schemas.openxmlformats.org/presentationml/2006/ole">
            <mc:AlternateContent xmlns:mc="http://schemas.openxmlformats.org/markup-compatibility/2006">
              <mc:Choice xmlns:v="urn:schemas-microsoft-com:vml" Requires="v">
                <p:oleObj spid="_x0000_s125968" name="公式" r:id="rId5" imgW="1867027" imgH="333409" progId="Equation.3">
                  <p:embed/>
                </p:oleObj>
              </mc:Choice>
              <mc:Fallback>
                <p:oleObj name="公式" r:id="rId5" imgW="1867027" imgH="333409" progId="Equation.3">
                  <p:embed/>
                  <p:pic>
                    <p:nvPicPr>
                      <p:cNvPr id="61462" name="Object 2">
                        <a:extLst>
                          <a:ext uri="{FF2B5EF4-FFF2-40B4-BE49-F238E27FC236}">
                            <a16:creationId xmlns:a16="http://schemas.microsoft.com/office/drawing/2014/main" id="{55CAD8DE-E354-473F-92AE-34507926273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57875" y="2714625"/>
                        <a:ext cx="1912938"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1463" name="Freeform 23">
            <a:extLst>
              <a:ext uri="{FF2B5EF4-FFF2-40B4-BE49-F238E27FC236}">
                <a16:creationId xmlns:a16="http://schemas.microsoft.com/office/drawing/2014/main" id="{467FF4E0-4EDF-49B6-97F0-F371723D1B64}"/>
              </a:ext>
            </a:extLst>
          </p:cNvPr>
          <p:cNvSpPr>
            <a:spLocks/>
          </p:cNvSpPr>
          <p:nvPr/>
        </p:nvSpPr>
        <p:spPr bwMode="auto">
          <a:xfrm>
            <a:off x="6713538" y="1536700"/>
            <a:ext cx="1819275" cy="839788"/>
          </a:xfrm>
          <a:custGeom>
            <a:avLst/>
            <a:gdLst>
              <a:gd name="T0" fmla="*/ 0 w 1237"/>
              <a:gd name="T1" fmla="*/ 2147483646 h 529"/>
              <a:gd name="T2" fmla="*/ 2147483646 w 1237"/>
              <a:gd name="T3" fmla="*/ 2147483646 h 529"/>
              <a:gd name="T4" fmla="*/ 2147483646 w 1237"/>
              <a:gd name="T5" fmla="*/ 2147483646 h 529"/>
              <a:gd name="T6" fmla="*/ 2147483646 w 1237"/>
              <a:gd name="T7" fmla="*/ 2147483646 h 529"/>
              <a:gd name="T8" fmla="*/ 2147483646 w 1237"/>
              <a:gd name="T9" fmla="*/ 2147483646 h 529"/>
              <a:gd name="T10" fmla="*/ 2147483646 w 1237"/>
              <a:gd name="T11" fmla="*/ 2147483646 h 529"/>
              <a:gd name="T12" fmla="*/ 2147483646 w 1237"/>
              <a:gd name="T13" fmla="*/ 2147483646 h 529"/>
              <a:gd name="T14" fmla="*/ 2147483646 w 1237"/>
              <a:gd name="T15" fmla="*/ 2147483646 h 529"/>
              <a:gd name="T16" fmla="*/ 2147483646 w 1237"/>
              <a:gd name="T17" fmla="*/ 2147483646 h 529"/>
              <a:gd name="T18" fmla="*/ 2147483646 w 1237"/>
              <a:gd name="T19" fmla="*/ 2147483646 h 529"/>
              <a:gd name="T20" fmla="*/ 2147483646 w 1237"/>
              <a:gd name="T21" fmla="*/ 2147483646 h 529"/>
              <a:gd name="T22" fmla="*/ 2147483646 w 1237"/>
              <a:gd name="T23" fmla="*/ 2147483646 h 529"/>
              <a:gd name="T24" fmla="*/ 2147483646 w 1237"/>
              <a:gd name="T25" fmla="*/ 2147483646 h 529"/>
              <a:gd name="T26" fmla="*/ 2147483646 w 1237"/>
              <a:gd name="T27" fmla="*/ 2147483646 h 529"/>
              <a:gd name="T28" fmla="*/ 2147483646 w 1237"/>
              <a:gd name="T29" fmla="*/ 2147483646 h 529"/>
              <a:gd name="T30" fmla="*/ 2147483646 w 1237"/>
              <a:gd name="T31" fmla="*/ 2147483646 h 529"/>
              <a:gd name="T32" fmla="*/ 2147483646 w 1237"/>
              <a:gd name="T33" fmla="*/ 2147483646 h 529"/>
              <a:gd name="T34" fmla="*/ 2147483646 w 1237"/>
              <a:gd name="T35" fmla="*/ 2147483646 h 52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237"/>
              <a:gd name="T55" fmla="*/ 0 h 529"/>
              <a:gd name="T56" fmla="*/ 1237 w 1237"/>
              <a:gd name="T57" fmla="*/ 529 h 52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237" h="529">
                <a:moveTo>
                  <a:pt x="0" y="258"/>
                </a:moveTo>
                <a:cubicBezTo>
                  <a:pt x="14" y="222"/>
                  <a:pt x="48" y="0"/>
                  <a:pt x="72" y="42"/>
                </a:cubicBezTo>
                <a:cubicBezTo>
                  <a:pt x="96" y="84"/>
                  <a:pt x="121" y="512"/>
                  <a:pt x="145" y="510"/>
                </a:cubicBezTo>
                <a:cubicBezTo>
                  <a:pt x="169" y="508"/>
                  <a:pt x="190" y="30"/>
                  <a:pt x="216" y="30"/>
                </a:cubicBezTo>
                <a:cubicBezTo>
                  <a:pt x="242" y="30"/>
                  <a:pt x="272" y="515"/>
                  <a:pt x="300" y="513"/>
                </a:cubicBezTo>
                <a:cubicBezTo>
                  <a:pt x="328" y="511"/>
                  <a:pt x="356" y="20"/>
                  <a:pt x="384" y="18"/>
                </a:cubicBezTo>
                <a:cubicBezTo>
                  <a:pt x="412" y="16"/>
                  <a:pt x="440" y="496"/>
                  <a:pt x="468" y="498"/>
                </a:cubicBezTo>
                <a:cubicBezTo>
                  <a:pt x="496" y="500"/>
                  <a:pt x="528" y="30"/>
                  <a:pt x="552" y="30"/>
                </a:cubicBezTo>
                <a:cubicBezTo>
                  <a:pt x="576" y="30"/>
                  <a:pt x="590" y="498"/>
                  <a:pt x="612" y="498"/>
                </a:cubicBezTo>
                <a:cubicBezTo>
                  <a:pt x="634" y="498"/>
                  <a:pt x="659" y="30"/>
                  <a:pt x="685" y="30"/>
                </a:cubicBezTo>
                <a:cubicBezTo>
                  <a:pt x="711" y="30"/>
                  <a:pt x="742" y="500"/>
                  <a:pt x="768" y="498"/>
                </a:cubicBezTo>
                <a:cubicBezTo>
                  <a:pt x="794" y="496"/>
                  <a:pt x="818" y="18"/>
                  <a:pt x="840" y="18"/>
                </a:cubicBezTo>
                <a:cubicBezTo>
                  <a:pt x="862" y="18"/>
                  <a:pt x="879" y="498"/>
                  <a:pt x="901" y="498"/>
                </a:cubicBezTo>
                <a:cubicBezTo>
                  <a:pt x="923" y="498"/>
                  <a:pt x="951" y="21"/>
                  <a:pt x="975" y="21"/>
                </a:cubicBezTo>
                <a:cubicBezTo>
                  <a:pt x="999" y="21"/>
                  <a:pt x="1022" y="496"/>
                  <a:pt x="1044" y="498"/>
                </a:cubicBezTo>
                <a:cubicBezTo>
                  <a:pt x="1066" y="500"/>
                  <a:pt x="1087" y="35"/>
                  <a:pt x="1107" y="33"/>
                </a:cubicBezTo>
                <a:cubicBezTo>
                  <a:pt x="1127" y="31"/>
                  <a:pt x="1142" y="443"/>
                  <a:pt x="1164" y="486"/>
                </a:cubicBezTo>
                <a:cubicBezTo>
                  <a:pt x="1186" y="529"/>
                  <a:pt x="1222" y="334"/>
                  <a:pt x="1237" y="294"/>
                </a:cubicBezTo>
              </a:path>
            </a:pathLst>
          </a:custGeom>
          <a:noFill/>
          <a:ln w="38100">
            <a:solidFill>
              <a:srgbClr val="FF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1464" name="Line 24">
            <a:extLst>
              <a:ext uri="{FF2B5EF4-FFF2-40B4-BE49-F238E27FC236}">
                <a16:creationId xmlns:a16="http://schemas.microsoft.com/office/drawing/2014/main" id="{5BBB99A7-1622-4A3A-A2AD-29386699BB73}"/>
              </a:ext>
            </a:extLst>
          </p:cNvPr>
          <p:cNvSpPr>
            <a:spLocks noChangeShapeType="1"/>
          </p:cNvSpPr>
          <p:nvPr/>
        </p:nvSpPr>
        <p:spPr bwMode="auto">
          <a:xfrm flipV="1">
            <a:off x="6718300" y="2551113"/>
            <a:ext cx="601663" cy="0"/>
          </a:xfrm>
          <a:prstGeom prst="line">
            <a:avLst/>
          </a:prstGeom>
          <a:noFill/>
          <a:ln w="12700">
            <a:solidFill>
              <a:schemeClr val="bg1"/>
            </a:solidFill>
            <a:round/>
            <a:headEnd type="triangle" w="sm" len="lg"/>
            <a:tailEnd type="none" w="sm" len="lg"/>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61465" name="Object 3">
            <a:extLst>
              <a:ext uri="{FF2B5EF4-FFF2-40B4-BE49-F238E27FC236}">
                <a16:creationId xmlns:a16="http://schemas.microsoft.com/office/drawing/2014/main" id="{B2ED9F34-319B-499F-ACFC-4A3C25B82B7D}"/>
              </a:ext>
            </a:extLst>
          </p:cNvPr>
          <p:cNvGraphicFramePr>
            <a:graphicFrameLocks/>
          </p:cNvGraphicFramePr>
          <p:nvPr>
            <p:extLst/>
          </p:nvPr>
        </p:nvGraphicFramePr>
        <p:xfrm>
          <a:off x="7439025" y="2406650"/>
          <a:ext cx="354013" cy="307975"/>
        </p:xfrm>
        <a:graphic>
          <a:graphicData uri="http://schemas.openxmlformats.org/presentationml/2006/ole">
            <mc:AlternateContent xmlns:mc="http://schemas.openxmlformats.org/markup-compatibility/2006">
              <mc:Choice xmlns:v="urn:schemas-microsoft-com:vml" Requires="v">
                <p:oleObj spid="_x0000_s125969" name="公式" r:id="rId7" imgW="352304" imgH="304936" progId="Equation.3">
                  <p:embed/>
                </p:oleObj>
              </mc:Choice>
              <mc:Fallback>
                <p:oleObj name="公式" r:id="rId7" imgW="352304" imgH="304936" progId="Equation.3">
                  <p:embed/>
                  <p:pic>
                    <p:nvPicPr>
                      <p:cNvPr id="61465" name="Object 3">
                        <a:extLst>
                          <a:ext uri="{FF2B5EF4-FFF2-40B4-BE49-F238E27FC236}">
                            <a16:creationId xmlns:a16="http://schemas.microsoft.com/office/drawing/2014/main" id="{B2ED9F34-319B-499F-ACFC-4A3C25B82B7D}"/>
                          </a:ext>
                        </a:extLst>
                      </p:cNvPr>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439025" y="2406650"/>
                        <a:ext cx="35401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1493" name="Text Box 53">
            <a:extLst>
              <a:ext uri="{FF2B5EF4-FFF2-40B4-BE49-F238E27FC236}">
                <a16:creationId xmlns:a16="http://schemas.microsoft.com/office/drawing/2014/main" id="{EDD53789-BC5A-4E7B-8F76-453FB9FC3C19}"/>
              </a:ext>
            </a:extLst>
          </p:cNvPr>
          <p:cNvSpPr txBox="1">
            <a:spLocks noChangeArrowheads="1"/>
          </p:cNvSpPr>
          <p:nvPr/>
        </p:nvSpPr>
        <p:spPr bwMode="auto">
          <a:xfrm>
            <a:off x="7740650" y="871538"/>
            <a:ext cx="3190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kumimoji="0" lang="en-US" altLang="zh-CN" i="1">
                <a:solidFill>
                  <a:schemeClr val="bg1"/>
                </a:solidFill>
                <a:ea typeface="仿宋_GB2312" pitchFamily="49" charset="-122"/>
              </a:rPr>
              <a:t>c</a:t>
            </a:r>
          </a:p>
        </p:txBody>
      </p:sp>
      <p:sp>
        <p:nvSpPr>
          <p:cNvPr id="61496" name="Text Box 56">
            <a:extLst>
              <a:ext uri="{FF2B5EF4-FFF2-40B4-BE49-F238E27FC236}">
                <a16:creationId xmlns:a16="http://schemas.microsoft.com/office/drawing/2014/main" id="{9D2A358E-E29B-4BDD-9EE1-27E68E7CFE03}"/>
              </a:ext>
            </a:extLst>
          </p:cNvPr>
          <p:cNvSpPr txBox="1">
            <a:spLocks noChangeArrowheads="1"/>
          </p:cNvSpPr>
          <p:nvPr/>
        </p:nvSpPr>
        <p:spPr bwMode="auto">
          <a:xfrm>
            <a:off x="779463" y="3071813"/>
            <a:ext cx="73644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buClr>
                <a:srgbClr val="FF9900"/>
              </a:buClr>
              <a:buSzPct val="80000"/>
              <a:buFont typeface="Wingdings" panose="05000000000000000000" pitchFamily="2" charset="2"/>
              <a:buChar char="u"/>
            </a:pPr>
            <a:r>
              <a:rPr lang="zh-CN" altLang="en-US" dirty="0">
                <a:solidFill>
                  <a:schemeClr val="bg1"/>
                </a:solidFill>
                <a:ea typeface="仿宋_GB2312" pitchFamily="49" charset="-122"/>
              </a:rPr>
              <a:t> 光源中各光</a:t>
            </a:r>
            <a:r>
              <a:rPr kumimoji="0" lang="zh-CN" altLang="en-US" dirty="0">
                <a:solidFill>
                  <a:schemeClr val="bg1"/>
                </a:solidFill>
                <a:ea typeface="仿宋_GB2312" pitchFamily="49" charset="-122"/>
              </a:rPr>
              <a:t>波列之间关系（</a:t>
            </a:r>
            <a:r>
              <a:rPr kumimoji="0" lang="zh-CN" altLang="en-US" dirty="0">
                <a:solidFill>
                  <a:srgbClr val="FFFF00"/>
                </a:solidFill>
                <a:ea typeface="仿宋_GB2312" pitchFamily="49" charset="-122"/>
              </a:rPr>
              <a:t>自发辐射的随机性</a:t>
            </a:r>
            <a:r>
              <a:rPr kumimoji="0" lang="zh-CN" altLang="en-US" dirty="0">
                <a:solidFill>
                  <a:schemeClr val="bg1"/>
                </a:solidFill>
                <a:ea typeface="仿宋_GB2312" pitchFamily="49" charset="-122"/>
              </a:rPr>
              <a:t>）</a:t>
            </a:r>
          </a:p>
        </p:txBody>
      </p:sp>
      <p:sp>
        <p:nvSpPr>
          <p:cNvPr id="61497" name="Freeform 57">
            <a:extLst>
              <a:ext uri="{FF2B5EF4-FFF2-40B4-BE49-F238E27FC236}">
                <a16:creationId xmlns:a16="http://schemas.microsoft.com/office/drawing/2014/main" id="{B7AE06E5-51C4-4F2B-8A76-25F553FD1D09}"/>
              </a:ext>
            </a:extLst>
          </p:cNvPr>
          <p:cNvSpPr>
            <a:spLocks noChangeAspect="1"/>
          </p:cNvSpPr>
          <p:nvPr/>
        </p:nvSpPr>
        <p:spPr bwMode="auto">
          <a:xfrm>
            <a:off x="1346200" y="3594100"/>
            <a:ext cx="874713" cy="1192213"/>
          </a:xfrm>
          <a:custGeom>
            <a:avLst/>
            <a:gdLst/>
            <a:ahLst/>
            <a:cxnLst>
              <a:cxn ang="0">
                <a:pos x="928" y="632"/>
              </a:cxn>
              <a:cxn ang="0">
                <a:pos x="784" y="248"/>
              </a:cxn>
              <a:cxn ang="0">
                <a:pos x="640" y="104"/>
              </a:cxn>
              <a:cxn ang="0">
                <a:pos x="448" y="8"/>
              </a:cxn>
              <a:cxn ang="0">
                <a:pos x="256" y="56"/>
              </a:cxn>
              <a:cxn ang="0">
                <a:pos x="64" y="344"/>
              </a:cxn>
              <a:cxn ang="0">
                <a:pos x="16" y="824"/>
              </a:cxn>
              <a:cxn ang="0">
                <a:pos x="160" y="1304"/>
              </a:cxn>
              <a:cxn ang="0">
                <a:pos x="448" y="1496"/>
              </a:cxn>
              <a:cxn ang="0">
                <a:pos x="784" y="1448"/>
              </a:cxn>
              <a:cxn ang="0">
                <a:pos x="1024" y="920"/>
              </a:cxn>
              <a:cxn ang="0">
                <a:pos x="928" y="632"/>
              </a:cxn>
            </a:cxnLst>
            <a:rect l="0" t="0" r="r" b="b"/>
            <a:pathLst>
              <a:path w="1048" h="1544">
                <a:moveTo>
                  <a:pt x="928" y="632"/>
                </a:moveTo>
                <a:cubicBezTo>
                  <a:pt x="888" y="520"/>
                  <a:pt x="832" y="336"/>
                  <a:pt x="784" y="248"/>
                </a:cubicBezTo>
                <a:cubicBezTo>
                  <a:pt x="736" y="160"/>
                  <a:pt x="696" y="144"/>
                  <a:pt x="640" y="104"/>
                </a:cubicBezTo>
                <a:cubicBezTo>
                  <a:pt x="584" y="64"/>
                  <a:pt x="512" y="16"/>
                  <a:pt x="448" y="8"/>
                </a:cubicBezTo>
                <a:cubicBezTo>
                  <a:pt x="384" y="0"/>
                  <a:pt x="320" y="0"/>
                  <a:pt x="256" y="56"/>
                </a:cubicBezTo>
                <a:cubicBezTo>
                  <a:pt x="192" y="112"/>
                  <a:pt x="104" y="216"/>
                  <a:pt x="64" y="344"/>
                </a:cubicBezTo>
                <a:cubicBezTo>
                  <a:pt x="24" y="472"/>
                  <a:pt x="0" y="664"/>
                  <a:pt x="16" y="824"/>
                </a:cubicBezTo>
                <a:cubicBezTo>
                  <a:pt x="32" y="984"/>
                  <a:pt x="88" y="1192"/>
                  <a:pt x="160" y="1304"/>
                </a:cubicBezTo>
                <a:cubicBezTo>
                  <a:pt x="232" y="1416"/>
                  <a:pt x="344" y="1472"/>
                  <a:pt x="448" y="1496"/>
                </a:cubicBezTo>
                <a:cubicBezTo>
                  <a:pt x="552" y="1520"/>
                  <a:pt x="688" y="1544"/>
                  <a:pt x="784" y="1448"/>
                </a:cubicBezTo>
                <a:cubicBezTo>
                  <a:pt x="880" y="1352"/>
                  <a:pt x="1000" y="1064"/>
                  <a:pt x="1024" y="920"/>
                </a:cubicBezTo>
                <a:cubicBezTo>
                  <a:pt x="1048" y="776"/>
                  <a:pt x="968" y="744"/>
                  <a:pt x="928" y="632"/>
                </a:cubicBezTo>
                <a:close/>
              </a:path>
            </a:pathLst>
          </a:custGeom>
          <a:gradFill rotWithShape="0">
            <a:gsLst>
              <a:gs pos="0">
                <a:schemeClr val="bg2"/>
              </a:gs>
              <a:gs pos="100000">
                <a:schemeClr val="bg2">
                  <a:gamma/>
                  <a:shade val="46275"/>
                  <a:invGamma/>
                </a:schemeClr>
              </a:gs>
            </a:gsLst>
            <a:path path="rect">
              <a:fillToRect l="50000" t="50000" r="50000" b="50000"/>
            </a:path>
          </a:gradFill>
          <a:ln w="9525">
            <a:solidFill>
              <a:schemeClr val="bg1"/>
            </a:solidFill>
            <a:round/>
            <a:headEnd/>
            <a:tailEnd/>
          </a:ln>
          <a:effectLst/>
        </p:spPr>
        <p:txBody>
          <a:bodyPr/>
          <a:lstStyle/>
          <a:p>
            <a:pPr eaLnBrk="1" hangingPunct="1">
              <a:defRPr/>
            </a:pPr>
            <a:endParaRPr kumimoji="0" lang="zh-CN" altLang="en-US">
              <a:solidFill>
                <a:schemeClr val="bg1"/>
              </a:solidFill>
            </a:endParaRPr>
          </a:p>
        </p:txBody>
      </p:sp>
      <p:sp>
        <p:nvSpPr>
          <p:cNvPr id="61498" name="Oval 58">
            <a:extLst>
              <a:ext uri="{FF2B5EF4-FFF2-40B4-BE49-F238E27FC236}">
                <a16:creationId xmlns:a16="http://schemas.microsoft.com/office/drawing/2014/main" id="{E52F7757-755F-4F8F-BB5E-C4F019CD93BF}"/>
              </a:ext>
            </a:extLst>
          </p:cNvPr>
          <p:cNvSpPr>
            <a:spLocks noChangeAspect="1" noChangeArrowheads="1"/>
          </p:cNvSpPr>
          <p:nvPr/>
        </p:nvSpPr>
        <p:spPr bwMode="auto">
          <a:xfrm>
            <a:off x="1504950" y="3824288"/>
            <a:ext cx="136525" cy="136525"/>
          </a:xfrm>
          <a:prstGeom prst="ellipse">
            <a:avLst/>
          </a:prstGeom>
          <a:solidFill>
            <a:srgbClr val="00FF99"/>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a:solidFill>
                <a:schemeClr val="bg1"/>
              </a:solidFill>
            </a:endParaRPr>
          </a:p>
        </p:txBody>
      </p:sp>
      <p:sp>
        <p:nvSpPr>
          <p:cNvPr id="61499" name="Freeform 59">
            <a:extLst>
              <a:ext uri="{FF2B5EF4-FFF2-40B4-BE49-F238E27FC236}">
                <a16:creationId xmlns:a16="http://schemas.microsoft.com/office/drawing/2014/main" id="{A1FEB7B0-0933-4E42-971E-59A0D5BD7363}"/>
              </a:ext>
            </a:extLst>
          </p:cNvPr>
          <p:cNvSpPr>
            <a:spLocks/>
          </p:cNvSpPr>
          <p:nvPr/>
        </p:nvSpPr>
        <p:spPr bwMode="auto">
          <a:xfrm>
            <a:off x="1922463" y="3819525"/>
            <a:ext cx="720725" cy="246063"/>
          </a:xfrm>
          <a:custGeom>
            <a:avLst/>
            <a:gdLst>
              <a:gd name="T0" fmla="*/ 0 w 865"/>
              <a:gd name="T1" fmla="*/ 2147483646 h 159"/>
              <a:gd name="T2" fmla="*/ 2147483646 w 865"/>
              <a:gd name="T3" fmla="*/ 2147483646 h 159"/>
              <a:gd name="T4" fmla="*/ 2147483646 w 865"/>
              <a:gd name="T5" fmla="*/ 2147483646 h 159"/>
              <a:gd name="T6" fmla="*/ 2147483646 w 865"/>
              <a:gd name="T7" fmla="*/ 2147483646 h 159"/>
              <a:gd name="T8" fmla="*/ 2147483646 w 865"/>
              <a:gd name="T9" fmla="*/ 2147483646 h 159"/>
              <a:gd name="T10" fmla="*/ 2147483646 w 865"/>
              <a:gd name="T11" fmla="*/ 2147483646 h 159"/>
              <a:gd name="T12" fmla="*/ 2147483646 w 865"/>
              <a:gd name="T13" fmla="*/ 2147483646 h 159"/>
              <a:gd name="T14" fmla="*/ 0 60000 65536"/>
              <a:gd name="T15" fmla="*/ 0 60000 65536"/>
              <a:gd name="T16" fmla="*/ 0 60000 65536"/>
              <a:gd name="T17" fmla="*/ 0 60000 65536"/>
              <a:gd name="T18" fmla="*/ 0 60000 65536"/>
              <a:gd name="T19" fmla="*/ 0 60000 65536"/>
              <a:gd name="T20" fmla="*/ 0 60000 65536"/>
              <a:gd name="T21" fmla="*/ 0 w 865"/>
              <a:gd name="T22" fmla="*/ 0 h 159"/>
              <a:gd name="T23" fmla="*/ 865 w 865"/>
              <a:gd name="T24" fmla="*/ 159 h 15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65" h="159">
                <a:moveTo>
                  <a:pt x="0" y="119"/>
                </a:moveTo>
                <a:cubicBezTo>
                  <a:pt x="22" y="100"/>
                  <a:pt x="89" y="0"/>
                  <a:pt x="133" y="3"/>
                </a:cubicBezTo>
                <a:cubicBezTo>
                  <a:pt x="177" y="6"/>
                  <a:pt x="215" y="135"/>
                  <a:pt x="265" y="135"/>
                </a:cubicBezTo>
                <a:cubicBezTo>
                  <a:pt x="315" y="135"/>
                  <a:pt x="383" y="1"/>
                  <a:pt x="433" y="3"/>
                </a:cubicBezTo>
                <a:cubicBezTo>
                  <a:pt x="483" y="5"/>
                  <a:pt x="521" y="135"/>
                  <a:pt x="565" y="147"/>
                </a:cubicBezTo>
                <a:cubicBezTo>
                  <a:pt x="609" y="159"/>
                  <a:pt x="647" y="89"/>
                  <a:pt x="697" y="75"/>
                </a:cubicBezTo>
                <a:cubicBezTo>
                  <a:pt x="747" y="61"/>
                  <a:pt x="830" y="65"/>
                  <a:pt x="865" y="63"/>
                </a:cubicBezTo>
              </a:path>
            </a:pathLst>
          </a:custGeom>
          <a:noFill/>
          <a:ln w="28575">
            <a:solidFill>
              <a:srgbClr val="FF9933"/>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1500" name="Freeform 60">
            <a:extLst>
              <a:ext uri="{FF2B5EF4-FFF2-40B4-BE49-F238E27FC236}">
                <a16:creationId xmlns:a16="http://schemas.microsoft.com/office/drawing/2014/main" id="{CC9337FB-CC9A-4FB4-B09D-A9EBB937E857}"/>
              </a:ext>
            </a:extLst>
          </p:cNvPr>
          <p:cNvSpPr>
            <a:spLocks/>
          </p:cNvSpPr>
          <p:nvPr/>
        </p:nvSpPr>
        <p:spPr bwMode="auto">
          <a:xfrm>
            <a:off x="3362325" y="3844925"/>
            <a:ext cx="614363" cy="246063"/>
          </a:xfrm>
          <a:custGeom>
            <a:avLst/>
            <a:gdLst>
              <a:gd name="T0" fmla="*/ 0 w 865"/>
              <a:gd name="T1" fmla="*/ 2147483646 h 159"/>
              <a:gd name="T2" fmla="*/ 2147483646 w 865"/>
              <a:gd name="T3" fmla="*/ 2147483646 h 159"/>
              <a:gd name="T4" fmla="*/ 2147483646 w 865"/>
              <a:gd name="T5" fmla="*/ 2147483646 h 159"/>
              <a:gd name="T6" fmla="*/ 2147483646 w 865"/>
              <a:gd name="T7" fmla="*/ 2147483646 h 159"/>
              <a:gd name="T8" fmla="*/ 2147483646 w 865"/>
              <a:gd name="T9" fmla="*/ 2147483646 h 159"/>
              <a:gd name="T10" fmla="*/ 2147483646 w 865"/>
              <a:gd name="T11" fmla="*/ 2147483646 h 159"/>
              <a:gd name="T12" fmla="*/ 2147483646 w 865"/>
              <a:gd name="T13" fmla="*/ 2147483646 h 159"/>
              <a:gd name="T14" fmla="*/ 0 60000 65536"/>
              <a:gd name="T15" fmla="*/ 0 60000 65536"/>
              <a:gd name="T16" fmla="*/ 0 60000 65536"/>
              <a:gd name="T17" fmla="*/ 0 60000 65536"/>
              <a:gd name="T18" fmla="*/ 0 60000 65536"/>
              <a:gd name="T19" fmla="*/ 0 60000 65536"/>
              <a:gd name="T20" fmla="*/ 0 60000 65536"/>
              <a:gd name="T21" fmla="*/ 0 w 865"/>
              <a:gd name="T22" fmla="*/ 0 h 159"/>
              <a:gd name="T23" fmla="*/ 865 w 865"/>
              <a:gd name="T24" fmla="*/ 159 h 15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65" h="159">
                <a:moveTo>
                  <a:pt x="0" y="119"/>
                </a:moveTo>
                <a:cubicBezTo>
                  <a:pt x="22" y="100"/>
                  <a:pt x="89" y="0"/>
                  <a:pt x="133" y="3"/>
                </a:cubicBezTo>
                <a:cubicBezTo>
                  <a:pt x="177" y="6"/>
                  <a:pt x="215" y="135"/>
                  <a:pt x="265" y="135"/>
                </a:cubicBezTo>
                <a:cubicBezTo>
                  <a:pt x="315" y="135"/>
                  <a:pt x="383" y="1"/>
                  <a:pt x="433" y="3"/>
                </a:cubicBezTo>
                <a:cubicBezTo>
                  <a:pt x="483" y="5"/>
                  <a:pt x="521" y="135"/>
                  <a:pt x="565" y="147"/>
                </a:cubicBezTo>
                <a:cubicBezTo>
                  <a:pt x="609" y="159"/>
                  <a:pt x="647" y="89"/>
                  <a:pt x="697" y="75"/>
                </a:cubicBezTo>
                <a:cubicBezTo>
                  <a:pt x="747" y="61"/>
                  <a:pt x="830" y="65"/>
                  <a:pt x="865" y="63"/>
                </a:cubicBezTo>
              </a:path>
            </a:pathLst>
          </a:custGeom>
          <a:noFill/>
          <a:ln w="28575">
            <a:solidFill>
              <a:srgbClr val="FF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1501" name="Freeform 61">
            <a:extLst>
              <a:ext uri="{FF2B5EF4-FFF2-40B4-BE49-F238E27FC236}">
                <a16:creationId xmlns:a16="http://schemas.microsoft.com/office/drawing/2014/main" id="{A845B0FD-B104-4EF5-8FDF-84C81B4D8F27}"/>
              </a:ext>
            </a:extLst>
          </p:cNvPr>
          <p:cNvSpPr>
            <a:spLocks/>
          </p:cNvSpPr>
          <p:nvPr/>
        </p:nvSpPr>
        <p:spPr bwMode="auto">
          <a:xfrm>
            <a:off x="2786063" y="3844925"/>
            <a:ext cx="382587" cy="246063"/>
          </a:xfrm>
          <a:custGeom>
            <a:avLst/>
            <a:gdLst>
              <a:gd name="T0" fmla="*/ 0 w 865"/>
              <a:gd name="T1" fmla="*/ 2147483646 h 159"/>
              <a:gd name="T2" fmla="*/ 2147483646 w 865"/>
              <a:gd name="T3" fmla="*/ 2147483646 h 159"/>
              <a:gd name="T4" fmla="*/ 2147483646 w 865"/>
              <a:gd name="T5" fmla="*/ 2147483646 h 159"/>
              <a:gd name="T6" fmla="*/ 2147483646 w 865"/>
              <a:gd name="T7" fmla="*/ 2147483646 h 159"/>
              <a:gd name="T8" fmla="*/ 2147483646 w 865"/>
              <a:gd name="T9" fmla="*/ 2147483646 h 159"/>
              <a:gd name="T10" fmla="*/ 2147483646 w 865"/>
              <a:gd name="T11" fmla="*/ 2147483646 h 159"/>
              <a:gd name="T12" fmla="*/ 2147483646 w 865"/>
              <a:gd name="T13" fmla="*/ 2147483646 h 159"/>
              <a:gd name="T14" fmla="*/ 0 60000 65536"/>
              <a:gd name="T15" fmla="*/ 0 60000 65536"/>
              <a:gd name="T16" fmla="*/ 0 60000 65536"/>
              <a:gd name="T17" fmla="*/ 0 60000 65536"/>
              <a:gd name="T18" fmla="*/ 0 60000 65536"/>
              <a:gd name="T19" fmla="*/ 0 60000 65536"/>
              <a:gd name="T20" fmla="*/ 0 60000 65536"/>
              <a:gd name="T21" fmla="*/ 0 w 865"/>
              <a:gd name="T22" fmla="*/ 0 h 159"/>
              <a:gd name="T23" fmla="*/ 865 w 865"/>
              <a:gd name="T24" fmla="*/ 159 h 15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65" h="159">
                <a:moveTo>
                  <a:pt x="0" y="119"/>
                </a:moveTo>
                <a:cubicBezTo>
                  <a:pt x="22" y="100"/>
                  <a:pt x="89" y="0"/>
                  <a:pt x="133" y="3"/>
                </a:cubicBezTo>
                <a:cubicBezTo>
                  <a:pt x="177" y="6"/>
                  <a:pt x="215" y="135"/>
                  <a:pt x="265" y="135"/>
                </a:cubicBezTo>
                <a:cubicBezTo>
                  <a:pt x="315" y="135"/>
                  <a:pt x="383" y="1"/>
                  <a:pt x="433" y="3"/>
                </a:cubicBezTo>
                <a:cubicBezTo>
                  <a:pt x="483" y="5"/>
                  <a:pt x="521" y="135"/>
                  <a:pt x="565" y="147"/>
                </a:cubicBezTo>
                <a:cubicBezTo>
                  <a:pt x="609" y="159"/>
                  <a:pt x="647" y="89"/>
                  <a:pt x="697" y="75"/>
                </a:cubicBezTo>
                <a:cubicBezTo>
                  <a:pt x="747" y="61"/>
                  <a:pt x="830" y="65"/>
                  <a:pt x="865" y="63"/>
                </a:cubicBezTo>
              </a:path>
            </a:pathLst>
          </a:custGeom>
          <a:noFill/>
          <a:ln w="28575">
            <a:solidFill>
              <a:srgbClr val="FF66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1502" name="Freeform 62">
            <a:extLst>
              <a:ext uri="{FF2B5EF4-FFF2-40B4-BE49-F238E27FC236}">
                <a16:creationId xmlns:a16="http://schemas.microsoft.com/office/drawing/2014/main" id="{10486EB4-CFFC-418E-9DCE-2741D236C12B}"/>
              </a:ext>
            </a:extLst>
          </p:cNvPr>
          <p:cNvSpPr>
            <a:spLocks/>
          </p:cNvSpPr>
          <p:nvPr/>
        </p:nvSpPr>
        <p:spPr bwMode="auto">
          <a:xfrm>
            <a:off x="1874838" y="4133850"/>
            <a:ext cx="431800" cy="287338"/>
          </a:xfrm>
          <a:custGeom>
            <a:avLst/>
            <a:gdLst>
              <a:gd name="T0" fmla="*/ 0 w 865"/>
              <a:gd name="T1" fmla="*/ 2147483646 h 159"/>
              <a:gd name="T2" fmla="*/ 2147483646 w 865"/>
              <a:gd name="T3" fmla="*/ 2147483646 h 159"/>
              <a:gd name="T4" fmla="*/ 2147483646 w 865"/>
              <a:gd name="T5" fmla="*/ 2147483646 h 159"/>
              <a:gd name="T6" fmla="*/ 2147483646 w 865"/>
              <a:gd name="T7" fmla="*/ 2147483646 h 159"/>
              <a:gd name="T8" fmla="*/ 2147483646 w 865"/>
              <a:gd name="T9" fmla="*/ 2147483646 h 159"/>
              <a:gd name="T10" fmla="*/ 2147483646 w 865"/>
              <a:gd name="T11" fmla="*/ 2147483646 h 159"/>
              <a:gd name="T12" fmla="*/ 2147483646 w 865"/>
              <a:gd name="T13" fmla="*/ 2147483646 h 159"/>
              <a:gd name="T14" fmla="*/ 0 60000 65536"/>
              <a:gd name="T15" fmla="*/ 0 60000 65536"/>
              <a:gd name="T16" fmla="*/ 0 60000 65536"/>
              <a:gd name="T17" fmla="*/ 0 60000 65536"/>
              <a:gd name="T18" fmla="*/ 0 60000 65536"/>
              <a:gd name="T19" fmla="*/ 0 60000 65536"/>
              <a:gd name="T20" fmla="*/ 0 60000 65536"/>
              <a:gd name="T21" fmla="*/ 0 w 865"/>
              <a:gd name="T22" fmla="*/ 0 h 159"/>
              <a:gd name="T23" fmla="*/ 865 w 865"/>
              <a:gd name="T24" fmla="*/ 159 h 15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65" h="159">
                <a:moveTo>
                  <a:pt x="0" y="119"/>
                </a:moveTo>
                <a:cubicBezTo>
                  <a:pt x="22" y="100"/>
                  <a:pt x="89" y="0"/>
                  <a:pt x="133" y="3"/>
                </a:cubicBezTo>
                <a:cubicBezTo>
                  <a:pt x="177" y="6"/>
                  <a:pt x="215" y="135"/>
                  <a:pt x="265" y="135"/>
                </a:cubicBezTo>
                <a:cubicBezTo>
                  <a:pt x="315" y="135"/>
                  <a:pt x="383" y="1"/>
                  <a:pt x="433" y="3"/>
                </a:cubicBezTo>
                <a:cubicBezTo>
                  <a:pt x="483" y="5"/>
                  <a:pt x="521" y="135"/>
                  <a:pt x="565" y="147"/>
                </a:cubicBezTo>
                <a:cubicBezTo>
                  <a:pt x="609" y="159"/>
                  <a:pt x="647" y="89"/>
                  <a:pt x="697" y="75"/>
                </a:cubicBezTo>
                <a:cubicBezTo>
                  <a:pt x="747" y="61"/>
                  <a:pt x="830" y="65"/>
                  <a:pt x="865" y="63"/>
                </a:cubicBezTo>
              </a:path>
            </a:pathLst>
          </a:custGeom>
          <a:noFill/>
          <a:ln w="28575">
            <a:solidFill>
              <a:srgbClr val="FF66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1503" name="Oval 63">
            <a:extLst>
              <a:ext uri="{FF2B5EF4-FFF2-40B4-BE49-F238E27FC236}">
                <a16:creationId xmlns:a16="http://schemas.microsoft.com/office/drawing/2014/main" id="{0B5A3350-B961-46D0-B314-E1FFC09715EC}"/>
              </a:ext>
            </a:extLst>
          </p:cNvPr>
          <p:cNvSpPr>
            <a:spLocks noChangeAspect="1" noChangeArrowheads="1"/>
          </p:cNvSpPr>
          <p:nvPr/>
        </p:nvSpPr>
        <p:spPr bwMode="auto">
          <a:xfrm>
            <a:off x="1863725" y="3968750"/>
            <a:ext cx="136525" cy="136525"/>
          </a:xfrm>
          <a:prstGeom prst="ellipse">
            <a:avLst/>
          </a:prstGeom>
          <a:solidFill>
            <a:srgbClr val="00FF99"/>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a:solidFill>
                <a:schemeClr val="bg1"/>
              </a:solidFill>
            </a:endParaRPr>
          </a:p>
        </p:txBody>
      </p:sp>
      <p:sp>
        <p:nvSpPr>
          <p:cNvPr id="61504" name="Freeform 64">
            <a:extLst>
              <a:ext uri="{FF2B5EF4-FFF2-40B4-BE49-F238E27FC236}">
                <a16:creationId xmlns:a16="http://schemas.microsoft.com/office/drawing/2014/main" id="{C2781A2B-4E01-4F11-A64F-3758DED63D28}"/>
              </a:ext>
            </a:extLst>
          </p:cNvPr>
          <p:cNvSpPr>
            <a:spLocks/>
          </p:cNvSpPr>
          <p:nvPr/>
        </p:nvSpPr>
        <p:spPr bwMode="auto">
          <a:xfrm>
            <a:off x="2463800" y="4256088"/>
            <a:ext cx="576263" cy="93662"/>
          </a:xfrm>
          <a:custGeom>
            <a:avLst/>
            <a:gdLst>
              <a:gd name="T0" fmla="*/ 0 w 865"/>
              <a:gd name="T1" fmla="*/ 2147483646 h 159"/>
              <a:gd name="T2" fmla="*/ 2147483646 w 865"/>
              <a:gd name="T3" fmla="*/ 2147483646 h 159"/>
              <a:gd name="T4" fmla="*/ 2147483646 w 865"/>
              <a:gd name="T5" fmla="*/ 2147483646 h 159"/>
              <a:gd name="T6" fmla="*/ 2147483646 w 865"/>
              <a:gd name="T7" fmla="*/ 2147483646 h 159"/>
              <a:gd name="T8" fmla="*/ 2147483646 w 865"/>
              <a:gd name="T9" fmla="*/ 2147483646 h 159"/>
              <a:gd name="T10" fmla="*/ 2147483646 w 865"/>
              <a:gd name="T11" fmla="*/ 2147483646 h 159"/>
              <a:gd name="T12" fmla="*/ 2147483646 w 865"/>
              <a:gd name="T13" fmla="*/ 2147483646 h 159"/>
              <a:gd name="T14" fmla="*/ 0 60000 65536"/>
              <a:gd name="T15" fmla="*/ 0 60000 65536"/>
              <a:gd name="T16" fmla="*/ 0 60000 65536"/>
              <a:gd name="T17" fmla="*/ 0 60000 65536"/>
              <a:gd name="T18" fmla="*/ 0 60000 65536"/>
              <a:gd name="T19" fmla="*/ 0 60000 65536"/>
              <a:gd name="T20" fmla="*/ 0 60000 65536"/>
              <a:gd name="T21" fmla="*/ 0 w 865"/>
              <a:gd name="T22" fmla="*/ 0 h 159"/>
              <a:gd name="T23" fmla="*/ 865 w 865"/>
              <a:gd name="T24" fmla="*/ 159 h 15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65" h="159">
                <a:moveTo>
                  <a:pt x="0" y="119"/>
                </a:moveTo>
                <a:cubicBezTo>
                  <a:pt x="22" y="100"/>
                  <a:pt x="89" y="0"/>
                  <a:pt x="133" y="3"/>
                </a:cubicBezTo>
                <a:cubicBezTo>
                  <a:pt x="177" y="6"/>
                  <a:pt x="215" y="135"/>
                  <a:pt x="265" y="135"/>
                </a:cubicBezTo>
                <a:cubicBezTo>
                  <a:pt x="315" y="135"/>
                  <a:pt x="383" y="1"/>
                  <a:pt x="433" y="3"/>
                </a:cubicBezTo>
                <a:cubicBezTo>
                  <a:pt x="483" y="5"/>
                  <a:pt x="521" y="135"/>
                  <a:pt x="565" y="147"/>
                </a:cubicBezTo>
                <a:cubicBezTo>
                  <a:pt x="609" y="159"/>
                  <a:pt x="647" y="89"/>
                  <a:pt x="697" y="75"/>
                </a:cubicBezTo>
                <a:cubicBezTo>
                  <a:pt x="747" y="61"/>
                  <a:pt x="830" y="65"/>
                  <a:pt x="865" y="63"/>
                </a:cubicBezTo>
              </a:path>
            </a:pathLst>
          </a:custGeom>
          <a:noFill/>
          <a:ln w="28575">
            <a:solidFill>
              <a:srgbClr val="FF505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1505" name="Freeform 65">
            <a:extLst>
              <a:ext uri="{FF2B5EF4-FFF2-40B4-BE49-F238E27FC236}">
                <a16:creationId xmlns:a16="http://schemas.microsoft.com/office/drawing/2014/main" id="{590AD06D-7C9B-4AEC-A9D7-A0A6399B57C1}"/>
              </a:ext>
            </a:extLst>
          </p:cNvPr>
          <p:cNvSpPr>
            <a:spLocks/>
          </p:cNvSpPr>
          <p:nvPr/>
        </p:nvSpPr>
        <p:spPr bwMode="auto">
          <a:xfrm>
            <a:off x="3289300" y="4210050"/>
            <a:ext cx="649288" cy="177800"/>
          </a:xfrm>
          <a:custGeom>
            <a:avLst/>
            <a:gdLst>
              <a:gd name="T0" fmla="*/ 0 w 865"/>
              <a:gd name="T1" fmla="*/ 2147483646 h 159"/>
              <a:gd name="T2" fmla="*/ 2147483646 w 865"/>
              <a:gd name="T3" fmla="*/ 2147483646 h 159"/>
              <a:gd name="T4" fmla="*/ 2147483646 w 865"/>
              <a:gd name="T5" fmla="*/ 2147483646 h 159"/>
              <a:gd name="T6" fmla="*/ 2147483646 w 865"/>
              <a:gd name="T7" fmla="*/ 2147483646 h 159"/>
              <a:gd name="T8" fmla="*/ 2147483646 w 865"/>
              <a:gd name="T9" fmla="*/ 2147483646 h 159"/>
              <a:gd name="T10" fmla="*/ 2147483646 w 865"/>
              <a:gd name="T11" fmla="*/ 2147483646 h 159"/>
              <a:gd name="T12" fmla="*/ 2147483646 w 865"/>
              <a:gd name="T13" fmla="*/ 2147483646 h 159"/>
              <a:gd name="T14" fmla="*/ 0 60000 65536"/>
              <a:gd name="T15" fmla="*/ 0 60000 65536"/>
              <a:gd name="T16" fmla="*/ 0 60000 65536"/>
              <a:gd name="T17" fmla="*/ 0 60000 65536"/>
              <a:gd name="T18" fmla="*/ 0 60000 65536"/>
              <a:gd name="T19" fmla="*/ 0 60000 65536"/>
              <a:gd name="T20" fmla="*/ 0 60000 65536"/>
              <a:gd name="T21" fmla="*/ 0 w 865"/>
              <a:gd name="T22" fmla="*/ 0 h 159"/>
              <a:gd name="T23" fmla="*/ 865 w 865"/>
              <a:gd name="T24" fmla="*/ 159 h 15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65" h="159">
                <a:moveTo>
                  <a:pt x="0" y="119"/>
                </a:moveTo>
                <a:cubicBezTo>
                  <a:pt x="22" y="100"/>
                  <a:pt x="89" y="0"/>
                  <a:pt x="133" y="3"/>
                </a:cubicBezTo>
                <a:cubicBezTo>
                  <a:pt x="177" y="6"/>
                  <a:pt x="215" y="135"/>
                  <a:pt x="265" y="135"/>
                </a:cubicBezTo>
                <a:cubicBezTo>
                  <a:pt x="315" y="135"/>
                  <a:pt x="383" y="1"/>
                  <a:pt x="433" y="3"/>
                </a:cubicBezTo>
                <a:cubicBezTo>
                  <a:pt x="483" y="5"/>
                  <a:pt x="521" y="135"/>
                  <a:pt x="565" y="147"/>
                </a:cubicBezTo>
                <a:cubicBezTo>
                  <a:pt x="609" y="159"/>
                  <a:pt x="647" y="89"/>
                  <a:pt x="697" y="75"/>
                </a:cubicBezTo>
                <a:cubicBezTo>
                  <a:pt x="747" y="61"/>
                  <a:pt x="830" y="65"/>
                  <a:pt x="865" y="63"/>
                </a:cubicBezTo>
              </a:path>
            </a:pathLst>
          </a:custGeom>
          <a:noFill/>
          <a:ln w="28575">
            <a:solidFill>
              <a:srgbClr val="FF0066"/>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1506" name="Oval 66">
            <a:extLst>
              <a:ext uri="{FF2B5EF4-FFF2-40B4-BE49-F238E27FC236}">
                <a16:creationId xmlns:a16="http://schemas.microsoft.com/office/drawing/2014/main" id="{B26776AD-C947-4BC3-86FC-8B280EEFD30F}"/>
              </a:ext>
            </a:extLst>
          </p:cNvPr>
          <p:cNvSpPr>
            <a:spLocks noChangeAspect="1" noChangeArrowheads="1"/>
          </p:cNvSpPr>
          <p:nvPr/>
        </p:nvSpPr>
        <p:spPr bwMode="auto">
          <a:xfrm>
            <a:off x="1800225" y="4284663"/>
            <a:ext cx="136525" cy="136525"/>
          </a:xfrm>
          <a:prstGeom prst="ellipse">
            <a:avLst/>
          </a:prstGeom>
          <a:solidFill>
            <a:srgbClr val="00FF99"/>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a:solidFill>
                <a:schemeClr val="bg1"/>
              </a:solidFill>
            </a:endParaRPr>
          </a:p>
        </p:txBody>
      </p:sp>
      <p:sp>
        <p:nvSpPr>
          <p:cNvPr id="61507" name="Line 67">
            <a:extLst>
              <a:ext uri="{FF2B5EF4-FFF2-40B4-BE49-F238E27FC236}">
                <a16:creationId xmlns:a16="http://schemas.microsoft.com/office/drawing/2014/main" id="{48567499-A6FD-4E00-8F89-9943BD7F5E10}"/>
              </a:ext>
            </a:extLst>
          </p:cNvPr>
          <p:cNvSpPr>
            <a:spLocks noChangeShapeType="1"/>
          </p:cNvSpPr>
          <p:nvPr/>
        </p:nvSpPr>
        <p:spPr bwMode="auto">
          <a:xfrm>
            <a:off x="2824163" y="4379913"/>
            <a:ext cx="896937" cy="307975"/>
          </a:xfrm>
          <a:prstGeom prst="line">
            <a:avLst/>
          </a:prstGeom>
          <a:noFill/>
          <a:ln w="12700">
            <a:solidFill>
              <a:schemeClr val="bg1"/>
            </a:solidFill>
            <a:round/>
            <a:headEnd type="none" w="med" len="sm"/>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61508" name="Line 68">
            <a:extLst>
              <a:ext uri="{FF2B5EF4-FFF2-40B4-BE49-F238E27FC236}">
                <a16:creationId xmlns:a16="http://schemas.microsoft.com/office/drawing/2014/main" id="{D8A6A5AC-82E5-469E-A625-5E3434F999F2}"/>
              </a:ext>
            </a:extLst>
          </p:cNvPr>
          <p:cNvSpPr>
            <a:spLocks noChangeShapeType="1"/>
          </p:cNvSpPr>
          <p:nvPr/>
        </p:nvSpPr>
        <p:spPr bwMode="auto">
          <a:xfrm>
            <a:off x="3605213" y="4402138"/>
            <a:ext cx="188912" cy="212725"/>
          </a:xfrm>
          <a:prstGeom prst="line">
            <a:avLst/>
          </a:prstGeom>
          <a:noFill/>
          <a:ln w="12700">
            <a:solidFill>
              <a:schemeClr val="bg1"/>
            </a:solidFill>
            <a:round/>
            <a:headEnd type="none" w="med" len="sm"/>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61509" name="Rectangle 69">
            <a:extLst>
              <a:ext uri="{FF2B5EF4-FFF2-40B4-BE49-F238E27FC236}">
                <a16:creationId xmlns:a16="http://schemas.microsoft.com/office/drawing/2014/main" id="{0A212CC0-7249-4183-A712-A0B1EFB0E55D}"/>
              </a:ext>
            </a:extLst>
          </p:cNvPr>
          <p:cNvSpPr>
            <a:spLocks noChangeArrowheads="1"/>
          </p:cNvSpPr>
          <p:nvPr/>
        </p:nvSpPr>
        <p:spPr bwMode="auto">
          <a:xfrm>
            <a:off x="5027613" y="3973513"/>
            <a:ext cx="3519487"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700" tIns="12700" rIns="12700" bIns="12700"/>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2000">
                <a:solidFill>
                  <a:schemeClr val="bg1"/>
                </a:solidFill>
                <a:latin typeface="楷体_GB2312" pitchFamily="49" charset="-122"/>
                <a:ea typeface="楷体_GB2312" pitchFamily="49" charset="-122"/>
              </a:rPr>
              <a:t>非相干 </a:t>
            </a:r>
            <a:r>
              <a:rPr lang="en-US" altLang="zh-CN" sz="2000">
                <a:solidFill>
                  <a:srgbClr val="00FFFF"/>
                </a:solidFill>
                <a:ea typeface="楷体_GB2312" pitchFamily="49" charset="-122"/>
              </a:rPr>
              <a:t>(</a:t>
            </a:r>
            <a:r>
              <a:rPr lang="zh-CN" altLang="en-US" sz="2000">
                <a:solidFill>
                  <a:srgbClr val="00FFFF"/>
                </a:solidFill>
                <a:ea typeface="楷体_GB2312" pitchFamily="49" charset="-122"/>
              </a:rPr>
              <a:t>不同原子发的光</a:t>
            </a:r>
            <a:r>
              <a:rPr lang="en-US" altLang="zh-CN" sz="2000">
                <a:solidFill>
                  <a:srgbClr val="00FFFF"/>
                </a:solidFill>
                <a:ea typeface="楷体_GB2312" pitchFamily="49" charset="-122"/>
              </a:rPr>
              <a:t>)</a:t>
            </a:r>
          </a:p>
          <a:p>
            <a:pPr eaLnBrk="1" hangingPunct="1"/>
            <a:endParaRPr lang="en-US" altLang="zh-CN" sz="2000" b="0">
              <a:solidFill>
                <a:srgbClr val="00FFFF"/>
              </a:solidFill>
              <a:ea typeface="楷体_GB2312" pitchFamily="49" charset="-122"/>
            </a:endParaRPr>
          </a:p>
        </p:txBody>
      </p:sp>
      <p:sp>
        <p:nvSpPr>
          <p:cNvPr id="61510" name="Line 70">
            <a:extLst>
              <a:ext uri="{FF2B5EF4-FFF2-40B4-BE49-F238E27FC236}">
                <a16:creationId xmlns:a16="http://schemas.microsoft.com/office/drawing/2014/main" id="{3A1E16E5-52BF-465E-AF23-0A72D6455E3F}"/>
              </a:ext>
            </a:extLst>
          </p:cNvPr>
          <p:cNvSpPr>
            <a:spLocks noChangeShapeType="1"/>
          </p:cNvSpPr>
          <p:nvPr/>
        </p:nvSpPr>
        <p:spPr bwMode="auto">
          <a:xfrm flipV="1">
            <a:off x="3971925" y="4221163"/>
            <a:ext cx="758825" cy="104775"/>
          </a:xfrm>
          <a:prstGeom prst="line">
            <a:avLst/>
          </a:prstGeom>
          <a:noFill/>
          <a:ln w="9525">
            <a:solidFill>
              <a:schemeClr val="bg1"/>
            </a:solidFill>
            <a:round/>
            <a:headEnd type="none" w="med" len="sm"/>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61511" name="Line 71">
            <a:extLst>
              <a:ext uri="{FF2B5EF4-FFF2-40B4-BE49-F238E27FC236}">
                <a16:creationId xmlns:a16="http://schemas.microsoft.com/office/drawing/2014/main" id="{1CFCEC17-AC1F-4917-9A3B-3DB74BC400B6}"/>
              </a:ext>
            </a:extLst>
          </p:cNvPr>
          <p:cNvSpPr>
            <a:spLocks noChangeShapeType="1"/>
          </p:cNvSpPr>
          <p:nvPr/>
        </p:nvSpPr>
        <p:spPr bwMode="auto">
          <a:xfrm>
            <a:off x="4083050" y="3932238"/>
            <a:ext cx="647700" cy="144462"/>
          </a:xfrm>
          <a:prstGeom prst="line">
            <a:avLst/>
          </a:prstGeom>
          <a:noFill/>
          <a:ln w="9525">
            <a:solidFill>
              <a:schemeClr val="bg1"/>
            </a:solidFill>
            <a:round/>
            <a:headEnd type="none" w="med" len="sm"/>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61512" name="Rectangle 72">
            <a:extLst>
              <a:ext uri="{FF2B5EF4-FFF2-40B4-BE49-F238E27FC236}">
                <a16:creationId xmlns:a16="http://schemas.microsoft.com/office/drawing/2014/main" id="{8AE16CD1-09E6-46B9-B934-6D3FCADBFF54}"/>
              </a:ext>
            </a:extLst>
          </p:cNvPr>
          <p:cNvSpPr>
            <a:spLocks noChangeArrowheads="1"/>
          </p:cNvSpPr>
          <p:nvPr/>
        </p:nvSpPr>
        <p:spPr bwMode="auto">
          <a:xfrm>
            <a:off x="3794125" y="4543425"/>
            <a:ext cx="4749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700" tIns="12700" rIns="12700" bIns="12700"/>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2000">
                <a:solidFill>
                  <a:schemeClr val="bg1"/>
                </a:solidFill>
                <a:latin typeface="楷体_GB2312" pitchFamily="49" charset="-122"/>
                <a:ea typeface="楷体_GB2312" pitchFamily="49" charset="-122"/>
              </a:rPr>
              <a:t>非相干 </a:t>
            </a:r>
            <a:r>
              <a:rPr lang="en-US" altLang="zh-CN" sz="2000">
                <a:solidFill>
                  <a:srgbClr val="00FFFF"/>
                </a:solidFill>
                <a:ea typeface="楷体_GB2312" pitchFamily="49" charset="-122"/>
              </a:rPr>
              <a:t>(</a:t>
            </a:r>
            <a:r>
              <a:rPr lang="zh-CN" altLang="en-US" sz="2000">
                <a:solidFill>
                  <a:srgbClr val="00FFFF"/>
                </a:solidFill>
                <a:ea typeface="楷体_GB2312" pitchFamily="49" charset="-122"/>
              </a:rPr>
              <a:t>同一原子先后发的光</a:t>
            </a:r>
            <a:r>
              <a:rPr lang="en-US" altLang="zh-CN" sz="2000">
                <a:solidFill>
                  <a:srgbClr val="00FFFF"/>
                </a:solidFill>
                <a:ea typeface="楷体_GB2312" pitchFamily="49" charset="-122"/>
              </a:rPr>
              <a:t>)</a:t>
            </a:r>
          </a:p>
        </p:txBody>
      </p:sp>
      <p:sp>
        <p:nvSpPr>
          <p:cNvPr id="116" name="Text Box 74">
            <a:extLst>
              <a:ext uri="{FF2B5EF4-FFF2-40B4-BE49-F238E27FC236}">
                <a16:creationId xmlns:a16="http://schemas.microsoft.com/office/drawing/2014/main" id="{3A6214F0-8512-4731-84A5-9226EE87B256}"/>
              </a:ext>
            </a:extLst>
          </p:cNvPr>
          <p:cNvSpPr txBox="1">
            <a:spLocks noChangeArrowheads="1"/>
          </p:cNvSpPr>
          <p:nvPr/>
        </p:nvSpPr>
        <p:spPr bwMode="auto">
          <a:xfrm>
            <a:off x="571500" y="5072063"/>
            <a:ext cx="5443538" cy="830262"/>
          </a:xfrm>
          <a:prstGeom prst="rect">
            <a:avLst/>
          </a:prstGeom>
          <a:noFill/>
          <a:ln w="9525">
            <a:solidFill>
              <a:srgbClr val="FFFF00"/>
            </a:solidFill>
            <a:miter lim="800000"/>
            <a:headEnd/>
            <a:tailEnd/>
          </a:ln>
        </p:spPr>
        <p:txBody>
          <a:bodyPr wrap="none">
            <a:spAutoFit/>
          </a:bodyPr>
          <a:lstStyle/>
          <a:p>
            <a:pPr eaLnBrk="1" hangingPunct="1">
              <a:defRPr/>
            </a:pPr>
            <a:r>
              <a:rPr kumimoji="0" lang="zh-CN" altLang="en-US" dirty="0">
                <a:solidFill>
                  <a:schemeClr val="bg1"/>
                </a:solidFill>
                <a:latin typeface="+mn-ea"/>
                <a:ea typeface="+mn-ea"/>
              </a:rPr>
              <a:t>不同原子的激发和辐射是彼此独立的、</a:t>
            </a:r>
            <a:endParaRPr kumimoji="0" lang="en-US" altLang="zh-CN" dirty="0">
              <a:solidFill>
                <a:schemeClr val="bg1"/>
              </a:solidFill>
              <a:latin typeface="+mn-ea"/>
              <a:ea typeface="+mn-ea"/>
            </a:endParaRPr>
          </a:p>
          <a:p>
            <a:pPr eaLnBrk="1" hangingPunct="1">
              <a:defRPr/>
            </a:pPr>
            <a:r>
              <a:rPr kumimoji="0" lang="zh-CN" altLang="en-US" dirty="0">
                <a:solidFill>
                  <a:schemeClr val="bg1"/>
                </a:solidFill>
                <a:latin typeface="+mn-ea"/>
                <a:ea typeface="+mn-ea"/>
              </a:rPr>
              <a:t>随机的、间歇进行的</a:t>
            </a:r>
          </a:p>
        </p:txBody>
      </p:sp>
      <p:sp>
        <p:nvSpPr>
          <p:cNvPr id="117" name="Text Box 75">
            <a:extLst>
              <a:ext uri="{FF2B5EF4-FFF2-40B4-BE49-F238E27FC236}">
                <a16:creationId xmlns:a16="http://schemas.microsoft.com/office/drawing/2014/main" id="{17E7FD9B-25FB-4297-8BF9-22C84CE2A7CB}"/>
              </a:ext>
            </a:extLst>
          </p:cNvPr>
          <p:cNvSpPr txBox="1">
            <a:spLocks noChangeArrowheads="1"/>
          </p:cNvSpPr>
          <p:nvPr/>
        </p:nvSpPr>
        <p:spPr bwMode="auto">
          <a:xfrm>
            <a:off x="6643688" y="4984750"/>
            <a:ext cx="2214562" cy="1016000"/>
          </a:xfrm>
          <a:prstGeom prst="rect">
            <a:avLst/>
          </a:prstGeom>
          <a:noFill/>
          <a:ln w="9525">
            <a:solidFill>
              <a:srgbClr val="FFFF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2000">
                <a:solidFill>
                  <a:srgbClr val="FFFF00"/>
                </a:solidFill>
                <a:ea typeface="楷体_GB2312" pitchFamily="49" charset="-122"/>
              </a:rPr>
              <a:t>两个灯泡照明，</a:t>
            </a:r>
          </a:p>
          <a:p>
            <a:pPr eaLnBrk="1" hangingPunct="1"/>
            <a:r>
              <a:rPr kumimoji="0" lang="zh-CN" altLang="en-US" sz="2000">
                <a:solidFill>
                  <a:srgbClr val="FFFF00"/>
                </a:solidFill>
                <a:ea typeface="楷体_GB2312" pitchFamily="49" charset="-122"/>
              </a:rPr>
              <a:t>不会产生光强度</a:t>
            </a:r>
          </a:p>
          <a:p>
            <a:pPr eaLnBrk="1" hangingPunct="1"/>
            <a:r>
              <a:rPr kumimoji="0" lang="zh-CN" altLang="en-US" sz="2000">
                <a:solidFill>
                  <a:srgbClr val="FFFF00"/>
                </a:solidFill>
                <a:ea typeface="楷体_GB2312" pitchFamily="49" charset="-122"/>
              </a:rPr>
              <a:t>强弱的稳定分布</a:t>
            </a:r>
          </a:p>
        </p:txBody>
      </p:sp>
      <p:sp>
        <p:nvSpPr>
          <p:cNvPr id="118" name="AutoShape 76">
            <a:extLst>
              <a:ext uri="{FF2B5EF4-FFF2-40B4-BE49-F238E27FC236}">
                <a16:creationId xmlns:a16="http://schemas.microsoft.com/office/drawing/2014/main" id="{1DD98006-3E8F-4386-AF49-63AF3C77BDEA}"/>
              </a:ext>
            </a:extLst>
          </p:cNvPr>
          <p:cNvSpPr>
            <a:spLocks noChangeArrowheads="1"/>
          </p:cNvSpPr>
          <p:nvPr/>
        </p:nvSpPr>
        <p:spPr bwMode="auto">
          <a:xfrm>
            <a:off x="6143625" y="5357813"/>
            <a:ext cx="457200" cy="228600"/>
          </a:xfrm>
          <a:prstGeom prst="rightArrow">
            <a:avLst>
              <a:gd name="adj1" fmla="val 50000"/>
              <a:gd name="adj2" fmla="val 50000"/>
            </a:avLst>
          </a:prstGeom>
          <a:gradFill rotWithShape="0">
            <a:gsLst>
              <a:gs pos="0">
                <a:srgbClr val="CC66FF"/>
              </a:gs>
              <a:gs pos="100000">
                <a:schemeClr val="bg1"/>
              </a:gs>
            </a:gsLst>
            <a:lin ang="2700000" scaled="1"/>
          </a:gradFill>
          <a:ln w="9525">
            <a:solidFill>
              <a:srgbClr val="FFFF00"/>
            </a:solidFill>
            <a:miter lim="800000"/>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a:solidFill>
                <a:schemeClr val="bg1"/>
              </a:solidFill>
            </a:endParaRPr>
          </a:p>
        </p:txBody>
      </p:sp>
      <p:sp>
        <p:nvSpPr>
          <p:cNvPr id="47" name="Text Box 257">
            <a:extLst>
              <a:ext uri="{FF2B5EF4-FFF2-40B4-BE49-F238E27FC236}">
                <a16:creationId xmlns:a16="http://schemas.microsoft.com/office/drawing/2014/main" id="{7ACF044F-2F85-416F-800B-CEE0FA16DE57}"/>
              </a:ext>
            </a:extLst>
          </p:cNvPr>
          <p:cNvSpPr txBox="1">
            <a:spLocks noChangeArrowheads="1"/>
          </p:cNvSpPr>
          <p:nvPr/>
        </p:nvSpPr>
        <p:spPr bwMode="auto">
          <a:xfrm>
            <a:off x="500063" y="6072188"/>
            <a:ext cx="3733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0" lang="en-US" altLang="zh-CN">
                <a:solidFill>
                  <a:srgbClr val="EDFE4A"/>
                </a:solidFill>
              </a:rPr>
              <a:t>•  </a:t>
            </a:r>
            <a:r>
              <a:rPr kumimoji="0" lang="zh-CN" altLang="en-US">
                <a:solidFill>
                  <a:srgbClr val="EDFE4A"/>
                </a:solidFill>
              </a:rPr>
              <a:t>一般光源的发光特点： </a:t>
            </a:r>
          </a:p>
        </p:txBody>
      </p:sp>
      <p:sp>
        <p:nvSpPr>
          <p:cNvPr id="48" name="Text Box 258">
            <a:extLst>
              <a:ext uri="{FF2B5EF4-FFF2-40B4-BE49-F238E27FC236}">
                <a16:creationId xmlns:a16="http://schemas.microsoft.com/office/drawing/2014/main" id="{15E26DA8-3CB9-41EC-A9B1-E4DFCD966A30}"/>
              </a:ext>
            </a:extLst>
          </p:cNvPr>
          <p:cNvSpPr txBox="1">
            <a:spLocks noChangeArrowheads="1"/>
          </p:cNvSpPr>
          <p:nvPr/>
        </p:nvSpPr>
        <p:spPr bwMode="auto">
          <a:xfrm>
            <a:off x="3929063" y="6072188"/>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0" lang="en-US" altLang="zh-CN">
                <a:solidFill>
                  <a:srgbClr val="EDFE4A"/>
                </a:solidFill>
              </a:rPr>
              <a:t>1   </a:t>
            </a:r>
            <a:r>
              <a:rPr kumimoji="0" lang="zh-CN" altLang="en-US">
                <a:solidFill>
                  <a:schemeClr val="hlink"/>
                </a:solidFill>
              </a:rPr>
              <a:t>间歇性</a:t>
            </a:r>
            <a:r>
              <a:rPr kumimoji="0" lang="zh-CN" altLang="en-US">
                <a:solidFill>
                  <a:srgbClr val="EDFE4A"/>
                </a:solidFill>
              </a:rPr>
              <a:t>； </a:t>
            </a:r>
          </a:p>
        </p:txBody>
      </p:sp>
      <p:sp>
        <p:nvSpPr>
          <p:cNvPr id="49" name="Text Box 259">
            <a:extLst>
              <a:ext uri="{FF2B5EF4-FFF2-40B4-BE49-F238E27FC236}">
                <a16:creationId xmlns:a16="http://schemas.microsoft.com/office/drawing/2014/main" id="{E62AD44D-4977-49EE-AE56-360E0858D6BC}"/>
              </a:ext>
            </a:extLst>
          </p:cNvPr>
          <p:cNvSpPr txBox="1">
            <a:spLocks noChangeArrowheads="1"/>
          </p:cNvSpPr>
          <p:nvPr/>
        </p:nvSpPr>
        <p:spPr bwMode="auto">
          <a:xfrm>
            <a:off x="5757863" y="6072188"/>
            <a:ext cx="182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0" lang="en-US" altLang="zh-CN">
                <a:solidFill>
                  <a:srgbClr val="EDFE4A"/>
                </a:solidFill>
              </a:rPr>
              <a:t>2   </a:t>
            </a:r>
            <a:r>
              <a:rPr kumimoji="0" lang="zh-CN" altLang="en-US">
                <a:solidFill>
                  <a:schemeClr val="hlink"/>
                </a:solidFill>
              </a:rPr>
              <a:t>随机性</a:t>
            </a:r>
            <a:r>
              <a:rPr kumimoji="0" lang="zh-CN" altLang="en-US">
                <a:solidFill>
                  <a:srgbClr val="EDFE4A"/>
                </a:solidFill>
              </a:rPr>
              <a:t>。 </a:t>
            </a:r>
          </a:p>
        </p:txBody>
      </p:sp>
      <p:sp>
        <p:nvSpPr>
          <p:cNvPr id="50" name="Text Box 37">
            <a:extLst>
              <a:ext uri="{FF2B5EF4-FFF2-40B4-BE49-F238E27FC236}">
                <a16:creationId xmlns:a16="http://schemas.microsoft.com/office/drawing/2014/main" id="{24BA146A-F304-4AC5-A60F-419BCED901DA}"/>
              </a:ext>
            </a:extLst>
          </p:cNvPr>
          <p:cNvSpPr txBox="1">
            <a:spLocks noChangeArrowheads="1"/>
          </p:cNvSpPr>
          <p:nvPr/>
        </p:nvSpPr>
        <p:spPr bwMode="auto">
          <a:xfrm>
            <a:off x="2952750" y="388938"/>
            <a:ext cx="5334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000">
                <a:solidFill>
                  <a:schemeClr val="bg1"/>
                </a:solidFill>
                <a:latin typeface="方正书宋简体"/>
              </a:rPr>
              <a:t>光源的最基本发光单元是分子、原子</a:t>
            </a:r>
            <a:endParaRPr lang="zh-CN" altLang="en-US" sz="2000" b="0">
              <a:solidFill>
                <a:schemeClr val="bg1"/>
              </a:solidFill>
              <a:latin typeface="方正书宋简体"/>
            </a:endParaRPr>
          </a:p>
        </p:txBody>
      </p:sp>
      <p:sp>
        <p:nvSpPr>
          <p:cNvPr id="13353" name="灯片编号占位符 1">
            <a:extLst>
              <a:ext uri="{FF2B5EF4-FFF2-40B4-BE49-F238E27FC236}">
                <a16:creationId xmlns:a16="http://schemas.microsoft.com/office/drawing/2014/main" id="{296A118D-C6E2-4767-82E6-8AE5B24BBE1E}"/>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49362D55-1D60-42C5-B5D5-DD5F5BADDE3C}" type="slidenum">
              <a:rPr lang="en-US" altLang="zh-CN" b="0">
                <a:solidFill>
                  <a:srgbClr val="FF00FF"/>
                </a:solidFill>
              </a:rPr>
              <a:pPr eaLnBrk="1" hangingPunct="1"/>
              <a:t>20</a:t>
            </a:fld>
            <a:r>
              <a:rPr lang="en-US" altLang="zh-CN" b="0">
                <a:solidFill>
                  <a:srgbClr val="FF00FF"/>
                </a:solidFill>
              </a:rPr>
              <a:t>/25</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61443"/>
                                        </p:tgtEl>
                                        <p:attrNameLst>
                                          <p:attrName>style.visibility</p:attrName>
                                        </p:attrNameLst>
                                      </p:cBhvr>
                                      <p:to>
                                        <p:strVal val="visible"/>
                                      </p:to>
                                    </p:set>
                                    <p:animEffect transition="in" filter="blinds(horizontal)">
                                      <p:cBhvr>
                                        <p:cTn id="7" dur="500"/>
                                        <p:tgtEl>
                                          <p:spTgt spid="61443"/>
                                        </p:tgtEl>
                                      </p:cBhvr>
                                    </p:animEffect>
                                  </p:childTnLst>
                                </p:cTn>
                              </p:par>
                            </p:childTnLst>
                          </p:cTn>
                        </p:par>
                        <p:par>
                          <p:cTn id="8" fill="hold" nodeType="afterGroup">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50"/>
                                        </p:tgtEl>
                                        <p:attrNameLst>
                                          <p:attrName>style.visibility</p:attrName>
                                        </p:attrNameLst>
                                      </p:cBhvr>
                                      <p:to>
                                        <p:strVal val="visible"/>
                                      </p:to>
                                    </p:set>
                                    <p:animEffect transition="in" filter="blinds(horizontal)">
                                      <p:cBhvr>
                                        <p:cTn id="11" dur="500"/>
                                        <p:tgtEl>
                                          <p:spTgt spid="50"/>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61442"/>
                                        </p:tgtEl>
                                        <p:attrNameLst>
                                          <p:attrName>style.visibility</p:attrName>
                                        </p:attrNameLst>
                                      </p:cBhvr>
                                      <p:to>
                                        <p:strVal val="visible"/>
                                      </p:to>
                                    </p:set>
                                    <p:animEffect transition="in" filter="wipe(left)">
                                      <p:cBhvr>
                                        <p:cTn id="16" dur="500"/>
                                        <p:tgtEl>
                                          <p:spTgt spid="61442"/>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9" presetClass="entr" presetSubtype="0"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dissolve">
                                      <p:cBhvr>
                                        <p:cTn id="21" dur="500"/>
                                        <p:tgtEl>
                                          <p:spTgt spid="4"/>
                                        </p:tgtEl>
                                      </p:cBhvr>
                                    </p:animEffect>
                                  </p:childTnLst>
                                </p:cTn>
                              </p:par>
                            </p:childTnLst>
                          </p:cTn>
                        </p:par>
                        <p:par>
                          <p:cTn id="22" fill="hold" nodeType="afterGroup">
                            <p:stCondLst>
                              <p:cond delay="500"/>
                            </p:stCondLst>
                            <p:childTnLst>
                              <p:par>
                                <p:cTn id="23" presetID="9" presetClass="entr" presetSubtype="0" fill="hold" nodeType="afterEffect">
                                  <p:stCondLst>
                                    <p:cond delay="0"/>
                                  </p:stCondLst>
                                  <p:childTnLst>
                                    <p:set>
                                      <p:cBhvr>
                                        <p:cTn id="24" dur="1" fill="hold">
                                          <p:stCondLst>
                                            <p:cond delay="0"/>
                                          </p:stCondLst>
                                        </p:cTn>
                                        <p:tgtEl>
                                          <p:spTgt spid="61454"/>
                                        </p:tgtEl>
                                        <p:attrNameLst>
                                          <p:attrName>style.visibility</p:attrName>
                                        </p:attrNameLst>
                                      </p:cBhvr>
                                      <p:to>
                                        <p:strVal val="visible"/>
                                      </p:to>
                                    </p:set>
                                    <p:animEffect transition="in" filter="dissolve">
                                      <p:cBhvr>
                                        <p:cTn id="25" dur="500"/>
                                        <p:tgtEl>
                                          <p:spTgt spid="61454"/>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1" presetClass="exit" presetSubtype="0" fill="hold" nodeType="clickEffect">
                                  <p:stCondLst>
                                    <p:cond delay="0"/>
                                  </p:stCondLst>
                                  <p:childTnLst>
                                    <p:set>
                                      <p:cBhvr>
                                        <p:cTn id="29" dur="1" fill="hold">
                                          <p:stCondLst>
                                            <p:cond delay="0"/>
                                          </p:stCondLst>
                                        </p:cTn>
                                        <p:tgtEl>
                                          <p:spTgt spid="61454"/>
                                        </p:tgtEl>
                                        <p:attrNameLst>
                                          <p:attrName>style.visibility</p:attrName>
                                        </p:attrNameLst>
                                      </p:cBhvr>
                                      <p:to>
                                        <p:strVal val="hidden"/>
                                      </p:to>
                                    </p:set>
                                  </p:childTnLst>
                                </p:cTn>
                              </p:par>
                            </p:childTnLst>
                          </p:cTn>
                        </p:par>
                        <p:par>
                          <p:cTn id="30" fill="hold" nodeType="afterGroup">
                            <p:stCondLst>
                              <p:cond delay="0"/>
                            </p:stCondLst>
                            <p:childTnLst>
                              <p:par>
                                <p:cTn id="31" presetID="22" presetClass="entr" presetSubtype="1" fill="hold" nodeType="afterEffect">
                                  <p:stCondLst>
                                    <p:cond delay="0"/>
                                  </p:stCondLst>
                                  <p:childTnLst>
                                    <p:set>
                                      <p:cBhvr>
                                        <p:cTn id="32" dur="1" fill="hold">
                                          <p:stCondLst>
                                            <p:cond delay="0"/>
                                          </p:stCondLst>
                                        </p:cTn>
                                        <p:tgtEl>
                                          <p:spTgt spid="3"/>
                                        </p:tgtEl>
                                        <p:attrNameLst>
                                          <p:attrName>style.visibility</p:attrName>
                                        </p:attrNameLst>
                                      </p:cBhvr>
                                      <p:to>
                                        <p:strVal val="visible"/>
                                      </p:to>
                                    </p:set>
                                    <p:animEffect transition="in" filter="wipe(up)">
                                      <p:cBhvr>
                                        <p:cTn id="33" dur="500"/>
                                        <p:tgtEl>
                                          <p:spTgt spid="3"/>
                                        </p:tgtEl>
                                      </p:cBhvr>
                                    </p:animEffect>
                                  </p:childTnLst>
                                </p:cTn>
                              </p:par>
                            </p:childTnLst>
                          </p:cTn>
                        </p:par>
                        <p:par>
                          <p:cTn id="34" fill="hold" nodeType="afterGroup">
                            <p:stCondLst>
                              <p:cond delay="500"/>
                            </p:stCondLst>
                            <p:childTnLst>
                              <p:par>
                                <p:cTn id="35" presetID="22" presetClass="entr" presetSubtype="8" fill="hold" nodeType="afterEffect">
                                  <p:stCondLst>
                                    <p:cond delay="0"/>
                                  </p:stCondLst>
                                  <p:childTnLst>
                                    <p:set>
                                      <p:cBhvr>
                                        <p:cTn id="36" dur="1" fill="hold">
                                          <p:stCondLst>
                                            <p:cond delay="0"/>
                                          </p:stCondLst>
                                        </p:cTn>
                                        <p:tgtEl>
                                          <p:spTgt spid="61461"/>
                                        </p:tgtEl>
                                        <p:attrNameLst>
                                          <p:attrName>style.visibility</p:attrName>
                                        </p:attrNameLst>
                                      </p:cBhvr>
                                      <p:to>
                                        <p:strVal val="visible"/>
                                      </p:to>
                                    </p:set>
                                    <p:animEffect transition="in" filter="wipe(left)">
                                      <p:cBhvr>
                                        <p:cTn id="37" dur="500"/>
                                        <p:tgtEl>
                                          <p:spTgt spid="61461"/>
                                        </p:tgtEl>
                                      </p:cBhvr>
                                    </p:animEffect>
                                  </p:childTnLst>
                                </p:cTn>
                              </p:par>
                            </p:childTnLst>
                          </p:cTn>
                        </p:par>
                        <p:par>
                          <p:cTn id="38" fill="hold" nodeType="afterGroup">
                            <p:stCondLst>
                              <p:cond delay="1000"/>
                            </p:stCondLst>
                            <p:childTnLst>
                              <p:par>
                                <p:cTn id="39" presetID="22" presetClass="entr" presetSubtype="8" fill="hold" nodeType="afterEffect">
                                  <p:stCondLst>
                                    <p:cond delay="0"/>
                                  </p:stCondLst>
                                  <p:childTnLst>
                                    <p:set>
                                      <p:cBhvr>
                                        <p:cTn id="40" dur="1" fill="hold">
                                          <p:stCondLst>
                                            <p:cond delay="0"/>
                                          </p:stCondLst>
                                        </p:cTn>
                                        <p:tgtEl>
                                          <p:spTgt spid="61462"/>
                                        </p:tgtEl>
                                        <p:attrNameLst>
                                          <p:attrName>style.visibility</p:attrName>
                                        </p:attrNameLst>
                                      </p:cBhvr>
                                      <p:to>
                                        <p:strVal val="visible"/>
                                      </p:to>
                                    </p:set>
                                    <p:animEffect transition="in" filter="wipe(left)">
                                      <p:cBhvr>
                                        <p:cTn id="41" dur="500"/>
                                        <p:tgtEl>
                                          <p:spTgt spid="61462"/>
                                        </p:tgtEl>
                                      </p:cBhvr>
                                    </p:animEffect>
                                  </p:childTnLst>
                                </p:cTn>
                              </p:par>
                            </p:childTnLst>
                          </p:cTn>
                        </p:par>
                        <p:par>
                          <p:cTn id="42" fill="hold" nodeType="afterGroup">
                            <p:stCondLst>
                              <p:cond delay="1500"/>
                            </p:stCondLst>
                            <p:childTnLst>
                              <p:par>
                                <p:cTn id="43" presetID="9" presetClass="entr" presetSubtype="0" fill="hold" nodeType="afterEffect">
                                  <p:stCondLst>
                                    <p:cond delay="0"/>
                                  </p:stCondLst>
                                  <p:childTnLst>
                                    <p:set>
                                      <p:cBhvr>
                                        <p:cTn id="44" dur="1" fill="hold">
                                          <p:stCondLst>
                                            <p:cond delay="0"/>
                                          </p:stCondLst>
                                        </p:cTn>
                                        <p:tgtEl>
                                          <p:spTgt spid="2"/>
                                        </p:tgtEl>
                                        <p:attrNameLst>
                                          <p:attrName>style.visibility</p:attrName>
                                        </p:attrNameLst>
                                      </p:cBhvr>
                                      <p:to>
                                        <p:strVal val="visible"/>
                                      </p:to>
                                    </p:set>
                                    <p:animEffect transition="in" filter="dissolve">
                                      <p:cBhvr>
                                        <p:cTn id="45" dur="500"/>
                                        <p:tgtEl>
                                          <p:spTgt spid="2"/>
                                        </p:tgtEl>
                                      </p:cBhvr>
                                    </p:animEffect>
                                  </p:childTnLst>
                                </p:cTn>
                              </p:par>
                              <p:par>
                                <p:cTn id="46" presetID="9" presetClass="entr" presetSubtype="0" fill="hold" grpId="0" nodeType="withEffect">
                                  <p:stCondLst>
                                    <p:cond delay="0"/>
                                  </p:stCondLst>
                                  <p:childTnLst>
                                    <p:set>
                                      <p:cBhvr>
                                        <p:cTn id="47" dur="1" fill="hold">
                                          <p:stCondLst>
                                            <p:cond delay="0"/>
                                          </p:stCondLst>
                                        </p:cTn>
                                        <p:tgtEl>
                                          <p:spTgt spid="61493"/>
                                        </p:tgtEl>
                                        <p:attrNameLst>
                                          <p:attrName>style.visibility</p:attrName>
                                        </p:attrNameLst>
                                      </p:cBhvr>
                                      <p:to>
                                        <p:strVal val="visible"/>
                                      </p:to>
                                    </p:set>
                                    <p:animEffect transition="in" filter="dissolve">
                                      <p:cBhvr>
                                        <p:cTn id="48" dur="500"/>
                                        <p:tgtEl>
                                          <p:spTgt spid="61493"/>
                                        </p:tgtEl>
                                      </p:cBhvr>
                                    </p:animEffect>
                                  </p:childTnLst>
                                </p:cTn>
                              </p:par>
                              <p:par>
                                <p:cTn id="49" presetID="9" presetClass="entr" presetSubtype="0" fill="hold" nodeType="withEffect">
                                  <p:stCondLst>
                                    <p:cond delay="0"/>
                                  </p:stCondLst>
                                  <p:childTnLst>
                                    <p:set>
                                      <p:cBhvr>
                                        <p:cTn id="50" dur="1" fill="hold">
                                          <p:stCondLst>
                                            <p:cond delay="0"/>
                                          </p:stCondLst>
                                        </p:cTn>
                                        <p:tgtEl>
                                          <p:spTgt spid="61463"/>
                                        </p:tgtEl>
                                        <p:attrNameLst>
                                          <p:attrName>style.visibility</p:attrName>
                                        </p:attrNameLst>
                                      </p:cBhvr>
                                      <p:to>
                                        <p:strVal val="visible"/>
                                      </p:to>
                                    </p:set>
                                    <p:animEffect transition="in" filter="dissolve">
                                      <p:cBhvr>
                                        <p:cTn id="51" dur="500"/>
                                        <p:tgtEl>
                                          <p:spTgt spid="61463"/>
                                        </p:tgtEl>
                                      </p:cBhvr>
                                    </p:animEffect>
                                  </p:childTnLst>
                                </p:cTn>
                              </p:par>
                              <p:par>
                                <p:cTn id="52" presetID="9" presetClass="entr" presetSubtype="0" fill="hold" nodeType="withEffect">
                                  <p:stCondLst>
                                    <p:cond delay="0"/>
                                  </p:stCondLst>
                                  <p:childTnLst>
                                    <p:set>
                                      <p:cBhvr>
                                        <p:cTn id="53" dur="1" fill="hold">
                                          <p:stCondLst>
                                            <p:cond delay="0"/>
                                          </p:stCondLst>
                                        </p:cTn>
                                        <p:tgtEl>
                                          <p:spTgt spid="61447"/>
                                        </p:tgtEl>
                                        <p:attrNameLst>
                                          <p:attrName>style.visibility</p:attrName>
                                        </p:attrNameLst>
                                      </p:cBhvr>
                                      <p:to>
                                        <p:strVal val="visible"/>
                                      </p:to>
                                    </p:set>
                                    <p:animEffect transition="in" filter="dissolve">
                                      <p:cBhvr>
                                        <p:cTn id="54" dur="500"/>
                                        <p:tgtEl>
                                          <p:spTgt spid="61447"/>
                                        </p:tgtEl>
                                      </p:cBhvr>
                                    </p:animEffect>
                                  </p:childTnLst>
                                </p:cTn>
                              </p:par>
                              <p:par>
                                <p:cTn id="55" presetID="9" presetClass="entr" presetSubtype="0" fill="hold" nodeType="withEffect">
                                  <p:stCondLst>
                                    <p:cond delay="0"/>
                                  </p:stCondLst>
                                  <p:childTnLst>
                                    <p:set>
                                      <p:cBhvr>
                                        <p:cTn id="56" dur="1" fill="hold">
                                          <p:stCondLst>
                                            <p:cond delay="0"/>
                                          </p:stCondLst>
                                        </p:cTn>
                                        <p:tgtEl>
                                          <p:spTgt spid="61448"/>
                                        </p:tgtEl>
                                        <p:attrNameLst>
                                          <p:attrName>style.visibility</p:attrName>
                                        </p:attrNameLst>
                                      </p:cBhvr>
                                      <p:to>
                                        <p:strVal val="visible"/>
                                      </p:to>
                                    </p:set>
                                    <p:animEffect transition="in" filter="dissolve">
                                      <p:cBhvr>
                                        <p:cTn id="57" dur="500"/>
                                        <p:tgtEl>
                                          <p:spTgt spid="61448"/>
                                        </p:tgtEl>
                                      </p:cBhvr>
                                    </p:animEffect>
                                  </p:childTnLst>
                                </p:cTn>
                              </p:par>
                              <p:par>
                                <p:cTn id="58" presetID="9" presetClass="entr" presetSubtype="0" fill="hold" nodeType="withEffect">
                                  <p:stCondLst>
                                    <p:cond delay="0"/>
                                  </p:stCondLst>
                                  <p:childTnLst>
                                    <p:set>
                                      <p:cBhvr>
                                        <p:cTn id="59" dur="1" fill="hold">
                                          <p:stCondLst>
                                            <p:cond delay="0"/>
                                          </p:stCondLst>
                                        </p:cTn>
                                        <p:tgtEl>
                                          <p:spTgt spid="61449"/>
                                        </p:tgtEl>
                                        <p:attrNameLst>
                                          <p:attrName>style.visibility</p:attrName>
                                        </p:attrNameLst>
                                      </p:cBhvr>
                                      <p:to>
                                        <p:strVal val="visible"/>
                                      </p:to>
                                    </p:set>
                                    <p:animEffect transition="in" filter="dissolve">
                                      <p:cBhvr>
                                        <p:cTn id="60" dur="500"/>
                                        <p:tgtEl>
                                          <p:spTgt spid="61449"/>
                                        </p:tgtEl>
                                      </p:cBhvr>
                                    </p:animEffect>
                                  </p:childTnLst>
                                </p:cTn>
                              </p:par>
                              <p:par>
                                <p:cTn id="61" presetID="9" presetClass="entr" presetSubtype="0" fill="hold" nodeType="withEffect">
                                  <p:stCondLst>
                                    <p:cond delay="0"/>
                                  </p:stCondLst>
                                  <p:childTnLst>
                                    <p:set>
                                      <p:cBhvr>
                                        <p:cTn id="62" dur="1" fill="hold">
                                          <p:stCondLst>
                                            <p:cond delay="0"/>
                                          </p:stCondLst>
                                        </p:cTn>
                                        <p:tgtEl>
                                          <p:spTgt spid="61464"/>
                                        </p:tgtEl>
                                        <p:attrNameLst>
                                          <p:attrName>style.visibility</p:attrName>
                                        </p:attrNameLst>
                                      </p:cBhvr>
                                      <p:to>
                                        <p:strVal val="visible"/>
                                      </p:to>
                                    </p:set>
                                    <p:animEffect transition="in" filter="dissolve">
                                      <p:cBhvr>
                                        <p:cTn id="63" dur="500"/>
                                        <p:tgtEl>
                                          <p:spTgt spid="61464"/>
                                        </p:tgtEl>
                                      </p:cBhvr>
                                    </p:animEffect>
                                  </p:childTnLst>
                                </p:cTn>
                              </p:par>
                              <p:par>
                                <p:cTn id="64" presetID="9" presetClass="entr" presetSubtype="0" fill="hold" nodeType="withEffect">
                                  <p:stCondLst>
                                    <p:cond delay="0"/>
                                  </p:stCondLst>
                                  <p:childTnLst>
                                    <p:set>
                                      <p:cBhvr>
                                        <p:cTn id="65" dur="1" fill="hold">
                                          <p:stCondLst>
                                            <p:cond delay="0"/>
                                          </p:stCondLst>
                                        </p:cTn>
                                        <p:tgtEl>
                                          <p:spTgt spid="61465"/>
                                        </p:tgtEl>
                                        <p:attrNameLst>
                                          <p:attrName>style.visibility</p:attrName>
                                        </p:attrNameLst>
                                      </p:cBhvr>
                                      <p:to>
                                        <p:strVal val="visible"/>
                                      </p:to>
                                    </p:set>
                                    <p:animEffect transition="in" filter="dissolve">
                                      <p:cBhvr>
                                        <p:cTn id="66" dur="500"/>
                                        <p:tgtEl>
                                          <p:spTgt spid="61465"/>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8" fill="hold" nodeType="clickEffect">
                                  <p:stCondLst>
                                    <p:cond delay="0"/>
                                  </p:stCondLst>
                                  <p:childTnLst>
                                    <p:set>
                                      <p:cBhvr>
                                        <p:cTn id="70" dur="1" fill="hold">
                                          <p:stCondLst>
                                            <p:cond delay="0"/>
                                          </p:stCondLst>
                                        </p:cTn>
                                        <p:tgtEl>
                                          <p:spTgt spid="61496"/>
                                        </p:tgtEl>
                                        <p:attrNameLst>
                                          <p:attrName>style.visibility</p:attrName>
                                        </p:attrNameLst>
                                      </p:cBhvr>
                                      <p:to>
                                        <p:strVal val="visible"/>
                                      </p:to>
                                    </p:set>
                                    <p:animEffect transition="in" filter="wipe(left)">
                                      <p:cBhvr>
                                        <p:cTn id="71" dur="500"/>
                                        <p:tgtEl>
                                          <p:spTgt spid="61496"/>
                                        </p:tgtEl>
                                      </p:cBhvr>
                                    </p:animEffect>
                                  </p:childTnLst>
                                </p:cTn>
                              </p:par>
                            </p:childTnLst>
                          </p:cTn>
                        </p:par>
                        <p:par>
                          <p:cTn id="72" fill="hold" nodeType="withGroup">
                            <p:stCondLst>
                              <p:cond delay="500"/>
                            </p:stCondLst>
                            <p:childTnLst>
                              <p:par>
                                <p:cTn id="73" presetID="23" presetClass="entr" presetSubtype="16" fill="hold" nodeType="afterEffect">
                                  <p:stCondLst>
                                    <p:cond delay="0"/>
                                  </p:stCondLst>
                                  <p:childTnLst>
                                    <p:set>
                                      <p:cBhvr>
                                        <p:cTn id="74" dur="1" fill="hold">
                                          <p:stCondLst>
                                            <p:cond delay="0"/>
                                          </p:stCondLst>
                                        </p:cTn>
                                        <p:tgtEl>
                                          <p:spTgt spid="61497"/>
                                        </p:tgtEl>
                                        <p:attrNameLst>
                                          <p:attrName>style.visibility</p:attrName>
                                        </p:attrNameLst>
                                      </p:cBhvr>
                                      <p:to>
                                        <p:strVal val="visible"/>
                                      </p:to>
                                    </p:set>
                                    <p:anim calcmode="lin" valueType="num">
                                      <p:cBhvr>
                                        <p:cTn id="75" dur="500" fill="hold"/>
                                        <p:tgtEl>
                                          <p:spTgt spid="61497"/>
                                        </p:tgtEl>
                                        <p:attrNameLst>
                                          <p:attrName>ppt_w</p:attrName>
                                        </p:attrNameLst>
                                      </p:cBhvr>
                                      <p:tavLst>
                                        <p:tav tm="0">
                                          <p:val>
                                            <p:fltVal val="0"/>
                                          </p:val>
                                        </p:tav>
                                        <p:tav tm="100000">
                                          <p:val>
                                            <p:strVal val="#ppt_w"/>
                                          </p:val>
                                        </p:tav>
                                      </p:tavLst>
                                    </p:anim>
                                    <p:anim calcmode="lin" valueType="num">
                                      <p:cBhvr>
                                        <p:cTn id="76" dur="500" fill="hold"/>
                                        <p:tgtEl>
                                          <p:spTgt spid="61497"/>
                                        </p:tgtEl>
                                        <p:attrNameLst>
                                          <p:attrName>ppt_h</p:attrName>
                                        </p:attrNameLst>
                                      </p:cBhvr>
                                      <p:tavLst>
                                        <p:tav tm="0">
                                          <p:val>
                                            <p:fltVal val="0"/>
                                          </p:val>
                                        </p:tav>
                                        <p:tav tm="100000">
                                          <p:val>
                                            <p:strVal val="#ppt_h"/>
                                          </p:val>
                                        </p:tav>
                                      </p:tavLst>
                                    </p:anim>
                                  </p:childTnLst>
                                </p:cTn>
                              </p:par>
                              <p:par>
                                <p:cTn id="77" presetID="1" presetClass="entr" presetSubtype="0" fill="hold" grpId="0" nodeType="withEffect">
                                  <p:stCondLst>
                                    <p:cond delay="0"/>
                                  </p:stCondLst>
                                  <p:childTnLst>
                                    <p:set>
                                      <p:cBhvr>
                                        <p:cTn id="78" dur="1" fill="hold">
                                          <p:stCondLst>
                                            <p:cond delay="0"/>
                                          </p:stCondLst>
                                        </p:cTn>
                                        <p:tgtEl>
                                          <p:spTgt spid="61498"/>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61503"/>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61506"/>
                                        </p:tgtEl>
                                        <p:attrNameLst>
                                          <p:attrName>style.visibility</p:attrName>
                                        </p:attrNameLst>
                                      </p:cBhvr>
                                      <p:to>
                                        <p:strVal val="visible"/>
                                      </p:to>
                                    </p:set>
                                  </p:childTnLst>
                                </p:cTn>
                              </p:par>
                            </p:childTnLst>
                          </p:cTn>
                        </p:par>
                      </p:childTnLst>
                    </p:cTn>
                  </p:par>
                  <p:par>
                    <p:cTn id="83" fill="hold" nodeType="clickPar">
                      <p:stCondLst>
                        <p:cond delay="indefinite"/>
                      </p:stCondLst>
                      <p:childTnLst>
                        <p:par>
                          <p:cTn id="84" fill="hold" nodeType="withGroup">
                            <p:stCondLst>
                              <p:cond delay="0"/>
                            </p:stCondLst>
                            <p:childTnLst>
                              <p:par>
                                <p:cTn id="85" presetID="22" presetClass="entr" presetSubtype="8" fill="hold" nodeType="clickEffect">
                                  <p:stCondLst>
                                    <p:cond delay="0"/>
                                  </p:stCondLst>
                                  <p:childTnLst>
                                    <p:set>
                                      <p:cBhvr>
                                        <p:cTn id="86" dur="1" fill="hold">
                                          <p:stCondLst>
                                            <p:cond delay="0"/>
                                          </p:stCondLst>
                                        </p:cTn>
                                        <p:tgtEl>
                                          <p:spTgt spid="61499"/>
                                        </p:tgtEl>
                                        <p:attrNameLst>
                                          <p:attrName>style.visibility</p:attrName>
                                        </p:attrNameLst>
                                      </p:cBhvr>
                                      <p:to>
                                        <p:strVal val="visible"/>
                                      </p:to>
                                    </p:set>
                                    <p:animEffect transition="in" filter="wipe(left)">
                                      <p:cBhvr>
                                        <p:cTn id="87" dur="500"/>
                                        <p:tgtEl>
                                          <p:spTgt spid="61499"/>
                                        </p:tgtEl>
                                      </p:cBhvr>
                                    </p:animEffect>
                                  </p:childTnLst>
                                </p:cTn>
                              </p:par>
                              <p:par>
                                <p:cTn id="88" presetID="22" presetClass="entr" presetSubtype="8" fill="hold" nodeType="withEffect">
                                  <p:stCondLst>
                                    <p:cond delay="0"/>
                                  </p:stCondLst>
                                  <p:childTnLst>
                                    <p:set>
                                      <p:cBhvr>
                                        <p:cTn id="89" dur="1" fill="hold">
                                          <p:stCondLst>
                                            <p:cond delay="0"/>
                                          </p:stCondLst>
                                        </p:cTn>
                                        <p:tgtEl>
                                          <p:spTgt spid="61502"/>
                                        </p:tgtEl>
                                        <p:attrNameLst>
                                          <p:attrName>style.visibility</p:attrName>
                                        </p:attrNameLst>
                                      </p:cBhvr>
                                      <p:to>
                                        <p:strVal val="visible"/>
                                      </p:to>
                                    </p:set>
                                    <p:animEffect transition="in" filter="wipe(left)">
                                      <p:cBhvr>
                                        <p:cTn id="90" dur="500"/>
                                        <p:tgtEl>
                                          <p:spTgt spid="61502"/>
                                        </p:tgtEl>
                                      </p:cBhvr>
                                    </p:animEffect>
                                  </p:childTnLst>
                                </p:cTn>
                              </p:par>
                            </p:childTnLst>
                          </p:cTn>
                        </p:par>
                        <p:par>
                          <p:cTn id="91" fill="hold" nodeType="afterGroup">
                            <p:stCondLst>
                              <p:cond delay="500"/>
                            </p:stCondLst>
                            <p:childTnLst>
                              <p:par>
                                <p:cTn id="92" presetID="22" presetClass="entr" presetSubtype="8" fill="hold" nodeType="afterEffect">
                                  <p:stCondLst>
                                    <p:cond delay="0"/>
                                  </p:stCondLst>
                                  <p:childTnLst>
                                    <p:set>
                                      <p:cBhvr>
                                        <p:cTn id="93" dur="1" fill="hold">
                                          <p:stCondLst>
                                            <p:cond delay="0"/>
                                          </p:stCondLst>
                                        </p:cTn>
                                        <p:tgtEl>
                                          <p:spTgt spid="61504"/>
                                        </p:tgtEl>
                                        <p:attrNameLst>
                                          <p:attrName>style.visibility</p:attrName>
                                        </p:attrNameLst>
                                      </p:cBhvr>
                                      <p:to>
                                        <p:strVal val="visible"/>
                                      </p:to>
                                    </p:set>
                                    <p:animEffect transition="in" filter="wipe(left)">
                                      <p:cBhvr>
                                        <p:cTn id="94" dur="500"/>
                                        <p:tgtEl>
                                          <p:spTgt spid="61504"/>
                                        </p:tgtEl>
                                      </p:cBhvr>
                                    </p:animEffect>
                                  </p:childTnLst>
                                </p:cTn>
                              </p:par>
                              <p:par>
                                <p:cTn id="95" presetID="22" presetClass="entr" presetSubtype="8" fill="hold" nodeType="withEffect">
                                  <p:stCondLst>
                                    <p:cond delay="0"/>
                                  </p:stCondLst>
                                  <p:childTnLst>
                                    <p:set>
                                      <p:cBhvr>
                                        <p:cTn id="96" dur="1" fill="hold">
                                          <p:stCondLst>
                                            <p:cond delay="0"/>
                                          </p:stCondLst>
                                        </p:cTn>
                                        <p:tgtEl>
                                          <p:spTgt spid="61501"/>
                                        </p:tgtEl>
                                        <p:attrNameLst>
                                          <p:attrName>style.visibility</p:attrName>
                                        </p:attrNameLst>
                                      </p:cBhvr>
                                      <p:to>
                                        <p:strVal val="visible"/>
                                      </p:to>
                                    </p:set>
                                    <p:animEffect transition="in" filter="wipe(left)">
                                      <p:cBhvr>
                                        <p:cTn id="97" dur="500"/>
                                        <p:tgtEl>
                                          <p:spTgt spid="61501"/>
                                        </p:tgtEl>
                                      </p:cBhvr>
                                    </p:animEffect>
                                  </p:childTnLst>
                                </p:cTn>
                              </p:par>
                            </p:childTnLst>
                          </p:cTn>
                        </p:par>
                        <p:par>
                          <p:cTn id="98" fill="hold" nodeType="afterGroup">
                            <p:stCondLst>
                              <p:cond delay="1000"/>
                            </p:stCondLst>
                            <p:childTnLst>
                              <p:par>
                                <p:cTn id="99" presetID="22" presetClass="entr" presetSubtype="8" fill="hold" nodeType="afterEffect">
                                  <p:stCondLst>
                                    <p:cond delay="0"/>
                                  </p:stCondLst>
                                  <p:childTnLst>
                                    <p:set>
                                      <p:cBhvr>
                                        <p:cTn id="100" dur="1" fill="hold">
                                          <p:stCondLst>
                                            <p:cond delay="0"/>
                                          </p:stCondLst>
                                        </p:cTn>
                                        <p:tgtEl>
                                          <p:spTgt spid="61500"/>
                                        </p:tgtEl>
                                        <p:attrNameLst>
                                          <p:attrName>style.visibility</p:attrName>
                                        </p:attrNameLst>
                                      </p:cBhvr>
                                      <p:to>
                                        <p:strVal val="visible"/>
                                      </p:to>
                                    </p:set>
                                    <p:animEffect transition="in" filter="wipe(left)">
                                      <p:cBhvr>
                                        <p:cTn id="101" dur="500"/>
                                        <p:tgtEl>
                                          <p:spTgt spid="61500"/>
                                        </p:tgtEl>
                                      </p:cBhvr>
                                    </p:animEffect>
                                  </p:childTnLst>
                                </p:cTn>
                              </p:par>
                              <p:par>
                                <p:cTn id="102" presetID="22" presetClass="entr" presetSubtype="8" fill="hold" nodeType="withEffect">
                                  <p:stCondLst>
                                    <p:cond delay="0"/>
                                  </p:stCondLst>
                                  <p:childTnLst>
                                    <p:set>
                                      <p:cBhvr>
                                        <p:cTn id="103" dur="1" fill="hold">
                                          <p:stCondLst>
                                            <p:cond delay="0"/>
                                          </p:stCondLst>
                                        </p:cTn>
                                        <p:tgtEl>
                                          <p:spTgt spid="61505"/>
                                        </p:tgtEl>
                                        <p:attrNameLst>
                                          <p:attrName>style.visibility</p:attrName>
                                        </p:attrNameLst>
                                      </p:cBhvr>
                                      <p:to>
                                        <p:strVal val="visible"/>
                                      </p:to>
                                    </p:set>
                                    <p:animEffect transition="in" filter="wipe(left)">
                                      <p:cBhvr>
                                        <p:cTn id="104" dur="500"/>
                                        <p:tgtEl>
                                          <p:spTgt spid="61505"/>
                                        </p:tgtEl>
                                      </p:cBhvr>
                                    </p:animEffect>
                                  </p:childTnLst>
                                </p:cTn>
                              </p:par>
                            </p:childTnLst>
                          </p:cTn>
                        </p:par>
                      </p:childTnLst>
                    </p:cTn>
                  </p:par>
                  <p:par>
                    <p:cTn id="105" fill="hold" nodeType="clickPar">
                      <p:stCondLst>
                        <p:cond delay="indefinite"/>
                      </p:stCondLst>
                      <p:childTnLst>
                        <p:par>
                          <p:cTn id="106" fill="hold" nodeType="withGroup">
                            <p:stCondLst>
                              <p:cond delay="0"/>
                            </p:stCondLst>
                            <p:childTnLst>
                              <p:par>
                                <p:cTn id="107" presetID="22" presetClass="entr" presetSubtype="1" fill="hold" nodeType="clickEffect">
                                  <p:stCondLst>
                                    <p:cond delay="0"/>
                                  </p:stCondLst>
                                  <p:childTnLst>
                                    <p:set>
                                      <p:cBhvr>
                                        <p:cTn id="108" dur="1" fill="hold">
                                          <p:stCondLst>
                                            <p:cond delay="0"/>
                                          </p:stCondLst>
                                        </p:cTn>
                                        <p:tgtEl>
                                          <p:spTgt spid="61508"/>
                                        </p:tgtEl>
                                        <p:attrNameLst>
                                          <p:attrName>style.visibility</p:attrName>
                                        </p:attrNameLst>
                                      </p:cBhvr>
                                      <p:to>
                                        <p:strVal val="visible"/>
                                      </p:to>
                                    </p:set>
                                    <p:animEffect transition="in" filter="wipe(up)">
                                      <p:cBhvr>
                                        <p:cTn id="109" dur="500"/>
                                        <p:tgtEl>
                                          <p:spTgt spid="61508"/>
                                        </p:tgtEl>
                                      </p:cBhvr>
                                    </p:animEffect>
                                  </p:childTnLst>
                                </p:cTn>
                              </p:par>
                            </p:childTnLst>
                          </p:cTn>
                        </p:par>
                        <p:par>
                          <p:cTn id="110" fill="hold" nodeType="afterGroup">
                            <p:stCondLst>
                              <p:cond delay="500"/>
                            </p:stCondLst>
                            <p:childTnLst>
                              <p:par>
                                <p:cTn id="111" presetID="22" presetClass="entr" presetSubtype="1" fill="hold" nodeType="afterEffect">
                                  <p:stCondLst>
                                    <p:cond delay="0"/>
                                  </p:stCondLst>
                                  <p:childTnLst>
                                    <p:set>
                                      <p:cBhvr>
                                        <p:cTn id="112" dur="1" fill="hold">
                                          <p:stCondLst>
                                            <p:cond delay="0"/>
                                          </p:stCondLst>
                                        </p:cTn>
                                        <p:tgtEl>
                                          <p:spTgt spid="61507"/>
                                        </p:tgtEl>
                                        <p:attrNameLst>
                                          <p:attrName>style.visibility</p:attrName>
                                        </p:attrNameLst>
                                      </p:cBhvr>
                                      <p:to>
                                        <p:strVal val="visible"/>
                                      </p:to>
                                    </p:set>
                                    <p:animEffect transition="in" filter="wipe(up)">
                                      <p:cBhvr>
                                        <p:cTn id="113" dur="500"/>
                                        <p:tgtEl>
                                          <p:spTgt spid="61507"/>
                                        </p:tgtEl>
                                      </p:cBhvr>
                                    </p:animEffect>
                                  </p:childTnLst>
                                </p:cTn>
                              </p:par>
                            </p:childTnLst>
                          </p:cTn>
                        </p:par>
                        <p:par>
                          <p:cTn id="114" fill="hold" nodeType="afterGroup">
                            <p:stCondLst>
                              <p:cond delay="1000"/>
                            </p:stCondLst>
                            <p:childTnLst>
                              <p:par>
                                <p:cTn id="115" presetID="22" presetClass="entr" presetSubtype="8" fill="hold" nodeType="afterEffect">
                                  <p:stCondLst>
                                    <p:cond delay="0"/>
                                  </p:stCondLst>
                                  <p:childTnLst>
                                    <p:set>
                                      <p:cBhvr>
                                        <p:cTn id="116" dur="1" fill="hold">
                                          <p:stCondLst>
                                            <p:cond delay="0"/>
                                          </p:stCondLst>
                                        </p:cTn>
                                        <p:tgtEl>
                                          <p:spTgt spid="61512"/>
                                        </p:tgtEl>
                                        <p:attrNameLst>
                                          <p:attrName>style.visibility</p:attrName>
                                        </p:attrNameLst>
                                      </p:cBhvr>
                                      <p:to>
                                        <p:strVal val="visible"/>
                                      </p:to>
                                    </p:set>
                                    <p:animEffect transition="in" filter="wipe(left)">
                                      <p:cBhvr>
                                        <p:cTn id="117" dur="500"/>
                                        <p:tgtEl>
                                          <p:spTgt spid="61512"/>
                                        </p:tgtEl>
                                      </p:cBhvr>
                                    </p:animEffect>
                                  </p:childTnLst>
                                </p:cTn>
                              </p:par>
                            </p:childTnLst>
                          </p:cTn>
                        </p:par>
                        <p:par>
                          <p:cTn id="118" fill="hold" nodeType="afterGroup">
                            <p:stCondLst>
                              <p:cond delay="1500"/>
                            </p:stCondLst>
                            <p:childTnLst>
                              <p:par>
                                <p:cTn id="119" presetID="22" presetClass="entr" presetSubtype="8" fill="hold" nodeType="afterEffect">
                                  <p:stCondLst>
                                    <p:cond delay="0"/>
                                  </p:stCondLst>
                                  <p:childTnLst>
                                    <p:set>
                                      <p:cBhvr>
                                        <p:cTn id="120" dur="1" fill="hold">
                                          <p:stCondLst>
                                            <p:cond delay="0"/>
                                          </p:stCondLst>
                                        </p:cTn>
                                        <p:tgtEl>
                                          <p:spTgt spid="61510"/>
                                        </p:tgtEl>
                                        <p:attrNameLst>
                                          <p:attrName>style.visibility</p:attrName>
                                        </p:attrNameLst>
                                      </p:cBhvr>
                                      <p:to>
                                        <p:strVal val="visible"/>
                                      </p:to>
                                    </p:set>
                                    <p:animEffect transition="in" filter="wipe(left)">
                                      <p:cBhvr>
                                        <p:cTn id="121" dur="500"/>
                                        <p:tgtEl>
                                          <p:spTgt spid="61510"/>
                                        </p:tgtEl>
                                      </p:cBhvr>
                                    </p:animEffect>
                                  </p:childTnLst>
                                </p:cTn>
                              </p:par>
                            </p:childTnLst>
                          </p:cTn>
                        </p:par>
                        <p:par>
                          <p:cTn id="122" fill="hold" nodeType="afterGroup">
                            <p:stCondLst>
                              <p:cond delay="2000"/>
                            </p:stCondLst>
                            <p:childTnLst>
                              <p:par>
                                <p:cTn id="123" presetID="22" presetClass="entr" presetSubtype="8" fill="hold" nodeType="afterEffect">
                                  <p:stCondLst>
                                    <p:cond delay="0"/>
                                  </p:stCondLst>
                                  <p:childTnLst>
                                    <p:set>
                                      <p:cBhvr>
                                        <p:cTn id="124" dur="1" fill="hold">
                                          <p:stCondLst>
                                            <p:cond delay="0"/>
                                          </p:stCondLst>
                                        </p:cTn>
                                        <p:tgtEl>
                                          <p:spTgt spid="61511"/>
                                        </p:tgtEl>
                                        <p:attrNameLst>
                                          <p:attrName>style.visibility</p:attrName>
                                        </p:attrNameLst>
                                      </p:cBhvr>
                                      <p:to>
                                        <p:strVal val="visible"/>
                                      </p:to>
                                    </p:set>
                                    <p:animEffect transition="in" filter="wipe(left)">
                                      <p:cBhvr>
                                        <p:cTn id="125" dur="500"/>
                                        <p:tgtEl>
                                          <p:spTgt spid="61511"/>
                                        </p:tgtEl>
                                      </p:cBhvr>
                                    </p:animEffect>
                                  </p:childTnLst>
                                </p:cTn>
                              </p:par>
                            </p:childTnLst>
                          </p:cTn>
                        </p:par>
                        <p:par>
                          <p:cTn id="126" fill="hold" nodeType="afterGroup">
                            <p:stCondLst>
                              <p:cond delay="2500"/>
                            </p:stCondLst>
                            <p:childTnLst>
                              <p:par>
                                <p:cTn id="127" presetID="22" presetClass="entr" presetSubtype="8" fill="hold" nodeType="afterEffect">
                                  <p:stCondLst>
                                    <p:cond delay="0"/>
                                  </p:stCondLst>
                                  <p:childTnLst>
                                    <p:set>
                                      <p:cBhvr>
                                        <p:cTn id="128" dur="1" fill="hold">
                                          <p:stCondLst>
                                            <p:cond delay="0"/>
                                          </p:stCondLst>
                                        </p:cTn>
                                        <p:tgtEl>
                                          <p:spTgt spid="61509"/>
                                        </p:tgtEl>
                                        <p:attrNameLst>
                                          <p:attrName>style.visibility</p:attrName>
                                        </p:attrNameLst>
                                      </p:cBhvr>
                                      <p:to>
                                        <p:strVal val="visible"/>
                                      </p:to>
                                    </p:set>
                                    <p:animEffect transition="in" filter="wipe(left)">
                                      <p:cBhvr>
                                        <p:cTn id="129" dur="500"/>
                                        <p:tgtEl>
                                          <p:spTgt spid="61509"/>
                                        </p:tgtEl>
                                      </p:cBhvr>
                                    </p:animEffect>
                                  </p:childTnLst>
                                </p:cTn>
                              </p:par>
                            </p:childTnLst>
                          </p:cTn>
                        </p:par>
                      </p:childTnLst>
                    </p:cTn>
                  </p:par>
                  <p:par>
                    <p:cTn id="130" fill="hold" nodeType="clickPar">
                      <p:stCondLst>
                        <p:cond delay="indefinite"/>
                      </p:stCondLst>
                      <p:childTnLst>
                        <p:par>
                          <p:cTn id="131" fill="hold" nodeType="withGroup">
                            <p:stCondLst>
                              <p:cond delay="0"/>
                            </p:stCondLst>
                            <p:childTnLst>
                              <p:par>
                                <p:cTn id="132" presetID="3" presetClass="entr" presetSubtype="10" fill="hold" grpId="0" nodeType="clickEffect">
                                  <p:stCondLst>
                                    <p:cond delay="0"/>
                                  </p:stCondLst>
                                  <p:childTnLst>
                                    <p:set>
                                      <p:cBhvr>
                                        <p:cTn id="133" dur="1" fill="hold">
                                          <p:stCondLst>
                                            <p:cond delay="0"/>
                                          </p:stCondLst>
                                        </p:cTn>
                                        <p:tgtEl>
                                          <p:spTgt spid="116"/>
                                        </p:tgtEl>
                                        <p:attrNameLst>
                                          <p:attrName>style.visibility</p:attrName>
                                        </p:attrNameLst>
                                      </p:cBhvr>
                                      <p:to>
                                        <p:strVal val="visible"/>
                                      </p:to>
                                    </p:set>
                                    <p:animEffect transition="in" filter="blinds(horizontal)">
                                      <p:cBhvr>
                                        <p:cTn id="134" dur="500"/>
                                        <p:tgtEl>
                                          <p:spTgt spid="116"/>
                                        </p:tgtEl>
                                      </p:cBhvr>
                                    </p:animEffect>
                                  </p:childTnLst>
                                </p:cTn>
                              </p:par>
                            </p:childTnLst>
                          </p:cTn>
                        </p:par>
                        <p:par>
                          <p:cTn id="135" fill="hold" nodeType="afterGroup">
                            <p:stCondLst>
                              <p:cond delay="500"/>
                            </p:stCondLst>
                            <p:childTnLst>
                              <p:par>
                                <p:cTn id="136" presetID="3" presetClass="entr" presetSubtype="10" fill="hold" grpId="0" nodeType="afterEffect">
                                  <p:stCondLst>
                                    <p:cond delay="0"/>
                                  </p:stCondLst>
                                  <p:childTnLst>
                                    <p:set>
                                      <p:cBhvr>
                                        <p:cTn id="137" dur="1" fill="hold">
                                          <p:stCondLst>
                                            <p:cond delay="0"/>
                                          </p:stCondLst>
                                        </p:cTn>
                                        <p:tgtEl>
                                          <p:spTgt spid="118"/>
                                        </p:tgtEl>
                                        <p:attrNameLst>
                                          <p:attrName>style.visibility</p:attrName>
                                        </p:attrNameLst>
                                      </p:cBhvr>
                                      <p:to>
                                        <p:strVal val="visible"/>
                                      </p:to>
                                    </p:set>
                                    <p:animEffect transition="in" filter="blinds(horizontal)">
                                      <p:cBhvr>
                                        <p:cTn id="138" dur="500"/>
                                        <p:tgtEl>
                                          <p:spTgt spid="118"/>
                                        </p:tgtEl>
                                      </p:cBhvr>
                                    </p:animEffect>
                                  </p:childTnLst>
                                </p:cTn>
                              </p:par>
                            </p:childTnLst>
                          </p:cTn>
                        </p:par>
                      </p:childTnLst>
                    </p:cTn>
                  </p:par>
                  <p:par>
                    <p:cTn id="139" fill="hold" nodeType="clickPar">
                      <p:stCondLst>
                        <p:cond delay="indefinite"/>
                      </p:stCondLst>
                      <p:childTnLst>
                        <p:par>
                          <p:cTn id="140" fill="hold" nodeType="withGroup">
                            <p:stCondLst>
                              <p:cond delay="0"/>
                            </p:stCondLst>
                            <p:childTnLst>
                              <p:par>
                                <p:cTn id="141" presetID="3" presetClass="entr" presetSubtype="10" fill="hold" grpId="0" nodeType="clickEffect">
                                  <p:stCondLst>
                                    <p:cond delay="0"/>
                                  </p:stCondLst>
                                  <p:childTnLst>
                                    <p:set>
                                      <p:cBhvr>
                                        <p:cTn id="142" dur="1" fill="hold">
                                          <p:stCondLst>
                                            <p:cond delay="0"/>
                                          </p:stCondLst>
                                        </p:cTn>
                                        <p:tgtEl>
                                          <p:spTgt spid="117"/>
                                        </p:tgtEl>
                                        <p:attrNameLst>
                                          <p:attrName>style.visibility</p:attrName>
                                        </p:attrNameLst>
                                      </p:cBhvr>
                                      <p:to>
                                        <p:strVal val="visible"/>
                                      </p:to>
                                    </p:set>
                                    <p:animEffect transition="in" filter="blinds(horizontal)">
                                      <p:cBhvr>
                                        <p:cTn id="143" dur="500"/>
                                        <p:tgtEl>
                                          <p:spTgt spid="117"/>
                                        </p:tgtEl>
                                      </p:cBhvr>
                                    </p:animEffect>
                                  </p:childTnLst>
                                </p:cTn>
                              </p:par>
                            </p:childTnLst>
                          </p:cTn>
                        </p:par>
                      </p:childTnLst>
                    </p:cTn>
                  </p:par>
                  <p:par>
                    <p:cTn id="144" fill="hold" nodeType="clickPar">
                      <p:stCondLst>
                        <p:cond delay="indefinite"/>
                      </p:stCondLst>
                      <p:childTnLst>
                        <p:par>
                          <p:cTn id="145" fill="hold" nodeType="withGroup">
                            <p:stCondLst>
                              <p:cond delay="0"/>
                            </p:stCondLst>
                            <p:childTnLst>
                              <p:par>
                                <p:cTn id="146" presetID="22" presetClass="entr" presetSubtype="8" fill="hold" grpId="0" nodeType="clickEffect">
                                  <p:stCondLst>
                                    <p:cond delay="0"/>
                                  </p:stCondLst>
                                  <p:childTnLst>
                                    <p:set>
                                      <p:cBhvr>
                                        <p:cTn id="147" dur="1" fill="hold">
                                          <p:stCondLst>
                                            <p:cond delay="0"/>
                                          </p:stCondLst>
                                        </p:cTn>
                                        <p:tgtEl>
                                          <p:spTgt spid="47"/>
                                        </p:tgtEl>
                                        <p:attrNameLst>
                                          <p:attrName>style.visibility</p:attrName>
                                        </p:attrNameLst>
                                      </p:cBhvr>
                                      <p:to>
                                        <p:strVal val="visible"/>
                                      </p:to>
                                    </p:set>
                                    <p:animEffect transition="in" filter="wipe(left)">
                                      <p:cBhvr>
                                        <p:cTn id="148" dur="500"/>
                                        <p:tgtEl>
                                          <p:spTgt spid="47"/>
                                        </p:tgtEl>
                                      </p:cBhvr>
                                    </p:animEffect>
                                  </p:childTnLst>
                                </p:cTn>
                              </p:par>
                            </p:childTnLst>
                          </p:cTn>
                        </p:par>
                        <p:par>
                          <p:cTn id="149" fill="hold" nodeType="afterGroup">
                            <p:stCondLst>
                              <p:cond delay="500"/>
                            </p:stCondLst>
                            <p:childTnLst>
                              <p:par>
                                <p:cTn id="150" presetID="22" presetClass="entr" presetSubtype="8" fill="hold" grpId="0" nodeType="afterEffect">
                                  <p:stCondLst>
                                    <p:cond delay="0"/>
                                  </p:stCondLst>
                                  <p:childTnLst>
                                    <p:set>
                                      <p:cBhvr>
                                        <p:cTn id="151" dur="1" fill="hold">
                                          <p:stCondLst>
                                            <p:cond delay="0"/>
                                          </p:stCondLst>
                                        </p:cTn>
                                        <p:tgtEl>
                                          <p:spTgt spid="48"/>
                                        </p:tgtEl>
                                        <p:attrNameLst>
                                          <p:attrName>style.visibility</p:attrName>
                                        </p:attrNameLst>
                                      </p:cBhvr>
                                      <p:to>
                                        <p:strVal val="visible"/>
                                      </p:to>
                                    </p:set>
                                    <p:animEffect transition="in" filter="wipe(left)">
                                      <p:cBhvr>
                                        <p:cTn id="152" dur="500"/>
                                        <p:tgtEl>
                                          <p:spTgt spid="48"/>
                                        </p:tgtEl>
                                      </p:cBhvr>
                                    </p:animEffect>
                                  </p:childTnLst>
                                </p:cTn>
                              </p:par>
                            </p:childTnLst>
                          </p:cTn>
                        </p:par>
                        <p:par>
                          <p:cTn id="153" fill="hold" nodeType="afterGroup">
                            <p:stCondLst>
                              <p:cond delay="1000"/>
                            </p:stCondLst>
                            <p:childTnLst>
                              <p:par>
                                <p:cTn id="154" presetID="22" presetClass="entr" presetSubtype="8" fill="hold" grpId="0" nodeType="afterEffect">
                                  <p:stCondLst>
                                    <p:cond delay="0"/>
                                  </p:stCondLst>
                                  <p:childTnLst>
                                    <p:set>
                                      <p:cBhvr>
                                        <p:cTn id="155" dur="1" fill="hold">
                                          <p:stCondLst>
                                            <p:cond delay="0"/>
                                          </p:stCondLst>
                                        </p:cTn>
                                        <p:tgtEl>
                                          <p:spTgt spid="49"/>
                                        </p:tgtEl>
                                        <p:attrNameLst>
                                          <p:attrName>style.visibility</p:attrName>
                                        </p:attrNameLst>
                                      </p:cBhvr>
                                      <p:to>
                                        <p:strVal val="visible"/>
                                      </p:to>
                                    </p:set>
                                    <p:animEffect transition="in" filter="wipe(left)">
                                      <p:cBhvr>
                                        <p:cTn id="156"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2" grpId="0"/>
      <p:bldP spid="61443" grpId="0"/>
      <p:bldP spid="61493" grpId="0"/>
      <p:bldP spid="61498" grpId="0" animBg="1"/>
      <p:bldP spid="61503" grpId="0" animBg="1"/>
      <p:bldP spid="61506" grpId="0" animBg="1"/>
      <p:bldP spid="116" grpId="0" animBg="1"/>
      <p:bldP spid="117" grpId="0" animBg="1"/>
      <p:bldP spid="118" grpId="0" animBg="1"/>
      <p:bldP spid="47" grpId="0" autoUpdateAnimBg="0"/>
      <p:bldP spid="48" grpId="0" autoUpdateAnimBg="0"/>
      <p:bldP spid="49" grpId="0" autoUpdateAnimBg="0"/>
      <p:bldP spid="50"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71" name="Text Box 151">
            <a:extLst>
              <a:ext uri="{FF2B5EF4-FFF2-40B4-BE49-F238E27FC236}">
                <a16:creationId xmlns:a16="http://schemas.microsoft.com/office/drawing/2014/main" id="{5984C46D-D7D3-41F6-B688-0039B29B9D81}"/>
              </a:ext>
            </a:extLst>
          </p:cNvPr>
          <p:cNvSpPr txBox="1">
            <a:spLocks noChangeArrowheads="1"/>
          </p:cNvSpPr>
          <p:nvPr/>
        </p:nvSpPr>
        <p:spPr bwMode="auto">
          <a:xfrm>
            <a:off x="642938" y="538163"/>
            <a:ext cx="21431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just" eaLnBrk="1" hangingPunct="1"/>
            <a:r>
              <a:rPr kumimoji="0" lang="zh-CN" altLang="en-US">
                <a:solidFill>
                  <a:srgbClr val="4DEAFB"/>
                </a:solidFill>
                <a:latin typeface="方正书宋简体"/>
              </a:rPr>
              <a:t>受激辐射：</a:t>
            </a:r>
            <a:endParaRPr kumimoji="0" lang="zh-CN" altLang="en-US">
              <a:solidFill>
                <a:srgbClr val="4DEAFB"/>
              </a:solidFill>
            </a:endParaRPr>
          </a:p>
        </p:txBody>
      </p:sp>
      <p:grpSp>
        <p:nvGrpSpPr>
          <p:cNvPr id="2" name="Group 206">
            <a:extLst>
              <a:ext uri="{FF2B5EF4-FFF2-40B4-BE49-F238E27FC236}">
                <a16:creationId xmlns:a16="http://schemas.microsoft.com/office/drawing/2014/main" id="{18B421DA-ABAC-486E-A3EE-1D2FAF394A3D}"/>
              </a:ext>
            </a:extLst>
          </p:cNvPr>
          <p:cNvGrpSpPr>
            <a:grpSpLocks/>
          </p:cNvGrpSpPr>
          <p:nvPr/>
        </p:nvGrpSpPr>
        <p:grpSpPr bwMode="auto">
          <a:xfrm>
            <a:off x="2547938" y="3146425"/>
            <a:ext cx="1066800" cy="211138"/>
            <a:chOff x="1696" y="2201"/>
            <a:chExt cx="456" cy="85"/>
          </a:xfrm>
        </p:grpSpPr>
        <p:grpSp>
          <p:nvGrpSpPr>
            <p:cNvPr id="14390" name="Group 207">
              <a:extLst>
                <a:ext uri="{FF2B5EF4-FFF2-40B4-BE49-F238E27FC236}">
                  <a16:creationId xmlns:a16="http://schemas.microsoft.com/office/drawing/2014/main" id="{CB1666B6-7E11-4AFB-B00A-577728551899}"/>
                </a:ext>
              </a:extLst>
            </p:cNvPr>
            <p:cNvGrpSpPr>
              <a:grpSpLocks/>
            </p:cNvGrpSpPr>
            <p:nvPr/>
          </p:nvGrpSpPr>
          <p:grpSpPr bwMode="auto">
            <a:xfrm>
              <a:off x="1696" y="2201"/>
              <a:ext cx="167" cy="80"/>
              <a:chOff x="0" y="0"/>
              <a:chExt cx="19999" cy="20000"/>
            </a:xfrm>
          </p:grpSpPr>
          <p:sp>
            <p:nvSpPr>
              <p:cNvPr id="14395" name="Freeform 208">
                <a:extLst>
                  <a:ext uri="{FF2B5EF4-FFF2-40B4-BE49-F238E27FC236}">
                    <a16:creationId xmlns:a16="http://schemas.microsoft.com/office/drawing/2014/main" id="{29456ED0-60F8-45FB-AED0-6D47AF00FD8F}"/>
                  </a:ext>
                </a:extLst>
              </p:cNvPr>
              <p:cNvSpPr>
                <a:spLocks/>
              </p:cNvSpPr>
              <p:nvPr/>
            </p:nvSpPr>
            <p:spPr bwMode="auto">
              <a:xfrm>
                <a:off x="0" y="0"/>
                <a:ext cx="9724" cy="10249"/>
              </a:xfrm>
              <a:custGeom>
                <a:avLst/>
                <a:gdLst>
                  <a:gd name="T0" fmla="*/ 0 w 20000"/>
                  <a:gd name="T1" fmla="*/ 1 h 20000"/>
                  <a:gd name="T2" fmla="*/ 0 w 20000"/>
                  <a:gd name="T3" fmla="*/ 1 h 20000"/>
                  <a:gd name="T4" fmla="*/ 0 w 20000"/>
                  <a:gd name="T5" fmla="*/ 1 h 20000"/>
                  <a:gd name="T6" fmla="*/ 0 w 20000"/>
                  <a:gd name="T7" fmla="*/ 1 h 20000"/>
                  <a:gd name="T8" fmla="*/ 0 w 20000"/>
                  <a:gd name="T9" fmla="*/ 1 h 20000"/>
                  <a:gd name="T10" fmla="*/ 0 w 20000"/>
                  <a:gd name="T11" fmla="*/ 1 h 20000"/>
                  <a:gd name="T12" fmla="*/ 0 w 20000"/>
                  <a:gd name="T13" fmla="*/ 1 h 20000"/>
                  <a:gd name="T14" fmla="*/ 0 w 20000"/>
                  <a:gd name="T15" fmla="*/ 1 h 20000"/>
                  <a:gd name="T16" fmla="*/ 0 w 20000"/>
                  <a:gd name="T17" fmla="*/ 1 h 20000"/>
                  <a:gd name="T18" fmla="*/ 0 w 20000"/>
                  <a:gd name="T19" fmla="*/ 1 h 20000"/>
                  <a:gd name="T20" fmla="*/ 0 w 20000"/>
                  <a:gd name="T21" fmla="*/ 1 h 20000"/>
                  <a:gd name="T22" fmla="*/ 0 w 20000"/>
                  <a:gd name="T23" fmla="*/ 1 h 20000"/>
                  <a:gd name="T24" fmla="*/ 0 w 20000"/>
                  <a:gd name="T25" fmla="*/ 1 h 20000"/>
                  <a:gd name="T26" fmla="*/ 0 w 20000"/>
                  <a:gd name="T27" fmla="*/ 1 h 20000"/>
                  <a:gd name="T28" fmla="*/ 0 w 20000"/>
                  <a:gd name="T29" fmla="*/ 1 h 20000"/>
                  <a:gd name="T30" fmla="*/ 0 w 20000"/>
                  <a:gd name="T31" fmla="*/ 1 h 20000"/>
                  <a:gd name="T32" fmla="*/ 0 w 20000"/>
                  <a:gd name="T33" fmla="*/ 1 h 20000"/>
                  <a:gd name="T34" fmla="*/ 0 w 20000"/>
                  <a:gd name="T35" fmla="*/ 1 h 20000"/>
                  <a:gd name="T36" fmla="*/ 0 w 20000"/>
                  <a:gd name="T37" fmla="*/ 1 h 20000"/>
                  <a:gd name="T38" fmla="*/ 0 w 20000"/>
                  <a:gd name="T39" fmla="*/ 1 h 20000"/>
                  <a:gd name="T40" fmla="*/ 0 w 20000"/>
                  <a:gd name="T41" fmla="*/ 1 h 20000"/>
                  <a:gd name="T42" fmla="*/ 0 w 20000"/>
                  <a:gd name="T43" fmla="*/ 1 h 20000"/>
                  <a:gd name="T44" fmla="*/ 0 w 20000"/>
                  <a:gd name="T45" fmla="*/ 1 h 20000"/>
                  <a:gd name="T46" fmla="*/ 0 w 20000"/>
                  <a:gd name="T47" fmla="*/ 0 h 20000"/>
                  <a:gd name="T48" fmla="*/ 0 w 20000"/>
                  <a:gd name="T49" fmla="*/ 0 h 20000"/>
                  <a:gd name="T50" fmla="*/ 0 w 20000"/>
                  <a:gd name="T51" fmla="*/ 1 h 20000"/>
                  <a:gd name="T52" fmla="*/ 0 w 20000"/>
                  <a:gd name="T53" fmla="*/ 1 h 20000"/>
                  <a:gd name="T54" fmla="*/ 0 w 20000"/>
                  <a:gd name="T55" fmla="*/ 1 h 20000"/>
                  <a:gd name="T56" fmla="*/ 0 w 20000"/>
                  <a:gd name="T57" fmla="*/ 1 h 20000"/>
                  <a:gd name="T58" fmla="*/ 0 w 20000"/>
                  <a:gd name="T59" fmla="*/ 1 h 20000"/>
                  <a:gd name="T60" fmla="*/ 0 w 20000"/>
                  <a:gd name="T61" fmla="*/ 1 h 20000"/>
                  <a:gd name="T62" fmla="*/ 0 w 20000"/>
                  <a:gd name="T63" fmla="*/ 1 h 20000"/>
                  <a:gd name="T64" fmla="*/ 0 w 20000"/>
                  <a:gd name="T65" fmla="*/ 1 h 20000"/>
                  <a:gd name="T66" fmla="*/ 0 w 20000"/>
                  <a:gd name="T67" fmla="*/ 1 h 20000"/>
                  <a:gd name="T68" fmla="*/ 0 w 20000"/>
                  <a:gd name="T69" fmla="*/ 1 h 20000"/>
                  <a:gd name="T70" fmla="*/ 0 w 20000"/>
                  <a:gd name="T71" fmla="*/ 1 h 20000"/>
                  <a:gd name="T72" fmla="*/ 0 w 20000"/>
                  <a:gd name="T73" fmla="*/ 1 h 20000"/>
                  <a:gd name="T74" fmla="*/ 0 w 20000"/>
                  <a:gd name="T75" fmla="*/ 1 h 20000"/>
                  <a:gd name="T76" fmla="*/ 0 w 20000"/>
                  <a:gd name="T77" fmla="*/ 1 h 20000"/>
                  <a:gd name="T78" fmla="*/ 0 w 20000"/>
                  <a:gd name="T79" fmla="*/ 1 h 20000"/>
                  <a:gd name="T80" fmla="*/ 0 w 20000"/>
                  <a:gd name="T81" fmla="*/ 1 h 20000"/>
                  <a:gd name="T82" fmla="*/ 0 w 20000"/>
                  <a:gd name="T83" fmla="*/ 1 h 20000"/>
                  <a:gd name="T84" fmla="*/ 0 w 20000"/>
                  <a:gd name="T85" fmla="*/ 1 h 20000"/>
                  <a:gd name="T86" fmla="*/ 0 w 20000"/>
                  <a:gd name="T87" fmla="*/ 1 h 20000"/>
                  <a:gd name="T88" fmla="*/ 0 w 20000"/>
                  <a:gd name="T89" fmla="*/ 1 h 20000"/>
                  <a:gd name="T90" fmla="*/ 0 w 20000"/>
                  <a:gd name="T91" fmla="*/ 1 h 20000"/>
                  <a:gd name="T92" fmla="*/ 0 w 20000"/>
                  <a:gd name="T93" fmla="*/ 1 h 20000"/>
                  <a:gd name="T94" fmla="*/ 0 w 20000"/>
                  <a:gd name="T95" fmla="*/ 1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19223"/>
                    </a:moveTo>
                    <a:lnTo>
                      <a:pt x="197" y="18641"/>
                    </a:lnTo>
                    <a:lnTo>
                      <a:pt x="493" y="17670"/>
                    </a:lnTo>
                    <a:lnTo>
                      <a:pt x="690" y="17087"/>
                    </a:lnTo>
                    <a:lnTo>
                      <a:pt x="887" y="16699"/>
                    </a:lnTo>
                    <a:lnTo>
                      <a:pt x="985" y="16117"/>
                    </a:lnTo>
                    <a:lnTo>
                      <a:pt x="1281" y="15146"/>
                    </a:lnTo>
                    <a:lnTo>
                      <a:pt x="1576" y="14951"/>
                    </a:lnTo>
                    <a:lnTo>
                      <a:pt x="1675" y="14369"/>
                    </a:lnTo>
                    <a:lnTo>
                      <a:pt x="1970" y="13592"/>
                    </a:lnTo>
                    <a:lnTo>
                      <a:pt x="2167" y="13010"/>
                    </a:lnTo>
                    <a:lnTo>
                      <a:pt x="2562" y="12427"/>
                    </a:lnTo>
                    <a:lnTo>
                      <a:pt x="2660" y="12039"/>
                    </a:lnTo>
                    <a:lnTo>
                      <a:pt x="2956" y="11262"/>
                    </a:lnTo>
                    <a:lnTo>
                      <a:pt x="3054" y="10680"/>
                    </a:lnTo>
                    <a:lnTo>
                      <a:pt x="3350" y="10291"/>
                    </a:lnTo>
                    <a:lnTo>
                      <a:pt x="3547" y="10097"/>
                    </a:lnTo>
                    <a:lnTo>
                      <a:pt x="3744" y="9515"/>
                    </a:lnTo>
                    <a:lnTo>
                      <a:pt x="4039" y="8932"/>
                    </a:lnTo>
                    <a:lnTo>
                      <a:pt x="4236" y="8544"/>
                    </a:lnTo>
                    <a:lnTo>
                      <a:pt x="4433" y="7961"/>
                    </a:lnTo>
                    <a:lnTo>
                      <a:pt x="4729" y="7573"/>
                    </a:lnTo>
                    <a:lnTo>
                      <a:pt x="4828" y="6990"/>
                    </a:lnTo>
                    <a:lnTo>
                      <a:pt x="5123" y="6602"/>
                    </a:lnTo>
                    <a:lnTo>
                      <a:pt x="5320" y="6019"/>
                    </a:lnTo>
                    <a:lnTo>
                      <a:pt x="5419" y="5631"/>
                    </a:lnTo>
                    <a:lnTo>
                      <a:pt x="5813" y="5243"/>
                    </a:lnTo>
                    <a:lnTo>
                      <a:pt x="5813" y="4660"/>
                    </a:lnTo>
                    <a:lnTo>
                      <a:pt x="6305" y="4078"/>
                    </a:lnTo>
                    <a:lnTo>
                      <a:pt x="6502" y="3883"/>
                    </a:lnTo>
                    <a:lnTo>
                      <a:pt x="6601" y="3301"/>
                    </a:lnTo>
                    <a:lnTo>
                      <a:pt x="6897" y="3301"/>
                    </a:lnTo>
                    <a:lnTo>
                      <a:pt x="7192" y="2718"/>
                    </a:lnTo>
                    <a:lnTo>
                      <a:pt x="7291" y="2524"/>
                    </a:lnTo>
                    <a:lnTo>
                      <a:pt x="7586" y="2136"/>
                    </a:lnTo>
                    <a:lnTo>
                      <a:pt x="7685" y="1942"/>
                    </a:lnTo>
                    <a:lnTo>
                      <a:pt x="7980" y="1942"/>
                    </a:lnTo>
                    <a:lnTo>
                      <a:pt x="8177" y="1359"/>
                    </a:lnTo>
                    <a:lnTo>
                      <a:pt x="8374" y="1359"/>
                    </a:lnTo>
                    <a:lnTo>
                      <a:pt x="8571" y="777"/>
                    </a:lnTo>
                    <a:lnTo>
                      <a:pt x="8768" y="777"/>
                    </a:lnTo>
                    <a:lnTo>
                      <a:pt x="8966" y="583"/>
                    </a:lnTo>
                    <a:lnTo>
                      <a:pt x="9163" y="583"/>
                    </a:lnTo>
                    <a:lnTo>
                      <a:pt x="9458" y="388"/>
                    </a:lnTo>
                    <a:lnTo>
                      <a:pt x="9557" y="388"/>
                    </a:lnTo>
                    <a:lnTo>
                      <a:pt x="9852" y="388"/>
                    </a:lnTo>
                    <a:lnTo>
                      <a:pt x="10148" y="0"/>
                    </a:lnTo>
                    <a:lnTo>
                      <a:pt x="10345" y="0"/>
                    </a:lnTo>
                    <a:lnTo>
                      <a:pt x="10640" y="0"/>
                    </a:lnTo>
                    <a:lnTo>
                      <a:pt x="10739" y="0"/>
                    </a:lnTo>
                    <a:lnTo>
                      <a:pt x="10936" y="388"/>
                    </a:lnTo>
                    <a:lnTo>
                      <a:pt x="11133" y="388"/>
                    </a:lnTo>
                    <a:lnTo>
                      <a:pt x="11429" y="583"/>
                    </a:lnTo>
                    <a:lnTo>
                      <a:pt x="11626" y="583"/>
                    </a:lnTo>
                    <a:lnTo>
                      <a:pt x="11823" y="777"/>
                    </a:lnTo>
                    <a:lnTo>
                      <a:pt x="12118" y="777"/>
                    </a:lnTo>
                    <a:lnTo>
                      <a:pt x="12217" y="1359"/>
                    </a:lnTo>
                    <a:lnTo>
                      <a:pt x="12414" y="1942"/>
                    </a:lnTo>
                    <a:lnTo>
                      <a:pt x="12808" y="1942"/>
                    </a:lnTo>
                    <a:lnTo>
                      <a:pt x="12906" y="2136"/>
                    </a:lnTo>
                    <a:lnTo>
                      <a:pt x="13202" y="2718"/>
                    </a:lnTo>
                    <a:lnTo>
                      <a:pt x="13498" y="3301"/>
                    </a:lnTo>
                    <a:lnTo>
                      <a:pt x="13596" y="3883"/>
                    </a:lnTo>
                    <a:lnTo>
                      <a:pt x="13793" y="3883"/>
                    </a:lnTo>
                    <a:lnTo>
                      <a:pt x="14187" y="4466"/>
                    </a:lnTo>
                    <a:lnTo>
                      <a:pt x="14384" y="5049"/>
                    </a:lnTo>
                    <a:lnTo>
                      <a:pt x="14581" y="5631"/>
                    </a:lnTo>
                    <a:lnTo>
                      <a:pt x="14877" y="6019"/>
                    </a:lnTo>
                    <a:lnTo>
                      <a:pt x="15074" y="6602"/>
                    </a:lnTo>
                    <a:lnTo>
                      <a:pt x="15271" y="7184"/>
                    </a:lnTo>
                    <a:lnTo>
                      <a:pt x="15468" y="7767"/>
                    </a:lnTo>
                    <a:lnTo>
                      <a:pt x="15764" y="8350"/>
                    </a:lnTo>
                    <a:lnTo>
                      <a:pt x="15961" y="8932"/>
                    </a:lnTo>
                    <a:lnTo>
                      <a:pt x="16256" y="9515"/>
                    </a:lnTo>
                    <a:lnTo>
                      <a:pt x="16355" y="10097"/>
                    </a:lnTo>
                    <a:lnTo>
                      <a:pt x="16650" y="10291"/>
                    </a:lnTo>
                    <a:lnTo>
                      <a:pt x="16749" y="10680"/>
                    </a:lnTo>
                    <a:lnTo>
                      <a:pt x="16946" y="11650"/>
                    </a:lnTo>
                    <a:lnTo>
                      <a:pt x="17143" y="12039"/>
                    </a:lnTo>
                    <a:lnTo>
                      <a:pt x="17340" y="12427"/>
                    </a:lnTo>
                    <a:lnTo>
                      <a:pt x="17635" y="13204"/>
                    </a:lnTo>
                    <a:lnTo>
                      <a:pt x="17734" y="13786"/>
                    </a:lnTo>
                    <a:lnTo>
                      <a:pt x="17931" y="14369"/>
                    </a:lnTo>
                    <a:lnTo>
                      <a:pt x="18128" y="14951"/>
                    </a:lnTo>
                    <a:lnTo>
                      <a:pt x="18424" y="15146"/>
                    </a:lnTo>
                    <a:lnTo>
                      <a:pt x="18522" y="15728"/>
                    </a:lnTo>
                    <a:lnTo>
                      <a:pt x="18818" y="16311"/>
                    </a:lnTo>
                    <a:lnTo>
                      <a:pt x="18916" y="16893"/>
                    </a:lnTo>
                    <a:lnTo>
                      <a:pt x="19113" y="17087"/>
                    </a:lnTo>
                    <a:lnTo>
                      <a:pt x="19212" y="17670"/>
                    </a:lnTo>
                    <a:lnTo>
                      <a:pt x="19310" y="18058"/>
                    </a:lnTo>
                    <a:lnTo>
                      <a:pt x="19507" y="18641"/>
                    </a:lnTo>
                    <a:lnTo>
                      <a:pt x="19606" y="18835"/>
                    </a:lnTo>
                    <a:lnTo>
                      <a:pt x="19704" y="19223"/>
                    </a:lnTo>
                    <a:lnTo>
                      <a:pt x="19901" y="19612"/>
                    </a:lnTo>
                    <a:lnTo>
                      <a:pt x="19901" y="19806"/>
                    </a:ln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396" name="Freeform 209">
                <a:extLst>
                  <a:ext uri="{FF2B5EF4-FFF2-40B4-BE49-F238E27FC236}">
                    <a16:creationId xmlns:a16="http://schemas.microsoft.com/office/drawing/2014/main" id="{0B496A84-776B-4589-8F74-5420414E5228}"/>
                  </a:ext>
                </a:extLst>
              </p:cNvPr>
              <p:cNvSpPr>
                <a:spLocks/>
              </p:cNvSpPr>
              <p:nvPr/>
            </p:nvSpPr>
            <p:spPr bwMode="auto">
              <a:xfrm>
                <a:off x="9676" y="10050"/>
                <a:ext cx="10323" cy="9950"/>
              </a:xfrm>
              <a:custGeom>
                <a:avLst/>
                <a:gdLst>
                  <a:gd name="T0" fmla="*/ 1 w 20000"/>
                  <a:gd name="T1" fmla="*/ 0 h 20000"/>
                  <a:gd name="T2" fmla="*/ 1 w 20000"/>
                  <a:gd name="T3" fmla="*/ 0 h 20000"/>
                  <a:gd name="T4" fmla="*/ 1 w 20000"/>
                  <a:gd name="T5" fmla="*/ 0 h 20000"/>
                  <a:gd name="T6" fmla="*/ 1 w 20000"/>
                  <a:gd name="T7" fmla="*/ 0 h 20000"/>
                  <a:gd name="T8" fmla="*/ 1 w 20000"/>
                  <a:gd name="T9" fmla="*/ 0 h 20000"/>
                  <a:gd name="T10" fmla="*/ 1 w 20000"/>
                  <a:gd name="T11" fmla="*/ 0 h 20000"/>
                  <a:gd name="T12" fmla="*/ 1 w 20000"/>
                  <a:gd name="T13" fmla="*/ 0 h 20000"/>
                  <a:gd name="T14" fmla="*/ 1 w 20000"/>
                  <a:gd name="T15" fmla="*/ 0 h 20000"/>
                  <a:gd name="T16" fmla="*/ 1 w 20000"/>
                  <a:gd name="T17" fmla="*/ 0 h 20000"/>
                  <a:gd name="T18" fmla="*/ 1 w 20000"/>
                  <a:gd name="T19" fmla="*/ 0 h 20000"/>
                  <a:gd name="T20" fmla="*/ 1 w 20000"/>
                  <a:gd name="T21" fmla="*/ 0 h 20000"/>
                  <a:gd name="T22" fmla="*/ 1 w 20000"/>
                  <a:gd name="T23" fmla="*/ 0 h 20000"/>
                  <a:gd name="T24" fmla="*/ 1 w 20000"/>
                  <a:gd name="T25" fmla="*/ 0 h 20000"/>
                  <a:gd name="T26" fmla="*/ 1 w 20000"/>
                  <a:gd name="T27" fmla="*/ 0 h 20000"/>
                  <a:gd name="T28" fmla="*/ 1 w 20000"/>
                  <a:gd name="T29" fmla="*/ 0 h 20000"/>
                  <a:gd name="T30" fmla="*/ 1 w 20000"/>
                  <a:gd name="T31" fmla="*/ 0 h 20000"/>
                  <a:gd name="T32" fmla="*/ 1 w 20000"/>
                  <a:gd name="T33" fmla="*/ 0 h 20000"/>
                  <a:gd name="T34" fmla="*/ 1 w 20000"/>
                  <a:gd name="T35" fmla="*/ 0 h 20000"/>
                  <a:gd name="T36" fmla="*/ 1 w 20000"/>
                  <a:gd name="T37" fmla="*/ 0 h 20000"/>
                  <a:gd name="T38" fmla="*/ 1 w 20000"/>
                  <a:gd name="T39" fmla="*/ 0 h 20000"/>
                  <a:gd name="T40" fmla="*/ 1 w 20000"/>
                  <a:gd name="T41" fmla="*/ 0 h 20000"/>
                  <a:gd name="T42" fmla="*/ 1 w 20000"/>
                  <a:gd name="T43" fmla="*/ 0 h 20000"/>
                  <a:gd name="T44" fmla="*/ 1 w 20000"/>
                  <a:gd name="T45" fmla="*/ 0 h 20000"/>
                  <a:gd name="T46" fmla="*/ 1 w 20000"/>
                  <a:gd name="T47" fmla="*/ 0 h 20000"/>
                  <a:gd name="T48" fmla="*/ 1 w 20000"/>
                  <a:gd name="T49" fmla="*/ 0 h 20000"/>
                  <a:gd name="T50" fmla="*/ 1 w 20000"/>
                  <a:gd name="T51" fmla="*/ 0 h 20000"/>
                  <a:gd name="T52" fmla="*/ 1 w 20000"/>
                  <a:gd name="T53" fmla="*/ 0 h 20000"/>
                  <a:gd name="T54" fmla="*/ 1 w 20000"/>
                  <a:gd name="T55" fmla="*/ 0 h 20000"/>
                  <a:gd name="T56" fmla="*/ 1 w 20000"/>
                  <a:gd name="T57" fmla="*/ 0 h 20000"/>
                  <a:gd name="T58" fmla="*/ 1 w 20000"/>
                  <a:gd name="T59" fmla="*/ 0 h 20000"/>
                  <a:gd name="T60" fmla="*/ 1 w 20000"/>
                  <a:gd name="T61" fmla="*/ 0 h 20000"/>
                  <a:gd name="T62" fmla="*/ 1 w 20000"/>
                  <a:gd name="T63" fmla="*/ 0 h 20000"/>
                  <a:gd name="T64" fmla="*/ 1 w 20000"/>
                  <a:gd name="T65" fmla="*/ 0 h 20000"/>
                  <a:gd name="T66" fmla="*/ 1 w 20000"/>
                  <a:gd name="T67" fmla="*/ 0 h 20000"/>
                  <a:gd name="T68" fmla="*/ 1 w 20000"/>
                  <a:gd name="T69" fmla="*/ 0 h 20000"/>
                  <a:gd name="T70" fmla="*/ 1 w 20000"/>
                  <a:gd name="T71" fmla="*/ 0 h 20000"/>
                  <a:gd name="T72" fmla="*/ 1 w 20000"/>
                  <a:gd name="T73" fmla="*/ 0 h 20000"/>
                  <a:gd name="T74" fmla="*/ 1 w 20000"/>
                  <a:gd name="T75" fmla="*/ 0 h 20000"/>
                  <a:gd name="T76" fmla="*/ 1 w 20000"/>
                  <a:gd name="T77" fmla="*/ 0 h 20000"/>
                  <a:gd name="T78" fmla="*/ 1 w 20000"/>
                  <a:gd name="T79" fmla="*/ 0 h 20000"/>
                  <a:gd name="T80" fmla="*/ 1 w 20000"/>
                  <a:gd name="T81" fmla="*/ 0 h 20000"/>
                  <a:gd name="T82" fmla="*/ 1 w 20000"/>
                  <a:gd name="T83" fmla="*/ 0 h 20000"/>
                  <a:gd name="T84" fmla="*/ 1 w 20000"/>
                  <a:gd name="T85" fmla="*/ 0 h 20000"/>
                  <a:gd name="T86" fmla="*/ 1 w 20000"/>
                  <a:gd name="T87" fmla="*/ 0 h 20000"/>
                  <a:gd name="T88" fmla="*/ 1 w 20000"/>
                  <a:gd name="T89" fmla="*/ 0 h 20000"/>
                  <a:gd name="T90" fmla="*/ 1 w 20000"/>
                  <a:gd name="T91" fmla="*/ 0 h 20000"/>
                  <a:gd name="T92" fmla="*/ 1 w 20000"/>
                  <a:gd name="T93" fmla="*/ 0 h 20000"/>
                  <a:gd name="T94" fmla="*/ 1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0"/>
                    </a:moveTo>
                    <a:lnTo>
                      <a:pt x="185" y="800"/>
                    </a:lnTo>
                    <a:lnTo>
                      <a:pt x="370" y="1400"/>
                    </a:lnTo>
                    <a:lnTo>
                      <a:pt x="556" y="2000"/>
                    </a:lnTo>
                    <a:lnTo>
                      <a:pt x="833" y="2600"/>
                    </a:lnTo>
                    <a:lnTo>
                      <a:pt x="926" y="3200"/>
                    </a:lnTo>
                    <a:lnTo>
                      <a:pt x="1204" y="4000"/>
                    </a:lnTo>
                    <a:lnTo>
                      <a:pt x="1389" y="4200"/>
                    </a:lnTo>
                    <a:lnTo>
                      <a:pt x="1481" y="5200"/>
                    </a:lnTo>
                    <a:lnTo>
                      <a:pt x="1759" y="5600"/>
                    </a:lnTo>
                    <a:lnTo>
                      <a:pt x="2130" y="6200"/>
                    </a:lnTo>
                    <a:lnTo>
                      <a:pt x="2130" y="7200"/>
                    </a:lnTo>
                    <a:lnTo>
                      <a:pt x="2500" y="7800"/>
                    </a:lnTo>
                    <a:lnTo>
                      <a:pt x="2685" y="8200"/>
                    </a:lnTo>
                    <a:lnTo>
                      <a:pt x="2778" y="8800"/>
                    </a:lnTo>
                    <a:lnTo>
                      <a:pt x="2963" y="9400"/>
                    </a:lnTo>
                    <a:lnTo>
                      <a:pt x="3148" y="10000"/>
                    </a:lnTo>
                    <a:lnTo>
                      <a:pt x="3426" y="10200"/>
                    </a:lnTo>
                    <a:lnTo>
                      <a:pt x="3519" y="10800"/>
                    </a:lnTo>
                    <a:lnTo>
                      <a:pt x="3796" y="11400"/>
                    </a:lnTo>
                    <a:lnTo>
                      <a:pt x="4074" y="11800"/>
                    </a:lnTo>
                    <a:lnTo>
                      <a:pt x="4167" y="12200"/>
                    </a:lnTo>
                    <a:lnTo>
                      <a:pt x="4352" y="12800"/>
                    </a:lnTo>
                    <a:lnTo>
                      <a:pt x="4537" y="13400"/>
                    </a:lnTo>
                    <a:lnTo>
                      <a:pt x="4722" y="13600"/>
                    </a:lnTo>
                    <a:lnTo>
                      <a:pt x="5000" y="14200"/>
                    </a:lnTo>
                    <a:lnTo>
                      <a:pt x="5093" y="14800"/>
                    </a:lnTo>
                    <a:lnTo>
                      <a:pt x="5370" y="15000"/>
                    </a:lnTo>
                    <a:lnTo>
                      <a:pt x="5556" y="15400"/>
                    </a:lnTo>
                    <a:lnTo>
                      <a:pt x="5741" y="16000"/>
                    </a:lnTo>
                    <a:lnTo>
                      <a:pt x="6111" y="16200"/>
                    </a:lnTo>
                    <a:lnTo>
                      <a:pt x="6296" y="16600"/>
                    </a:lnTo>
                    <a:lnTo>
                      <a:pt x="6389" y="17000"/>
                    </a:lnTo>
                    <a:lnTo>
                      <a:pt x="6667" y="17600"/>
                    </a:lnTo>
                    <a:lnTo>
                      <a:pt x="6852" y="17600"/>
                    </a:lnTo>
                    <a:lnTo>
                      <a:pt x="7037" y="18000"/>
                    </a:lnTo>
                    <a:lnTo>
                      <a:pt x="7315" y="18200"/>
                    </a:lnTo>
                    <a:lnTo>
                      <a:pt x="7407" y="18600"/>
                    </a:lnTo>
                    <a:lnTo>
                      <a:pt x="7685" y="18800"/>
                    </a:lnTo>
                    <a:lnTo>
                      <a:pt x="7963" y="19200"/>
                    </a:lnTo>
                    <a:lnTo>
                      <a:pt x="7963" y="19400"/>
                    </a:lnTo>
                    <a:lnTo>
                      <a:pt x="8241" y="19600"/>
                    </a:lnTo>
                    <a:lnTo>
                      <a:pt x="8426" y="19600"/>
                    </a:lnTo>
                    <a:lnTo>
                      <a:pt x="8611" y="19800"/>
                    </a:lnTo>
                    <a:lnTo>
                      <a:pt x="8889" y="19800"/>
                    </a:lnTo>
                    <a:lnTo>
                      <a:pt x="8981" y="19800"/>
                    </a:lnTo>
                    <a:lnTo>
                      <a:pt x="9259" y="19800"/>
                    </a:lnTo>
                    <a:lnTo>
                      <a:pt x="9444" y="19800"/>
                    </a:lnTo>
                    <a:lnTo>
                      <a:pt x="9630" y="19800"/>
                    </a:lnTo>
                    <a:lnTo>
                      <a:pt x="9907" y="19800"/>
                    </a:lnTo>
                    <a:lnTo>
                      <a:pt x="10185" y="19800"/>
                    </a:lnTo>
                    <a:lnTo>
                      <a:pt x="10370" y="19800"/>
                    </a:lnTo>
                    <a:lnTo>
                      <a:pt x="10648" y="19800"/>
                    </a:lnTo>
                    <a:lnTo>
                      <a:pt x="10741" y="19600"/>
                    </a:lnTo>
                    <a:lnTo>
                      <a:pt x="11019" y="19600"/>
                    </a:lnTo>
                    <a:lnTo>
                      <a:pt x="11296" y="19400"/>
                    </a:lnTo>
                    <a:lnTo>
                      <a:pt x="11574" y="19200"/>
                    </a:lnTo>
                    <a:lnTo>
                      <a:pt x="11852" y="18800"/>
                    </a:lnTo>
                    <a:lnTo>
                      <a:pt x="11944" y="18200"/>
                    </a:lnTo>
                    <a:lnTo>
                      <a:pt x="12130" y="18000"/>
                    </a:lnTo>
                    <a:lnTo>
                      <a:pt x="12500" y="17600"/>
                    </a:lnTo>
                    <a:lnTo>
                      <a:pt x="12685" y="17000"/>
                    </a:lnTo>
                    <a:lnTo>
                      <a:pt x="12963" y="16600"/>
                    </a:lnTo>
                    <a:lnTo>
                      <a:pt x="13241" y="16600"/>
                    </a:lnTo>
                    <a:lnTo>
                      <a:pt x="13426" y="16000"/>
                    </a:lnTo>
                    <a:lnTo>
                      <a:pt x="13704" y="15400"/>
                    </a:lnTo>
                    <a:lnTo>
                      <a:pt x="13981" y="14800"/>
                    </a:lnTo>
                    <a:lnTo>
                      <a:pt x="14259" y="14200"/>
                    </a:lnTo>
                    <a:lnTo>
                      <a:pt x="14537" y="13600"/>
                    </a:lnTo>
                    <a:lnTo>
                      <a:pt x="14815" y="13400"/>
                    </a:lnTo>
                    <a:lnTo>
                      <a:pt x="14907" y="12800"/>
                    </a:lnTo>
                    <a:lnTo>
                      <a:pt x="15278" y="12200"/>
                    </a:lnTo>
                    <a:lnTo>
                      <a:pt x="15556" y="11800"/>
                    </a:lnTo>
                    <a:lnTo>
                      <a:pt x="15741" y="10800"/>
                    </a:lnTo>
                    <a:lnTo>
                      <a:pt x="15926" y="10600"/>
                    </a:lnTo>
                    <a:lnTo>
                      <a:pt x="16204" y="10200"/>
                    </a:lnTo>
                    <a:lnTo>
                      <a:pt x="16389" y="9800"/>
                    </a:lnTo>
                    <a:lnTo>
                      <a:pt x="16574" y="9200"/>
                    </a:lnTo>
                    <a:lnTo>
                      <a:pt x="16852" y="8400"/>
                    </a:lnTo>
                    <a:lnTo>
                      <a:pt x="17037" y="8200"/>
                    </a:lnTo>
                    <a:lnTo>
                      <a:pt x="17222" y="7800"/>
                    </a:lnTo>
                    <a:lnTo>
                      <a:pt x="17407" y="7200"/>
                    </a:lnTo>
                    <a:lnTo>
                      <a:pt x="17685" y="6600"/>
                    </a:lnTo>
                    <a:lnTo>
                      <a:pt x="17870" y="6000"/>
                    </a:lnTo>
                    <a:lnTo>
                      <a:pt x="18241" y="5400"/>
                    </a:lnTo>
                    <a:lnTo>
                      <a:pt x="18333" y="4800"/>
                    </a:lnTo>
                    <a:lnTo>
                      <a:pt x="18519" y="4200"/>
                    </a:lnTo>
                    <a:lnTo>
                      <a:pt x="18796" y="4000"/>
                    </a:lnTo>
                    <a:lnTo>
                      <a:pt x="18981" y="3600"/>
                    </a:lnTo>
                    <a:lnTo>
                      <a:pt x="19167" y="3200"/>
                    </a:lnTo>
                    <a:lnTo>
                      <a:pt x="19167" y="2800"/>
                    </a:lnTo>
                    <a:lnTo>
                      <a:pt x="19352" y="2200"/>
                    </a:lnTo>
                    <a:lnTo>
                      <a:pt x="19537" y="2000"/>
                    </a:lnTo>
                    <a:lnTo>
                      <a:pt x="19630" y="2000"/>
                    </a:lnTo>
                    <a:lnTo>
                      <a:pt x="19815" y="1400"/>
                    </a:lnTo>
                    <a:lnTo>
                      <a:pt x="19815" y="800"/>
                    </a:lnTo>
                    <a:lnTo>
                      <a:pt x="19907" y="800"/>
                    </a:ln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14391" name="Group 210">
              <a:extLst>
                <a:ext uri="{FF2B5EF4-FFF2-40B4-BE49-F238E27FC236}">
                  <a16:creationId xmlns:a16="http://schemas.microsoft.com/office/drawing/2014/main" id="{403177CE-8A2E-4055-825C-97D223286CED}"/>
                </a:ext>
              </a:extLst>
            </p:cNvPr>
            <p:cNvGrpSpPr>
              <a:grpSpLocks/>
            </p:cNvGrpSpPr>
            <p:nvPr/>
          </p:nvGrpSpPr>
          <p:grpSpPr bwMode="auto">
            <a:xfrm>
              <a:off x="1866" y="2208"/>
              <a:ext cx="167" cy="78"/>
              <a:chOff x="2" y="0"/>
              <a:chExt cx="19997" cy="20001"/>
            </a:xfrm>
          </p:grpSpPr>
          <p:sp>
            <p:nvSpPr>
              <p:cNvPr id="14393" name="Freeform 211">
                <a:extLst>
                  <a:ext uri="{FF2B5EF4-FFF2-40B4-BE49-F238E27FC236}">
                    <a16:creationId xmlns:a16="http://schemas.microsoft.com/office/drawing/2014/main" id="{D9EE4C2B-6493-41B4-A9D3-40B1C9A4DEDE}"/>
                  </a:ext>
                </a:extLst>
              </p:cNvPr>
              <p:cNvSpPr>
                <a:spLocks/>
              </p:cNvSpPr>
              <p:nvPr/>
            </p:nvSpPr>
            <p:spPr bwMode="auto">
              <a:xfrm>
                <a:off x="2" y="0"/>
                <a:ext cx="9720" cy="10257"/>
              </a:xfrm>
              <a:custGeom>
                <a:avLst/>
                <a:gdLst>
                  <a:gd name="T0" fmla="*/ 0 w 20000"/>
                  <a:gd name="T1" fmla="*/ 1 h 20000"/>
                  <a:gd name="T2" fmla="*/ 0 w 20000"/>
                  <a:gd name="T3" fmla="*/ 1 h 20000"/>
                  <a:gd name="T4" fmla="*/ 0 w 20000"/>
                  <a:gd name="T5" fmla="*/ 1 h 20000"/>
                  <a:gd name="T6" fmla="*/ 0 w 20000"/>
                  <a:gd name="T7" fmla="*/ 1 h 20000"/>
                  <a:gd name="T8" fmla="*/ 0 w 20000"/>
                  <a:gd name="T9" fmla="*/ 1 h 20000"/>
                  <a:gd name="T10" fmla="*/ 0 w 20000"/>
                  <a:gd name="T11" fmla="*/ 1 h 20000"/>
                  <a:gd name="T12" fmla="*/ 0 w 20000"/>
                  <a:gd name="T13" fmla="*/ 1 h 20000"/>
                  <a:gd name="T14" fmla="*/ 0 w 20000"/>
                  <a:gd name="T15" fmla="*/ 1 h 20000"/>
                  <a:gd name="T16" fmla="*/ 0 w 20000"/>
                  <a:gd name="T17" fmla="*/ 1 h 20000"/>
                  <a:gd name="T18" fmla="*/ 0 w 20000"/>
                  <a:gd name="T19" fmla="*/ 1 h 20000"/>
                  <a:gd name="T20" fmla="*/ 0 w 20000"/>
                  <a:gd name="T21" fmla="*/ 1 h 20000"/>
                  <a:gd name="T22" fmla="*/ 0 w 20000"/>
                  <a:gd name="T23" fmla="*/ 1 h 20000"/>
                  <a:gd name="T24" fmla="*/ 0 w 20000"/>
                  <a:gd name="T25" fmla="*/ 1 h 20000"/>
                  <a:gd name="T26" fmla="*/ 0 w 20000"/>
                  <a:gd name="T27" fmla="*/ 1 h 20000"/>
                  <a:gd name="T28" fmla="*/ 0 w 20000"/>
                  <a:gd name="T29" fmla="*/ 1 h 20000"/>
                  <a:gd name="T30" fmla="*/ 0 w 20000"/>
                  <a:gd name="T31" fmla="*/ 1 h 20000"/>
                  <a:gd name="T32" fmla="*/ 0 w 20000"/>
                  <a:gd name="T33" fmla="*/ 1 h 20000"/>
                  <a:gd name="T34" fmla="*/ 0 w 20000"/>
                  <a:gd name="T35" fmla="*/ 1 h 20000"/>
                  <a:gd name="T36" fmla="*/ 0 w 20000"/>
                  <a:gd name="T37" fmla="*/ 1 h 20000"/>
                  <a:gd name="T38" fmla="*/ 0 w 20000"/>
                  <a:gd name="T39" fmla="*/ 1 h 20000"/>
                  <a:gd name="T40" fmla="*/ 0 w 20000"/>
                  <a:gd name="T41" fmla="*/ 1 h 20000"/>
                  <a:gd name="T42" fmla="*/ 0 w 20000"/>
                  <a:gd name="T43" fmla="*/ 1 h 20000"/>
                  <a:gd name="T44" fmla="*/ 0 w 20000"/>
                  <a:gd name="T45" fmla="*/ 1 h 20000"/>
                  <a:gd name="T46" fmla="*/ 0 w 20000"/>
                  <a:gd name="T47" fmla="*/ 0 h 20000"/>
                  <a:gd name="T48" fmla="*/ 0 w 20000"/>
                  <a:gd name="T49" fmla="*/ 0 h 20000"/>
                  <a:gd name="T50" fmla="*/ 0 w 20000"/>
                  <a:gd name="T51" fmla="*/ 1 h 20000"/>
                  <a:gd name="T52" fmla="*/ 0 w 20000"/>
                  <a:gd name="T53" fmla="*/ 1 h 20000"/>
                  <a:gd name="T54" fmla="*/ 0 w 20000"/>
                  <a:gd name="T55" fmla="*/ 1 h 20000"/>
                  <a:gd name="T56" fmla="*/ 0 w 20000"/>
                  <a:gd name="T57" fmla="*/ 1 h 20000"/>
                  <a:gd name="T58" fmla="*/ 0 w 20000"/>
                  <a:gd name="T59" fmla="*/ 1 h 20000"/>
                  <a:gd name="T60" fmla="*/ 0 w 20000"/>
                  <a:gd name="T61" fmla="*/ 1 h 20000"/>
                  <a:gd name="T62" fmla="*/ 0 w 20000"/>
                  <a:gd name="T63" fmla="*/ 1 h 20000"/>
                  <a:gd name="T64" fmla="*/ 0 w 20000"/>
                  <a:gd name="T65" fmla="*/ 1 h 20000"/>
                  <a:gd name="T66" fmla="*/ 0 w 20000"/>
                  <a:gd name="T67" fmla="*/ 1 h 20000"/>
                  <a:gd name="T68" fmla="*/ 0 w 20000"/>
                  <a:gd name="T69" fmla="*/ 1 h 20000"/>
                  <a:gd name="T70" fmla="*/ 0 w 20000"/>
                  <a:gd name="T71" fmla="*/ 1 h 20000"/>
                  <a:gd name="T72" fmla="*/ 0 w 20000"/>
                  <a:gd name="T73" fmla="*/ 1 h 20000"/>
                  <a:gd name="T74" fmla="*/ 0 w 20000"/>
                  <a:gd name="T75" fmla="*/ 1 h 20000"/>
                  <a:gd name="T76" fmla="*/ 0 w 20000"/>
                  <a:gd name="T77" fmla="*/ 1 h 20000"/>
                  <a:gd name="T78" fmla="*/ 0 w 20000"/>
                  <a:gd name="T79" fmla="*/ 1 h 20000"/>
                  <a:gd name="T80" fmla="*/ 0 w 20000"/>
                  <a:gd name="T81" fmla="*/ 1 h 20000"/>
                  <a:gd name="T82" fmla="*/ 0 w 20000"/>
                  <a:gd name="T83" fmla="*/ 1 h 20000"/>
                  <a:gd name="T84" fmla="*/ 0 w 20000"/>
                  <a:gd name="T85" fmla="*/ 1 h 20000"/>
                  <a:gd name="T86" fmla="*/ 0 w 20000"/>
                  <a:gd name="T87" fmla="*/ 1 h 20000"/>
                  <a:gd name="T88" fmla="*/ 0 w 20000"/>
                  <a:gd name="T89" fmla="*/ 1 h 20000"/>
                  <a:gd name="T90" fmla="*/ 0 w 20000"/>
                  <a:gd name="T91" fmla="*/ 1 h 20000"/>
                  <a:gd name="T92" fmla="*/ 0 w 20000"/>
                  <a:gd name="T93" fmla="*/ 1 h 20000"/>
                  <a:gd name="T94" fmla="*/ 0 w 20000"/>
                  <a:gd name="T95" fmla="*/ 1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19200"/>
                    </a:moveTo>
                    <a:lnTo>
                      <a:pt x="197" y="18600"/>
                    </a:lnTo>
                    <a:lnTo>
                      <a:pt x="493" y="17600"/>
                    </a:lnTo>
                    <a:lnTo>
                      <a:pt x="690" y="17000"/>
                    </a:lnTo>
                    <a:lnTo>
                      <a:pt x="887" y="16800"/>
                    </a:lnTo>
                    <a:lnTo>
                      <a:pt x="985" y="16000"/>
                    </a:lnTo>
                    <a:lnTo>
                      <a:pt x="1281" y="15600"/>
                    </a:lnTo>
                    <a:lnTo>
                      <a:pt x="1576" y="15000"/>
                    </a:lnTo>
                    <a:lnTo>
                      <a:pt x="1675" y="14200"/>
                    </a:lnTo>
                    <a:lnTo>
                      <a:pt x="1970" y="13600"/>
                    </a:lnTo>
                    <a:lnTo>
                      <a:pt x="2167" y="13000"/>
                    </a:lnTo>
                    <a:lnTo>
                      <a:pt x="2562" y="12800"/>
                    </a:lnTo>
                    <a:lnTo>
                      <a:pt x="2660" y="12000"/>
                    </a:lnTo>
                    <a:lnTo>
                      <a:pt x="2956" y="11400"/>
                    </a:lnTo>
                    <a:lnTo>
                      <a:pt x="3054" y="10800"/>
                    </a:lnTo>
                    <a:lnTo>
                      <a:pt x="3350" y="10200"/>
                    </a:lnTo>
                    <a:lnTo>
                      <a:pt x="3547" y="10000"/>
                    </a:lnTo>
                    <a:lnTo>
                      <a:pt x="3744" y="9800"/>
                    </a:lnTo>
                    <a:lnTo>
                      <a:pt x="4039" y="9200"/>
                    </a:lnTo>
                    <a:lnTo>
                      <a:pt x="4236" y="8400"/>
                    </a:lnTo>
                    <a:lnTo>
                      <a:pt x="4433" y="8000"/>
                    </a:lnTo>
                    <a:lnTo>
                      <a:pt x="4729" y="7400"/>
                    </a:lnTo>
                    <a:lnTo>
                      <a:pt x="4828" y="6800"/>
                    </a:lnTo>
                    <a:lnTo>
                      <a:pt x="5123" y="6200"/>
                    </a:lnTo>
                    <a:lnTo>
                      <a:pt x="5320" y="5600"/>
                    </a:lnTo>
                    <a:lnTo>
                      <a:pt x="5419" y="5600"/>
                    </a:lnTo>
                    <a:lnTo>
                      <a:pt x="5813" y="5200"/>
                    </a:lnTo>
                    <a:lnTo>
                      <a:pt x="5813" y="4600"/>
                    </a:lnTo>
                    <a:lnTo>
                      <a:pt x="6305" y="4200"/>
                    </a:lnTo>
                    <a:lnTo>
                      <a:pt x="6502" y="4000"/>
                    </a:lnTo>
                    <a:lnTo>
                      <a:pt x="6601" y="3400"/>
                    </a:lnTo>
                    <a:lnTo>
                      <a:pt x="6897" y="3200"/>
                    </a:lnTo>
                    <a:lnTo>
                      <a:pt x="7192" y="2800"/>
                    </a:lnTo>
                    <a:lnTo>
                      <a:pt x="7291" y="2600"/>
                    </a:lnTo>
                    <a:lnTo>
                      <a:pt x="7586" y="2200"/>
                    </a:lnTo>
                    <a:lnTo>
                      <a:pt x="7685" y="2000"/>
                    </a:lnTo>
                    <a:lnTo>
                      <a:pt x="7980" y="2000"/>
                    </a:lnTo>
                    <a:lnTo>
                      <a:pt x="8177" y="1400"/>
                    </a:lnTo>
                    <a:lnTo>
                      <a:pt x="8374" y="800"/>
                    </a:lnTo>
                    <a:lnTo>
                      <a:pt x="8571" y="800"/>
                    </a:lnTo>
                    <a:lnTo>
                      <a:pt x="8768" y="800"/>
                    </a:lnTo>
                    <a:lnTo>
                      <a:pt x="8966" y="600"/>
                    </a:lnTo>
                    <a:lnTo>
                      <a:pt x="9163" y="600"/>
                    </a:lnTo>
                    <a:lnTo>
                      <a:pt x="9458" y="400"/>
                    </a:lnTo>
                    <a:lnTo>
                      <a:pt x="9557" y="400"/>
                    </a:lnTo>
                    <a:lnTo>
                      <a:pt x="9852" y="400"/>
                    </a:lnTo>
                    <a:lnTo>
                      <a:pt x="10148" y="0"/>
                    </a:lnTo>
                    <a:lnTo>
                      <a:pt x="10345" y="0"/>
                    </a:lnTo>
                    <a:lnTo>
                      <a:pt x="10640" y="0"/>
                    </a:lnTo>
                    <a:lnTo>
                      <a:pt x="10739" y="0"/>
                    </a:lnTo>
                    <a:lnTo>
                      <a:pt x="10936" y="400"/>
                    </a:lnTo>
                    <a:lnTo>
                      <a:pt x="11133" y="400"/>
                    </a:lnTo>
                    <a:lnTo>
                      <a:pt x="11429" y="600"/>
                    </a:lnTo>
                    <a:lnTo>
                      <a:pt x="11626" y="600"/>
                    </a:lnTo>
                    <a:lnTo>
                      <a:pt x="11823" y="800"/>
                    </a:lnTo>
                    <a:lnTo>
                      <a:pt x="12118" y="800"/>
                    </a:lnTo>
                    <a:lnTo>
                      <a:pt x="12217" y="1400"/>
                    </a:lnTo>
                    <a:lnTo>
                      <a:pt x="12414" y="2000"/>
                    </a:lnTo>
                    <a:lnTo>
                      <a:pt x="12808" y="2000"/>
                    </a:lnTo>
                    <a:lnTo>
                      <a:pt x="12906" y="2200"/>
                    </a:lnTo>
                    <a:lnTo>
                      <a:pt x="13202" y="2800"/>
                    </a:lnTo>
                    <a:lnTo>
                      <a:pt x="13498" y="3200"/>
                    </a:lnTo>
                    <a:lnTo>
                      <a:pt x="13596" y="3400"/>
                    </a:lnTo>
                    <a:lnTo>
                      <a:pt x="13793" y="4000"/>
                    </a:lnTo>
                    <a:lnTo>
                      <a:pt x="14187" y="4600"/>
                    </a:lnTo>
                    <a:lnTo>
                      <a:pt x="14384" y="5200"/>
                    </a:lnTo>
                    <a:lnTo>
                      <a:pt x="14581" y="5600"/>
                    </a:lnTo>
                    <a:lnTo>
                      <a:pt x="14877" y="6200"/>
                    </a:lnTo>
                    <a:lnTo>
                      <a:pt x="15074" y="6800"/>
                    </a:lnTo>
                    <a:lnTo>
                      <a:pt x="15271" y="7200"/>
                    </a:lnTo>
                    <a:lnTo>
                      <a:pt x="15468" y="7800"/>
                    </a:lnTo>
                    <a:lnTo>
                      <a:pt x="15764" y="8400"/>
                    </a:lnTo>
                    <a:lnTo>
                      <a:pt x="15961" y="9200"/>
                    </a:lnTo>
                    <a:lnTo>
                      <a:pt x="16256" y="9800"/>
                    </a:lnTo>
                    <a:lnTo>
                      <a:pt x="16355" y="10000"/>
                    </a:lnTo>
                    <a:lnTo>
                      <a:pt x="16650" y="10200"/>
                    </a:lnTo>
                    <a:lnTo>
                      <a:pt x="16749" y="10800"/>
                    </a:lnTo>
                    <a:lnTo>
                      <a:pt x="16946" y="11800"/>
                    </a:lnTo>
                    <a:lnTo>
                      <a:pt x="17143" y="12200"/>
                    </a:lnTo>
                    <a:lnTo>
                      <a:pt x="17340" y="12800"/>
                    </a:lnTo>
                    <a:lnTo>
                      <a:pt x="17635" y="13000"/>
                    </a:lnTo>
                    <a:lnTo>
                      <a:pt x="17734" y="13600"/>
                    </a:lnTo>
                    <a:lnTo>
                      <a:pt x="17931" y="14600"/>
                    </a:lnTo>
                    <a:lnTo>
                      <a:pt x="18128" y="15000"/>
                    </a:lnTo>
                    <a:lnTo>
                      <a:pt x="18424" y="15600"/>
                    </a:lnTo>
                    <a:lnTo>
                      <a:pt x="18522" y="16000"/>
                    </a:lnTo>
                    <a:lnTo>
                      <a:pt x="18818" y="16600"/>
                    </a:lnTo>
                    <a:lnTo>
                      <a:pt x="18916" y="16800"/>
                    </a:lnTo>
                    <a:lnTo>
                      <a:pt x="19113" y="17000"/>
                    </a:lnTo>
                    <a:lnTo>
                      <a:pt x="19212" y="17600"/>
                    </a:lnTo>
                    <a:lnTo>
                      <a:pt x="19310" y="18200"/>
                    </a:lnTo>
                    <a:lnTo>
                      <a:pt x="19507" y="18600"/>
                    </a:lnTo>
                    <a:lnTo>
                      <a:pt x="19606" y="18800"/>
                    </a:lnTo>
                    <a:lnTo>
                      <a:pt x="19704" y="19400"/>
                    </a:lnTo>
                    <a:lnTo>
                      <a:pt x="19901" y="19600"/>
                    </a:lnTo>
                    <a:lnTo>
                      <a:pt x="19901" y="19800"/>
                    </a:ln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394" name="Freeform 212">
                <a:extLst>
                  <a:ext uri="{FF2B5EF4-FFF2-40B4-BE49-F238E27FC236}">
                    <a16:creationId xmlns:a16="http://schemas.microsoft.com/office/drawing/2014/main" id="{DE0AE6C4-1CA9-4B39-98D1-E7F872F8DD0A}"/>
                  </a:ext>
                </a:extLst>
              </p:cNvPr>
              <p:cNvSpPr>
                <a:spLocks/>
              </p:cNvSpPr>
              <p:nvPr/>
            </p:nvSpPr>
            <p:spPr bwMode="auto">
              <a:xfrm>
                <a:off x="9678" y="10052"/>
                <a:ext cx="10321" cy="9949"/>
              </a:xfrm>
              <a:custGeom>
                <a:avLst/>
                <a:gdLst>
                  <a:gd name="T0" fmla="*/ 1 w 20000"/>
                  <a:gd name="T1" fmla="*/ 0 h 20000"/>
                  <a:gd name="T2" fmla="*/ 1 w 20000"/>
                  <a:gd name="T3" fmla="*/ 0 h 20000"/>
                  <a:gd name="T4" fmla="*/ 1 w 20000"/>
                  <a:gd name="T5" fmla="*/ 0 h 20000"/>
                  <a:gd name="T6" fmla="*/ 1 w 20000"/>
                  <a:gd name="T7" fmla="*/ 0 h 20000"/>
                  <a:gd name="T8" fmla="*/ 1 w 20000"/>
                  <a:gd name="T9" fmla="*/ 0 h 20000"/>
                  <a:gd name="T10" fmla="*/ 1 w 20000"/>
                  <a:gd name="T11" fmla="*/ 0 h 20000"/>
                  <a:gd name="T12" fmla="*/ 1 w 20000"/>
                  <a:gd name="T13" fmla="*/ 0 h 20000"/>
                  <a:gd name="T14" fmla="*/ 1 w 20000"/>
                  <a:gd name="T15" fmla="*/ 0 h 20000"/>
                  <a:gd name="T16" fmla="*/ 1 w 20000"/>
                  <a:gd name="T17" fmla="*/ 0 h 20000"/>
                  <a:gd name="T18" fmla="*/ 1 w 20000"/>
                  <a:gd name="T19" fmla="*/ 0 h 20000"/>
                  <a:gd name="T20" fmla="*/ 1 w 20000"/>
                  <a:gd name="T21" fmla="*/ 0 h 20000"/>
                  <a:gd name="T22" fmla="*/ 1 w 20000"/>
                  <a:gd name="T23" fmla="*/ 0 h 20000"/>
                  <a:gd name="T24" fmla="*/ 1 w 20000"/>
                  <a:gd name="T25" fmla="*/ 0 h 20000"/>
                  <a:gd name="T26" fmla="*/ 1 w 20000"/>
                  <a:gd name="T27" fmla="*/ 0 h 20000"/>
                  <a:gd name="T28" fmla="*/ 1 w 20000"/>
                  <a:gd name="T29" fmla="*/ 0 h 20000"/>
                  <a:gd name="T30" fmla="*/ 1 w 20000"/>
                  <a:gd name="T31" fmla="*/ 0 h 20000"/>
                  <a:gd name="T32" fmla="*/ 1 w 20000"/>
                  <a:gd name="T33" fmla="*/ 0 h 20000"/>
                  <a:gd name="T34" fmla="*/ 1 w 20000"/>
                  <a:gd name="T35" fmla="*/ 0 h 20000"/>
                  <a:gd name="T36" fmla="*/ 1 w 20000"/>
                  <a:gd name="T37" fmla="*/ 0 h 20000"/>
                  <a:gd name="T38" fmla="*/ 1 w 20000"/>
                  <a:gd name="T39" fmla="*/ 0 h 20000"/>
                  <a:gd name="T40" fmla="*/ 1 w 20000"/>
                  <a:gd name="T41" fmla="*/ 0 h 20000"/>
                  <a:gd name="T42" fmla="*/ 1 w 20000"/>
                  <a:gd name="T43" fmla="*/ 0 h 20000"/>
                  <a:gd name="T44" fmla="*/ 1 w 20000"/>
                  <a:gd name="T45" fmla="*/ 0 h 20000"/>
                  <a:gd name="T46" fmla="*/ 1 w 20000"/>
                  <a:gd name="T47" fmla="*/ 0 h 20000"/>
                  <a:gd name="T48" fmla="*/ 1 w 20000"/>
                  <a:gd name="T49" fmla="*/ 0 h 20000"/>
                  <a:gd name="T50" fmla="*/ 1 w 20000"/>
                  <a:gd name="T51" fmla="*/ 0 h 20000"/>
                  <a:gd name="T52" fmla="*/ 1 w 20000"/>
                  <a:gd name="T53" fmla="*/ 0 h 20000"/>
                  <a:gd name="T54" fmla="*/ 1 w 20000"/>
                  <a:gd name="T55" fmla="*/ 0 h 20000"/>
                  <a:gd name="T56" fmla="*/ 1 w 20000"/>
                  <a:gd name="T57" fmla="*/ 0 h 20000"/>
                  <a:gd name="T58" fmla="*/ 1 w 20000"/>
                  <a:gd name="T59" fmla="*/ 0 h 20000"/>
                  <a:gd name="T60" fmla="*/ 1 w 20000"/>
                  <a:gd name="T61" fmla="*/ 0 h 20000"/>
                  <a:gd name="T62" fmla="*/ 1 w 20000"/>
                  <a:gd name="T63" fmla="*/ 0 h 20000"/>
                  <a:gd name="T64" fmla="*/ 1 w 20000"/>
                  <a:gd name="T65" fmla="*/ 0 h 20000"/>
                  <a:gd name="T66" fmla="*/ 1 w 20000"/>
                  <a:gd name="T67" fmla="*/ 0 h 20000"/>
                  <a:gd name="T68" fmla="*/ 1 w 20000"/>
                  <a:gd name="T69" fmla="*/ 0 h 20000"/>
                  <a:gd name="T70" fmla="*/ 1 w 20000"/>
                  <a:gd name="T71" fmla="*/ 0 h 20000"/>
                  <a:gd name="T72" fmla="*/ 1 w 20000"/>
                  <a:gd name="T73" fmla="*/ 0 h 20000"/>
                  <a:gd name="T74" fmla="*/ 1 w 20000"/>
                  <a:gd name="T75" fmla="*/ 0 h 20000"/>
                  <a:gd name="T76" fmla="*/ 1 w 20000"/>
                  <a:gd name="T77" fmla="*/ 0 h 20000"/>
                  <a:gd name="T78" fmla="*/ 1 w 20000"/>
                  <a:gd name="T79" fmla="*/ 0 h 20000"/>
                  <a:gd name="T80" fmla="*/ 1 w 20000"/>
                  <a:gd name="T81" fmla="*/ 0 h 20000"/>
                  <a:gd name="T82" fmla="*/ 1 w 20000"/>
                  <a:gd name="T83" fmla="*/ 0 h 20000"/>
                  <a:gd name="T84" fmla="*/ 1 w 20000"/>
                  <a:gd name="T85" fmla="*/ 0 h 20000"/>
                  <a:gd name="T86" fmla="*/ 1 w 20000"/>
                  <a:gd name="T87" fmla="*/ 0 h 20000"/>
                  <a:gd name="T88" fmla="*/ 1 w 20000"/>
                  <a:gd name="T89" fmla="*/ 0 h 20000"/>
                  <a:gd name="T90" fmla="*/ 1 w 20000"/>
                  <a:gd name="T91" fmla="*/ 0 h 20000"/>
                  <a:gd name="T92" fmla="*/ 1 w 20000"/>
                  <a:gd name="T93" fmla="*/ 0 h 20000"/>
                  <a:gd name="T94" fmla="*/ 1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0"/>
                    </a:moveTo>
                    <a:lnTo>
                      <a:pt x="185" y="825"/>
                    </a:lnTo>
                    <a:lnTo>
                      <a:pt x="370" y="1443"/>
                    </a:lnTo>
                    <a:lnTo>
                      <a:pt x="556" y="2062"/>
                    </a:lnTo>
                    <a:lnTo>
                      <a:pt x="833" y="2680"/>
                    </a:lnTo>
                    <a:lnTo>
                      <a:pt x="926" y="3299"/>
                    </a:lnTo>
                    <a:lnTo>
                      <a:pt x="1204" y="3918"/>
                    </a:lnTo>
                    <a:lnTo>
                      <a:pt x="1389" y="4330"/>
                    </a:lnTo>
                    <a:lnTo>
                      <a:pt x="1481" y="4948"/>
                    </a:lnTo>
                    <a:lnTo>
                      <a:pt x="1759" y="5567"/>
                    </a:lnTo>
                    <a:lnTo>
                      <a:pt x="2130" y="6392"/>
                    </a:lnTo>
                    <a:lnTo>
                      <a:pt x="2130" y="6804"/>
                    </a:lnTo>
                    <a:lnTo>
                      <a:pt x="2500" y="7216"/>
                    </a:lnTo>
                    <a:lnTo>
                      <a:pt x="2685" y="7835"/>
                    </a:lnTo>
                    <a:lnTo>
                      <a:pt x="2778" y="8454"/>
                    </a:lnTo>
                    <a:lnTo>
                      <a:pt x="2963" y="9278"/>
                    </a:lnTo>
                    <a:lnTo>
                      <a:pt x="3148" y="9691"/>
                    </a:lnTo>
                    <a:lnTo>
                      <a:pt x="3426" y="10309"/>
                    </a:lnTo>
                    <a:lnTo>
                      <a:pt x="3519" y="10928"/>
                    </a:lnTo>
                    <a:lnTo>
                      <a:pt x="3796" y="11134"/>
                    </a:lnTo>
                    <a:lnTo>
                      <a:pt x="4074" y="11753"/>
                    </a:lnTo>
                    <a:lnTo>
                      <a:pt x="4167" y="12371"/>
                    </a:lnTo>
                    <a:lnTo>
                      <a:pt x="4352" y="12990"/>
                    </a:lnTo>
                    <a:lnTo>
                      <a:pt x="4537" y="13196"/>
                    </a:lnTo>
                    <a:lnTo>
                      <a:pt x="4722" y="13814"/>
                    </a:lnTo>
                    <a:lnTo>
                      <a:pt x="5000" y="14021"/>
                    </a:lnTo>
                    <a:lnTo>
                      <a:pt x="5093" y="14639"/>
                    </a:lnTo>
                    <a:lnTo>
                      <a:pt x="5370" y="14845"/>
                    </a:lnTo>
                    <a:lnTo>
                      <a:pt x="5556" y="15464"/>
                    </a:lnTo>
                    <a:lnTo>
                      <a:pt x="5741" y="15876"/>
                    </a:lnTo>
                    <a:lnTo>
                      <a:pt x="6111" y="16495"/>
                    </a:lnTo>
                    <a:lnTo>
                      <a:pt x="6296" y="16701"/>
                    </a:lnTo>
                    <a:lnTo>
                      <a:pt x="6389" y="16907"/>
                    </a:lnTo>
                    <a:lnTo>
                      <a:pt x="6667" y="17526"/>
                    </a:lnTo>
                    <a:lnTo>
                      <a:pt x="6852" y="17526"/>
                    </a:lnTo>
                    <a:lnTo>
                      <a:pt x="7037" y="17938"/>
                    </a:lnTo>
                    <a:lnTo>
                      <a:pt x="7315" y="18144"/>
                    </a:lnTo>
                    <a:lnTo>
                      <a:pt x="7407" y="18557"/>
                    </a:lnTo>
                    <a:lnTo>
                      <a:pt x="7685" y="18763"/>
                    </a:lnTo>
                    <a:lnTo>
                      <a:pt x="7963" y="19175"/>
                    </a:lnTo>
                    <a:lnTo>
                      <a:pt x="7963" y="19381"/>
                    </a:lnTo>
                    <a:lnTo>
                      <a:pt x="8241" y="19588"/>
                    </a:lnTo>
                    <a:lnTo>
                      <a:pt x="8426" y="19588"/>
                    </a:lnTo>
                    <a:lnTo>
                      <a:pt x="8611" y="19794"/>
                    </a:lnTo>
                    <a:lnTo>
                      <a:pt x="8889" y="19794"/>
                    </a:lnTo>
                    <a:lnTo>
                      <a:pt x="8981" y="19794"/>
                    </a:lnTo>
                    <a:lnTo>
                      <a:pt x="9259" y="19794"/>
                    </a:lnTo>
                    <a:lnTo>
                      <a:pt x="9444" y="19794"/>
                    </a:lnTo>
                    <a:lnTo>
                      <a:pt x="9630" y="19794"/>
                    </a:lnTo>
                    <a:lnTo>
                      <a:pt x="9907" y="19794"/>
                    </a:lnTo>
                    <a:lnTo>
                      <a:pt x="10185" y="19794"/>
                    </a:lnTo>
                    <a:lnTo>
                      <a:pt x="10370" y="19794"/>
                    </a:lnTo>
                    <a:lnTo>
                      <a:pt x="10648" y="19794"/>
                    </a:lnTo>
                    <a:lnTo>
                      <a:pt x="10741" y="19588"/>
                    </a:lnTo>
                    <a:lnTo>
                      <a:pt x="11019" y="19588"/>
                    </a:lnTo>
                    <a:lnTo>
                      <a:pt x="11296" y="19381"/>
                    </a:lnTo>
                    <a:lnTo>
                      <a:pt x="11574" y="19175"/>
                    </a:lnTo>
                    <a:lnTo>
                      <a:pt x="11852" y="18763"/>
                    </a:lnTo>
                    <a:lnTo>
                      <a:pt x="11944" y="18557"/>
                    </a:lnTo>
                    <a:lnTo>
                      <a:pt x="12130" y="17938"/>
                    </a:lnTo>
                    <a:lnTo>
                      <a:pt x="12500" y="17526"/>
                    </a:lnTo>
                    <a:lnTo>
                      <a:pt x="12685" y="16907"/>
                    </a:lnTo>
                    <a:lnTo>
                      <a:pt x="12963" y="16907"/>
                    </a:lnTo>
                    <a:lnTo>
                      <a:pt x="13241" y="16495"/>
                    </a:lnTo>
                    <a:lnTo>
                      <a:pt x="13426" y="15876"/>
                    </a:lnTo>
                    <a:lnTo>
                      <a:pt x="13704" y="15464"/>
                    </a:lnTo>
                    <a:lnTo>
                      <a:pt x="13981" y="14845"/>
                    </a:lnTo>
                    <a:lnTo>
                      <a:pt x="14259" y="14639"/>
                    </a:lnTo>
                    <a:lnTo>
                      <a:pt x="14537" y="14021"/>
                    </a:lnTo>
                    <a:lnTo>
                      <a:pt x="14815" y="13608"/>
                    </a:lnTo>
                    <a:lnTo>
                      <a:pt x="14907" y="12990"/>
                    </a:lnTo>
                    <a:lnTo>
                      <a:pt x="15278" y="12371"/>
                    </a:lnTo>
                    <a:lnTo>
                      <a:pt x="15556" y="11753"/>
                    </a:lnTo>
                    <a:lnTo>
                      <a:pt x="15741" y="11134"/>
                    </a:lnTo>
                    <a:lnTo>
                      <a:pt x="15926" y="10515"/>
                    </a:lnTo>
                    <a:lnTo>
                      <a:pt x="16204" y="10309"/>
                    </a:lnTo>
                    <a:lnTo>
                      <a:pt x="16389" y="9691"/>
                    </a:lnTo>
                    <a:lnTo>
                      <a:pt x="16574" y="9072"/>
                    </a:lnTo>
                    <a:lnTo>
                      <a:pt x="16852" y="8454"/>
                    </a:lnTo>
                    <a:lnTo>
                      <a:pt x="17037" y="7835"/>
                    </a:lnTo>
                    <a:lnTo>
                      <a:pt x="17222" y="7216"/>
                    </a:lnTo>
                    <a:lnTo>
                      <a:pt x="17407" y="6804"/>
                    </a:lnTo>
                    <a:lnTo>
                      <a:pt x="17685" y="6392"/>
                    </a:lnTo>
                    <a:lnTo>
                      <a:pt x="17870" y="5979"/>
                    </a:lnTo>
                    <a:lnTo>
                      <a:pt x="18241" y="5361"/>
                    </a:lnTo>
                    <a:lnTo>
                      <a:pt x="18333" y="4742"/>
                    </a:lnTo>
                    <a:lnTo>
                      <a:pt x="18519" y="4330"/>
                    </a:lnTo>
                    <a:lnTo>
                      <a:pt x="18796" y="3918"/>
                    </a:lnTo>
                    <a:lnTo>
                      <a:pt x="18981" y="3505"/>
                    </a:lnTo>
                    <a:lnTo>
                      <a:pt x="19167" y="3299"/>
                    </a:lnTo>
                    <a:lnTo>
                      <a:pt x="19167" y="2680"/>
                    </a:lnTo>
                    <a:lnTo>
                      <a:pt x="19352" y="2268"/>
                    </a:lnTo>
                    <a:lnTo>
                      <a:pt x="19537" y="2062"/>
                    </a:lnTo>
                    <a:lnTo>
                      <a:pt x="19630" y="1443"/>
                    </a:lnTo>
                    <a:lnTo>
                      <a:pt x="19815" y="1443"/>
                    </a:lnTo>
                    <a:lnTo>
                      <a:pt x="19815" y="825"/>
                    </a:lnTo>
                    <a:lnTo>
                      <a:pt x="19907" y="825"/>
                    </a:ln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4392" name="Line 213">
              <a:extLst>
                <a:ext uri="{FF2B5EF4-FFF2-40B4-BE49-F238E27FC236}">
                  <a16:creationId xmlns:a16="http://schemas.microsoft.com/office/drawing/2014/main" id="{F5106B5E-513E-406F-8344-FEC428AF34E4}"/>
                </a:ext>
              </a:extLst>
            </p:cNvPr>
            <p:cNvSpPr>
              <a:spLocks noChangeShapeType="1"/>
            </p:cNvSpPr>
            <p:nvPr/>
          </p:nvSpPr>
          <p:spPr bwMode="auto">
            <a:xfrm flipV="1">
              <a:off x="2033" y="2247"/>
              <a:ext cx="119" cy="2"/>
            </a:xfrm>
            <a:prstGeom prst="line">
              <a:avLst/>
            </a:prstGeom>
            <a:noFill/>
            <a:ln w="28575">
              <a:solidFill>
                <a:srgbClr val="FF0000"/>
              </a:solidFill>
              <a:round/>
              <a:headEnd type="none" w="med" len="sm"/>
              <a:tailEnd type="triangle" w="med" len="sm"/>
            </a:ln>
            <a:extLst>
              <a:ext uri="{909E8E84-426E-40DD-AFC4-6F175D3DCCD1}">
                <a14:hiddenFill xmlns:a14="http://schemas.microsoft.com/office/drawing/2010/main">
                  <a:noFill/>
                </a14:hiddenFill>
              </a:ext>
            </a:extLst>
          </p:spPr>
          <p:txBody>
            <a:bodyPr/>
            <a:lstStyle/>
            <a:p>
              <a:endParaRPr lang="zh-CN" altLang="en-US"/>
            </a:p>
          </p:txBody>
        </p:sp>
      </p:grpSp>
      <p:sp>
        <p:nvSpPr>
          <p:cNvPr id="5334" name="Rectangle 214">
            <a:extLst>
              <a:ext uri="{FF2B5EF4-FFF2-40B4-BE49-F238E27FC236}">
                <a16:creationId xmlns:a16="http://schemas.microsoft.com/office/drawing/2014/main" id="{75BA82C7-AE20-4095-8F9A-3AAEAC7D1959}"/>
              </a:ext>
            </a:extLst>
          </p:cNvPr>
          <p:cNvSpPr>
            <a:spLocks noChangeArrowheads="1"/>
          </p:cNvSpPr>
          <p:nvPr/>
        </p:nvSpPr>
        <p:spPr bwMode="auto">
          <a:xfrm>
            <a:off x="2190750" y="3386138"/>
            <a:ext cx="26670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2700" tIns="12700" rIns="12700" bIns="12700"/>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just" eaLnBrk="1" hangingPunct="1"/>
            <a:r>
              <a:rPr kumimoji="0" lang="en-US" altLang="zh-CN" sz="2800" i="1">
                <a:solidFill>
                  <a:schemeClr val="bg1"/>
                </a:solidFill>
                <a:sym typeface="Symbol" panose="05050102010706020507" pitchFamily="18" charset="2"/>
              </a:rPr>
              <a:t></a:t>
            </a:r>
            <a:r>
              <a:rPr kumimoji="0" lang="en-US" altLang="zh-CN" sz="2800" i="1">
                <a:solidFill>
                  <a:schemeClr val="bg1"/>
                </a:solidFill>
              </a:rPr>
              <a:t> = </a:t>
            </a:r>
            <a:r>
              <a:rPr kumimoji="0" lang="en-US" altLang="zh-CN" sz="2800">
                <a:solidFill>
                  <a:schemeClr val="bg1"/>
                </a:solidFill>
              </a:rPr>
              <a:t>(</a:t>
            </a:r>
            <a:r>
              <a:rPr kumimoji="0" lang="en-US" altLang="zh-CN" sz="2800" i="1">
                <a:solidFill>
                  <a:schemeClr val="bg1"/>
                </a:solidFill>
              </a:rPr>
              <a:t>E</a:t>
            </a:r>
            <a:r>
              <a:rPr kumimoji="0" lang="en-US" altLang="zh-CN" sz="2800" baseline="-25000">
                <a:solidFill>
                  <a:schemeClr val="bg1"/>
                </a:solidFill>
              </a:rPr>
              <a:t>2</a:t>
            </a:r>
            <a:r>
              <a:rPr kumimoji="0" lang="en-US" altLang="zh-CN" sz="2800" i="1">
                <a:solidFill>
                  <a:schemeClr val="bg1"/>
                </a:solidFill>
              </a:rPr>
              <a:t>-E</a:t>
            </a:r>
            <a:r>
              <a:rPr kumimoji="0" lang="en-US" altLang="zh-CN" sz="2800" baseline="-25000">
                <a:solidFill>
                  <a:schemeClr val="bg1"/>
                </a:solidFill>
              </a:rPr>
              <a:t>1</a:t>
            </a:r>
            <a:r>
              <a:rPr kumimoji="0" lang="en-US" altLang="zh-CN" sz="2800">
                <a:solidFill>
                  <a:schemeClr val="bg1"/>
                </a:solidFill>
              </a:rPr>
              <a:t>) </a:t>
            </a:r>
            <a:r>
              <a:rPr kumimoji="0" lang="en-US" altLang="zh-CN" sz="2800" i="1">
                <a:solidFill>
                  <a:schemeClr val="bg1"/>
                </a:solidFill>
              </a:rPr>
              <a:t>/ h</a:t>
            </a:r>
            <a:endParaRPr kumimoji="0" lang="en-US" altLang="zh-CN" sz="2800">
              <a:solidFill>
                <a:schemeClr val="bg1"/>
              </a:solidFill>
            </a:endParaRPr>
          </a:p>
        </p:txBody>
      </p:sp>
      <p:sp>
        <p:nvSpPr>
          <p:cNvPr id="5335" name="Line 215">
            <a:extLst>
              <a:ext uri="{FF2B5EF4-FFF2-40B4-BE49-F238E27FC236}">
                <a16:creationId xmlns:a16="http://schemas.microsoft.com/office/drawing/2014/main" id="{2F8C0FAA-4BEB-4548-BAE7-EA872610E2F4}"/>
              </a:ext>
            </a:extLst>
          </p:cNvPr>
          <p:cNvSpPr>
            <a:spLocks noChangeShapeType="1"/>
          </p:cNvSpPr>
          <p:nvPr/>
        </p:nvSpPr>
        <p:spPr bwMode="auto">
          <a:xfrm flipV="1">
            <a:off x="1633538" y="2795588"/>
            <a:ext cx="2362200" cy="0"/>
          </a:xfrm>
          <a:prstGeom prst="line">
            <a:avLst/>
          </a:prstGeom>
          <a:noFill/>
          <a:ln w="38100">
            <a:solidFill>
              <a:srgbClr val="76FB4D"/>
            </a:solidFill>
            <a:round/>
            <a:headEnd type="none" w="med" len="sm"/>
            <a:tailEnd type="none" w="med" len="sm"/>
          </a:ln>
          <a:extLst>
            <a:ext uri="{909E8E84-426E-40DD-AFC4-6F175D3DCCD1}">
              <a14:hiddenFill xmlns:a14="http://schemas.microsoft.com/office/drawing/2010/main">
                <a:noFill/>
              </a14:hiddenFill>
            </a:ext>
          </a:extLst>
        </p:spPr>
        <p:txBody>
          <a:bodyPr/>
          <a:lstStyle/>
          <a:p>
            <a:endParaRPr lang="zh-CN" altLang="en-US"/>
          </a:p>
        </p:txBody>
      </p:sp>
      <p:sp>
        <p:nvSpPr>
          <p:cNvPr id="5336" name="Line 216">
            <a:extLst>
              <a:ext uri="{FF2B5EF4-FFF2-40B4-BE49-F238E27FC236}">
                <a16:creationId xmlns:a16="http://schemas.microsoft.com/office/drawing/2014/main" id="{924E6DCD-0DD4-4788-BE54-55C1E0A1A7F0}"/>
              </a:ext>
            </a:extLst>
          </p:cNvPr>
          <p:cNvSpPr>
            <a:spLocks noChangeShapeType="1"/>
          </p:cNvSpPr>
          <p:nvPr/>
        </p:nvSpPr>
        <p:spPr bwMode="auto">
          <a:xfrm>
            <a:off x="1633538" y="4243388"/>
            <a:ext cx="2286000" cy="0"/>
          </a:xfrm>
          <a:prstGeom prst="line">
            <a:avLst/>
          </a:prstGeom>
          <a:noFill/>
          <a:ln w="38100">
            <a:solidFill>
              <a:srgbClr val="76FB4D"/>
            </a:solidFill>
            <a:round/>
            <a:headEnd type="none" w="med" len="sm"/>
            <a:tailEnd type="none" w="med" len="sm"/>
          </a:ln>
          <a:extLst>
            <a:ext uri="{909E8E84-426E-40DD-AFC4-6F175D3DCCD1}">
              <a14:hiddenFill xmlns:a14="http://schemas.microsoft.com/office/drawing/2010/main">
                <a:noFill/>
              </a14:hiddenFill>
            </a:ext>
          </a:extLst>
        </p:spPr>
        <p:txBody>
          <a:bodyPr/>
          <a:lstStyle/>
          <a:p>
            <a:endParaRPr lang="zh-CN" altLang="en-US"/>
          </a:p>
        </p:txBody>
      </p:sp>
      <p:sp>
        <p:nvSpPr>
          <p:cNvPr id="5337" name="Rectangle 217">
            <a:extLst>
              <a:ext uri="{FF2B5EF4-FFF2-40B4-BE49-F238E27FC236}">
                <a16:creationId xmlns:a16="http://schemas.microsoft.com/office/drawing/2014/main" id="{2E600C0F-3224-4903-86A2-192FF4CF9FAB}"/>
              </a:ext>
            </a:extLst>
          </p:cNvPr>
          <p:cNvSpPr>
            <a:spLocks noChangeArrowheads="1"/>
          </p:cNvSpPr>
          <p:nvPr/>
        </p:nvSpPr>
        <p:spPr bwMode="auto">
          <a:xfrm>
            <a:off x="947738" y="3786188"/>
            <a:ext cx="45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2700" tIns="12700" rIns="12700" bIns="12700"/>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just" eaLnBrk="1" hangingPunct="1"/>
            <a:r>
              <a:rPr kumimoji="0" lang="en-US" altLang="zh-CN" sz="2800" i="1">
                <a:solidFill>
                  <a:srgbClr val="EDFE4A"/>
                </a:solidFill>
              </a:rPr>
              <a:t>E</a:t>
            </a:r>
            <a:r>
              <a:rPr kumimoji="0" lang="en-US" altLang="zh-CN" sz="2800" baseline="-25000">
                <a:solidFill>
                  <a:srgbClr val="EDFE4A"/>
                </a:solidFill>
              </a:rPr>
              <a:t>1</a:t>
            </a:r>
            <a:endParaRPr kumimoji="0" lang="en-US" altLang="zh-CN" sz="2800">
              <a:solidFill>
                <a:srgbClr val="EDFE4A"/>
              </a:solidFill>
            </a:endParaRPr>
          </a:p>
        </p:txBody>
      </p:sp>
      <p:sp>
        <p:nvSpPr>
          <p:cNvPr id="5338" name="Rectangle 218">
            <a:extLst>
              <a:ext uri="{FF2B5EF4-FFF2-40B4-BE49-F238E27FC236}">
                <a16:creationId xmlns:a16="http://schemas.microsoft.com/office/drawing/2014/main" id="{3BC831BC-0065-4EDF-8E1B-7D1E37026A25}"/>
              </a:ext>
            </a:extLst>
          </p:cNvPr>
          <p:cNvSpPr>
            <a:spLocks noChangeArrowheads="1"/>
          </p:cNvSpPr>
          <p:nvPr/>
        </p:nvSpPr>
        <p:spPr bwMode="auto">
          <a:xfrm>
            <a:off x="947738" y="2643188"/>
            <a:ext cx="5842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2700" tIns="12700" rIns="12700" bIns="12700"/>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just" eaLnBrk="1" hangingPunct="1"/>
            <a:r>
              <a:rPr kumimoji="0" lang="en-US" altLang="zh-CN" sz="2800" i="1">
                <a:solidFill>
                  <a:srgbClr val="EDFE4A"/>
                </a:solidFill>
              </a:rPr>
              <a:t>E</a:t>
            </a:r>
            <a:r>
              <a:rPr kumimoji="0" lang="en-US" altLang="zh-CN" sz="2800" baseline="-25000">
                <a:solidFill>
                  <a:srgbClr val="EDFE4A"/>
                </a:solidFill>
              </a:rPr>
              <a:t>2</a:t>
            </a:r>
            <a:endParaRPr kumimoji="0" lang="en-US" altLang="zh-CN" sz="2800">
              <a:solidFill>
                <a:srgbClr val="EDFE4A"/>
              </a:solidFill>
            </a:endParaRPr>
          </a:p>
        </p:txBody>
      </p:sp>
      <p:grpSp>
        <p:nvGrpSpPr>
          <p:cNvPr id="5" name="Group 220">
            <a:extLst>
              <a:ext uri="{FF2B5EF4-FFF2-40B4-BE49-F238E27FC236}">
                <a16:creationId xmlns:a16="http://schemas.microsoft.com/office/drawing/2014/main" id="{34D43A71-03F3-4605-9EB9-DBBD391DE29B}"/>
              </a:ext>
            </a:extLst>
          </p:cNvPr>
          <p:cNvGrpSpPr>
            <a:grpSpLocks/>
          </p:cNvGrpSpPr>
          <p:nvPr/>
        </p:nvGrpSpPr>
        <p:grpSpPr bwMode="auto">
          <a:xfrm>
            <a:off x="871538" y="3328988"/>
            <a:ext cx="1066800" cy="211137"/>
            <a:chOff x="1696" y="2201"/>
            <a:chExt cx="456" cy="85"/>
          </a:xfrm>
        </p:grpSpPr>
        <p:grpSp>
          <p:nvGrpSpPr>
            <p:cNvPr id="14383" name="Group 221">
              <a:extLst>
                <a:ext uri="{FF2B5EF4-FFF2-40B4-BE49-F238E27FC236}">
                  <a16:creationId xmlns:a16="http://schemas.microsoft.com/office/drawing/2014/main" id="{A496B28E-1BF5-4FB3-A636-0665234A813B}"/>
                </a:ext>
              </a:extLst>
            </p:cNvPr>
            <p:cNvGrpSpPr>
              <a:grpSpLocks/>
            </p:cNvGrpSpPr>
            <p:nvPr/>
          </p:nvGrpSpPr>
          <p:grpSpPr bwMode="auto">
            <a:xfrm>
              <a:off x="1696" y="2201"/>
              <a:ext cx="167" cy="80"/>
              <a:chOff x="0" y="0"/>
              <a:chExt cx="19999" cy="20000"/>
            </a:xfrm>
          </p:grpSpPr>
          <p:sp>
            <p:nvSpPr>
              <p:cNvPr id="14388" name="Freeform 222">
                <a:extLst>
                  <a:ext uri="{FF2B5EF4-FFF2-40B4-BE49-F238E27FC236}">
                    <a16:creationId xmlns:a16="http://schemas.microsoft.com/office/drawing/2014/main" id="{C711F8DE-3980-424B-B577-15818EDEFF64}"/>
                  </a:ext>
                </a:extLst>
              </p:cNvPr>
              <p:cNvSpPr>
                <a:spLocks/>
              </p:cNvSpPr>
              <p:nvPr/>
            </p:nvSpPr>
            <p:spPr bwMode="auto">
              <a:xfrm>
                <a:off x="0" y="0"/>
                <a:ext cx="9724" cy="10249"/>
              </a:xfrm>
              <a:custGeom>
                <a:avLst/>
                <a:gdLst>
                  <a:gd name="T0" fmla="*/ 0 w 20000"/>
                  <a:gd name="T1" fmla="*/ 1 h 20000"/>
                  <a:gd name="T2" fmla="*/ 0 w 20000"/>
                  <a:gd name="T3" fmla="*/ 1 h 20000"/>
                  <a:gd name="T4" fmla="*/ 0 w 20000"/>
                  <a:gd name="T5" fmla="*/ 1 h 20000"/>
                  <a:gd name="T6" fmla="*/ 0 w 20000"/>
                  <a:gd name="T7" fmla="*/ 1 h 20000"/>
                  <a:gd name="T8" fmla="*/ 0 w 20000"/>
                  <a:gd name="T9" fmla="*/ 1 h 20000"/>
                  <a:gd name="T10" fmla="*/ 0 w 20000"/>
                  <a:gd name="T11" fmla="*/ 1 h 20000"/>
                  <a:gd name="T12" fmla="*/ 0 w 20000"/>
                  <a:gd name="T13" fmla="*/ 1 h 20000"/>
                  <a:gd name="T14" fmla="*/ 0 w 20000"/>
                  <a:gd name="T15" fmla="*/ 1 h 20000"/>
                  <a:gd name="T16" fmla="*/ 0 w 20000"/>
                  <a:gd name="T17" fmla="*/ 1 h 20000"/>
                  <a:gd name="T18" fmla="*/ 0 w 20000"/>
                  <a:gd name="T19" fmla="*/ 1 h 20000"/>
                  <a:gd name="T20" fmla="*/ 0 w 20000"/>
                  <a:gd name="T21" fmla="*/ 1 h 20000"/>
                  <a:gd name="T22" fmla="*/ 0 w 20000"/>
                  <a:gd name="T23" fmla="*/ 1 h 20000"/>
                  <a:gd name="T24" fmla="*/ 0 w 20000"/>
                  <a:gd name="T25" fmla="*/ 1 h 20000"/>
                  <a:gd name="T26" fmla="*/ 0 w 20000"/>
                  <a:gd name="T27" fmla="*/ 1 h 20000"/>
                  <a:gd name="T28" fmla="*/ 0 w 20000"/>
                  <a:gd name="T29" fmla="*/ 1 h 20000"/>
                  <a:gd name="T30" fmla="*/ 0 w 20000"/>
                  <a:gd name="T31" fmla="*/ 1 h 20000"/>
                  <a:gd name="T32" fmla="*/ 0 w 20000"/>
                  <a:gd name="T33" fmla="*/ 1 h 20000"/>
                  <a:gd name="T34" fmla="*/ 0 w 20000"/>
                  <a:gd name="T35" fmla="*/ 1 h 20000"/>
                  <a:gd name="T36" fmla="*/ 0 w 20000"/>
                  <a:gd name="T37" fmla="*/ 1 h 20000"/>
                  <a:gd name="T38" fmla="*/ 0 w 20000"/>
                  <a:gd name="T39" fmla="*/ 1 h 20000"/>
                  <a:gd name="T40" fmla="*/ 0 w 20000"/>
                  <a:gd name="T41" fmla="*/ 1 h 20000"/>
                  <a:gd name="T42" fmla="*/ 0 w 20000"/>
                  <a:gd name="T43" fmla="*/ 1 h 20000"/>
                  <a:gd name="T44" fmla="*/ 0 w 20000"/>
                  <a:gd name="T45" fmla="*/ 1 h 20000"/>
                  <a:gd name="T46" fmla="*/ 0 w 20000"/>
                  <a:gd name="T47" fmla="*/ 0 h 20000"/>
                  <a:gd name="T48" fmla="*/ 0 w 20000"/>
                  <a:gd name="T49" fmla="*/ 0 h 20000"/>
                  <a:gd name="T50" fmla="*/ 0 w 20000"/>
                  <a:gd name="T51" fmla="*/ 1 h 20000"/>
                  <a:gd name="T52" fmla="*/ 0 w 20000"/>
                  <a:gd name="T53" fmla="*/ 1 h 20000"/>
                  <a:gd name="T54" fmla="*/ 0 w 20000"/>
                  <a:gd name="T55" fmla="*/ 1 h 20000"/>
                  <a:gd name="T56" fmla="*/ 0 w 20000"/>
                  <a:gd name="T57" fmla="*/ 1 h 20000"/>
                  <a:gd name="T58" fmla="*/ 0 w 20000"/>
                  <a:gd name="T59" fmla="*/ 1 h 20000"/>
                  <a:gd name="T60" fmla="*/ 0 w 20000"/>
                  <a:gd name="T61" fmla="*/ 1 h 20000"/>
                  <a:gd name="T62" fmla="*/ 0 w 20000"/>
                  <a:gd name="T63" fmla="*/ 1 h 20000"/>
                  <a:gd name="T64" fmla="*/ 0 w 20000"/>
                  <a:gd name="T65" fmla="*/ 1 h 20000"/>
                  <a:gd name="T66" fmla="*/ 0 w 20000"/>
                  <a:gd name="T67" fmla="*/ 1 h 20000"/>
                  <a:gd name="T68" fmla="*/ 0 w 20000"/>
                  <a:gd name="T69" fmla="*/ 1 h 20000"/>
                  <a:gd name="T70" fmla="*/ 0 w 20000"/>
                  <a:gd name="T71" fmla="*/ 1 h 20000"/>
                  <a:gd name="T72" fmla="*/ 0 w 20000"/>
                  <a:gd name="T73" fmla="*/ 1 h 20000"/>
                  <a:gd name="T74" fmla="*/ 0 w 20000"/>
                  <a:gd name="T75" fmla="*/ 1 h 20000"/>
                  <a:gd name="T76" fmla="*/ 0 w 20000"/>
                  <a:gd name="T77" fmla="*/ 1 h 20000"/>
                  <a:gd name="T78" fmla="*/ 0 w 20000"/>
                  <a:gd name="T79" fmla="*/ 1 h 20000"/>
                  <a:gd name="T80" fmla="*/ 0 w 20000"/>
                  <a:gd name="T81" fmla="*/ 1 h 20000"/>
                  <a:gd name="T82" fmla="*/ 0 w 20000"/>
                  <a:gd name="T83" fmla="*/ 1 h 20000"/>
                  <a:gd name="T84" fmla="*/ 0 w 20000"/>
                  <a:gd name="T85" fmla="*/ 1 h 20000"/>
                  <a:gd name="T86" fmla="*/ 0 w 20000"/>
                  <a:gd name="T87" fmla="*/ 1 h 20000"/>
                  <a:gd name="T88" fmla="*/ 0 w 20000"/>
                  <a:gd name="T89" fmla="*/ 1 h 20000"/>
                  <a:gd name="T90" fmla="*/ 0 w 20000"/>
                  <a:gd name="T91" fmla="*/ 1 h 20000"/>
                  <a:gd name="T92" fmla="*/ 0 w 20000"/>
                  <a:gd name="T93" fmla="*/ 1 h 20000"/>
                  <a:gd name="T94" fmla="*/ 0 w 20000"/>
                  <a:gd name="T95" fmla="*/ 1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19223"/>
                    </a:moveTo>
                    <a:lnTo>
                      <a:pt x="197" y="18641"/>
                    </a:lnTo>
                    <a:lnTo>
                      <a:pt x="493" y="17670"/>
                    </a:lnTo>
                    <a:lnTo>
                      <a:pt x="690" y="17087"/>
                    </a:lnTo>
                    <a:lnTo>
                      <a:pt x="887" y="16699"/>
                    </a:lnTo>
                    <a:lnTo>
                      <a:pt x="985" y="16117"/>
                    </a:lnTo>
                    <a:lnTo>
                      <a:pt x="1281" y="15146"/>
                    </a:lnTo>
                    <a:lnTo>
                      <a:pt x="1576" y="14951"/>
                    </a:lnTo>
                    <a:lnTo>
                      <a:pt x="1675" y="14369"/>
                    </a:lnTo>
                    <a:lnTo>
                      <a:pt x="1970" y="13592"/>
                    </a:lnTo>
                    <a:lnTo>
                      <a:pt x="2167" y="13010"/>
                    </a:lnTo>
                    <a:lnTo>
                      <a:pt x="2562" y="12427"/>
                    </a:lnTo>
                    <a:lnTo>
                      <a:pt x="2660" y="12039"/>
                    </a:lnTo>
                    <a:lnTo>
                      <a:pt x="2956" y="11262"/>
                    </a:lnTo>
                    <a:lnTo>
                      <a:pt x="3054" y="10680"/>
                    </a:lnTo>
                    <a:lnTo>
                      <a:pt x="3350" y="10291"/>
                    </a:lnTo>
                    <a:lnTo>
                      <a:pt x="3547" y="10097"/>
                    </a:lnTo>
                    <a:lnTo>
                      <a:pt x="3744" y="9515"/>
                    </a:lnTo>
                    <a:lnTo>
                      <a:pt x="4039" y="8932"/>
                    </a:lnTo>
                    <a:lnTo>
                      <a:pt x="4236" y="8544"/>
                    </a:lnTo>
                    <a:lnTo>
                      <a:pt x="4433" y="7961"/>
                    </a:lnTo>
                    <a:lnTo>
                      <a:pt x="4729" y="7573"/>
                    </a:lnTo>
                    <a:lnTo>
                      <a:pt x="4828" y="6990"/>
                    </a:lnTo>
                    <a:lnTo>
                      <a:pt x="5123" y="6602"/>
                    </a:lnTo>
                    <a:lnTo>
                      <a:pt x="5320" y="6019"/>
                    </a:lnTo>
                    <a:lnTo>
                      <a:pt x="5419" y="5631"/>
                    </a:lnTo>
                    <a:lnTo>
                      <a:pt x="5813" y="5243"/>
                    </a:lnTo>
                    <a:lnTo>
                      <a:pt x="5813" y="4660"/>
                    </a:lnTo>
                    <a:lnTo>
                      <a:pt x="6305" y="4078"/>
                    </a:lnTo>
                    <a:lnTo>
                      <a:pt x="6502" y="3883"/>
                    </a:lnTo>
                    <a:lnTo>
                      <a:pt x="6601" y="3301"/>
                    </a:lnTo>
                    <a:lnTo>
                      <a:pt x="6897" y="3301"/>
                    </a:lnTo>
                    <a:lnTo>
                      <a:pt x="7192" y="2718"/>
                    </a:lnTo>
                    <a:lnTo>
                      <a:pt x="7291" y="2524"/>
                    </a:lnTo>
                    <a:lnTo>
                      <a:pt x="7586" y="2136"/>
                    </a:lnTo>
                    <a:lnTo>
                      <a:pt x="7685" y="1942"/>
                    </a:lnTo>
                    <a:lnTo>
                      <a:pt x="7980" y="1942"/>
                    </a:lnTo>
                    <a:lnTo>
                      <a:pt x="8177" y="1359"/>
                    </a:lnTo>
                    <a:lnTo>
                      <a:pt x="8374" y="1359"/>
                    </a:lnTo>
                    <a:lnTo>
                      <a:pt x="8571" y="777"/>
                    </a:lnTo>
                    <a:lnTo>
                      <a:pt x="8768" y="777"/>
                    </a:lnTo>
                    <a:lnTo>
                      <a:pt x="8966" y="583"/>
                    </a:lnTo>
                    <a:lnTo>
                      <a:pt x="9163" y="583"/>
                    </a:lnTo>
                    <a:lnTo>
                      <a:pt x="9458" y="388"/>
                    </a:lnTo>
                    <a:lnTo>
                      <a:pt x="9557" y="388"/>
                    </a:lnTo>
                    <a:lnTo>
                      <a:pt x="9852" y="388"/>
                    </a:lnTo>
                    <a:lnTo>
                      <a:pt x="10148" y="0"/>
                    </a:lnTo>
                    <a:lnTo>
                      <a:pt x="10345" y="0"/>
                    </a:lnTo>
                    <a:lnTo>
                      <a:pt x="10640" y="0"/>
                    </a:lnTo>
                    <a:lnTo>
                      <a:pt x="10739" y="0"/>
                    </a:lnTo>
                    <a:lnTo>
                      <a:pt x="10936" y="388"/>
                    </a:lnTo>
                    <a:lnTo>
                      <a:pt x="11133" y="388"/>
                    </a:lnTo>
                    <a:lnTo>
                      <a:pt x="11429" y="583"/>
                    </a:lnTo>
                    <a:lnTo>
                      <a:pt x="11626" y="583"/>
                    </a:lnTo>
                    <a:lnTo>
                      <a:pt x="11823" y="777"/>
                    </a:lnTo>
                    <a:lnTo>
                      <a:pt x="12118" y="777"/>
                    </a:lnTo>
                    <a:lnTo>
                      <a:pt x="12217" y="1359"/>
                    </a:lnTo>
                    <a:lnTo>
                      <a:pt x="12414" y="1942"/>
                    </a:lnTo>
                    <a:lnTo>
                      <a:pt x="12808" y="1942"/>
                    </a:lnTo>
                    <a:lnTo>
                      <a:pt x="12906" y="2136"/>
                    </a:lnTo>
                    <a:lnTo>
                      <a:pt x="13202" y="2718"/>
                    </a:lnTo>
                    <a:lnTo>
                      <a:pt x="13498" y="3301"/>
                    </a:lnTo>
                    <a:lnTo>
                      <a:pt x="13596" y="3883"/>
                    </a:lnTo>
                    <a:lnTo>
                      <a:pt x="13793" y="3883"/>
                    </a:lnTo>
                    <a:lnTo>
                      <a:pt x="14187" y="4466"/>
                    </a:lnTo>
                    <a:lnTo>
                      <a:pt x="14384" y="5049"/>
                    </a:lnTo>
                    <a:lnTo>
                      <a:pt x="14581" y="5631"/>
                    </a:lnTo>
                    <a:lnTo>
                      <a:pt x="14877" y="6019"/>
                    </a:lnTo>
                    <a:lnTo>
                      <a:pt x="15074" y="6602"/>
                    </a:lnTo>
                    <a:lnTo>
                      <a:pt x="15271" y="7184"/>
                    </a:lnTo>
                    <a:lnTo>
                      <a:pt x="15468" y="7767"/>
                    </a:lnTo>
                    <a:lnTo>
                      <a:pt x="15764" y="8350"/>
                    </a:lnTo>
                    <a:lnTo>
                      <a:pt x="15961" y="8932"/>
                    </a:lnTo>
                    <a:lnTo>
                      <a:pt x="16256" y="9515"/>
                    </a:lnTo>
                    <a:lnTo>
                      <a:pt x="16355" y="10097"/>
                    </a:lnTo>
                    <a:lnTo>
                      <a:pt x="16650" y="10291"/>
                    </a:lnTo>
                    <a:lnTo>
                      <a:pt x="16749" y="10680"/>
                    </a:lnTo>
                    <a:lnTo>
                      <a:pt x="16946" y="11650"/>
                    </a:lnTo>
                    <a:lnTo>
                      <a:pt x="17143" y="12039"/>
                    </a:lnTo>
                    <a:lnTo>
                      <a:pt x="17340" y="12427"/>
                    </a:lnTo>
                    <a:lnTo>
                      <a:pt x="17635" y="13204"/>
                    </a:lnTo>
                    <a:lnTo>
                      <a:pt x="17734" y="13786"/>
                    </a:lnTo>
                    <a:lnTo>
                      <a:pt x="17931" y="14369"/>
                    </a:lnTo>
                    <a:lnTo>
                      <a:pt x="18128" y="14951"/>
                    </a:lnTo>
                    <a:lnTo>
                      <a:pt x="18424" y="15146"/>
                    </a:lnTo>
                    <a:lnTo>
                      <a:pt x="18522" y="15728"/>
                    </a:lnTo>
                    <a:lnTo>
                      <a:pt x="18818" y="16311"/>
                    </a:lnTo>
                    <a:lnTo>
                      <a:pt x="18916" y="16893"/>
                    </a:lnTo>
                    <a:lnTo>
                      <a:pt x="19113" y="17087"/>
                    </a:lnTo>
                    <a:lnTo>
                      <a:pt x="19212" y="17670"/>
                    </a:lnTo>
                    <a:lnTo>
                      <a:pt x="19310" y="18058"/>
                    </a:lnTo>
                    <a:lnTo>
                      <a:pt x="19507" y="18641"/>
                    </a:lnTo>
                    <a:lnTo>
                      <a:pt x="19606" y="18835"/>
                    </a:lnTo>
                    <a:lnTo>
                      <a:pt x="19704" y="19223"/>
                    </a:lnTo>
                    <a:lnTo>
                      <a:pt x="19901" y="19612"/>
                    </a:lnTo>
                    <a:lnTo>
                      <a:pt x="19901" y="19806"/>
                    </a:lnTo>
                  </a:path>
                </a:pathLst>
              </a:custGeom>
              <a:noFill/>
              <a:ln w="28575">
                <a:solidFill>
                  <a:srgbClr val="FFFF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389" name="Freeform 223">
                <a:extLst>
                  <a:ext uri="{FF2B5EF4-FFF2-40B4-BE49-F238E27FC236}">
                    <a16:creationId xmlns:a16="http://schemas.microsoft.com/office/drawing/2014/main" id="{85D486F5-BEC6-4C20-A0F0-95D941FE1E03}"/>
                  </a:ext>
                </a:extLst>
              </p:cNvPr>
              <p:cNvSpPr>
                <a:spLocks/>
              </p:cNvSpPr>
              <p:nvPr/>
            </p:nvSpPr>
            <p:spPr bwMode="auto">
              <a:xfrm>
                <a:off x="9676" y="10050"/>
                <a:ext cx="10323" cy="9950"/>
              </a:xfrm>
              <a:custGeom>
                <a:avLst/>
                <a:gdLst>
                  <a:gd name="T0" fmla="*/ 1 w 20000"/>
                  <a:gd name="T1" fmla="*/ 0 h 20000"/>
                  <a:gd name="T2" fmla="*/ 1 w 20000"/>
                  <a:gd name="T3" fmla="*/ 0 h 20000"/>
                  <a:gd name="T4" fmla="*/ 1 w 20000"/>
                  <a:gd name="T5" fmla="*/ 0 h 20000"/>
                  <a:gd name="T6" fmla="*/ 1 w 20000"/>
                  <a:gd name="T7" fmla="*/ 0 h 20000"/>
                  <a:gd name="T8" fmla="*/ 1 w 20000"/>
                  <a:gd name="T9" fmla="*/ 0 h 20000"/>
                  <a:gd name="T10" fmla="*/ 1 w 20000"/>
                  <a:gd name="T11" fmla="*/ 0 h 20000"/>
                  <a:gd name="T12" fmla="*/ 1 w 20000"/>
                  <a:gd name="T13" fmla="*/ 0 h 20000"/>
                  <a:gd name="T14" fmla="*/ 1 w 20000"/>
                  <a:gd name="T15" fmla="*/ 0 h 20000"/>
                  <a:gd name="T16" fmla="*/ 1 w 20000"/>
                  <a:gd name="T17" fmla="*/ 0 h 20000"/>
                  <a:gd name="T18" fmla="*/ 1 w 20000"/>
                  <a:gd name="T19" fmla="*/ 0 h 20000"/>
                  <a:gd name="T20" fmla="*/ 1 w 20000"/>
                  <a:gd name="T21" fmla="*/ 0 h 20000"/>
                  <a:gd name="T22" fmla="*/ 1 w 20000"/>
                  <a:gd name="T23" fmla="*/ 0 h 20000"/>
                  <a:gd name="T24" fmla="*/ 1 w 20000"/>
                  <a:gd name="T25" fmla="*/ 0 h 20000"/>
                  <a:gd name="T26" fmla="*/ 1 w 20000"/>
                  <a:gd name="T27" fmla="*/ 0 h 20000"/>
                  <a:gd name="T28" fmla="*/ 1 w 20000"/>
                  <a:gd name="T29" fmla="*/ 0 h 20000"/>
                  <a:gd name="T30" fmla="*/ 1 w 20000"/>
                  <a:gd name="T31" fmla="*/ 0 h 20000"/>
                  <a:gd name="T32" fmla="*/ 1 w 20000"/>
                  <a:gd name="T33" fmla="*/ 0 h 20000"/>
                  <a:gd name="T34" fmla="*/ 1 w 20000"/>
                  <a:gd name="T35" fmla="*/ 0 h 20000"/>
                  <a:gd name="T36" fmla="*/ 1 w 20000"/>
                  <a:gd name="T37" fmla="*/ 0 h 20000"/>
                  <a:gd name="T38" fmla="*/ 1 w 20000"/>
                  <a:gd name="T39" fmla="*/ 0 h 20000"/>
                  <a:gd name="T40" fmla="*/ 1 w 20000"/>
                  <a:gd name="T41" fmla="*/ 0 h 20000"/>
                  <a:gd name="T42" fmla="*/ 1 w 20000"/>
                  <a:gd name="T43" fmla="*/ 0 h 20000"/>
                  <a:gd name="T44" fmla="*/ 1 w 20000"/>
                  <a:gd name="T45" fmla="*/ 0 h 20000"/>
                  <a:gd name="T46" fmla="*/ 1 w 20000"/>
                  <a:gd name="T47" fmla="*/ 0 h 20000"/>
                  <a:gd name="T48" fmla="*/ 1 w 20000"/>
                  <a:gd name="T49" fmla="*/ 0 h 20000"/>
                  <a:gd name="T50" fmla="*/ 1 w 20000"/>
                  <a:gd name="T51" fmla="*/ 0 h 20000"/>
                  <a:gd name="T52" fmla="*/ 1 w 20000"/>
                  <a:gd name="T53" fmla="*/ 0 h 20000"/>
                  <a:gd name="T54" fmla="*/ 1 w 20000"/>
                  <a:gd name="T55" fmla="*/ 0 h 20000"/>
                  <a:gd name="T56" fmla="*/ 1 w 20000"/>
                  <a:gd name="T57" fmla="*/ 0 h 20000"/>
                  <a:gd name="T58" fmla="*/ 1 w 20000"/>
                  <a:gd name="T59" fmla="*/ 0 h 20000"/>
                  <a:gd name="T60" fmla="*/ 1 w 20000"/>
                  <a:gd name="T61" fmla="*/ 0 h 20000"/>
                  <a:gd name="T62" fmla="*/ 1 w 20000"/>
                  <a:gd name="T63" fmla="*/ 0 h 20000"/>
                  <a:gd name="T64" fmla="*/ 1 w 20000"/>
                  <a:gd name="T65" fmla="*/ 0 h 20000"/>
                  <a:gd name="T66" fmla="*/ 1 w 20000"/>
                  <a:gd name="T67" fmla="*/ 0 h 20000"/>
                  <a:gd name="T68" fmla="*/ 1 w 20000"/>
                  <a:gd name="T69" fmla="*/ 0 h 20000"/>
                  <a:gd name="T70" fmla="*/ 1 w 20000"/>
                  <a:gd name="T71" fmla="*/ 0 h 20000"/>
                  <a:gd name="T72" fmla="*/ 1 w 20000"/>
                  <a:gd name="T73" fmla="*/ 0 h 20000"/>
                  <a:gd name="T74" fmla="*/ 1 w 20000"/>
                  <a:gd name="T75" fmla="*/ 0 h 20000"/>
                  <a:gd name="T76" fmla="*/ 1 w 20000"/>
                  <a:gd name="T77" fmla="*/ 0 h 20000"/>
                  <a:gd name="T78" fmla="*/ 1 w 20000"/>
                  <a:gd name="T79" fmla="*/ 0 h 20000"/>
                  <a:gd name="T80" fmla="*/ 1 w 20000"/>
                  <a:gd name="T81" fmla="*/ 0 h 20000"/>
                  <a:gd name="T82" fmla="*/ 1 w 20000"/>
                  <a:gd name="T83" fmla="*/ 0 h 20000"/>
                  <a:gd name="T84" fmla="*/ 1 w 20000"/>
                  <a:gd name="T85" fmla="*/ 0 h 20000"/>
                  <a:gd name="T86" fmla="*/ 1 w 20000"/>
                  <a:gd name="T87" fmla="*/ 0 h 20000"/>
                  <a:gd name="T88" fmla="*/ 1 w 20000"/>
                  <a:gd name="T89" fmla="*/ 0 h 20000"/>
                  <a:gd name="T90" fmla="*/ 1 w 20000"/>
                  <a:gd name="T91" fmla="*/ 0 h 20000"/>
                  <a:gd name="T92" fmla="*/ 1 w 20000"/>
                  <a:gd name="T93" fmla="*/ 0 h 20000"/>
                  <a:gd name="T94" fmla="*/ 1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0"/>
                    </a:moveTo>
                    <a:lnTo>
                      <a:pt x="185" y="800"/>
                    </a:lnTo>
                    <a:lnTo>
                      <a:pt x="370" y="1400"/>
                    </a:lnTo>
                    <a:lnTo>
                      <a:pt x="556" y="2000"/>
                    </a:lnTo>
                    <a:lnTo>
                      <a:pt x="833" y="2600"/>
                    </a:lnTo>
                    <a:lnTo>
                      <a:pt x="926" y="3200"/>
                    </a:lnTo>
                    <a:lnTo>
                      <a:pt x="1204" y="4000"/>
                    </a:lnTo>
                    <a:lnTo>
                      <a:pt x="1389" y="4200"/>
                    </a:lnTo>
                    <a:lnTo>
                      <a:pt x="1481" y="5200"/>
                    </a:lnTo>
                    <a:lnTo>
                      <a:pt x="1759" y="5600"/>
                    </a:lnTo>
                    <a:lnTo>
                      <a:pt x="2130" y="6200"/>
                    </a:lnTo>
                    <a:lnTo>
                      <a:pt x="2130" y="7200"/>
                    </a:lnTo>
                    <a:lnTo>
                      <a:pt x="2500" y="7800"/>
                    </a:lnTo>
                    <a:lnTo>
                      <a:pt x="2685" y="8200"/>
                    </a:lnTo>
                    <a:lnTo>
                      <a:pt x="2778" y="8800"/>
                    </a:lnTo>
                    <a:lnTo>
                      <a:pt x="2963" y="9400"/>
                    </a:lnTo>
                    <a:lnTo>
                      <a:pt x="3148" y="10000"/>
                    </a:lnTo>
                    <a:lnTo>
                      <a:pt x="3426" y="10200"/>
                    </a:lnTo>
                    <a:lnTo>
                      <a:pt x="3519" y="10800"/>
                    </a:lnTo>
                    <a:lnTo>
                      <a:pt x="3796" y="11400"/>
                    </a:lnTo>
                    <a:lnTo>
                      <a:pt x="4074" y="11800"/>
                    </a:lnTo>
                    <a:lnTo>
                      <a:pt x="4167" y="12200"/>
                    </a:lnTo>
                    <a:lnTo>
                      <a:pt x="4352" y="12800"/>
                    </a:lnTo>
                    <a:lnTo>
                      <a:pt x="4537" y="13400"/>
                    </a:lnTo>
                    <a:lnTo>
                      <a:pt x="4722" y="13600"/>
                    </a:lnTo>
                    <a:lnTo>
                      <a:pt x="5000" y="14200"/>
                    </a:lnTo>
                    <a:lnTo>
                      <a:pt x="5093" y="14800"/>
                    </a:lnTo>
                    <a:lnTo>
                      <a:pt x="5370" y="15000"/>
                    </a:lnTo>
                    <a:lnTo>
                      <a:pt x="5556" y="15400"/>
                    </a:lnTo>
                    <a:lnTo>
                      <a:pt x="5741" y="16000"/>
                    </a:lnTo>
                    <a:lnTo>
                      <a:pt x="6111" y="16200"/>
                    </a:lnTo>
                    <a:lnTo>
                      <a:pt x="6296" y="16600"/>
                    </a:lnTo>
                    <a:lnTo>
                      <a:pt x="6389" y="17000"/>
                    </a:lnTo>
                    <a:lnTo>
                      <a:pt x="6667" y="17600"/>
                    </a:lnTo>
                    <a:lnTo>
                      <a:pt x="6852" y="17600"/>
                    </a:lnTo>
                    <a:lnTo>
                      <a:pt x="7037" y="18000"/>
                    </a:lnTo>
                    <a:lnTo>
                      <a:pt x="7315" y="18200"/>
                    </a:lnTo>
                    <a:lnTo>
                      <a:pt x="7407" y="18600"/>
                    </a:lnTo>
                    <a:lnTo>
                      <a:pt x="7685" y="18800"/>
                    </a:lnTo>
                    <a:lnTo>
                      <a:pt x="7963" y="19200"/>
                    </a:lnTo>
                    <a:lnTo>
                      <a:pt x="7963" y="19400"/>
                    </a:lnTo>
                    <a:lnTo>
                      <a:pt x="8241" y="19600"/>
                    </a:lnTo>
                    <a:lnTo>
                      <a:pt x="8426" y="19600"/>
                    </a:lnTo>
                    <a:lnTo>
                      <a:pt x="8611" y="19800"/>
                    </a:lnTo>
                    <a:lnTo>
                      <a:pt x="8889" y="19800"/>
                    </a:lnTo>
                    <a:lnTo>
                      <a:pt x="8981" y="19800"/>
                    </a:lnTo>
                    <a:lnTo>
                      <a:pt x="9259" y="19800"/>
                    </a:lnTo>
                    <a:lnTo>
                      <a:pt x="9444" y="19800"/>
                    </a:lnTo>
                    <a:lnTo>
                      <a:pt x="9630" y="19800"/>
                    </a:lnTo>
                    <a:lnTo>
                      <a:pt x="9907" y="19800"/>
                    </a:lnTo>
                    <a:lnTo>
                      <a:pt x="10185" y="19800"/>
                    </a:lnTo>
                    <a:lnTo>
                      <a:pt x="10370" y="19800"/>
                    </a:lnTo>
                    <a:lnTo>
                      <a:pt x="10648" y="19800"/>
                    </a:lnTo>
                    <a:lnTo>
                      <a:pt x="10741" y="19600"/>
                    </a:lnTo>
                    <a:lnTo>
                      <a:pt x="11019" y="19600"/>
                    </a:lnTo>
                    <a:lnTo>
                      <a:pt x="11296" y="19400"/>
                    </a:lnTo>
                    <a:lnTo>
                      <a:pt x="11574" y="19200"/>
                    </a:lnTo>
                    <a:lnTo>
                      <a:pt x="11852" y="18800"/>
                    </a:lnTo>
                    <a:lnTo>
                      <a:pt x="11944" y="18200"/>
                    </a:lnTo>
                    <a:lnTo>
                      <a:pt x="12130" y="18000"/>
                    </a:lnTo>
                    <a:lnTo>
                      <a:pt x="12500" y="17600"/>
                    </a:lnTo>
                    <a:lnTo>
                      <a:pt x="12685" y="17000"/>
                    </a:lnTo>
                    <a:lnTo>
                      <a:pt x="12963" y="16600"/>
                    </a:lnTo>
                    <a:lnTo>
                      <a:pt x="13241" y="16600"/>
                    </a:lnTo>
                    <a:lnTo>
                      <a:pt x="13426" y="16000"/>
                    </a:lnTo>
                    <a:lnTo>
                      <a:pt x="13704" y="15400"/>
                    </a:lnTo>
                    <a:lnTo>
                      <a:pt x="13981" y="14800"/>
                    </a:lnTo>
                    <a:lnTo>
                      <a:pt x="14259" y="14200"/>
                    </a:lnTo>
                    <a:lnTo>
                      <a:pt x="14537" y="13600"/>
                    </a:lnTo>
                    <a:lnTo>
                      <a:pt x="14815" y="13400"/>
                    </a:lnTo>
                    <a:lnTo>
                      <a:pt x="14907" y="12800"/>
                    </a:lnTo>
                    <a:lnTo>
                      <a:pt x="15278" y="12200"/>
                    </a:lnTo>
                    <a:lnTo>
                      <a:pt x="15556" y="11800"/>
                    </a:lnTo>
                    <a:lnTo>
                      <a:pt x="15741" y="10800"/>
                    </a:lnTo>
                    <a:lnTo>
                      <a:pt x="15926" y="10600"/>
                    </a:lnTo>
                    <a:lnTo>
                      <a:pt x="16204" y="10200"/>
                    </a:lnTo>
                    <a:lnTo>
                      <a:pt x="16389" y="9800"/>
                    </a:lnTo>
                    <a:lnTo>
                      <a:pt x="16574" y="9200"/>
                    </a:lnTo>
                    <a:lnTo>
                      <a:pt x="16852" y="8400"/>
                    </a:lnTo>
                    <a:lnTo>
                      <a:pt x="17037" y="8200"/>
                    </a:lnTo>
                    <a:lnTo>
                      <a:pt x="17222" y="7800"/>
                    </a:lnTo>
                    <a:lnTo>
                      <a:pt x="17407" y="7200"/>
                    </a:lnTo>
                    <a:lnTo>
                      <a:pt x="17685" y="6600"/>
                    </a:lnTo>
                    <a:lnTo>
                      <a:pt x="17870" y="6000"/>
                    </a:lnTo>
                    <a:lnTo>
                      <a:pt x="18241" y="5400"/>
                    </a:lnTo>
                    <a:lnTo>
                      <a:pt x="18333" y="4800"/>
                    </a:lnTo>
                    <a:lnTo>
                      <a:pt x="18519" y="4200"/>
                    </a:lnTo>
                    <a:lnTo>
                      <a:pt x="18796" y="4000"/>
                    </a:lnTo>
                    <a:lnTo>
                      <a:pt x="18981" y="3600"/>
                    </a:lnTo>
                    <a:lnTo>
                      <a:pt x="19167" y="3200"/>
                    </a:lnTo>
                    <a:lnTo>
                      <a:pt x="19167" y="2800"/>
                    </a:lnTo>
                    <a:lnTo>
                      <a:pt x="19352" y="2200"/>
                    </a:lnTo>
                    <a:lnTo>
                      <a:pt x="19537" y="2000"/>
                    </a:lnTo>
                    <a:lnTo>
                      <a:pt x="19630" y="2000"/>
                    </a:lnTo>
                    <a:lnTo>
                      <a:pt x="19815" y="1400"/>
                    </a:lnTo>
                    <a:lnTo>
                      <a:pt x="19815" y="800"/>
                    </a:lnTo>
                    <a:lnTo>
                      <a:pt x="19907" y="800"/>
                    </a:lnTo>
                  </a:path>
                </a:pathLst>
              </a:custGeom>
              <a:noFill/>
              <a:ln w="28575">
                <a:solidFill>
                  <a:srgbClr val="FFFF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14384" name="Group 224">
              <a:extLst>
                <a:ext uri="{FF2B5EF4-FFF2-40B4-BE49-F238E27FC236}">
                  <a16:creationId xmlns:a16="http://schemas.microsoft.com/office/drawing/2014/main" id="{B50B348C-E914-4252-9445-3E5DD27BE18C}"/>
                </a:ext>
              </a:extLst>
            </p:cNvPr>
            <p:cNvGrpSpPr>
              <a:grpSpLocks/>
            </p:cNvGrpSpPr>
            <p:nvPr/>
          </p:nvGrpSpPr>
          <p:grpSpPr bwMode="auto">
            <a:xfrm>
              <a:off x="1866" y="2208"/>
              <a:ext cx="167" cy="78"/>
              <a:chOff x="2" y="0"/>
              <a:chExt cx="19997" cy="20001"/>
            </a:xfrm>
          </p:grpSpPr>
          <p:sp>
            <p:nvSpPr>
              <p:cNvPr id="14386" name="Freeform 225">
                <a:extLst>
                  <a:ext uri="{FF2B5EF4-FFF2-40B4-BE49-F238E27FC236}">
                    <a16:creationId xmlns:a16="http://schemas.microsoft.com/office/drawing/2014/main" id="{26817EEA-BBE9-4657-96BB-A6147C32E525}"/>
                  </a:ext>
                </a:extLst>
              </p:cNvPr>
              <p:cNvSpPr>
                <a:spLocks/>
              </p:cNvSpPr>
              <p:nvPr/>
            </p:nvSpPr>
            <p:spPr bwMode="auto">
              <a:xfrm>
                <a:off x="2" y="0"/>
                <a:ext cx="9720" cy="10257"/>
              </a:xfrm>
              <a:custGeom>
                <a:avLst/>
                <a:gdLst>
                  <a:gd name="T0" fmla="*/ 0 w 20000"/>
                  <a:gd name="T1" fmla="*/ 1 h 20000"/>
                  <a:gd name="T2" fmla="*/ 0 w 20000"/>
                  <a:gd name="T3" fmla="*/ 1 h 20000"/>
                  <a:gd name="T4" fmla="*/ 0 w 20000"/>
                  <a:gd name="T5" fmla="*/ 1 h 20000"/>
                  <a:gd name="T6" fmla="*/ 0 w 20000"/>
                  <a:gd name="T7" fmla="*/ 1 h 20000"/>
                  <a:gd name="T8" fmla="*/ 0 w 20000"/>
                  <a:gd name="T9" fmla="*/ 1 h 20000"/>
                  <a:gd name="T10" fmla="*/ 0 w 20000"/>
                  <a:gd name="T11" fmla="*/ 1 h 20000"/>
                  <a:gd name="T12" fmla="*/ 0 w 20000"/>
                  <a:gd name="T13" fmla="*/ 1 h 20000"/>
                  <a:gd name="T14" fmla="*/ 0 w 20000"/>
                  <a:gd name="T15" fmla="*/ 1 h 20000"/>
                  <a:gd name="T16" fmla="*/ 0 w 20000"/>
                  <a:gd name="T17" fmla="*/ 1 h 20000"/>
                  <a:gd name="T18" fmla="*/ 0 w 20000"/>
                  <a:gd name="T19" fmla="*/ 1 h 20000"/>
                  <a:gd name="T20" fmla="*/ 0 w 20000"/>
                  <a:gd name="T21" fmla="*/ 1 h 20000"/>
                  <a:gd name="T22" fmla="*/ 0 w 20000"/>
                  <a:gd name="T23" fmla="*/ 1 h 20000"/>
                  <a:gd name="T24" fmla="*/ 0 w 20000"/>
                  <a:gd name="T25" fmla="*/ 1 h 20000"/>
                  <a:gd name="T26" fmla="*/ 0 w 20000"/>
                  <a:gd name="T27" fmla="*/ 1 h 20000"/>
                  <a:gd name="T28" fmla="*/ 0 w 20000"/>
                  <a:gd name="T29" fmla="*/ 1 h 20000"/>
                  <a:gd name="T30" fmla="*/ 0 w 20000"/>
                  <a:gd name="T31" fmla="*/ 1 h 20000"/>
                  <a:gd name="T32" fmla="*/ 0 w 20000"/>
                  <a:gd name="T33" fmla="*/ 1 h 20000"/>
                  <a:gd name="T34" fmla="*/ 0 w 20000"/>
                  <a:gd name="T35" fmla="*/ 1 h 20000"/>
                  <a:gd name="T36" fmla="*/ 0 w 20000"/>
                  <a:gd name="T37" fmla="*/ 1 h 20000"/>
                  <a:gd name="T38" fmla="*/ 0 w 20000"/>
                  <a:gd name="T39" fmla="*/ 1 h 20000"/>
                  <a:gd name="T40" fmla="*/ 0 w 20000"/>
                  <a:gd name="T41" fmla="*/ 1 h 20000"/>
                  <a:gd name="T42" fmla="*/ 0 w 20000"/>
                  <a:gd name="T43" fmla="*/ 1 h 20000"/>
                  <a:gd name="T44" fmla="*/ 0 w 20000"/>
                  <a:gd name="T45" fmla="*/ 1 h 20000"/>
                  <a:gd name="T46" fmla="*/ 0 w 20000"/>
                  <a:gd name="T47" fmla="*/ 0 h 20000"/>
                  <a:gd name="T48" fmla="*/ 0 w 20000"/>
                  <a:gd name="T49" fmla="*/ 0 h 20000"/>
                  <a:gd name="T50" fmla="*/ 0 w 20000"/>
                  <a:gd name="T51" fmla="*/ 1 h 20000"/>
                  <a:gd name="T52" fmla="*/ 0 w 20000"/>
                  <a:gd name="T53" fmla="*/ 1 h 20000"/>
                  <a:gd name="T54" fmla="*/ 0 w 20000"/>
                  <a:gd name="T55" fmla="*/ 1 h 20000"/>
                  <a:gd name="T56" fmla="*/ 0 w 20000"/>
                  <a:gd name="T57" fmla="*/ 1 h 20000"/>
                  <a:gd name="T58" fmla="*/ 0 w 20000"/>
                  <a:gd name="T59" fmla="*/ 1 h 20000"/>
                  <a:gd name="T60" fmla="*/ 0 w 20000"/>
                  <a:gd name="T61" fmla="*/ 1 h 20000"/>
                  <a:gd name="T62" fmla="*/ 0 w 20000"/>
                  <a:gd name="T63" fmla="*/ 1 h 20000"/>
                  <a:gd name="T64" fmla="*/ 0 w 20000"/>
                  <a:gd name="T65" fmla="*/ 1 h 20000"/>
                  <a:gd name="T66" fmla="*/ 0 w 20000"/>
                  <a:gd name="T67" fmla="*/ 1 h 20000"/>
                  <a:gd name="T68" fmla="*/ 0 w 20000"/>
                  <a:gd name="T69" fmla="*/ 1 h 20000"/>
                  <a:gd name="T70" fmla="*/ 0 w 20000"/>
                  <a:gd name="T71" fmla="*/ 1 h 20000"/>
                  <a:gd name="T72" fmla="*/ 0 w 20000"/>
                  <a:gd name="T73" fmla="*/ 1 h 20000"/>
                  <a:gd name="T74" fmla="*/ 0 w 20000"/>
                  <a:gd name="T75" fmla="*/ 1 h 20000"/>
                  <a:gd name="T76" fmla="*/ 0 w 20000"/>
                  <a:gd name="T77" fmla="*/ 1 h 20000"/>
                  <a:gd name="T78" fmla="*/ 0 w 20000"/>
                  <a:gd name="T79" fmla="*/ 1 h 20000"/>
                  <a:gd name="T80" fmla="*/ 0 w 20000"/>
                  <a:gd name="T81" fmla="*/ 1 h 20000"/>
                  <a:gd name="T82" fmla="*/ 0 w 20000"/>
                  <a:gd name="T83" fmla="*/ 1 h 20000"/>
                  <a:gd name="T84" fmla="*/ 0 w 20000"/>
                  <a:gd name="T85" fmla="*/ 1 h 20000"/>
                  <a:gd name="T86" fmla="*/ 0 w 20000"/>
                  <a:gd name="T87" fmla="*/ 1 h 20000"/>
                  <a:gd name="T88" fmla="*/ 0 w 20000"/>
                  <a:gd name="T89" fmla="*/ 1 h 20000"/>
                  <a:gd name="T90" fmla="*/ 0 w 20000"/>
                  <a:gd name="T91" fmla="*/ 1 h 20000"/>
                  <a:gd name="T92" fmla="*/ 0 w 20000"/>
                  <a:gd name="T93" fmla="*/ 1 h 20000"/>
                  <a:gd name="T94" fmla="*/ 0 w 20000"/>
                  <a:gd name="T95" fmla="*/ 1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19200"/>
                    </a:moveTo>
                    <a:lnTo>
                      <a:pt x="197" y="18600"/>
                    </a:lnTo>
                    <a:lnTo>
                      <a:pt x="493" y="17600"/>
                    </a:lnTo>
                    <a:lnTo>
                      <a:pt x="690" y="17000"/>
                    </a:lnTo>
                    <a:lnTo>
                      <a:pt x="887" y="16800"/>
                    </a:lnTo>
                    <a:lnTo>
                      <a:pt x="985" y="16000"/>
                    </a:lnTo>
                    <a:lnTo>
                      <a:pt x="1281" y="15600"/>
                    </a:lnTo>
                    <a:lnTo>
                      <a:pt x="1576" y="15000"/>
                    </a:lnTo>
                    <a:lnTo>
                      <a:pt x="1675" y="14200"/>
                    </a:lnTo>
                    <a:lnTo>
                      <a:pt x="1970" y="13600"/>
                    </a:lnTo>
                    <a:lnTo>
                      <a:pt x="2167" y="13000"/>
                    </a:lnTo>
                    <a:lnTo>
                      <a:pt x="2562" y="12800"/>
                    </a:lnTo>
                    <a:lnTo>
                      <a:pt x="2660" y="12000"/>
                    </a:lnTo>
                    <a:lnTo>
                      <a:pt x="2956" y="11400"/>
                    </a:lnTo>
                    <a:lnTo>
                      <a:pt x="3054" y="10800"/>
                    </a:lnTo>
                    <a:lnTo>
                      <a:pt x="3350" y="10200"/>
                    </a:lnTo>
                    <a:lnTo>
                      <a:pt x="3547" y="10000"/>
                    </a:lnTo>
                    <a:lnTo>
                      <a:pt x="3744" y="9800"/>
                    </a:lnTo>
                    <a:lnTo>
                      <a:pt x="4039" y="9200"/>
                    </a:lnTo>
                    <a:lnTo>
                      <a:pt x="4236" y="8400"/>
                    </a:lnTo>
                    <a:lnTo>
                      <a:pt x="4433" y="8000"/>
                    </a:lnTo>
                    <a:lnTo>
                      <a:pt x="4729" y="7400"/>
                    </a:lnTo>
                    <a:lnTo>
                      <a:pt x="4828" y="6800"/>
                    </a:lnTo>
                    <a:lnTo>
                      <a:pt x="5123" y="6200"/>
                    </a:lnTo>
                    <a:lnTo>
                      <a:pt x="5320" y="5600"/>
                    </a:lnTo>
                    <a:lnTo>
                      <a:pt x="5419" y="5600"/>
                    </a:lnTo>
                    <a:lnTo>
                      <a:pt x="5813" y="5200"/>
                    </a:lnTo>
                    <a:lnTo>
                      <a:pt x="5813" y="4600"/>
                    </a:lnTo>
                    <a:lnTo>
                      <a:pt x="6305" y="4200"/>
                    </a:lnTo>
                    <a:lnTo>
                      <a:pt x="6502" y="4000"/>
                    </a:lnTo>
                    <a:lnTo>
                      <a:pt x="6601" y="3400"/>
                    </a:lnTo>
                    <a:lnTo>
                      <a:pt x="6897" y="3200"/>
                    </a:lnTo>
                    <a:lnTo>
                      <a:pt x="7192" y="2800"/>
                    </a:lnTo>
                    <a:lnTo>
                      <a:pt x="7291" y="2600"/>
                    </a:lnTo>
                    <a:lnTo>
                      <a:pt x="7586" y="2200"/>
                    </a:lnTo>
                    <a:lnTo>
                      <a:pt x="7685" y="2000"/>
                    </a:lnTo>
                    <a:lnTo>
                      <a:pt x="7980" y="2000"/>
                    </a:lnTo>
                    <a:lnTo>
                      <a:pt x="8177" y="1400"/>
                    </a:lnTo>
                    <a:lnTo>
                      <a:pt x="8374" y="800"/>
                    </a:lnTo>
                    <a:lnTo>
                      <a:pt x="8571" y="800"/>
                    </a:lnTo>
                    <a:lnTo>
                      <a:pt x="8768" y="800"/>
                    </a:lnTo>
                    <a:lnTo>
                      <a:pt x="8966" y="600"/>
                    </a:lnTo>
                    <a:lnTo>
                      <a:pt x="9163" y="600"/>
                    </a:lnTo>
                    <a:lnTo>
                      <a:pt x="9458" y="400"/>
                    </a:lnTo>
                    <a:lnTo>
                      <a:pt x="9557" y="400"/>
                    </a:lnTo>
                    <a:lnTo>
                      <a:pt x="9852" y="400"/>
                    </a:lnTo>
                    <a:lnTo>
                      <a:pt x="10148" y="0"/>
                    </a:lnTo>
                    <a:lnTo>
                      <a:pt x="10345" y="0"/>
                    </a:lnTo>
                    <a:lnTo>
                      <a:pt x="10640" y="0"/>
                    </a:lnTo>
                    <a:lnTo>
                      <a:pt x="10739" y="0"/>
                    </a:lnTo>
                    <a:lnTo>
                      <a:pt x="10936" y="400"/>
                    </a:lnTo>
                    <a:lnTo>
                      <a:pt x="11133" y="400"/>
                    </a:lnTo>
                    <a:lnTo>
                      <a:pt x="11429" y="600"/>
                    </a:lnTo>
                    <a:lnTo>
                      <a:pt x="11626" y="600"/>
                    </a:lnTo>
                    <a:lnTo>
                      <a:pt x="11823" y="800"/>
                    </a:lnTo>
                    <a:lnTo>
                      <a:pt x="12118" y="800"/>
                    </a:lnTo>
                    <a:lnTo>
                      <a:pt x="12217" y="1400"/>
                    </a:lnTo>
                    <a:lnTo>
                      <a:pt x="12414" y="2000"/>
                    </a:lnTo>
                    <a:lnTo>
                      <a:pt x="12808" y="2000"/>
                    </a:lnTo>
                    <a:lnTo>
                      <a:pt x="12906" y="2200"/>
                    </a:lnTo>
                    <a:lnTo>
                      <a:pt x="13202" y="2800"/>
                    </a:lnTo>
                    <a:lnTo>
                      <a:pt x="13498" y="3200"/>
                    </a:lnTo>
                    <a:lnTo>
                      <a:pt x="13596" y="3400"/>
                    </a:lnTo>
                    <a:lnTo>
                      <a:pt x="13793" y="4000"/>
                    </a:lnTo>
                    <a:lnTo>
                      <a:pt x="14187" y="4600"/>
                    </a:lnTo>
                    <a:lnTo>
                      <a:pt x="14384" y="5200"/>
                    </a:lnTo>
                    <a:lnTo>
                      <a:pt x="14581" y="5600"/>
                    </a:lnTo>
                    <a:lnTo>
                      <a:pt x="14877" y="6200"/>
                    </a:lnTo>
                    <a:lnTo>
                      <a:pt x="15074" y="6800"/>
                    </a:lnTo>
                    <a:lnTo>
                      <a:pt x="15271" y="7200"/>
                    </a:lnTo>
                    <a:lnTo>
                      <a:pt x="15468" y="7800"/>
                    </a:lnTo>
                    <a:lnTo>
                      <a:pt x="15764" y="8400"/>
                    </a:lnTo>
                    <a:lnTo>
                      <a:pt x="15961" y="9200"/>
                    </a:lnTo>
                    <a:lnTo>
                      <a:pt x="16256" y="9800"/>
                    </a:lnTo>
                    <a:lnTo>
                      <a:pt x="16355" y="10000"/>
                    </a:lnTo>
                    <a:lnTo>
                      <a:pt x="16650" y="10200"/>
                    </a:lnTo>
                    <a:lnTo>
                      <a:pt x="16749" y="10800"/>
                    </a:lnTo>
                    <a:lnTo>
                      <a:pt x="16946" y="11800"/>
                    </a:lnTo>
                    <a:lnTo>
                      <a:pt x="17143" y="12200"/>
                    </a:lnTo>
                    <a:lnTo>
                      <a:pt x="17340" y="12800"/>
                    </a:lnTo>
                    <a:lnTo>
                      <a:pt x="17635" y="13000"/>
                    </a:lnTo>
                    <a:lnTo>
                      <a:pt x="17734" y="13600"/>
                    </a:lnTo>
                    <a:lnTo>
                      <a:pt x="17931" y="14600"/>
                    </a:lnTo>
                    <a:lnTo>
                      <a:pt x="18128" y="15000"/>
                    </a:lnTo>
                    <a:lnTo>
                      <a:pt x="18424" y="15600"/>
                    </a:lnTo>
                    <a:lnTo>
                      <a:pt x="18522" y="16000"/>
                    </a:lnTo>
                    <a:lnTo>
                      <a:pt x="18818" y="16600"/>
                    </a:lnTo>
                    <a:lnTo>
                      <a:pt x="18916" y="16800"/>
                    </a:lnTo>
                    <a:lnTo>
                      <a:pt x="19113" y="17000"/>
                    </a:lnTo>
                    <a:lnTo>
                      <a:pt x="19212" y="17600"/>
                    </a:lnTo>
                    <a:lnTo>
                      <a:pt x="19310" y="18200"/>
                    </a:lnTo>
                    <a:lnTo>
                      <a:pt x="19507" y="18600"/>
                    </a:lnTo>
                    <a:lnTo>
                      <a:pt x="19606" y="18800"/>
                    </a:lnTo>
                    <a:lnTo>
                      <a:pt x="19704" y="19400"/>
                    </a:lnTo>
                    <a:lnTo>
                      <a:pt x="19901" y="19600"/>
                    </a:lnTo>
                    <a:lnTo>
                      <a:pt x="19901" y="19800"/>
                    </a:lnTo>
                  </a:path>
                </a:pathLst>
              </a:custGeom>
              <a:noFill/>
              <a:ln w="28575">
                <a:solidFill>
                  <a:srgbClr val="FFFF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387" name="Freeform 226">
                <a:extLst>
                  <a:ext uri="{FF2B5EF4-FFF2-40B4-BE49-F238E27FC236}">
                    <a16:creationId xmlns:a16="http://schemas.microsoft.com/office/drawing/2014/main" id="{0B05B63C-F1F9-41BF-9F78-2BEF8DB09041}"/>
                  </a:ext>
                </a:extLst>
              </p:cNvPr>
              <p:cNvSpPr>
                <a:spLocks/>
              </p:cNvSpPr>
              <p:nvPr/>
            </p:nvSpPr>
            <p:spPr bwMode="auto">
              <a:xfrm>
                <a:off x="9678" y="10052"/>
                <a:ext cx="10321" cy="9949"/>
              </a:xfrm>
              <a:custGeom>
                <a:avLst/>
                <a:gdLst>
                  <a:gd name="T0" fmla="*/ 1 w 20000"/>
                  <a:gd name="T1" fmla="*/ 0 h 20000"/>
                  <a:gd name="T2" fmla="*/ 1 w 20000"/>
                  <a:gd name="T3" fmla="*/ 0 h 20000"/>
                  <a:gd name="T4" fmla="*/ 1 w 20000"/>
                  <a:gd name="T5" fmla="*/ 0 h 20000"/>
                  <a:gd name="T6" fmla="*/ 1 w 20000"/>
                  <a:gd name="T7" fmla="*/ 0 h 20000"/>
                  <a:gd name="T8" fmla="*/ 1 w 20000"/>
                  <a:gd name="T9" fmla="*/ 0 h 20000"/>
                  <a:gd name="T10" fmla="*/ 1 w 20000"/>
                  <a:gd name="T11" fmla="*/ 0 h 20000"/>
                  <a:gd name="T12" fmla="*/ 1 w 20000"/>
                  <a:gd name="T13" fmla="*/ 0 h 20000"/>
                  <a:gd name="T14" fmla="*/ 1 w 20000"/>
                  <a:gd name="T15" fmla="*/ 0 h 20000"/>
                  <a:gd name="T16" fmla="*/ 1 w 20000"/>
                  <a:gd name="T17" fmla="*/ 0 h 20000"/>
                  <a:gd name="T18" fmla="*/ 1 w 20000"/>
                  <a:gd name="T19" fmla="*/ 0 h 20000"/>
                  <a:gd name="T20" fmla="*/ 1 w 20000"/>
                  <a:gd name="T21" fmla="*/ 0 h 20000"/>
                  <a:gd name="T22" fmla="*/ 1 w 20000"/>
                  <a:gd name="T23" fmla="*/ 0 h 20000"/>
                  <a:gd name="T24" fmla="*/ 1 w 20000"/>
                  <a:gd name="T25" fmla="*/ 0 h 20000"/>
                  <a:gd name="T26" fmla="*/ 1 w 20000"/>
                  <a:gd name="T27" fmla="*/ 0 h 20000"/>
                  <a:gd name="T28" fmla="*/ 1 w 20000"/>
                  <a:gd name="T29" fmla="*/ 0 h 20000"/>
                  <a:gd name="T30" fmla="*/ 1 w 20000"/>
                  <a:gd name="T31" fmla="*/ 0 h 20000"/>
                  <a:gd name="T32" fmla="*/ 1 w 20000"/>
                  <a:gd name="T33" fmla="*/ 0 h 20000"/>
                  <a:gd name="T34" fmla="*/ 1 w 20000"/>
                  <a:gd name="T35" fmla="*/ 0 h 20000"/>
                  <a:gd name="T36" fmla="*/ 1 w 20000"/>
                  <a:gd name="T37" fmla="*/ 0 h 20000"/>
                  <a:gd name="T38" fmla="*/ 1 w 20000"/>
                  <a:gd name="T39" fmla="*/ 0 h 20000"/>
                  <a:gd name="T40" fmla="*/ 1 w 20000"/>
                  <a:gd name="T41" fmla="*/ 0 h 20000"/>
                  <a:gd name="T42" fmla="*/ 1 w 20000"/>
                  <a:gd name="T43" fmla="*/ 0 h 20000"/>
                  <a:gd name="T44" fmla="*/ 1 w 20000"/>
                  <a:gd name="T45" fmla="*/ 0 h 20000"/>
                  <a:gd name="T46" fmla="*/ 1 w 20000"/>
                  <a:gd name="T47" fmla="*/ 0 h 20000"/>
                  <a:gd name="T48" fmla="*/ 1 w 20000"/>
                  <a:gd name="T49" fmla="*/ 0 h 20000"/>
                  <a:gd name="T50" fmla="*/ 1 w 20000"/>
                  <a:gd name="T51" fmla="*/ 0 h 20000"/>
                  <a:gd name="T52" fmla="*/ 1 w 20000"/>
                  <a:gd name="T53" fmla="*/ 0 h 20000"/>
                  <a:gd name="T54" fmla="*/ 1 w 20000"/>
                  <a:gd name="T55" fmla="*/ 0 h 20000"/>
                  <a:gd name="T56" fmla="*/ 1 w 20000"/>
                  <a:gd name="T57" fmla="*/ 0 h 20000"/>
                  <a:gd name="T58" fmla="*/ 1 w 20000"/>
                  <a:gd name="T59" fmla="*/ 0 h 20000"/>
                  <a:gd name="T60" fmla="*/ 1 w 20000"/>
                  <a:gd name="T61" fmla="*/ 0 h 20000"/>
                  <a:gd name="T62" fmla="*/ 1 w 20000"/>
                  <a:gd name="T63" fmla="*/ 0 h 20000"/>
                  <a:gd name="T64" fmla="*/ 1 w 20000"/>
                  <a:gd name="T65" fmla="*/ 0 h 20000"/>
                  <a:gd name="T66" fmla="*/ 1 w 20000"/>
                  <a:gd name="T67" fmla="*/ 0 h 20000"/>
                  <a:gd name="T68" fmla="*/ 1 w 20000"/>
                  <a:gd name="T69" fmla="*/ 0 h 20000"/>
                  <a:gd name="T70" fmla="*/ 1 w 20000"/>
                  <a:gd name="T71" fmla="*/ 0 h 20000"/>
                  <a:gd name="T72" fmla="*/ 1 w 20000"/>
                  <a:gd name="T73" fmla="*/ 0 h 20000"/>
                  <a:gd name="T74" fmla="*/ 1 w 20000"/>
                  <a:gd name="T75" fmla="*/ 0 h 20000"/>
                  <a:gd name="T76" fmla="*/ 1 w 20000"/>
                  <a:gd name="T77" fmla="*/ 0 h 20000"/>
                  <a:gd name="T78" fmla="*/ 1 w 20000"/>
                  <a:gd name="T79" fmla="*/ 0 h 20000"/>
                  <a:gd name="T80" fmla="*/ 1 w 20000"/>
                  <a:gd name="T81" fmla="*/ 0 h 20000"/>
                  <a:gd name="T82" fmla="*/ 1 w 20000"/>
                  <a:gd name="T83" fmla="*/ 0 h 20000"/>
                  <a:gd name="T84" fmla="*/ 1 w 20000"/>
                  <a:gd name="T85" fmla="*/ 0 h 20000"/>
                  <a:gd name="T86" fmla="*/ 1 w 20000"/>
                  <a:gd name="T87" fmla="*/ 0 h 20000"/>
                  <a:gd name="T88" fmla="*/ 1 w 20000"/>
                  <a:gd name="T89" fmla="*/ 0 h 20000"/>
                  <a:gd name="T90" fmla="*/ 1 w 20000"/>
                  <a:gd name="T91" fmla="*/ 0 h 20000"/>
                  <a:gd name="T92" fmla="*/ 1 w 20000"/>
                  <a:gd name="T93" fmla="*/ 0 h 20000"/>
                  <a:gd name="T94" fmla="*/ 1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0"/>
                    </a:moveTo>
                    <a:lnTo>
                      <a:pt x="185" y="825"/>
                    </a:lnTo>
                    <a:lnTo>
                      <a:pt x="370" y="1443"/>
                    </a:lnTo>
                    <a:lnTo>
                      <a:pt x="556" y="2062"/>
                    </a:lnTo>
                    <a:lnTo>
                      <a:pt x="833" y="2680"/>
                    </a:lnTo>
                    <a:lnTo>
                      <a:pt x="926" y="3299"/>
                    </a:lnTo>
                    <a:lnTo>
                      <a:pt x="1204" y="3918"/>
                    </a:lnTo>
                    <a:lnTo>
                      <a:pt x="1389" y="4330"/>
                    </a:lnTo>
                    <a:lnTo>
                      <a:pt x="1481" y="4948"/>
                    </a:lnTo>
                    <a:lnTo>
                      <a:pt x="1759" y="5567"/>
                    </a:lnTo>
                    <a:lnTo>
                      <a:pt x="2130" y="6392"/>
                    </a:lnTo>
                    <a:lnTo>
                      <a:pt x="2130" y="6804"/>
                    </a:lnTo>
                    <a:lnTo>
                      <a:pt x="2500" y="7216"/>
                    </a:lnTo>
                    <a:lnTo>
                      <a:pt x="2685" y="7835"/>
                    </a:lnTo>
                    <a:lnTo>
                      <a:pt x="2778" y="8454"/>
                    </a:lnTo>
                    <a:lnTo>
                      <a:pt x="2963" y="9278"/>
                    </a:lnTo>
                    <a:lnTo>
                      <a:pt x="3148" y="9691"/>
                    </a:lnTo>
                    <a:lnTo>
                      <a:pt x="3426" y="10309"/>
                    </a:lnTo>
                    <a:lnTo>
                      <a:pt x="3519" y="10928"/>
                    </a:lnTo>
                    <a:lnTo>
                      <a:pt x="3796" y="11134"/>
                    </a:lnTo>
                    <a:lnTo>
                      <a:pt x="4074" y="11753"/>
                    </a:lnTo>
                    <a:lnTo>
                      <a:pt x="4167" y="12371"/>
                    </a:lnTo>
                    <a:lnTo>
                      <a:pt x="4352" y="12990"/>
                    </a:lnTo>
                    <a:lnTo>
                      <a:pt x="4537" y="13196"/>
                    </a:lnTo>
                    <a:lnTo>
                      <a:pt x="4722" y="13814"/>
                    </a:lnTo>
                    <a:lnTo>
                      <a:pt x="5000" y="14021"/>
                    </a:lnTo>
                    <a:lnTo>
                      <a:pt x="5093" y="14639"/>
                    </a:lnTo>
                    <a:lnTo>
                      <a:pt x="5370" y="14845"/>
                    </a:lnTo>
                    <a:lnTo>
                      <a:pt x="5556" y="15464"/>
                    </a:lnTo>
                    <a:lnTo>
                      <a:pt x="5741" y="15876"/>
                    </a:lnTo>
                    <a:lnTo>
                      <a:pt x="6111" y="16495"/>
                    </a:lnTo>
                    <a:lnTo>
                      <a:pt x="6296" y="16701"/>
                    </a:lnTo>
                    <a:lnTo>
                      <a:pt x="6389" y="16907"/>
                    </a:lnTo>
                    <a:lnTo>
                      <a:pt x="6667" y="17526"/>
                    </a:lnTo>
                    <a:lnTo>
                      <a:pt x="6852" y="17526"/>
                    </a:lnTo>
                    <a:lnTo>
                      <a:pt x="7037" y="17938"/>
                    </a:lnTo>
                    <a:lnTo>
                      <a:pt x="7315" y="18144"/>
                    </a:lnTo>
                    <a:lnTo>
                      <a:pt x="7407" y="18557"/>
                    </a:lnTo>
                    <a:lnTo>
                      <a:pt x="7685" y="18763"/>
                    </a:lnTo>
                    <a:lnTo>
                      <a:pt x="7963" y="19175"/>
                    </a:lnTo>
                    <a:lnTo>
                      <a:pt x="7963" y="19381"/>
                    </a:lnTo>
                    <a:lnTo>
                      <a:pt x="8241" y="19588"/>
                    </a:lnTo>
                    <a:lnTo>
                      <a:pt x="8426" y="19588"/>
                    </a:lnTo>
                    <a:lnTo>
                      <a:pt x="8611" y="19794"/>
                    </a:lnTo>
                    <a:lnTo>
                      <a:pt x="8889" y="19794"/>
                    </a:lnTo>
                    <a:lnTo>
                      <a:pt x="8981" y="19794"/>
                    </a:lnTo>
                    <a:lnTo>
                      <a:pt x="9259" y="19794"/>
                    </a:lnTo>
                    <a:lnTo>
                      <a:pt x="9444" y="19794"/>
                    </a:lnTo>
                    <a:lnTo>
                      <a:pt x="9630" y="19794"/>
                    </a:lnTo>
                    <a:lnTo>
                      <a:pt x="9907" y="19794"/>
                    </a:lnTo>
                    <a:lnTo>
                      <a:pt x="10185" y="19794"/>
                    </a:lnTo>
                    <a:lnTo>
                      <a:pt x="10370" y="19794"/>
                    </a:lnTo>
                    <a:lnTo>
                      <a:pt x="10648" y="19794"/>
                    </a:lnTo>
                    <a:lnTo>
                      <a:pt x="10741" y="19588"/>
                    </a:lnTo>
                    <a:lnTo>
                      <a:pt x="11019" y="19588"/>
                    </a:lnTo>
                    <a:lnTo>
                      <a:pt x="11296" y="19381"/>
                    </a:lnTo>
                    <a:lnTo>
                      <a:pt x="11574" y="19175"/>
                    </a:lnTo>
                    <a:lnTo>
                      <a:pt x="11852" y="18763"/>
                    </a:lnTo>
                    <a:lnTo>
                      <a:pt x="11944" y="18557"/>
                    </a:lnTo>
                    <a:lnTo>
                      <a:pt x="12130" y="17938"/>
                    </a:lnTo>
                    <a:lnTo>
                      <a:pt x="12500" y="17526"/>
                    </a:lnTo>
                    <a:lnTo>
                      <a:pt x="12685" y="16907"/>
                    </a:lnTo>
                    <a:lnTo>
                      <a:pt x="12963" y="16907"/>
                    </a:lnTo>
                    <a:lnTo>
                      <a:pt x="13241" y="16495"/>
                    </a:lnTo>
                    <a:lnTo>
                      <a:pt x="13426" y="15876"/>
                    </a:lnTo>
                    <a:lnTo>
                      <a:pt x="13704" y="15464"/>
                    </a:lnTo>
                    <a:lnTo>
                      <a:pt x="13981" y="14845"/>
                    </a:lnTo>
                    <a:lnTo>
                      <a:pt x="14259" y="14639"/>
                    </a:lnTo>
                    <a:lnTo>
                      <a:pt x="14537" y="14021"/>
                    </a:lnTo>
                    <a:lnTo>
                      <a:pt x="14815" y="13608"/>
                    </a:lnTo>
                    <a:lnTo>
                      <a:pt x="14907" y="12990"/>
                    </a:lnTo>
                    <a:lnTo>
                      <a:pt x="15278" y="12371"/>
                    </a:lnTo>
                    <a:lnTo>
                      <a:pt x="15556" y="11753"/>
                    </a:lnTo>
                    <a:lnTo>
                      <a:pt x="15741" y="11134"/>
                    </a:lnTo>
                    <a:lnTo>
                      <a:pt x="15926" y="10515"/>
                    </a:lnTo>
                    <a:lnTo>
                      <a:pt x="16204" y="10309"/>
                    </a:lnTo>
                    <a:lnTo>
                      <a:pt x="16389" y="9691"/>
                    </a:lnTo>
                    <a:lnTo>
                      <a:pt x="16574" y="9072"/>
                    </a:lnTo>
                    <a:lnTo>
                      <a:pt x="16852" y="8454"/>
                    </a:lnTo>
                    <a:lnTo>
                      <a:pt x="17037" y="7835"/>
                    </a:lnTo>
                    <a:lnTo>
                      <a:pt x="17222" y="7216"/>
                    </a:lnTo>
                    <a:lnTo>
                      <a:pt x="17407" y="6804"/>
                    </a:lnTo>
                    <a:lnTo>
                      <a:pt x="17685" y="6392"/>
                    </a:lnTo>
                    <a:lnTo>
                      <a:pt x="17870" y="5979"/>
                    </a:lnTo>
                    <a:lnTo>
                      <a:pt x="18241" y="5361"/>
                    </a:lnTo>
                    <a:lnTo>
                      <a:pt x="18333" y="4742"/>
                    </a:lnTo>
                    <a:lnTo>
                      <a:pt x="18519" y="4330"/>
                    </a:lnTo>
                    <a:lnTo>
                      <a:pt x="18796" y="3918"/>
                    </a:lnTo>
                    <a:lnTo>
                      <a:pt x="18981" y="3505"/>
                    </a:lnTo>
                    <a:lnTo>
                      <a:pt x="19167" y="3299"/>
                    </a:lnTo>
                    <a:lnTo>
                      <a:pt x="19167" y="2680"/>
                    </a:lnTo>
                    <a:lnTo>
                      <a:pt x="19352" y="2268"/>
                    </a:lnTo>
                    <a:lnTo>
                      <a:pt x="19537" y="2062"/>
                    </a:lnTo>
                    <a:lnTo>
                      <a:pt x="19630" y="1443"/>
                    </a:lnTo>
                    <a:lnTo>
                      <a:pt x="19815" y="1443"/>
                    </a:lnTo>
                    <a:lnTo>
                      <a:pt x="19815" y="825"/>
                    </a:lnTo>
                    <a:lnTo>
                      <a:pt x="19907" y="825"/>
                    </a:lnTo>
                  </a:path>
                </a:pathLst>
              </a:custGeom>
              <a:noFill/>
              <a:ln w="28575">
                <a:solidFill>
                  <a:srgbClr val="FFFF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4385" name="Line 227">
              <a:extLst>
                <a:ext uri="{FF2B5EF4-FFF2-40B4-BE49-F238E27FC236}">
                  <a16:creationId xmlns:a16="http://schemas.microsoft.com/office/drawing/2014/main" id="{7483A68A-1F42-4547-89E6-22E40CB58C60}"/>
                </a:ext>
              </a:extLst>
            </p:cNvPr>
            <p:cNvSpPr>
              <a:spLocks noChangeShapeType="1"/>
            </p:cNvSpPr>
            <p:nvPr/>
          </p:nvSpPr>
          <p:spPr bwMode="auto">
            <a:xfrm flipV="1">
              <a:off x="2033" y="2247"/>
              <a:ext cx="119" cy="2"/>
            </a:xfrm>
            <a:prstGeom prst="line">
              <a:avLst/>
            </a:prstGeom>
            <a:noFill/>
            <a:ln w="28575">
              <a:solidFill>
                <a:srgbClr val="FFFF00"/>
              </a:solidFill>
              <a:round/>
              <a:headEnd type="none" w="med" len="sm"/>
              <a:tailEnd type="triangle" w="med" len="sm"/>
            </a:ln>
            <a:extLst>
              <a:ext uri="{909E8E84-426E-40DD-AFC4-6F175D3DCCD1}">
                <a14:hiddenFill xmlns:a14="http://schemas.microsoft.com/office/drawing/2010/main">
                  <a:noFill/>
                </a14:hiddenFill>
              </a:ext>
            </a:extLst>
          </p:spPr>
          <p:txBody>
            <a:bodyPr/>
            <a:lstStyle/>
            <a:p>
              <a:endParaRPr lang="zh-CN" altLang="en-US"/>
            </a:p>
          </p:txBody>
        </p:sp>
      </p:grpSp>
      <p:sp>
        <p:nvSpPr>
          <p:cNvPr id="3090" name="Rectangle 35">
            <a:extLst>
              <a:ext uri="{FF2B5EF4-FFF2-40B4-BE49-F238E27FC236}">
                <a16:creationId xmlns:a16="http://schemas.microsoft.com/office/drawing/2014/main" id="{F03737C9-848A-4860-8EEE-913F6D27B6E1}"/>
              </a:ext>
            </a:extLst>
          </p:cNvPr>
          <p:cNvSpPr>
            <a:spLocks noChangeArrowheads="1"/>
          </p:cNvSpPr>
          <p:nvPr/>
        </p:nvSpPr>
        <p:spPr bwMode="auto">
          <a:xfrm>
            <a:off x="714375" y="4714875"/>
            <a:ext cx="7858125" cy="64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700" tIns="12700" rIns="12700" bIns="12700"/>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just" eaLnBrk="1" hangingPunct="1">
              <a:lnSpc>
                <a:spcPts val="3600"/>
              </a:lnSpc>
            </a:pPr>
            <a:r>
              <a:rPr lang="zh-CN" altLang="en-US" dirty="0">
                <a:solidFill>
                  <a:schemeClr val="bg1"/>
                </a:solidFill>
              </a:rPr>
              <a:t>与入射光完全一样（</a:t>
            </a:r>
            <a:r>
              <a:rPr lang="zh-CN" altLang="en-US" dirty="0">
                <a:solidFill>
                  <a:srgbClr val="FFFF00"/>
                </a:solidFill>
              </a:rPr>
              <a:t>频率、位相、振动方向</a:t>
            </a:r>
            <a:r>
              <a:rPr lang="zh-CN" altLang="en-US" dirty="0">
                <a:solidFill>
                  <a:schemeClr val="bg1"/>
                </a:solidFill>
              </a:rPr>
              <a:t>）</a:t>
            </a:r>
            <a:endParaRPr lang="en-US" altLang="zh-CN" b="0" dirty="0">
              <a:solidFill>
                <a:schemeClr val="bg1"/>
              </a:solidFill>
            </a:endParaRPr>
          </a:p>
        </p:txBody>
      </p:sp>
      <p:grpSp>
        <p:nvGrpSpPr>
          <p:cNvPr id="8" name="组合 52">
            <a:extLst>
              <a:ext uri="{FF2B5EF4-FFF2-40B4-BE49-F238E27FC236}">
                <a16:creationId xmlns:a16="http://schemas.microsoft.com/office/drawing/2014/main" id="{AA0887F4-2DF6-48AB-BA7F-2F30CD07D292}"/>
              </a:ext>
            </a:extLst>
          </p:cNvPr>
          <p:cNvGrpSpPr>
            <a:grpSpLocks/>
          </p:cNvGrpSpPr>
          <p:nvPr/>
        </p:nvGrpSpPr>
        <p:grpSpPr bwMode="auto">
          <a:xfrm>
            <a:off x="642938" y="1014413"/>
            <a:ext cx="8072437" cy="1554162"/>
            <a:chOff x="642910" y="1014225"/>
            <a:chExt cx="8072464" cy="1554272"/>
          </a:xfrm>
        </p:grpSpPr>
        <p:sp>
          <p:nvSpPr>
            <p:cNvPr id="14381" name="Text Box 204">
              <a:extLst>
                <a:ext uri="{FF2B5EF4-FFF2-40B4-BE49-F238E27FC236}">
                  <a16:creationId xmlns:a16="http://schemas.microsoft.com/office/drawing/2014/main" id="{08256925-412B-4201-A40E-AE3A46240AD4}"/>
                </a:ext>
              </a:extLst>
            </p:cNvPr>
            <p:cNvSpPr txBox="1">
              <a:spLocks noChangeArrowheads="1"/>
            </p:cNvSpPr>
            <p:nvPr/>
          </p:nvSpPr>
          <p:spPr bwMode="auto">
            <a:xfrm>
              <a:off x="642910" y="1014225"/>
              <a:ext cx="8072464" cy="1554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ts val="3800"/>
                </a:lnSpc>
              </a:pPr>
              <a:r>
                <a:rPr kumimoji="0" lang="zh-CN" altLang="en-US">
                  <a:solidFill>
                    <a:schemeClr val="bg1"/>
                  </a:solidFill>
                </a:rPr>
                <a:t>处在高能级 </a:t>
              </a:r>
              <a:r>
                <a:rPr kumimoji="0" lang="en-US" altLang="zh-CN" i="1">
                  <a:solidFill>
                    <a:srgbClr val="FFFF00"/>
                  </a:solidFill>
                </a:rPr>
                <a:t>E</a:t>
              </a:r>
              <a:r>
                <a:rPr kumimoji="0" lang="en-US" altLang="zh-CN" baseline="-25000">
                  <a:solidFill>
                    <a:srgbClr val="FFFF00"/>
                  </a:solidFill>
                </a:rPr>
                <a:t>2 </a:t>
              </a:r>
              <a:r>
                <a:rPr kumimoji="0" lang="zh-CN" altLang="en-US">
                  <a:solidFill>
                    <a:schemeClr val="bg1"/>
                  </a:solidFill>
                </a:rPr>
                <a:t>的粒子，在频率                        入射光照射的激励下，跃迁到低能级 </a:t>
              </a:r>
              <a:r>
                <a:rPr kumimoji="0" lang="en-US" altLang="zh-CN" i="1">
                  <a:solidFill>
                    <a:srgbClr val="FFFF00"/>
                  </a:solidFill>
                </a:rPr>
                <a:t>E</a:t>
              </a:r>
              <a:r>
                <a:rPr kumimoji="0" lang="en-US" altLang="zh-CN" baseline="-25000">
                  <a:solidFill>
                    <a:srgbClr val="FFFF00"/>
                  </a:solidFill>
                </a:rPr>
                <a:t>1 </a:t>
              </a:r>
              <a:r>
                <a:rPr kumimoji="0" lang="zh-CN" altLang="en-US">
                  <a:solidFill>
                    <a:schemeClr val="bg1"/>
                  </a:solidFill>
                </a:rPr>
                <a:t>上，同时放出与入射光子完全相同的光子</a:t>
              </a:r>
            </a:p>
          </p:txBody>
        </p:sp>
        <p:graphicFrame>
          <p:nvGraphicFramePr>
            <p:cNvPr id="14382" name="Object 6">
              <a:extLst>
                <a:ext uri="{FF2B5EF4-FFF2-40B4-BE49-F238E27FC236}">
                  <a16:creationId xmlns:a16="http://schemas.microsoft.com/office/drawing/2014/main" id="{581131F4-9B15-4D8D-BCD9-C732E18BFBE1}"/>
                </a:ext>
              </a:extLst>
            </p:cNvPr>
            <p:cNvGraphicFramePr>
              <a:graphicFrameLocks noChangeAspect="1"/>
            </p:cNvGraphicFramePr>
            <p:nvPr>
              <p:extLst/>
            </p:nvPr>
          </p:nvGraphicFramePr>
          <p:xfrm>
            <a:off x="4865702" y="1104887"/>
            <a:ext cx="1778000" cy="395287"/>
          </p:xfrm>
          <a:graphic>
            <a:graphicData uri="http://schemas.openxmlformats.org/presentationml/2006/ole">
              <mc:AlternateContent xmlns:mc="http://schemas.openxmlformats.org/markup-compatibility/2006">
                <mc:Choice xmlns:v="urn:schemas-microsoft-com:vml" Requires="v">
                  <p:oleObj spid="_x0000_s126999" name="公式" r:id="rId3" imgW="952627" imgH="180941" progId="Equation.3">
                    <p:embed/>
                  </p:oleObj>
                </mc:Choice>
                <mc:Fallback>
                  <p:oleObj name="公式" r:id="rId3" imgW="952627" imgH="180941" progId="Equation.3">
                    <p:embed/>
                    <p:pic>
                      <p:nvPicPr>
                        <p:cNvPr id="14382" name="Object 6">
                          <a:extLst>
                            <a:ext uri="{FF2B5EF4-FFF2-40B4-BE49-F238E27FC236}">
                              <a16:creationId xmlns:a16="http://schemas.microsoft.com/office/drawing/2014/main" id="{581131F4-9B15-4D8D-BCD9-C732E18BFBE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65702" y="1104887"/>
                          <a:ext cx="1778000"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9" name="Group 10">
            <a:extLst>
              <a:ext uri="{FF2B5EF4-FFF2-40B4-BE49-F238E27FC236}">
                <a16:creationId xmlns:a16="http://schemas.microsoft.com/office/drawing/2014/main" id="{09873B5B-9B0D-4525-8A1F-2875CEB80649}"/>
              </a:ext>
            </a:extLst>
          </p:cNvPr>
          <p:cNvGrpSpPr>
            <a:grpSpLocks/>
          </p:cNvGrpSpPr>
          <p:nvPr/>
        </p:nvGrpSpPr>
        <p:grpSpPr bwMode="auto">
          <a:xfrm>
            <a:off x="1785938" y="2643188"/>
            <a:ext cx="571500" cy="1857375"/>
            <a:chOff x="2043" y="2087"/>
            <a:chExt cx="317" cy="1057"/>
          </a:xfrm>
        </p:grpSpPr>
        <p:pic>
          <p:nvPicPr>
            <p:cNvPr id="14378" name="Picture 11" descr="Untitled art 1">
              <a:extLst>
                <a:ext uri="{FF2B5EF4-FFF2-40B4-BE49-F238E27FC236}">
                  <a16:creationId xmlns:a16="http://schemas.microsoft.com/office/drawing/2014/main" id="{A4CD0DC8-DAA8-4D03-AB97-CC6CFB586D0E}"/>
                </a:ext>
              </a:extLst>
            </p:cNvPr>
            <p:cNvPicPr>
              <a:picLocks noChangeAspect="1" noChangeArrowheads="1"/>
            </p:cNvPicPr>
            <p:nvPr/>
          </p:nvPicPr>
          <p:blipFill>
            <a:blip r:embed="rId5">
              <a:clrChange>
                <a:clrFrom>
                  <a:srgbClr val="006599"/>
                </a:clrFrom>
                <a:clrTo>
                  <a:srgbClr val="006599">
                    <a:alpha val="0"/>
                  </a:srgbClr>
                </a:clrTo>
              </a:clrChange>
              <a:extLst>
                <a:ext uri="{28A0092B-C50C-407E-A947-70E740481C1C}">
                  <a14:useLocalDpi xmlns:a14="http://schemas.microsoft.com/office/drawing/2010/main" val="0"/>
                </a:ext>
              </a:extLst>
            </a:blip>
            <a:srcRect r="12431"/>
            <a:stretch>
              <a:fillRect/>
            </a:stretch>
          </p:blipFill>
          <p:spPr bwMode="auto">
            <a:xfrm>
              <a:off x="2043" y="2807"/>
              <a:ext cx="317" cy="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79" name="Line 12">
              <a:extLst>
                <a:ext uri="{FF2B5EF4-FFF2-40B4-BE49-F238E27FC236}">
                  <a16:creationId xmlns:a16="http://schemas.microsoft.com/office/drawing/2014/main" id="{A39D4186-6407-4CC9-966F-A3497E5541BC}"/>
                </a:ext>
              </a:extLst>
            </p:cNvPr>
            <p:cNvSpPr>
              <a:spLocks noChangeShapeType="1"/>
            </p:cNvSpPr>
            <p:nvPr/>
          </p:nvSpPr>
          <p:spPr bwMode="auto">
            <a:xfrm>
              <a:off x="2202" y="2420"/>
              <a:ext cx="0" cy="358"/>
            </a:xfrm>
            <a:prstGeom prst="line">
              <a:avLst/>
            </a:prstGeom>
            <a:noFill/>
            <a:ln w="28575">
              <a:solidFill>
                <a:schemeClr val="bg1"/>
              </a:solidFill>
              <a:prstDash val="sysDot"/>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380" name="Oval 13">
              <a:extLst>
                <a:ext uri="{FF2B5EF4-FFF2-40B4-BE49-F238E27FC236}">
                  <a16:creationId xmlns:a16="http://schemas.microsoft.com/office/drawing/2014/main" id="{56A61711-BA2B-4628-A5B1-9B8E4C7ED447}"/>
                </a:ext>
              </a:extLst>
            </p:cNvPr>
            <p:cNvSpPr>
              <a:spLocks noChangeArrowheads="1"/>
            </p:cNvSpPr>
            <p:nvPr/>
          </p:nvSpPr>
          <p:spPr bwMode="auto">
            <a:xfrm>
              <a:off x="2122" y="2087"/>
              <a:ext cx="178" cy="179"/>
            </a:xfrm>
            <a:prstGeom prst="ellipse">
              <a:avLst/>
            </a:prstGeom>
            <a:noFill/>
            <a:ln w="9525" cap="rnd">
              <a:solidFill>
                <a:schemeClr val="bg1"/>
              </a:solidFill>
              <a:prstDash val="sysDot"/>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a:solidFill>
                  <a:schemeClr val="bg1"/>
                </a:solidFill>
              </a:endParaRPr>
            </a:p>
          </p:txBody>
        </p:sp>
      </p:grpSp>
      <p:pic>
        <p:nvPicPr>
          <p:cNvPr id="58" name="Picture 14" descr="Untitled art 1">
            <a:extLst>
              <a:ext uri="{FF2B5EF4-FFF2-40B4-BE49-F238E27FC236}">
                <a16:creationId xmlns:a16="http://schemas.microsoft.com/office/drawing/2014/main" id="{03EEE483-F5CE-423F-9ED8-A37652F008CC}"/>
              </a:ext>
            </a:extLst>
          </p:cNvPr>
          <p:cNvPicPr>
            <a:picLocks noChangeAspect="1" noChangeArrowheads="1"/>
          </p:cNvPicPr>
          <p:nvPr/>
        </p:nvPicPr>
        <p:blipFill>
          <a:blip r:embed="rId6">
            <a:clrChange>
              <a:clrFrom>
                <a:srgbClr val="006599"/>
              </a:clrFrom>
              <a:clrTo>
                <a:srgbClr val="006599">
                  <a:alpha val="0"/>
                </a:srgbClr>
              </a:clrTo>
            </a:clrChange>
            <a:extLst>
              <a:ext uri="{28A0092B-C50C-407E-A947-70E740481C1C}">
                <a14:useLocalDpi xmlns:a14="http://schemas.microsoft.com/office/drawing/2010/main" val="0"/>
              </a:ext>
            </a:extLst>
          </a:blip>
          <a:srcRect r="11311"/>
          <a:stretch>
            <a:fillRect/>
          </a:stretch>
        </p:blipFill>
        <p:spPr bwMode="auto">
          <a:xfrm>
            <a:off x="1785938" y="2500313"/>
            <a:ext cx="554037"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组合 60">
            <a:extLst>
              <a:ext uri="{FF2B5EF4-FFF2-40B4-BE49-F238E27FC236}">
                <a16:creationId xmlns:a16="http://schemas.microsoft.com/office/drawing/2014/main" id="{B4A088AF-1160-4B50-A862-E47E9CF8F928}"/>
              </a:ext>
            </a:extLst>
          </p:cNvPr>
          <p:cNvGrpSpPr>
            <a:grpSpLocks/>
          </p:cNvGrpSpPr>
          <p:nvPr/>
        </p:nvGrpSpPr>
        <p:grpSpPr bwMode="auto">
          <a:xfrm>
            <a:off x="4891088" y="2857500"/>
            <a:ext cx="2895600" cy="1444625"/>
            <a:chOff x="5033986" y="2928934"/>
            <a:chExt cx="2895600" cy="1444639"/>
          </a:xfrm>
        </p:grpSpPr>
        <p:grpSp>
          <p:nvGrpSpPr>
            <p:cNvPr id="14352" name="Group 228">
              <a:extLst>
                <a:ext uri="{FF2B5EF4-FFF2-40B4-BE49-F238E27FC236}">
                  <a16:creationId xmlns:a16="http://schemas.microsoft.com/office/drawing/2014/main" id="{9ADB1404-4432-43CE-9EF4-597E683BC139}"/>
                </a:ext>
              </a:extLst>
            </p:cNvPr>
            <p:cNvGrpSpPr>
              <a:grpSpLocks/>
            </p:cNvGrpSpPr>
            <p:nvPr/>
          </p:nvGrpSpPr>
          <p:grpSpPr bwMode="auto">
            <a:xfrm>
              <a:off x="5033986" y="2933696"/>
              <a:ext cx="1828800" cy="717550"/>
              <a:chOff x="3036" y="2035"/>
              <a:chExt cx="1089" cy="356"/>
            </a:xfrm>
          </p:grpSpPr>
          <p:sp>
            <p:nvSpPr>
              <p:cNvPr id="14362" name="Freeform 229">
                <a:extLst>
                  <a:ext uri="{FF2B5EF4-FFF2-40B4-BE49-F238E27FC236}">
                    <a16:creationId xmlns:a16="http://schemas.microsoft.com/office/drawing/2014/main" id="{0A86551E-C3CE-474C-BF9A-02EC3DEB1DDB}"/>
                  </a:ext>
                </a:extLst>
              </p:cNvPr>
              <p:cNvSpPr>
                <a:spLocks/>
              </p:cNvSpPr>
              <p:nvPr/>
            </p:nvSpPr>
            <p:spPr bwMode="auto">
              <a:xfrm>
                <a:off x="3036" y="2035"/>
                <a:ext cx="65" cy="185"/>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19089"/>
                    </a:moveTo>
                    <a:lnTo>
                      <a:pt x="244" y="18482"/>
                    </a:lnTo>
                    <a:lnTo>
                      <a:pt x="488" y="17874"/>
                    </a:lnTo>
                    <a:lnTo>
                      <a:pt x="732" y="17310"/>
                    </a:lnTo>
                    <a:lnTo>
                      <a:pt x="854" y="16659"/>
                    </a:lnTo>
                    <a:lnTo>
                      <a:pt x="1098" y="16052"/>
                    </a:lnTo>
                    <a:lnTo>
                      <a:pt x="1341" y="15488"/>
                    </a:lnTo>
                    <a:lnTo>
                      <a:pt x="1585" y="14881"/>
                    </a:lnTo>
                    <a:lnTo>
                      <a:pt x="1829" y="14273"/>
                    </a:lnTo>
                    <a:lnTo>
                      <a:pt x="1951" y="13709"/>
                    </a:lnTo>
                    <a:lnTo>
                      <a:pt x="2195" y="13145"/>
                    </a:lnTo>
                    <a:lnTo>
                      <a:pt x="2439" y="12581"/>
                    </a:lnTo>
                    <a:lnTo>
                      <a:pt x="2683" y="12017"/>
                    </a:lnTo>
                    <a:lnTo>
                      <a:pt x="2927" y="11453"/>
                    </a:lnTo>
                    <a:lnTo>
                      <a:pt x="3049" y="10889"/>
                    </a:lnTo>
                    <a:lnTo>
                      <a:pt x="3293" y="10325"/>
                    </a:lnTo>
                    <a:lnTo>
                      <a:pt x="3537" y="9805"/>
                    </a:lnTo>
                    <a:lnTo>
                      <a:pt x="3780" y="9284"/>
                    </a:lnTo>
                    <a:lnTo>
                      <a:pt x="4024" y="8720"/>
                    </a:lnTo>
                    <a:lnTo>
                      <a:pt x="4268" y="8200"/>
                    </a:lnTo>
                    <a:lnTo>
                      <a:pt x="4390" y="7722"/>
                    </a:lnTo>
                    <a:lnTo>
                      <a:pt x="4756" y="7245"/>
                    </a:lnTo>
                    <a:lnTo>
                      <a:pt x="4878" y="6768"/>
                    </a:lnTo>
                    <a:lnTo>
                      <a:pt x="5122" y="6334"/>
                    </a:lnTo>
                    <a:lnTo>
                      <a:pt x="5366" y="5900"/>
                    </a:lnTo>
                    <a:lnTo>
                      <a:pt x="5488" y="5466"/>
                    </a:lnTo>
                    <a:lnTo>
                      <a:pt x="5854" y="4989"/>
                    </a:lnTo>
                    <a:lnTo>
                      <a:pt x="5854" y="4555"/>
                    </a:lnTo>
                    <a:lnTo>
                      <a:pt x="6220" y="4165"/>
                    </a:lnTo>
                    <a:lnTo>
                      <a:pt x="6463" y="3774"/>
                    </a:lnTo>
                    <a:lnTo>
                      <a:pt x="6585" y="3427"/>
                    </a:lnTo>
                    <a:lnTo>
                      <a:pt x="6951" y="3037"/>
                    </a:lnTo>
                    <a:lnTo>
                      <a:pt x="7073" y="2690"/>
                    </a:lnTo>
                    <a:lnTo>
                      <a:pt x="7317" y="2430"/>
                    </a:lnTo>
                    <a:lnTo>
                      <a:pt x="7439" y="2082"/>
                    </a:lnTo>
                    <a:lnTo>
                      <a:pt x="7683" y="1822"/>
                    </a:lnTo>
                    <a:lnTo>
                      <a:pt x="7927" y="1562"/>
                    </a:lnTo>
                    <a:lnTo>
                      <a:pt x="8171" y="1302"/>
                    </a:lnTo>
                    <a:lnTo>
                      <a:pt x="8415" y="1041"/>
                    </a:lnTo>
                    <a:lnTo>
                      <a:pt x="8537" y="868"/>
                    </a:lnTo>
                    <a:lnTo>
                      <a:pt x="8780" y="694"/>
                    </a:lnTo>
                    <a:lnTo>
                      <a:pt x="9024" y="521"/>
                    </a:lnTo>
                    <a:lnTo>
                      <a:pt x="9146" y="390"/>
                    </a:lnTo>
                    <a:lnTo>
                      <a:pt x="9512" y="260"/>
                    </a:lnTo>
                    <a:lnTo>
                      <a:pt x="9512" y="130"/>
                    </a:lnTo>
                    <a:lnTo>
                      <a:pt x="9878" y="87"/>
                    </a:lnTo>
                    <a:lnTo>
                      <a:pt x="10000" y="43"/>
                    </a:lnTo>
                    <a:lnTo>
                      <a:pt x="10244" y="0"/>
                    </a:lnTo>
                    <a:lnTo>
                      <a:pt x="10488" y="43"/>
                    </a:lnTo>
                    <a:lnTo>
                      <a:pt x="10732" y="43"/>
                    </a:lnTo>
                    <a:lnTo>
                      <a:pt x="10854" y="87"/>
                    </a:lnTo>
                    <a:lnTo>
                      <a:pt x="11098" y="217"/>
                    </a:lnTo>
                    <a:lnTo>
                      <a:pt x="11341" y="347"/>
                    </a:lnTo>
                    <a:lnTo>
                      <a:pt x="11585" y="521"/>
                    </a:lnTo>
                    <a:lnTo>
                      <a:pt x="11829" y="738"/>
                    </a:lnTo>
                    <a:lnTo>
                      <a:pt x="12073" y="998"/>
                    </a:lnTo>
                    <a:lnTo>
                      <a:pt x="12195" y="1258"/>
                    </a:lnTo>
                    <a:lnTo>
                      <a:pt x="12439" y="1562"/>
                    </a:lnTo>
                    <a:lnTo>
                      <a:pt x="12683" y="1866"/>
                    </a:lnTo>
                    <a:lnTo>
                      <a:pt x="12927" y="2256"/>
                    </a:lnTo>
                    <a:lnTo>
                      <a:pt x="13049" y="2690"/>
                    </a:lnTo>
                    <a:lnTo>
                      <a:pt x="13415" y="3124"/>
                    </a:lnTo>
                    <a:lnTo>
                      <a:pt x="13537" y="3514"/>
                    </a:lnTo>
                    <a:lnTo>
                      <a:pt x="13780" y="3991"/>
                    </a:lnTo>
                    <a:lnTo>
                      <a:pt x="14146" y="4425"/>
                    </a:lnTo>
                    <a:lnTo>
                      <a:pt x="14268" y="4946"/>
                    </a:lnTo>
                    <a:lnTo>
                      <a:pt x="14512" y="5466"/>
                    </a:lnTo>
                    <a:lnTo>
                      <a:pt x="14756" y="5987"/>
                    </a:lnTo>
                    <a:lnTo>
                      <a:pt x="15000" y="6508"/>
                    </a:lnTo>
                    <a:lnTo>
                      <a:pt x="15122" y="7072"/>
                    </a:lnTo>
                    <a:lnTo>
                      <a:pt x="15366" y="7636"/>
                    </a:lnTo>
                    <a:lnTo>
                      <a:pt x="15610" y="8200"/>
                    </a:lnTo>
                    <a:lnTo>
                      <a:pt x="15854" y="8764"/>
                    </a:lnTo>
                    <a:lnTo>
                      <a:pt x="16098" y="9371"/>
                    </a:lnTo>
                    <a:lnTo>
                      <a:pt x="16220" y="9892"/>
                    </a:lnTo>
                    <a:lnTo>
                      <a:pt x="16585" y="10456"/>
                    </a:lnTo>
                    <a:lnTo>
                      <a:pt x="16707" y="11020"/>
                    </a:lnTo>
                    <a:lnTo>
                      <a:pt x="16951" y="11627"/>
                    </a:lnTo>
                    <a:lnTo>
                      <a:pt x="17195" y="12148"/>
                    </a:lnTo>
                    <a:lnTo>
                      <a:pt x="17317" y="12755"/>
                    </a:lnTo>
                    <a:lnTo>
                      <a:pt x="17561" y="13275"/>
                    </a:lnTo>
                    <a:lnTo>
                      <a:pt x="17683" y="13883"/>
                    </a:lnTo>
                    <a:lnTo>
                      <a:pt x="17927" y="14403"/>
                    </a:lnTo>
                    <a:lnTo>
                      <a:pt x="18049" y="14967"/>
                    </a:lnTo>
                    <a:lnTo>
                      <a:pt x="18293" y="15445"/>
                    </a:lnTo>
                    <a:lnTo>
                      <a:pt x="18415" y="15922"/>
                    </a:lnTo>
                    <a:lnTo>
                      <a:pt x="18659" y="16443"/>
                    </a:lnTo>
                    <a:lnTo>
                      <a:pt x="18780" y="16876"/>
                    </a:lnTo>
                    <a:lnTo>
                      <a:pt x="19024" y="17310"/>
                    </a:lnTo>
                    <a:lnTo>
                      <a:pt x="19146" y="17744"/>
                    </a:lnTo>
                    <a:lnTo>
                      <a:pt x="19268" y="18134"/>
                    </a:lnTo>
                    <a:lnTo>
                      <a:pt x="19390" y="18525"/>
                    </a:lnTo>
                    <a:lnTo>
                      <a:pt x="19512" y="18915"/>
                    </a:lnTo>
                    <a:lnTo>
                      <a:pt x="19634" y="19176"/>
                    </a:lnTo>
                    <a:lnTo>
                      <a:pt x="19756" y="19479"/>
                    </a:lnTo>
                    <a:lnTo>
                      <a:pt x="19878" y="19740"/>
                    </a:lnTo>
                    <a:lnTo>
                      <a:pt x="19878" y="19957"/>
                    </a:lnTo>
                  </a:path>
                </a:pathLst>
              </a:custGeom>
              <a:noFill/>
              <a:ln w="28575">
                <a:solidFill>
                  <a:srgbClr val="FF66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363" name="Freeform 230">
                <a:extLst>
                  <a:ext uri="{FF2B5EF4-FFF2-40B4-BE49-F238E27FC236}">
                    <a16:creationId xmlns:a16="http://schemas.microsoft.com/office/drawing/2014/main" id="{ACEB9DCF-8735-4B16-9076-AAE5E07545D1}"/>
                  </a:ext>
                </a:extLst>
              </p:cNvPr>
              <p:cNvSpPr>
                <a:spLocks/>
              </p:cNvSpPr>
              <p:nvPr/>
            </p:nvSpPr>
            <p:spPr bwMode="auto">
              <a:xfrm>
                <a:off x="3101" y="2207"/>
                <a:ext cx="70" cy="178"/>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0"/>
                    </a:moveTo>
                    <a:lnTo>
                      <a:pt x="229" y="629"/>
                    </a:lnTo>
                    <a:lnTo>
                      <a:pt x="343" y="1258"/>
                    </a:lnTo>
                    <a:lnTo>
                      <a:pt x="571" y="1888"/>
                    </a:lnTo>
                    <a:lnTo>
                      <a:pt x="800" y="2517"/>
                    </a:lnTo>
                    <a:lnTo>
                      <a:pt x="914" y="3101"/>
                    </a:lnTo>
                    <a:lnTo>
                      <a:pt x="1257" y="3730"/>
                    </a:lnTo>
                    <a:lnTo>
                      <a:pt x="1371" y="4315"/>
                    </a:lnTo>
                    <a:lnTo>
                      <a:pt x="1600" y="4944"/>
                    </a:lnTo>
                    <a:lnTo>
                      <a:pt x="1714" y="5573"/>
                    </a:lnTo>
                    <a:lnTo>
                      <a:pt x="2057" y="6112"/>
                    </a:lnTo>
                    <a:lnTo>
                      <a:pt x="2171" y="6742"/>
                    </a:lnTo>
                    <a:lnTo>
                      <a:pt x="2400" y="7326"/>
                    </a:lnTo>
                    <a:lnTo>
                      <a:pt x="2629" y="7910"/>
                    </a:lnTo>
                    <a:lnTo>
                      <a:pt x="2743" y="8494"/>
                    </a:lnTo>
                    <a:lnTo>
                      <a:pt x="2971" y="8989"/>
                    </a:lnTo>
                    <a:lnTo>
                      <a:pt x="3200" y="9618"/>
                    </a:lnTo>
                    <a:lnTo>
                      <a:pt x="3314" y="10157"/>
                    </a:lnTo>
                    <a:lnTo>
                      <a:pt x="3543" y="10652"/>
                    </a:lnTo>
                    <a:lnTo>
                      <a:pt x="3771" y="11191"/>
                    </a:lnTo>
                    <a:lnTo>
                      <a:pt x="4000" y="11685"/>
                    </a:lnTo>
                    <a:lnTo>
                      <a:pt x="4114" y="12180"/>
                    </a:lnTo>
                    <a:lnTo>
                      <a:pt x="4343" y="12719"/>
                    </a:lnTo>
                    <a:lnTo>
                      <a:pt x="4571" y="13213"/>
                    </a:lnTo>
                    <a:lnTo>
                      <a:pt x="4686" y="13708"/>
                    </a:lnTo>
                    <a:lnTo>
                      <a:pt x="5029" y="14112"/>
                    </a:lnTo>
                    <a:lnTo>
                      <a:pt x="5143" y="14562"/>
                    </a:lnTo>
                    <a:lnTo>
                      <a:pt x="5371" y="15011"/>
                    </a:lnTo>
                    <a:lnTo>
                      <a:pt x="5600" y="15461"/>
                    </a:lnTo>
                    <a:lnTo>
                      <a:pt x="5714" y="15865"/>
                    </a:lnTo>
                    <a:lnTo>
                      <a:pt x="6057" y="16225"/>
                    </a:lnTo>
                    <a:lnTo>
                      <a:pt x="6171" y="16584"/>
                    </a:lnTo>
                    <a:lnTo>
                      <a:pt x="6400" y="16944"/>
                    </a:lnTo>
                    <a:lnTo>
                      <a:pt x="6629" y="17258"/>
                    </a:lnTo>
                    <a:lnTo>
                      <a:pt x="6743" y="17618"/>
                    </a:lnTo>
                    <a:lnTo>
                      <a:pt x="6971" y="17888"/>
                    </a:lnTo>
                    <a:lnTo>
                      <a:pt x="7200" y="18157"/>
                    </a:lnTo>
                    <a:lnTo>
                      <a:pt x="7429" y="18472"/>
                    </a:lnTo>
                    <a:lnTo>
                      <a:pt x="7543" y="18742"/>
                    </a:lnTo>
                    <a:lnTo>
                      <a:pt x="7886" y="18966"/>
                    </a:lnTo>
                    <a:lnTo>
                      <a:pt x="8000" y="19146"/>
                    </a:lnTo>
                    <a:lnTo>
                      <a:pt x="8229" y="19326"/>
                    </a:lnTo>
                    <a:lnTo>
                      <a:pt x="8457" y="19461"/>
                    </a:lnTo>
                    <a:lnTo>
                      <a:pt x="8571" y="19640"/>
                    </a:lnTo>
                    <a:lnTo>
                      <a:pt x="8914" y="19730"/>
                    </a:lnTo>
                    <a:lnTo>
                      <a:pt x="9029" y="19865"/>
                    </a:lnTo>
                    <a:lnTo>
                      <a:pt x="9257" y="19910"/>
                    </a:lnTo>
                    <a:lnTo>
                      <a:pt x="9486" y="19955"/>
                    </a:lnTo>
                    <a:lnTo>
                      <a:pt x="9714" y="19955"/>
                    </a:lnTo>
                    <a:lnTo>
                      <a:pt x="9943" y="19955"/>
                    </a:lnTo>
                    <a:lnTo>
                      <a:pt x="10057" y="19910"/>
                    </a:lnTo>
                    <a:lnTo>
                      <a:pt x="10286" y="19865"/>
                    </a:lnTo>
                    <a:lnTo>
                      <a:pt x="10514" y="19730"/>
                    </a:lnTo>
                    <a:lnTo>
                      <a:pt x="10743" y="19551"/>
                    </a:lnTo>
                    <a:lnTo>
                      <a:pt x="10971" y="19326"/>
                    </a:lnTo>
                    <a:lnTo>
                      <a:pt x="11314" y="19101"/>
                    </a:lnTo>
                    <a:lnTo>
                      <a:pt x="11429" y="18876"/>
                    </a:lnTo>
                    <a:lnTo>
                      <a:pt x="11771" y="18562"/>
                    </a:lnTo>
                    <a:lnTo>
                      <a:pt x="12000" y="18247"/>
                    </a:lnTo>
                    <a:lnTo>
                      <a:pt x="12114" y="17888"/>
                    </a:lnTo>
                    <a:lnTo>
                      <a:pt x="12457" y="17483"/>
                    </a:lnTo>
                    <a:lnTo>
                      <a:pt x="12686" y="17169"/>
                    </a:lnTo>
                    <a:lnTo>
                      <a:pt x="12914" y="16719"/>
                    </a:lnTo>
                    <a:lnTo>
                      <a:pt x="13257" y="16270"/>
                    </a:lnTo>
                    <a:lnTo>
                      <a:pt x="13371" y="15820"/>
                    </a:lnTo>
                    <a:lnTo>
                      <a:pt x="13714" y="15371"/>
                    </a:lnTo>
                    <a:lnTo>
                      <a:pt x="13943" y="14876"/>
                    </a:lnTo>
                    <a:lnTo>
                      <a:pt x="14171" y="14337"/>
                    </a:lnTo>
                    <a:lnTo>
                      <a:pt x="14400" y="13843"/>
                    </a:lnTo>
                    <a:lnTo>
                      <a:pt x="14743" y="13303"/>
                    </a:lnTo>
                    <a:lnTo>
                      <a:pt x="14857" y="12809"/>
                    </a:lnTo>
                    <a:lnTo>
                      <a:pt x="15200" y="12180"/>
                    </a:lnTo>
                    <a:lnTo>
                      <a:pt x="15429" y="11685"/>
                    </a:lnTo>
                    <a:lnTo>
                      <a:pt x="15657" y="11101"/>
                    </a:lnTo>
                    <a:lnTo>
                      <a:pt x="15886" y="10562"/>
                    </a:lnTo>
                    <a:lnTo>
                      <a:pt x="16114" y="10022"/>
                    </a:lnTo>
                    <a:lnTo>
                      <a:pt x="16343" y="9483"/>
                    </a:lnTo>
                    <a:lnTo>
                      <a:pt x="16571" y="8899"/>
                    </a:lnTo>
                    <a:lnTo>
                      <a:pt x="16800" y="8360"/>
                    </a:lnTo>
                    <a:lnTo>
                      <a:pt x="17029" y="7820"/>
                    </a:lnTo>
                    <a:lnTo>
                      <a:pt x="17257" y="7281"/>
                    </a:lnTo>
                    <a:lnTo>
                      <a:pt x="17371" y="6787"/>
                    </a:lnTo>
                    <a:lnTo>
                      <a:pt x="17714" y="6247"/>
                    </a:lnTo>
                    <a:lnTo>
                      <a:pt x="17829" y="5708"/>
                    </a:lnTo>
                    <a:lnTo>
                      <a:pt x="18171" y="5213"/>
                    </a:lnTo>
                    <a:lnTo>
                      <a:pt x="18286" y="4764"/>
                    </a:lnTo>
                    <a:lnTo>
                      <a:pt x="18400" y="4270"/>
                    </a:lnTo>
                    <a:lnTo>
                      <a:pt x="18743" y="3865"/>
                    </a:lnTo>
                    <a:lnTo>
                      <a:pt x="18857" y="3416"/>
                    </a:lnTo>
                    <a:lnTo>
                      <a:pt x="19086" y="3011"/>
                    </a:lnTo>
                    <a:lnTo>
                      <a:pt x="19200" y="2607"/>
                    </a:lnTo>
                    <a:lnTo>
                      <a:pt x="19314" y="2247"/>
                    </a:lnTo>
                    <a:lnTo>
                      <a:pt x="19429" y="1933"/>
                    </a:lnTo>
                    <a:lnTo>
                      <a:pt x="19543" y="1618"/>
                    </a:lnTo>
                    <a:lnTo>
                      <a:pt x="19771" y="1348"/>
                    </a:lnTo>
                    <a:lnTo>
                      <a:pt x="19771" y="1034"/>
                    </a:lnTo>
                    <a:lnTo>
                      <a:pt x="19886" y="854"/>
                    </a:lnTo>
                  </a:path>
                </a:pathLst>
              </a:custGeom>
              <a:noFill/>
              <a:ln w="28575">
                <a:solidFill>
                  <a:srgbClr val="FF66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364" name="Freeform 231">
                <a:extLst>
                  <a:ext uri="{FF2B5EF4-FFF2-40B4-BE49-F238E27FC236}">
                    <a16:creationId xmlns:a16="http://schemas.microsoft.com/office/drawing/2014/main" id="{A397A0E3-097D-404A-AFF1-950F9A3552A9}"/>
                  </a:ext>
                </a:extLst>
              </p:cNvPr>
              <p:cNvSpPr>
                <a:spLocks/>
              </p:cNvSpPr>
              <p:nvPr/>
            </p:nvSpPr>
            <p:spPr bwMode="auto">
              <a:xfrm>
                <a:off x="3173" y="2045"/>
                <a:ext cx="66" cy="180"/>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19065"/>
                    </a:moveTo>
                    <a:lnTo>
                      <a:pt x="244" y="18486"/>
                    </a:lnTo>
                    <a:lnTo>
                      <a:pt x="488" y="17906"/>
                    </a:lnTo>
                    <a:lnTo>
                      <a:pt x="732" y="17283"/>
                    </a:lnTo>
                    <a:lnTo>
                      <a:pt x="854" y="16704"/>
                    </a:lnTo>
                    <a:lnTo>
                      <a:pt x="1098" y="16080"/>
                    </a:lnTo>
                    <a:lnTo>
                      <a:pt x="1341" y="15501"/>
                    </a:lnTo>
                    <a:lnTo>
                      <a:pt x="1585" y="14878"/>
                    </a:lnTo>
                    <a:lnTo>
                      <a:pt x="1829" y="14298"/>
                    </a:lnTo>
                    <a:lnTo>
                      <a:pt x="1951" y="13719"/>
                    </a:lnTo>
                    <a:lnTo>
                      <a:pt x="2195" y="13140"/>
                    </a:lnTo>
                    <a:lnTo>
                      <a:pt x="2439" y="12606"/>
                    </a:lnTo>
                    <a:lnTo>
                      <a:pt x="2683" y="12027"/>
                    </a:lnTo>
                    <a:lnTo>
                      <a:pt x="2927" y="11448"/>
                    </a:lnTo>
                    <a:lnTo>
                      <a:pt x="3049" y="10869"/>
                    </a:lnTo>
                    <a:lnTo>
                      <a:pt x="3293" y="10334"/>
                    </a:lnTo>
                    <a:lnTo>
                      <a:pt x="3537" y="9844"/>
                    </a:lnTo>
                    <a:lnTo>
                      <a:pt x="3780" y="9310"/>
                    </a:lnTo>
                    <a:lnTo>
                      <a:pt x="4024" y="8775"/>
                    </a:lnTo>
                    <a:lnTo>
                      <a:pt x="4268" y="8241"/>
                    </a:lnTo>
                    <a:lnTo>
                      <a:pt x="4390" y="7751"/>
                    </a:lnTo>
                    <a:lnTo>
                      <a:pt x="4756" y="7261"/>
                    </a:lnTo>
                    <a:lnTo>
                      <a:pt x="4878" y="6815"/>
                    </a:lnTo>
                    <a:lnTo>
                      <a:pt x="5122" y="6325"/>
                    </a:lnTo>
                    <a:lnTo>
                      <a:pt x="5366" y="5880"/>
                    </a:lnTo>
                    <a:lnTo>
                      <a:pt x="5488" y="5434"/>
                    </a:lnTo>
                    <a:lnTo>
                      <a:pt x="5854" y="4989"/>
                    </a:lnTo>
                    <a:lnTo>
                      <a:pt x="5854" y="4588"/>
                    </a:lnTo>
                    <a:lnTo>
                      <a:pt x="6220" y="4143"/>
                    </a:lnTo>
                    <a:lnTo>
                      <a:pt x="6463" y="3786"/>
                    </a:lnTo>
                    <a:lnTo>
                      <a:pt x="6585" y="3430"/>
                    </a:lnTo>
                    <a:lnTo>
                      <a:pt x="6951" y="3029"/>
                    </a:lnTo>
                    <a:lnTo>
                      <a:pt x="7073" y="2717"/>
                    </a:lnTo>
                    <a:lnTo>
                      <a:pt x="7317" y="2450"/>
                    </a:lnTo>
                    <a:lnTo>
                      <a:pt x="7439" y="2094"/>
                    </a:lnTo>
                    <a:lnTo>
                      <a:pt x="7683" y="1826"/>
                    </a:lnTo>
                    <a:lnTo>
                      <a:pt x="7927" y="1604"/>
                    </a:lnTo>
                    <a:lnTo>
                      <a:pt x="8171" y="1292"/>
                    </a:lnTo>
                    <a:lnTo>
                      <a:pt x="8415" y="1069"/>
                    </a:lnTo>
                    <a:lnTo>
                      <a:pt x="8537" y="846"/>
                    </a:lnTo>
                    <a:lnTo>
                      <a:pt x="8780" y="668"/>
                    </a:lnTo>
                    <a:lnTo>
                      <a:pt x="9024" y="490"/>
                    </a:lnTo>
                    <a:lnTo>
                      <a:pt x="9146" y="401"/>
                    </a:lnTo>
                    <a:lnTo>
                      <a:pt x="9512" y="267"/>
                    </a:lnTo>
                    <a:lnTo>
                      <a:pt x="9512" y="134"/>
                    </a:lnTo>
                    <a:lnTo>
                      <a:pt x="9878" y="89"/>
                    </a:lnTo>
                    <a:lnTo>
                      <a:pt x="10000" y="45"/>
                    </a:lnTo>
                    <a:lnTo>
                      <a:pt x="10244" y="0"/>
                    </a:lnTo>
                    <a:lnTo>
                      <a:pt x="10488" y="45"/>
                    </a:lnTo>
                    <a:lnTo>
                      <a:pt x="10732" y="45"/>
                    </a:lnTo>
                    <a:lnTo>
                      <a:pt x="10854" y="89"/>
                    </a:lnTo>
                    <a:lnTo>
                      <a:pt x="11098" y="223"/>
                    </a:lnTo>
                    <a:lnTo>
                      <a:pt x="11341" y="356"/>
                    </a:lnTo>
                    <a:lnTo>
                      <a:pt x="11585" y="535"/>
                    </a:lnTo>
                    <a:lnTo>
                      <a:pt x="11829" y="757"/>
                    </a:lnTo>
                    <a:lnTo>
                      <a:pt x="12073" y="980"/>
                    </a:lnTo>
                    <a:lnTo>
                      <a:pt x="12195" y="1247"/>
                    </a:lnTo>
                    <a:lnTo>
                      <a:pt x="12439" y="1604"/>
                    </a:lnTo>
                    <a:lnTo>
                      <a:pt x="12683" y="1915"/>
                    </a:lnTo>
                    <a:lnTo>
                      <a:pt x="12927" y="2272"/>
                    </a:lnTo>
                    <a:lnTo>
                      <a:pt x="13049" y="2717"/>
                    </a:lnTo>
                    <a:lnTo>
                      <a:pt x="13415" y="3118"/>
                    </a:lnTo>
                    <a:lnTo>
                      <a:pt x="13537" y="3519"/>
                    </a:lnTo>
                    <a:lnTo>
                      <a:pt x="13780" y="3964"/>
                    </a:lnTo>
                    <a:lnTo>
                      <a:pt x="14146" y="4454"/>
                    </a:lnTo>
                    <a:lnTo>
                      <a:pt x="14268" y="4944"/>
                    </a:lnTo>
                    <a:lnTo>
                      <a:pt x="14512" y="5479"/>
                    </a:lnTo>
                    <a:lnTo>
                      <a:pt x="14756" y="5969"/>
                    </a:lnTo>
                    <a:lnTo>
                      <a:pt x="15000" y="6503"/>
                    </a:lnTo>
                    <a:lnTo>
                      <a:pt x="15122" y="7038"/>
                    </a:lnTo>
                    <a:lnTo>
                      <a:pt x="15366" y="7617"/>
                    </a:lnTo>
                    <a:lnTo>
                      <a:pt x="15610" y="8151"/>
                    </a:lnTo>
                    <a:lnTo>
                      <a:pt x="15854" y="8775"/>
                    </a:lnTo>
                    <a:lnTo>
                      <a:pt x="16098" y="9310"/>
                    </a:lnTo>
                    <a:lnTo>
                      <a:pt x="16220" y="9889"/>
                    </a:lnTo>
                    <a:lnTo>
                      <a:pt x="16585" y="10468"/>
                    </a:lnTo>
                    <a:lnTo>
                      <a:pt x="16707" y="11047"/>
                    </a:lnTo>
                    <a:lnTo>
                      <a:pt x="16951" y="11626"/>
                    </a:lnTo>
                    <a:lnTo>
                      <a:pt x="17195" y="12205"/>
                    </a:lnTo>
                    <a:lnTo>
                      <a:pt x="17317" y="12739"/>
                    </a:lnTo>
                    <a:lnTo>
                      <a:pt x="17561" y="13318"/>
                    </a:lnTo>
                    <a:lnTo>
                      <a:pt x="17683" y="13853"/>
                    </a:lnTo>
                    <a:lnTo>
                      <a:pt x="17927" y="14388"/>
                    </a:lnTo>
                    <a:lnTo>
                      <a:pt x="18049" y="14922"/>
                    </a:lnTo>
                    <a:lnTo>
                      <a:pt x="18293" y="15412"/>
                    </a:lnTo>
                    <a:lnTo>
                      <a:pt x="18415" y="15902"/>
                    </a:lnTo>
                    <a:lnTo>
                      <a:pt x="18659" y="16437"/>
                    </a:lnTo>
                    <a:lnTo>
                      <a:pt x="18780" y="16882"/>
                    </a:lnTo>
                    <a:lnTo>
                      <a:pt x="19024" y="17283"/>
                    </a:lnTo>
                    <a:lnTo>
                      <a:pt x="19146" y="17728"/>
                    </a:lnTo>
                    <a:lnTo>
                      <a:pt x="19268" y="18174"/>
                    </a:lnTo>
                    <a:lnTo>
                      <a:pt x="19390" y="18530"/>
                    </a:lnTo>
                    <a:lnTo>
                      <a:pt x="19512" y="18886"/>
                    </a:lnTo>
                    <a:lnTo>
                      <a:pt x="19634" y="19198"/>
                    </a:lnTo>
                    <a:lnTo>
                      <a:pt x="19756" y="19510"/>
                    </a:lnTo>
                    <a:lnTo>
                      <a:pt x="19878" y="19733"/>
                    </a:lnTo>
                    <a:lnTo>
                      <a:pt x="19878" y="19955"/>
                    </a:lnTo>
                  </a:path>
                </a:pathLst>
              </a:custGeom>
              <a:noFill/>
              <a:ln w="28575">
                <a:solidFill>
                  <a:srgbClr val="FF66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365" name="Freeform 232">
                <a:extLst>
                  <a:ext uri="{FF2B5EF4-FFF2-40B4-BE49-F238E27FC236}">
                    <a16:creationId xmlns:a16="http://schemas.microsoft.com/office/drawing/2014/main" id="{84B90823-0C8A-4387-88BD-7187C67A245B}"/>
                  </a:ext>
                </a:extLst>
              </p:cNvPr>
              <p:cNvSpPr>
                <a:spLocks/>
              </p:cNvSpPr>
              <p:nvPr/>
            </p:nvSpPr>
            <p:spPr bwMode="auto">
              <a:xfrm>
                <a:off x="3239" y="2211"/>
                <a:ext cx="70" cy="174"/>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0"/>
                    </a:moveTo>
                    <a:lnTo>
                      <a:pt x="229" y="600"/>
                    </a:lnTo>
                    <a:lnTo>
                      <a:pt x="343" y="1293"/>
                    </a:lnTo>
                    <a:lnTo>
                      <a:pt x="571" y="1894"/>
                    </a:lnTo>
                    <a:lnTo>
                      <a:pt x="800" y="2540"/>
                    </a:lnTo>
                    <a:lnTo>
                      <a:pt x="914" y="3141"/>
                    </a:lnTo>
                    <a:lnTo>
                      <a:pt x="1257" y="3741"/>
                    </a:lnTo>
                    <a:lnTo>
                      <a:pt x="1371" y="4342"/>
                    </a:lnTo>
                    <a:lnTo>
                      <a:pt x="1600" y="4942"/>
                    </a:lnTo>
                    <a:lnTo>
                      <a:pt x="1714" y="5543"/>
                    </a:lnTo>
                    <a:lnTo>
                      <a:pt x="2057" y="6189"/>
                    </a:lnTo>
                    <a:lnTo>
                      <a:pt x="2171" y="6744"/>
                    </a:lnTo>
                    <a:lnTo>
                      <a:pt x="2400" y="7298"/>
                    </a:lnTo>
                    <a:lnTo>
                      <a:pt x="2629" y="7898"/>
                    </a:lnTo>
                    <a:lnTo>
                      <a:pt x="2743" y="8453"/>
                    </a:lnTo>
                    <a:lnTo>
                      <a:pt x="2971" y="9007"/>
                    </a:lnTo>
                    <a:lnTo>
                      <a:pt x="3200" y="9607"/>
                    </a:lnTo>
                    <a:lnTo>
                      <a:pt x="3314" y="10162"/>
                    </a:lnTo>
                    <a:lnTo>
                      <a:pt x="3543" y="10670"/>
                    </a:lnTo>
                    <a:lnTo>
                      <a:pt x="3771" y="11224"/>
                    </a:lnTo>
                    <a:lnTo>
                      <a:pt x="4000" y="11732"/>
                    </a:lnTo>
                    <a:lnTo>
                      <a:pt x="4114" y="12194"/>
                    </a:lnTo>
                    <a:lnTo>
                      <a:pt x="4343" y="12702"/>
                    </a:lnTo>
                    <a:lnTo>
                      <a:pt x="4571" y="13210"/>
                    </a:lnTo>
                    <a:lnTo>
                      <a:pt x="4686" y="13672"/>
                    </a:lnTo>
                    <a:lnTo>
                      <a:pt x="5029" y="14134"/>
                    </a:lnTo>
                    <a:lnTo>
                      <a:pt x="5143" y="14550"/>
                    </a:lnTo>
                    <a:lnTo>
                      <a:pt x="5371" y="15058"/>
                    </a:lnTo>
                    <a:lnTo>
                      <a:pt x="5600" y="15427"/>
                    </a:lnTo>
                    <a:lnTo>
                      <a:pt x="5714" y="15843"/>
                    </a:lnTo>
                    <a:lnTo>
                      <a:pt x="6057" y="16212"/>
                    </a:lnTo>
                    <a:lnTo>
                      <a:pt x="6171" y="16628"/>
                    </a:lnTo>
                    <a:lnTo>
                      <a:pt x="6400" y="16952"/>
                    </a:lnTo>
                    <a:lnTo>
                      <a:pt x="6629" y="17321"/>
                    </a:lnTo>
                    <a:lnTo>
                      <a:pt x="6743" y="17598"/>
                    </a:lnTo>
                    <a:lnTo>
                      <a:pt x="6971" y="17921"/>
                    </a:lnTo>
                    <a:lnTo>
                      <a:pt x="7200" y="18152"/>
                    </a:lnTo>
                    <a:lnTo>
                      <a:pt x="7429" y="18476"/>
                    </a:lnTo>
                    <a:lnTo>
                      <a:pt x="7543" y="18707"/>
                    </a:lnTo>
                    <a:lnTo>
                      <a:pt x="7886" y="18938"/>
                    </a:lnTo>
                    <a:lnTo>
                      <a:pt x="8000" y="19169"/>
                    </a:lnTo>
                    <a:lnTo>
                      <a:pt x="8229" y="19353"/>
                    </a:lnTo>
                    <a:lnTo>
                      <a:pt x="8457" y="19492"/>
                    </a:lnTo>
                    <a:lnTo>
                      <a:pt x="8571" y="19630"/>
                    </a:lnTo>
                    <a:lnTo>
                      <a:pt x="8914" y="19723"/>
                    </a:lnTo>
                    <a:lnTo>
                      <a:pt x="9029" y="19861"/>
                    </a:lnTo>
                    <a:lnTo>
                      <a:pt x="9257" y="19908"/>
                    </a:lnTo>
                    <a:lnTo>
                      <a:pt x="9486" y="19954"/>
                    </a:lnTo>
                    <a:lnTo>
                      <a:pt x="9714" y="19954"/>
                    </a:lnTo>
                    <a:lnTo>
                      <a:pt x="9943" y="19954"/>
                    </a:lnTo>
                    <a:lnTo>
                      <a:pt x="10057" y="19908"/>
                    </a:lnTo>
                    <a:lnTo>
                      <a:pt x="10286" y="19861"/>
                    </a:lnTo>
                    <a:lnTo>
                      <a:pt x="10514" y="19723"/>
                    </a:lnTo>
                    <a:lnTo>
                      <a:pt x="10743" y="19538"/>
                    </a:lnTo>
                    <a:lnTo>
                      <a:pt x="10971" y="19353"/>
                    </a:lnTo>
                    <a:lnTo>
                      <a:pt x="11314" y="19122"/>
                    </a:lnTo>
                    <a:lnTo>
                      <a:pt x="11429" y="18845"/>
                    </a:lnTo>
                    <a:lnTo>
                      <a:pt x="11771" y="18522"/>
                    </a:lnTo>
                    <a:lnTo>
                      <a:pt x="12000" y="18245"/>
                    </a:lnTo>
                    <a:lnTo>
                      <a:pt x="12114" y="17921"/>
                    </a:lnTo>
                    <a:lnTo>
                      <a:pt x="12457" y="17506"/>
                    </a:lnTo>
                    <a:lnTo>
                      <a:pt x="12686" y="17136"/>
                    </a:lnTo>
                    <a:lnTo>
                      <a:pt x="12914" y="16721"/>
                    </a:lnTo>
                    <a:lnTo>
                      <a:pt x="13257" y="16259"/>
                    </a:lnTo>
                    <a:lnTo>
                      <a:pt x="13371" y="15797"/>
                    </a:lnTo>
                    <a:lnTo>
                      <a:pt x="13714" y="15381"/>
                    </a:lnTo>
                    <a:lnTo>
                      <a:pt x="13943" y="14873"/>
                    </a:lnTo>
                    <a:lnTo>
                      <a:pt x="14171" y="14365"/>
                    </a:lnTo>
                    <a:lnTo>
                      <a:pt x="14400" y="13811"/>
                    </a:lnTo>
                    <a:lnTo>
                      <a:pt x="14743" y="13303"/>
                    </a:lnTo>
                    <a:lnTo>
                      <a:pt x="14857" y="12794"/>
                    </a:lnTo>
                    <a:lnTo>
                      <a:pt x="15200" y="12194"/>
                    </a:lnTo>
                    <a:lnTo>
                      <a:pt x="15429" y="11640"/>
                    </a:lnTo>
                    <a:lnTo>
                      <a:pt x="15657" y="11085"/>
                    </a:lnTo>
                    <a:lnTo>
                      <a:pt x="15886" y="10531"/>
                    </a:lnTo>
                    <a:lnTo>
                      <a:pt x="16114" y="10023"/>
                    </a:lnTo>
                    <a:lnTo>
                      <a:pt x="16343" y="9469"/>
                    </a:lnTo>
                    <a:lnTo>
                      <a:pt x="16571" y="8961"/>
                    </a:lnTo>
                    <a:lnTo>
                      <a:pt x="16800" y="8406"/>
                    </a:lnTo>
                    <a:lnTo>
                      <a:pt x="17029" y="7806"/>
                    </a:lnTo>
                    <a:lnTo>
                      <a:pt x="17257" y="7298"/>
                    </a:lnTo>
                    <a:lnTo>
                      <a:pt x="17371" y="6744"/>
                    </a:lnTo>
                    <a:lnTo>
                      <a:pt x="17714" y="6236"/>
                    </a:lnTo>
                    <a:lnTo>
                      <a:pt x="17829" y="5727"/>
                    </a:lnTo>
                    <a:lnTo>
                      <a:pt x="18171" y="5219"/>
                    </a:lnTo>
                    <a:lnTo>
                      <a:pt x="18286" y="4758"/>
                    </a:lnTo>
                    <a:lnTo>
                      <a:pt x="18400" y="4249"/>
                    </a:lnTo>
                    <a:lnTo>
                      <a:pt x="18743" y="3880"/>
                    </a:lnTo>
                    <a:lnTo>
                      <a:pt x="18857" y="3372"/>
                    </a:lnTo>
                    <a:lnTo>
                      <a:pt x="19086" y="3002"/>
                    </a:lnTo>
                    <a:lnTo>
                      <a:pt x="19200" y="2587"/>
                    </a:lnTo>
                    <a:lnTo>
                      <a:pt x="19314" y="2263"/>
                    </a:lnTo>
                    <a:lnTo>
                      <a:pt x="19429" y="1894"/>
                    </a:lnTo>
                    <a:lnTo>
                      <a:pt x="19543" y="1617"/>
                    </a:lnTo>
                    <a:lnTo>
                      <a:pt x="19771" y="1339"/>
                    </a:lnTo>
                    <a:lnTo>
                      <a:pt x="19771" y="1062"/>
                    </a:lnTo>
                    <a:lnTo>
                      <a:pt x="19886" y="831"/>
                    </a:lnTo>
                  </a:path>
                </a:pathLst>
              </a:custGeom>
              <a:noFill/>
              <a:ln w="28575">
                <a:solidFill>
                  <a:srgbClr val="FF66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366" name="Freeform 233">
                <a:extLst>
                  <a:ext uri="{FF2B5EF4-FFF2-40B4-BE49-F238E27FC236}">
                    <a16:creationId xmlns:a16="http://schemas.microsoft.com/office/drawing/2014/main" id="{E3B0D267-46A3-4A6B-81D2-A7A93E6756B5}"/>
                  </a:ext>
                </a:extLst>
              </p:cNvPr>
              <p:cNvSpPr>
                <a:spLocks/>
              </p:cNvSpPr>
              <p:nvPr/>
            </p:nvSpPr>
            <p:spPr bwMode="auto">
              <a:xfrm>
                <a:off x="3308" y="2043"/>
                <a:ext cx="66" cy="184"/>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19089"/>
                    </a:moveTo>
                    <a:lnTo>
                      <a:pt x="244" y="18482"/>
                    </a:lnTo>
                    <a:lnTo>
                      <a:pt x="488" y="17874"/>
                    </a:lnTo>
                    <a:lnTo>
                      <a:pt x="732" y="17310"/>
                    </a:lnTo>
                    <a:lnTo>
                      <a:pt x="854" y="16659"/>
                    </a:lnTo>
                    <a:lnTo>
                      <a:pt x="1098" y="16052"/>
                    </a:lnTo>
                    <a:lnTo>
                      <a:pt x="1341" y="15488"/>
                    </a:lnTo>
                    <a:lnTo>
                      <a:pt x="1585" y="14881"/>
                    </a:lnTo>
                    <a:lnTo>
                      <a:pt x="1829" y="14273"/>
                    </a:lnTo>
                    <a:lnTo>
                      <a:pt x="1951" y="13709"/>
                    </a:lnTo>
                    <a:lnTo>
                      <a:pt x="2195" y="13145"/>
                    </a:lnTo>
                    <a:lnTo>
                      <a:pt x="2439" y="12581"/>
                    </a:lnTo>
                    <a:lnTo>
                      <a:pt x="2683" y="12017"/>
                    </a:lnTo>
                    <a:lnTo>
                      <a:pt x="2927" y="11453"/>
                    </a:lnTo>
                    <a:lnTo>
                      <a:pt x="3049" y="10889"/>
                    </a:lnTo>
                    <a:lnTo>
                      <a:pt x="3293" y="10325"/>
                    </a:lnTo>
                    <a:lnTo>
                      <a:pt x="3537" y="9805"/>
                    </a:lnTo>
                    <a:lnTo>
                      <a:pt x="3780" y="9284"/>
                    </a:lnTo>
                    <a:lnTo>
                      <a:pt x="4024" y="8720"/>
                    </a:lnTo>
                    <a:lnTo>
                      <a:pt x="4268" y="8200"/>
                    </a:lnTo>
                    <a:lnTo>
                      <a:pt x="4390" y="7722"/>
                    </a:lnTo>
                    <a:lnTo>
                      <a:pt x="4756" y="7245"/>
                    </a:lnTo>
                    <a:lnTo>
                      <a:pt x="4878" y="6768"/>
                    </a:lnTo>
                    <a:lnTo>
                      <a:pt x="5122" y="6334"/>
                    </a:lnTo>
                    <a:lnTo>
                      <a:pt x="5366" y="5900"/>
                    </a:lnTo>
                    <a:lnTo>
                      <a:pt x="5488" y="5466"/>
                    </a:lnTo>
                    <a:lnTo>
                      <a:pt x="5854" y="4989"/>
                    </a:lnTo>
                    <a:lnTo>
                      <a:pt x="5854" y="4555"/>
                    </a:lnTo>
                    <a:lnTo>
                      <a:pt x="6220" y="4165"/>
                    </a:lnTo>
                    <a:lnTo>
                      <a:pt x="6463" y="3774"/>
                    </a:lnTo>
                    <a:lnTo>
                      <a:pt x="6585" y="3427"/>
                    </a:lnTo>
                    <a:lnTo>
                      <a:pt x="6951" y="3037"/>
                    </a:lnTo>
                    <a:lnTo>
                      <a:pt x="7073" y="2690"/>
                    </a:lnTo>
                    <a:lnTo>
                      <a:pt x="7317" y="2430"/>
                    </a:lnTo>
                    <a:lnTo>
                      <a:pt x="7439" y="2082"/>
                    </a:lnTo>
                    <a:lnTo>
                      <a:pt x="7683" y="1822"/>
                    </a:lnTo>
                    <a:lnTo>
                      <a:pt x="7927" y="1562"/>
                    </a:lnTo>
                    <a:lnTo>
                      <a:pt x="8171" y="1302"/>
                    </a:lnTo>
                    <a:lnTo>
                      <a:pt x="8415" y="1041"/>
                    </a:lnTo>
                    <a:lnTo>
                      <a:pt x="8537" y="868"/>
                    </a:lnTo>
                    <a:lnTo>
                      <a:pt x="8780" y="694"/>
                    </a:lnTo>
                    <a:lnTo>
                      <a:pt x="9024" y="521"/>
                    </a:lnTo>
                    <a:lnTo>
                      <a:pt x="9146" y="390"/>
                    </a:lnTo>
                    <a:lnTo>
                      <a:pt x="9512" y="260"/>
                    </a:lnTo>
                    <a:lnTo>
                      <a:pt x="9512" y="130"/>
                    </a:lnTo>
                    <a:lnTo>
                      <a:pt x="9878" y="87"/>
                    </a:lnTo>
                    <a:lnTo>
                      <a:pt x="10000" y="43"/>
                    </a:lnTo>
                    <a:lnTo>
                      <a:pt x="10244" y="0"/>
                    </a:lnTo>
                    <a:lnTo>
                      <a:pt x="10488" y="43"/>
                    </a:lnTo>
                    <a:lnTo>
                      <a:pt x="10732" y="43"/>
                    </a:lnTo>
                    <a:lnTo>
                      <a:pt x="10854" y="87"/>
                    </a:lnTo>
                    <a:lnTo>
                      <a:pt x="11098" y="217"/>
                    </a:lnTo>
                    <a:lnTo>
                      <a:pt x="11341" y="347"/>
                    </a:lnTo>
                    <a:lnTo>
                      <a:pt x="11585" y="521"/>
                    </a:lnTo>
                    <a:lnTo>
                      <a:pt x="11829" y="738"/>
                    </a:lnTo>
                    <a:lnTo>
                      <a:pt x="12073" y="998"/>
                    </a:lnTo>
                    <a:lnTo>
                      <a:pt x="12195" y="1258"/>
                    </a:lnTo>
                    <a:lnTo>
                      <a:pt x="12439" y="1562"/>
                    </a:lnTo>
                    <a:lnTo>
                      <a:pt x="12683" y="1866"/>
                    </a:lnTo>
                    <a:lnTo>
                      <a:pt x="12927" y="2256"/>
                    </a:lnTo>
                    <a:lnTo>
                      <a:pt x="13049" y="2690"/>
                    </a:lnTo>
                    <a:lnTo>
                      <a:pt x="13415" y="3124"/>
                    </a:lnTo>
                    <a:lnTo>
                      <a:pt x="13537" y="3514"/>
                    </a:lnTo>
                    <a:lnTo>
                      <a:pt x="13780" y="3991"/>
                    </a:lnTo>
                    <a:lnTo>
                      <a:pt x="14146" y="4425"/>
                    </a:lnTo>
                    <a:lnTo>
                      <a:pt x="14268" y="4946"/>
                    </a:lnTo>
                    <a:lnTo>
                      <a:pt x="14512" y="5466"/>
                    </a:lnTo>
                    <a:lnTo>
                      <a:pt x="14756" y="5987"/>
                    </a:lnTo>
                    <a:lnTo>
                      <a:pt x="15000" y="6508"/>
                    </a:lnTo>
                    <a:lnTo>
                      <a:pt x="15122" y="7072"/>
                    </a:lnTo>
                    <a:lnTo>
                      <a:pt x="15366" y="7636"/>
                    </a:lnTo>
                    <a:lnTo>
                      <a:pt x="15610" y="8200"/>
                    </a:lnTo>
                    <a:lnTo>
                      <a:pt x="15854" y="8764"/>
                    </a:lnTo>
                    <a:lnTo>
                      <a:pt x="16098" y="9371"/>
                    </a:lnTo>
                    <a:lnTo>
                      <a:pt x="16220" y="9892"/>
                    </a:lnTo>
                    <a:lnTo>
                      <a:pt x="16585" y="10456"/>
                    </a:lnTo>
                    <a:lnTo>
                      <a:pt x="16707" y="11020"/>
                    </a:lnTo>
                    <a:lnTo>
                      <a:pt x="16951" y="11627"/>
                    </a:lnTo>
                    <a:lnTo>
                      <a:pt x="17195" y="12148"/>
                    </a:lnTo>
                    <a:lnTo>
                      <a:pt x="17317" y="12755"/>
                    </a:lnTo>
                    <a:lnTo>
                      <a:pt x="17561" y="13275"/>
                    </a:lnTo>
                    <a:lnTo>
                      <a:pt x="17683" y="13883"/>
                    </a:lnTo>
                    <a:lnTo>
                      <a:pt x="17927" y="14403"/>
                    </a:lnTo>
                    <a:lnTo>
                      <a:pt x="18049" y="14967"/>
                    </a:lnTo>
                    <a:lnTo>
                      <a:pt x="18293" y="15445"/>
                    </a:lnTo>
                    <a:lnTo>
                      <a:pt x="18415" y="15922"/>
                    </a:lnTo>
                    <a:lnTo>
                      <a:pt x="18659" y="16443"/>
                    </a:lnTo>
                    <a:lnTo>
                      <a:pt x="18780" y="16876"/>
                    </a:lnTo>
                    <a:lnTo>
                      <a:pt x="19024" y="17310"/>
                    </a:lnTo>
                    <a:lnTo>
                      <a:pt x="19146" y="17744"/>
                    </a:lnTo>
                    <a:lnTo>
                      <a:pt x="19268" y="18134"/>
                    </a:lnTo>
                    <a:lnTo>
                      <a:pt x="19390" y="18525"/>
                    </a:lnTo>
                    <a:lnTo>
                      <a:pt x="19512" y="18915"/>
                    </a:lnTo>
                    <a:lnTo>
                      <a:pt x="19634" y="19176"/>
                    </a:lnTo>
                    <a:lnTo>
                      <a:pt x="19756" y="19479"/>
                    </a:lnTo>
                    <a:lnTo>
                      <a:pt x="19878" y="19740"/>
                    </a:lnTo>
                    <a:lnTo>
                      <a:pt x="19878" y="19957"/>
                    </a:lnTo>
                  </a:path>
                </a:pathLst>
              </a:custGeom>
              <a:noFill/>
              <a:ln w="28575">
                <a:solidFill>
                  <a:srgbClr val="FF66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367" name="Freeform 234">
                <a:extLst>
                  <a:ext uri="{FF2B5EF4-FFF2-40B4-BE49-F238E27FC236}">
                    <a16:creationId xmlns:a16="http://schemas.microsoft.com/office/drawing/2014/main" id="{328172CF-5556-497F-B5C5-9ED35B7C0BE6}"/>
                  </a:ext>
                </a:extLst>
              </p:cNvPr>
              <p:cNvSpPr>
                <a:spLocks/>
              </p:cNvSpPr>
              <p:nvPr/>
            </p:nvSpPr>
            <p:spPr bwMode="auto">
              <a:xfrm>
                <a:off x="3373" y="2208"/>
                <a:ext cx="70" cy="178"/>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0"/>
                    </a:moveTo>
                    <a:lnTo>
                      <a:pt x="229" y="629"/>
                    </a:lnTo>
                    <a:lnTo>
                      <a:pt x="343" y="1258"/>
                    </a:lnTo>
                    <a:lnTo>
                      <a:pt x="571" y="1888"/>
                    </a:lnTo>
                    <a:lnTo>
                      <a:pt x="800" y="2517"/>
                    </a:lnTo>
                    <a:lnTo>
                      <a:pt x="914" y="3101"/>
                    </a:lnTo>
                    <a:lnTo>
                      <a:pt x="1257" y="3730"/>
                    </a:lnTo>
                    <a:lnTo>
                      <a:pt x="1371" y="4315"/>
                    </a:lnTo>
                    <a:lnTo>
                      <a:pt x="1600" y="4944"/>
                    </a:lnTo>
                    <a:lnTo>
                      <a:pt x="1714" y="5573"/>
                    </a:lnTo>
                    <a:lnTo>
                      <a:pt x="2057" y="6112"/>
                    </a:lnTo>
                    <a:lnTo>
                      <a:pt x="2171" y="6742"/>
                    </a:lnTo>
                    <a:lnTo>
                      <a:pt x="2400" y="7326"/>
                    </a:lnTo>
                    <a:lnTo>
                      <a:pt x="2629" y="7910"/>
                    </a:lnTo>
                    <a:lnTo>
                      <a:pt x="2743" y="8494"/>
                    </a:lnTo>
                    <a:lnTo>
                      <a:pt x="2971" y="8989"/>
                    </a:lnTo>
                    <a:lnTo>
                      <a:pt x="3200" y="9618"/>
                    </a:lnTo>
                    <a:lnTo>
                      <a:pt x="3314" y="10157"/>
                    </a:lnTo>
                    <a:lnTo>
                      <a:pt x="3543" y="10652"/>
                    </a:lnTo>
                    <a:lnTo>
                      <a:pt x="3771" y="11191"/>
                    </a:lnTo>
                    <a:lnTo>
                      <a:pt x="4000" y="11685"/>
                    </a:lnTo>
                    <a:lnTo>
                      <a:pt x="4114" y="12180"/>
                    </a:lnTo>
                    <a:lnTo>
                      <a:pt x="4343" y="12719"/>
                    </a:lnTo>
                    <a:lnTo>
                      <a:pt x="4571" y="13213"/>
                    </a:lnTo>
                    <a:lnTo>
                      <a:pt x="4686" y="13708"/>
                    </a:lnTo>
                    <a:lnTo>
                      <a:pt x="5029" y="14112"/>
                    </a:lnTo>
                    <a:lnTo>
                      <a:pt x="5143" y="14562"/>
                    </a:lnTo>
                    <a:lnTo>
                      <a:pt x="5371" y="15011"/>
                    </a:lnTo>
                    <a:lnTo>
                      <a:pt x="5600" y="15461"/>
                    </a:lnTo>
                    <a:lnTo>
                      <a:pt x="5714" y="15865"/>
                    </a:lnTo>
                    <a:lnTo>
                      <a:pt x="6057" y="16225"/>
                    </a:lnTo>
                    <a:lnTo>
                      <a:pt x="6171" y="16584"/>
                    </a:lnTo>
                    <a:lnTo>
                      <a:pt x="6400" y="16944"/>
                    </a:lnTo>
                    <a:lnTo>
                      <a:pt x="6629" y="17258"/>
                    </a:lnTo>
                    <a:lnTo>
                      <a:pt x="6743" y="17618"/>
                    </a:lnTo>
                    <a:lnTo>
                      <a:pt x="6971" y="17888"/>
                    </a:lnTo>
                    <a:lnTo>
                      <a:pt x="7200" y="18157"/>
                    </a:lnTo>
                    <a:lnTo>
                      <a:pt x="7429" y="18472"/>
                    </a:lnTo>
                    <a:lnTo>
                      <a:pt x="7543" y="18742"/>
                    </a:lnTo>
                    <a:lnTo>
                      <a:pt x="7886" y="18966"/>
                    </a:lnTo>
                    <a:lnTo>
                      <a:pt x="8000" y="19146"/>
                    </a:lnTo>
                    <a:lnTo>
                      <a:pt x="8229" y="19326"/>
                    </a:lnTo>
                    <a:lnTo>
                      <a:pt x="8457" y="19461"/>
                    </a:lnTo>
                    <a:lnTo>
                      <a:pt x="8571" y="19640"/>
                    </a:lnTo>
                    <a:lnTo>
                      <a:pt x="8914" y="19730"/>
                    </a:lnTo>
                    <a:lnTo>
                      <a:pt x="9029" y="19865"/>
                    </a:lnTo>
                    <a:lnTo>
                      <a:pt x="9257" y="19910"/>
                    </a:lnTo>
                    <a:lnTo>
                      <a:pt x="9486" y="19955"/>
                    </a:lnTo>
                    <a:lnTo>
                      <a:pt x="9714" y="19955"/>
                    </a:lnTo>
                    <a:lnTo>
                      <a:pt x="9943" y="19955"/>
                    </a:lnTo>
                    <a:lnTo>
                      <a:pt x="10057" y="19910"/>
                    </a:lnTo>
                    <a:lnTo>
                      <a:pt x="10286" y="19865"/>
                    </a:lnTo>
                    <a:lnTo>
                      <a:pt x="10514" y="19730"/>
                    </a:lnTo>
                    <a:lnTo>
                      <a:pt x="10743" y="19551"/>
                    </a:lnTo>
                    <a:lnTo>
                      <a:pt x="10971" y="19326"/>
                    </a:lnTo>
                    <a:lnTo>
                      <a:pt x="11314" y="19101"/>
                    </a:lnTo>
                    <a:lnTo>
                      <a:pt x="11429" y="18876"/>
                    </a:lnTo>
                    <a:lnTo>
                      <a:pt x="11771" y="18562"/>
                    </a:lnTo>
                    <a:lnTo>
                      <a:pt x="12000" y="18247"/>
                    </a:lnTo>
                    <a:lnTo>
                      <a:pt x="12114" y="17888"/>
                    </a:lnTo>
                    <a:lnTo>
                      <a:pt x="12457" y="17483"/>
                    </a:lnTo>
                    <a:lnTo>
                      <a:pt x="12686" y="17169"/>
                    </a:lnTo>
                    <a:lnTo>
                      <a:pt x="12914" y="16719"/>
                    </a:lnTo>
                    <a:lnTo>
                      <a:pt x="13257" y="16270"/>
                    </a:lnTo>
                    <a:lnTo>
                      <a:pt x="13371" y="15820"/>
                    </a:lnTo>
                    <a:lnTo>
                      <a:pt x="13714" y="15371"/>
                    </a:lnTo>
                    <a:lnTo>
                      <a:pt x="13943" y="14876"/>
                    </a:lnTo>
                    <a:lnTo>
                      <a:pt x="14171" y="14337"/>
                    </a:lnTo>
                    <a:lnTo>
                      <a:pt x="14400" y="13843"/>
                    </a:lnTo>
                    <a:lnTo>
                      <a:pt x="14743" y="13303"/>
                    </a:lnTo>
                    <a:lnTo>
                      <a:pt x="14857" y="12809"/>
                    </a:lnTo>
                    <a:lnTo>
                      <a:pt x="15200" y="12180"/>
                    </a:lnTo>
                    <a:lnTo>
                      <a:pt x="15429" y="11685"/>
                    </a:lnTo>
                    <a:lnTo>
                      <a:pt x="15657" y="11101"/>
                    </a:lnTo>
                    <a:lnTo>
                      <a:pt x="15886" y="10562"/>
                    </a:lnTo>
                    <a:lnTo>
                      <a:pt x="16114" y="10022"/>
                    </a:lnTo>
                    <a:lnTo>
                      <a:pt x="16343" y="9483"/>
                    </a:lnTo>
                    <a:lnTo>
                      <a:pt x="16571" y="8899"/>
                    </a:lnTo>
                    <a:lnTo>
                      <a:pt x="16800" y="8360"/>
                    </a:lnTo>
                    <a:lnTo>
                      <a:pt x="17029" y="7820"/>
                    </a:lnTo>
                    <a:lnTo>
                      <a:pt x="17257" y="7281"/>
                    </a:lnTo>
                    <a:lnTo>
                      <a:pt x="17371" y="6787"/>
                    </a:lnTo>
                    <a:lnTo>
                      <a:pt x="17714" y="6247"/>
                    </a:lnTo>
                    <a:lnTo>
                      <a:pt x="17829" y="5708"/>
                    </a:lnTo>
                    <a:lnTo>
                      <a:pt x="18171" y="5213"/>
                    </a:lnTo>
                    <a:lnTo>
                      <a:pt x="18286" y="4764"/>
                    </a:lnTo>
                    <a:lnTo>
                      <a:pt x="18400" y="4270"/>
                    </a:lnTo>
                    <a:lnTo>
                      <a:pt x="18743" y="3865"/>
                    </a:lnTo>
                    <a:lnTo>
                      <a:pt x="18857" y="3416"/>
                    </a:lnTo>
                    <a:lnTo>
                      <a:pt x="19086" y="3011"/>
                    </a:lnTo>
                    <a:lnTo>
                      <a:pt x="19200" y="2607"/>
                    </a:lnTo>
                    <a:lnTo>
                      <a:pt x="19314" y="2247"/>
                    </a:lnTo>
                    <a:lnTo>
                      <a:pt x="19429" y="1933"/>
                    </a:lnTo>
                    <a:lnTo>
                      <a:pt x="19543" y="1618"/>
                    </a:lnTo>
                    <a:lnTo>
                      <a:pt x="19771" y="1348"/>
                    </a:lnTo>
                    <a:lnTo>
                      <a:pt x="19771" y="1034"/>
                    </a:lnTo>
                    <a:lnTo>
                      <a:pt x="19886" y="854"/>
                    </a:lnTo>
                  </a:path>
                </a:pathLst>
              </a:custGeom>
              <a:noFill/>
              <a:ln w="28575">
                <a:solidFill>
                  <a:srgbClr val="FF66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368" name="Freeform 235">
                <a:extLst>
                  <a:ext uri="{FF2B5EF4-FFF2-40B4-BE49-F238E27FC236}">
                    <a16:creationId xmlns:a16="http://schemas.microsoft.com/office/drawing/2014/main" id="{96FD8AC4-6412-4F60-A6EF-90C9128991EE}"/>
                  </a:ext>
                </a:extLst>
              </p:cNvPr>
              <p:cNvSpPr>
                <a:spLocks/>
              </p:cNvSpPr>
              <p:nvPr/>
            </p:nvSpPr>
            <p:spPr bwMode="auto">
              <a:xfrm>
                <a:off x="3445" y="2040"/>
                <a:ext cx="66" cy="180"/>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19065"/>
                    </a:moveTo>
                    <a:lnTo>
                      <a:pt x="244" y="18486"/>
                    </a:lnTo>
                    <a:lnTo>
                      <a:pt x="488" y="17906"/>
                    </a:lnTo>
                    <a:lnTo>
                      <a:pt x="732" y="17283"/>
                    </a:lnTo>
                    <a:lnTo>
                      <a:pt x="854" y="16704"/>
                    </a:lnTo>
                    <a:lnTo>
                      <a:pt x="1098" y="16080"/>
                    </a:lnTo>
                    <a:lnTo>
                      <a:pt x="1341" y="15501"/>
                    </a:lnTo>
                    <a:lnTo>
                      <a:pt x="1585" y="14878"/>
                    </a:lnTo>
                    <a:lnTo>
                      <a:pt x="1829" y="14298"/>
                    </a:lnTo>
                    <a:lnTo>
                      <a:pt x="1951" y="13719"/>
                    </a:lnTo>
                    <a:lnTo>
                      <a:pt x="2195" y="13140"/>
                    </a:lnTo>
                    <a:lnTo>
                      <a:pt x="2439" y="12606"/>
                    </a:lnTo>
                    <a:lnTo>
                      <a:pt x="2683" y="12027"/>
                    </a:lnTo>
                    <a:lnTo>
                      <a:pt x="2927" y="11448"/>
                    </a:lnTo>
                    <a:lnTo>
                      <a:pt x="3049" y="10869"/>
                    </a:lnTo>
                    <a:lnTo>
                      <a:pt x="3293" y="10334"/>
                    </a:lnTo>
                    <a:lnTo>
                      <a:pt x="3537" y="9844"/>
                    </a:lnTo>
                    <a:lnTo>
                      <a:pt x="3780" y="9310"/>
                    </a:lnTo>
                    <a:lnTo>
                      <a:pt x="4024" y="8775"/>
                    </a:lnTo>
                    <a:lnTo>
                      <a:pt x="4268" y="8241"/>
                    </a:lnTo>
                    <a:lnTo>
                      <a:pt x="4390" y="7751"/>
                    </a:lnTo>
                    <a:lnTo>
                      <a:pt x="4756" y="7261"/>
                    </a:lnTo>
                    <a:lnTo>
                      <a:pt x="4878" y="6815"/>
                    </a:lnTo>
                    <a:lnTo>
                      <a:pt x="5122" y="6325"/>
                    </a:lnTo>
                    <a:lnTo>
                      <a:pt x="5366" y="5880"/>
                    </a:lnTo>
                    <a:lnTo>
                      <a:pt x="5488" y="5434"/>
                    </a:lnTo>
                    <a:lnTo>
                      <a:pt x="5854" y="4989"/>
                    </a:lnTo>
                    <a:lnTo>
                      <a:pt x="5854" y="4588"/>
                    </a:lnTo>
                    <a:lnTo>
                      <a:pt x="6220" y="4143"/>
                    </a:lnTo>
                    <a:lnTo>
                      <a:pt x="6463" y="3786"/>
                    </a:lnTo>
                    <a:lnTo>
                      <a:pt x="6585" y="3430"/>
                    </a:lnTo>
                    <a:lnTo>
                      <a:pt x="6951" y="3029"/>
                    </a:lnTo>
                    <a:lnTo>
                      <a:pt x="7073" y="2717"/>
                    </a:lnTo>
                    <a:lnTo>
                      <a:pt x="7317" y="2450"/>
                    </a:lnTo>
                    <a:lnTo>
                      <a:pt x="7439" y="2094"/>
                    </a:lnTo>
                    <a:lnTo>
                      <a:pt x="7683" y="1826"/>
                    </a:lnTo>
                    <a:lnTo>
                      <a:pt x="7927" y="1604"/>
                    </a:lnTo>
                    <a:lnTo>
                      <a:pt x="8171" y="1292"/>
                    </a:lnTo>
                    <a:lnTo>
                      <a:pt x="8415" y="1069"/>
                    </a:lnTo>
                    <a:lnTo>
                      <a:pt x="8537" y="846"/>
                    </a:lnTo>
                    <a:lnTo>
                      <a:pt x="8780" y="668"/>
                    </a:lnTo>
                    <a:lnTo>
                      <a:pt x="9024" y="490"/>
                    </a:lnTo>
                    <a:lnTo>
                      <a:pt x="9146" y="401"/>
                    </a:lnTo>
                    <a:lnTo>
                      <a:pt x="9512" y="267"/>
                    </a:lnTo>
                    <a:lnTo>
                      <a:pt x="9512" y="134"/>
                    </a:lnTo>
                    <a:lnTo>
                      <a:pt x="9878" y="89"/>
                    </a:lnTo>
                    <a:lnTo>
                      <a:pt x="10000" y="45"/>
                    </a:lnTo>
                    <a:lnTo>
                      <a:pt x="10244" y="0"/>
                    </a:lnTo>
                    <a:lnTo>
                      <a:pt x="10488" y="45"/>
                    </a:lnTo>
                    <a:lnTo>
                      <a:pt x="10732" y="45"/>
                    </a:lnTo>
                    <a:lnTo>
                      <a:pt x="10854" y="89"/>
                    </a:lnTo>
                    <a:lnTo>
                      <a:pt x="11098" y="223"/>
                    </a:lnTo>
                    <a:lnTo>
                      <a:pt x="11341" y="356"/>
                    </a:lnTo>
                    <a:lnTo>
                      <a:pt x="11585" y="535"/>
                    </a:lnTo>
                    <a:lnTo>
                      <a:pt x="11829" y="757"/>
                    </a:lnTo>
                    <a:lnTo>
                      <a:pt x="12073" y="980"/>
                    </a:lnTo>
                    <a:lnTo>
                      <a:pt x="12195" y="1247"/>
                    </a:lnTo>
                    <a:lnTo>
                      <a:pt x="12439" y="1604"/>
                    </a:lnTo>
                    <a:lnTo>
                      <a:pt x="12683" y="1915"/>
                    </a:lnTo>
                    <a:lnTo>
                      <a:pt x="12927" y="2272"/>
                    </a:lnTo>
                    <a:lnTo>
                      <a:pt x="13049" y="2717"/>
                    </a:lnTo>
                    <a:lnTo>
                      <a:pt x="13415" y="3118"/>
                    </a:lnTo>
                    <a:lnTo>
                      <a:pt x="13537" y="3519"/>
                    </a:lnTo>
                    <a:lnTo>
                      <a:pt x="13780" y="3964"/>
                    </a:lnTo>
                    <a:lnTo>
                      <a:pt x="14146" y="4454"/>
                    </a:lnTo>
                    <a:lnTo>
                      <a:pt x="14268" y="4944"/>
                    </a:lnTo>
                    <a:lnTo>
                      <a:pt x="14512" y="5479"/>
                    </a:lnTo>
                    <a:lnTo>
                      <a:pt x="14756" y="5969"/>
                    </a:lnTo>
                    <a:lnTo>
                      <a:pt x="15000" y="6503"/>
                    </a:lnTo>
                    <a:lnTo>
                      <a:pt x="15122" y="7038"/>
                    </a:lnTo>
                    <a:lnTo>
                      <a:pt x="15366" y="7617"/>
                    </a:lnTo>
                    <a:lnTo>
                      <a:pt x="15610" y="8151"/>
                    </a:lnTo>
                    <a:lnTo>
                      <a:pt x="15854" y="8775"/>
                    </a:lnTo>
                    <a:lnTo>
                      <a:pt x="16098" y="9310"/>
                    </a:lnTo>
                    <a:lnTo>
                      <a:pt x="16220" y="9889"/>
                    </a:lnTo>
                    <a:lnTo>
                      <a:pt x="16585" y="10468"/>
                    </a:lnTo>
                    <a:lnTo>
                      <a:pt x="16707" y="11047"/>
                    </a:lnTo>
                    <a:lnTo>
                      <a:pt x="16951" y="11626"/>
                    </a:lnTo>
                    <a:lnTo>
                      <a:pt x="17195" y="12205"/>
                    </a:lnTo>
                    <a:lnTo>
                      <a:pt x="17317" y="12739"/>
                    </a:lnTo>
                    <a:lnTo>
                      <a:pt x="17561" y="13318"/>
                    </a:lnTo>
                    <a:lnTo>
                      <a:pt x="17683" y="13853"/>
                    </a:lnTo>
                    <a:lnTo>
                      <a:pt x="17927" y="14388"/>
                    </a:lnTo>
                    <a:lnTo>
                      <a:pt x="18049" y="14922"/>
                    </a:lnTo>
                    <a:lnTo>
                      <a:pt x="18293" y="15412"/>
                    </a:lnTo>
                    <a:lnTo>
                      <a:pt x="18415" y="15902"/>
                    </a:lnTo>
                    <a:lnTo>
                      <a:pt x="18659" y="16437"/>
                    </a:lnTo>
                    <a:lnTo>
                      <a:pt x="18780" y="16882"/>
                    </a:lnTo>
                    <a:lnTo>
                      <a:pt x="19024" y="17283"/>
                    </a:lnTo>
                    <a:lnTo>
                      <a:pt x="19146" y="17728"/>
                    </a:lnTo>
                    <a:lnTo>
                      <a:pt x="19268" y="18174"/>
                    </a:lnTo>
                    <a:lnTo>
                      <a:pt x="19390" y="18530"/>
                    </a:lnTo>
                    <a:lnTo>
                      <a:pt x="19512" y="18886"/>
                    </a:lnTo>
                    <a:lnTo>
                      <a:pt x="19634" y="19198"/>
                    </a:lnTo>
                    <a:lnTo>
                      <a:pt x="19756" y="19510"/>
                    </a:lnTo>
                    <a:lnTo>
                      <a:pt x="19878" y="19733"/>
                    </a:lnTo>
                    <a:lnTo>
                      <a:pt x="19878" y="19955"/>
                    </a:lnTo>
                  </a:path>
                </a:pathLst>
              </a:custGeom>
              <a:noFill/>
              <a:ln w="28575">
                <a:solidFill>
                  <a:srgbClr val="FF66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369" name="Freeform 236">
                <a:extLst>
                  <a:ext uri="{FF2B5EF4-FFF2-40B4-BE49-F238E27FC236}">
                    <a16:creationId xmlns:a16="http://schemas.microsoft.com/office/drawing/2014/main" id="{A0FB953F-8F1E-417B-A2A6-95E01D2D00D3}"/>
                  </a:ext>
                </a:extLst>
              </p:cNvPr>
              <p:cNvSpPr>
                <a:spLocks/>
              </p:cNvSpPr>
              <p:nvPr/>
            </p:nvSpPr>
            <p:spPr bwMode="auto">
              <a:xfrm>
                <a:off x="3510" y="2213"/>
                <a:ext cx="70" cy="173"/>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0"/>
                    </a:moveTo>
                    <a:lnTo>
                      <a:pt x="229" y="600"/>
                    </a:lnTo>
                    <a:lnTo>
                      <a:pt x="343" y="1293"/>
                    </a:lnTo>
                    <a:lnTo>
                      <a:pt x="571" y="1894"/>
                    </a:lnTo>
                    <a:lnTo>
                      <a:pt x="800" y="2540"/>
                    </a:lnTo>
                    <a:lnTo>
                      <a:pt x="914" y="3141"/>
                    </a:lnTo>
                    <a:lnTo>
                      <a:pt x="1257" y="3741"/>
                    </a:lnTo>
                    <a:lnTo>
                      <a:pt x="1371" y="4342"/>
                    </a:lnTo>
                    <a:lnTo>
                      <a:pt x="1600" y="4942"/>
                    </a:lnTo>
                    <a:lnTo>
                      <a:pt x="1714" y="5543"/>
                    </a:lnTo>
                    <a:lnTo>
                      <a:pt x="2057" y="6189"/>
                    </a:lnTo>
                    <a:lnTo>
                      <a:pt x="2171" y="6744"/>
                    </a:lnTo>
                    <a:lnTo>
                      <a:pt x="2400" y="7298"/>
                    </a:lnTo>
                    <a:lnTo>
                      <a:pt x="2629" y="7898"/>
                    </a:lnTo>
                    <a:lnTo>
                      <a:pt x="2743" y="8453"/>
                    </a:lnTo>
                    <a:lnTo>
                      <a:pt x="2971" y="9007"/>
                    </a:lnTo>
                    <a:lnTo>
                      <a:pt x="3200" y="9607"/>
                    </a:lnTo>
                    <a:lnTo>
                      <a:pt x="3314" y="10162"/>
                    </a:lnTo>
                    <a:lnTo>
                      <a:pt x="3543" y="10670"/>
                    </a:lnTo>
                    <a:lnTo>
                      <a:pt x="3771" y="11224"/>
                    </a:lnTo>
                    <a:lnTo>
                      <a:pt x="4000" y="11732"/>
                    </a:lnTo>
                    <a:lnTo>
                      <a:pt x="4114" y="12194"/>
                    </a:lnTo>
                    <a:lnTo>
                      <a:pt x="4343" y="12702"/>
                    </a:lnTo>
                    <a:lnTo>
                      <a:pt x="4571" y="13210"/>
                    </a:lnTo>
                    <a:lnTo>
                      <a:pt x="4686" y="13672"/>
                    </a:lnTo>
                    <a:lnTo>
                      <a:pt x="5029" y="14134"/>
                    </a:lnTo>
                    <a:lnTo>
                      <a:pt x="5143" y="14550"/>
                    </a:lnTo>
                    <a:lnTo>
                      <a:pt x="5371" y="15058"/>
                    </a:lnTo>
                    <a:lnTo>
                      <a:pt x="5600" y="15427"/>
                    </a:lnTo>
                    <a:lnTo>
                      <a:pt x="5714" y="15843"/>
                    </a:lnTo>
                    <a:lnTo>
                      <a:pt x="6057" y="16212"/>
                    </a:lnTo>
                    <a:lnTo>
                      <a:pt x="6171" y="16628"/>
                    </a:lnTo>
                    <a:lnTo>
                      <a:pt x="6400" y="16952"/>
                    </a:lnTo>
                    <a:lnTo>
                      <a:pt x="6629" y="17321"/>
                    </a:lnTo>
                    <a:lnTo>
                      <a:pt x="6743" y="17598"/>
                    </a:lnTo>
                    <a:lnTo>
                      <a:pt x="6971" y="17921"/>
                    </a:lnTo>
                    <a:lnTo>
                      <a:pt x="7200" y="18152"/>
                    </a:lnTo>
                    <a:lnTo>
                      <a:pt x="7429" y="18476"/>
                    </a:lnTo>
                    <a:lnTo>
                      <a:pt x="7543" y="18707"/>
                    </a:lnTo>
                    <a:lnTo>
                      <a:pt x="7886" y="18938"/>
                    </a:lnTo>
                    <a:lnTo>
                      <a:pt x="8000" y="19169"/>
                    </a:lnTo>
                    <a:lnTo>
                      <a:pt x="8229" y="19353"/>
                    </a:lnTo>
                    <a:lnTo>
                      <a:pt x="8457" y="19492"/>
                    </a:lnTo>
                    <a:lnTo>
                      <a:pt x="8571" y="19630"/>
                    </a:lnTo>
                    <a:lnTo>
                      <a:pt x="8914" y="19723"/>
                    </a:lnTo>
                    <a:lnTo>
                      <a:pt x="9029" y="19861"/>
                    </a:lnTo>
                    <a:lnTo>
                      <a:pt x="9257" y="19908"/>
                    </a:lnTo>
                    <a:lnTo>
                      <a:pt x="9486" y="19954"/>
                    </a:lnTo>
                    <a:lnTo>
                      <a:pt x="9714" y="19954"/>
                    </a:lnTo>
                    <a:lnTo>
                      <a:pt x="9943" y="19954"/>
                    </a:lnTo>
                    <a:lnTo>
                      <a:pt x="10057" y="19908"/>
                    </a:lnTo>
                    <a:lnTo>
                      <a:pt x="10286" y="19861"/>
                    </a:lnTo>
                    <a:lnTo>
                      <a:pt x="10514" y="19723"/>
                    </a:lnTo>
                    <a:lnTo>
                      <a:pt x="10743" y="19538"/>
                    </a:lnTo>
                    <a:lnTo>
                      <a:pt x="10971" y="19353"/>
                    </a:lnTo>
                    <a:lnTo>
                      <a:pt x="11314" y="19122"/>
                    </a:lnTo>
                    <a:lnTo>
                      <a:pt x="11429" y="18845"/>
                    </a:lnTo>
                    <a:lnTo>
                      <a:pt x="11771" y="18522"/>
                    </a:lnTo>
                    <a:lnTo>
                      <a:pt x="12000" y="18245"/>
                    </a:lnTo>
                    <a:lnTo>
                      <a:pt x="12114" y="17921"/>
                    </a:lnTo>
                    <a:lnTo>
                      <a:pt x="12457" y="17506"/>
                    </a:lnTo>
                    <a:lnTo>
                      <a:pt x="12686" y="17136"/>
                    </a:lnTo>
                    <a:lnTo>
                      <a:pt x="12914" y="16721"/>
                    </a:lnTo>
                    <a:lnTo>
                      <a:pt x="13257" y="16259"/>
                    </a:lnTo>
                    <a:lnTo>
                      <a:pt x="13371" y="15797"/>
                    </a:lnTo>
                    <a:lnTo>
                      <a:pt x="13714" y="15381"/>
                    </a:lnTo>
                    <a:lnTo>
                      <a:pt x="13943" y="14873"/>
                    </a:lnTo>
                    <a:lnTo>
                      <a:pt x="14171" y="14365"/>
                    </a:lnTo>
                    <a:lnTo>
                      <a:pt x="14400" y="13811"/>
                    </a:lnTo>
                    <a:lnTo>
                      <a:pt x="14743" y="13303"/>
                    </a:lnTo>
                    <a:lnTo>
                      <a:pt x="14857" y="12794"/>
                    </a:lnTo>
                    <a:lnTo>
                      <a:pt x="15200" y="12194"/>
                    </a:lnTo>
                    <a:lnTo>
                      <a:pt x="15429" y="11640"/>
                    </a:lnTo>
                    <a:lnTo>
                      <a:pt x="15657" y="11085"/>
                    </a:lnTo>
                    <a:lnTo>
                      <a:pt x="15886" y="10531"/>
                    </a:lnTo>
                    <a:lnTo>
                      <a:pt x="16114" y="10023"/>
                    </a:lnTo>
                    <a:lnTo>
                      <a:pt x="16343" y="9469"/>
                    </a:lnTo>
                    <a:lnTo>
                      <a:pt x="16571" y="8961"/>
                    </a:lnTo>
                    <a:lnTo>
                      <a:pt x="16800" y="8406"/>
                    </a:lnTo>
                    <a:lnTo>
                      <a:pt x="17029" y="7806"/>
                    </a:lnTo>
                    <a:lnTo>
                      <a:pt x="17257" y="7298"/>
                    </a:lnTo>
                    <a:lnTo>
                      <a:pt x="17371" y="6744"/>
                    </a:lnTo>
                    <a:lnTo>
                      <a:pt x="17714" y="6236"/>
                    </a:lnTo>
                    <a:lnTo>
                      <a:pt x="17829" y="5727"/>
                    </a:lnTo>
                    <a:lnTo>
                      <a:pt x="18171" y="5219"/>
                    </a:lnTo>
                    <a:lnTo>
                      <a:pt x="18286" y="4758"/>
                    </a:lnTo>
                    <a:lnTo>
                      <a:pt x="18400" y="4249"/>
                    </a:lnTo>
                    <a:lnTo>
                      <a:pt x="18743" y="3880"/>
                    </a:lnTo>
                    <a:lnTo>
                      <a:pt x="18857" y="3372"/>
                    </a:lnTo>
                    <a:lnTo>
                      <a:pt x="19086" y="3002"/>
                    </a:lnTo>
                    <a:lnTo>
                      <a:pt x="19200" y="2587"/>
                    </a:lnTo>
                    <a:lnTo>
                      <a:pt x="19314" y="2263"/>
                    </a:lnTo>
                    <a:lnTo>
                      <a:pt x="19429" y="1894"/>
                    </a:lnTo>
                    <a:lnTo>
                      <a:pt x="19543" y="1617"/>
                    </a:lnTo>
                    <a:lnTo>
                      <a:pt x="19771" y="1339"/>
                    </a:lnTo>
                    <a:lnTo>
                      <a:pt x="19771" y="1062"/>
                    </a:lnTo>
                    <a:lnTo>
                      <a:pt x="19886" y="831"/>
                    </a:lnTo>
                  </a:path>
                </a:pathLst>
              </a:custGeom>
              <a:noFill/>
              <a:ln w="28575">
                <a:solidFill>
                  <a:srgbClr val="FF66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370" name="Freeform 237">
                <a:extLst>
                  <a:ext uri="{FF2B5EF4-FFF2-40B4-BE49-F238E27FC236}">
                    <a16:creationId xmlns:a16="http://schemas.microsoft.com/office/drawing/2014/main" id="{DED55760-D9FC-453D-B731-48810CF02345}"/>
                  </a:ext>
                </a:extLst>
              </p:cNvPr>
              <p:cNvSpPr>
                <a:spLocks/>
              </p:cNvSpPr>
              <p:nvPr/>
            </p:nvSpPr>
            <p:spPr bwMode="auto">
              <a:xfrm>
                <a:off x="3580" y="2041"/>
                <a:ext cx="66" cy="185"/>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19089"/>
                    </a:moveTo>
                    <a:lnTo>
                      <a:pt x="244" y="18482"/>
                    </a:lnTo>
                    <a:lnTo>
                      <a:pt x="488" y="17874"/>
                    </a:lnTo>
                    <a:lnTo>
                      <a:pt x="732" y="17310"/>
                    </a:lnTo>
                    <a:lnTo>
                      <a:pt x="854" y="16659"/>
                    </a:lnTo>
                    <a:lnTo>
                      <a:pt x="1098" y="16052"/>
                    </a:lnTo>
                    <a:lnTo>
                      <a:pt x="1341" y="15488"/>
                    </a:lnTo>
                    <a:lnTo>
                      <a:pt x="1585" y="14881"/>
                    </a:lnTo>
                    <a:lnTo>
                      <a:pt x="1829" y="14273"/>
                    </a:lnTo>
                    <a:lnTo>
                      <a:pt x="1951" y="13709"/>
                    </a:lnTo>
                    <a:lnTo>
                      <a:pt x="2195" y="13145"/>
                    </a:lnTo>
                    <a:lnTo>
                      <a:pt x="2439" y="12581"/>
                    </a:lnTo>
                    <a:lnTo>
                      <a:pt x="2683" y="12017"/>
                    </a:lnTo>
                    <a:lnTo>
                      <a:pt x="2927" y="11453"/>
                    </a:lnTo>
                    <a:lnTo>
                      <a:pt x="3049" y="10889"/>
                    </a:lnTo>
                    <a:lnTo>
                      <a:pt x="3293" y="10325"/>
                    </a:lnTo>
                    <a:lnTo>
                      <a:pt x="3537" y="9805"/>
                    </a:lnTo>
                    <a:lnTo>
                      <a:pt x="3780" y="9284"/>
                    </a:lnTo>
                    <a:lnTo>
                      <a:pt x="4024" y="8720"/>
                    </a:lnTo>
                    <a:lnTo>
                      <a:pt x="4268" y="8200"/>
                    </a:lnTo>
                    <a:lnTo>
                      <a:pt x="4390" y="7722"/>
                    </a:lnTo>
                    <a:lnTo>
                      <a:pt x="4756" y="7245"/>
                    </a:lnTo>
                    <a:lnTo>
                      <a:pt x="4878" y="6768"/>
                    </a:lnTo>
                    <a:lnTo>
                      <a:pt x="5122" y="6334"/>
                    </a:lnTo>
                    <a:lnTo>
                      <a:pt x="5366" y="5900"/>
                    </a:lnTo>
                    <a:lnTo>
                      <a:pt x="5488" y="5466"/>
                    </a:lnTo>
                    <a:lnTo>
                      <a:pt x="5854" y="4989"/>
                    </a:lnTo>
                    <a:lnTo>
                      <a:pt x="5854" y="4555"/>
                    </a:lnTo>
                    <a:lnTo>
                      <a:pt x="6220" y="4165"/>
                    </a:lnTo>
                    <a:lnTo>
                      <a:pt x="6463" y="3774"/>
                    </a:lnTo>
                    <a:lnTo>
                      <a:pt x="6585" y="3427"/>
                    </a:lnTo>
                    <a:lnTo>
                      <a:pt x="6951" y="3037"/>
                    </a:lnTo>
                    <a:lnTo>
                      <a:pt x="7073" y="2690"/>
                    </a:lnTo>
                    <a:lnTo>
                      <a:pt x="7317" y="2430"/>
                    </a:lnTo>
                    <a:lnTo>
                      <a:pt x="7439" y="2082"/>
                    </a:lnTo>
                    <a:lnTo>
                      <a:pt x="7683" y="1822"/>
                    </a:lnTo>
                    <a:lnTo>
                      <a:pt x="7927" y="1562"/>
                    </a:lnTo>
                    <a:lnTo>
                      <a:pt x="8171" y="1302"/>
                    </a:lnTo>
                    <a:lnTo>
                      <a:pt x="8415" y="1041"/>
                    </a:lnTo>
                    <a:lnTo>
                      <a:pt x="8537" y="868"/>
                    </a:lnTo>
                    <a:lnTo>
                      <a:pt x="8780" y="694"/>
                    </a:lnTo>
                    <a:lnTo>
                      <a:pt x="9024" y="521"/>
                    </a:lnTo>
                    <a:lnTo>
                      <a:pt x="9146" y="390"/>
                    </a:lnTo>
                    <a:lnTo>
                      <a:pt x="9512" y="260"/>
                    </a:lnTo>
                    <a:lnTo>
                      <a:pt x="9512" y="130"/>
                    </a:lnTo>
                    <a:lnTo>
                      <a:pt x="9878" y="87"/>
                    </a:lnTo>
                    <a:lnTo>
                      <a:pt x="10000" y="43"/>
                    </a:lnTo>
                    <a:lnTo>
                      <a:pt x="10244" y="0"/>
                    </a:lnTo>
                    <a:lnTo>
                      <a:pt x="10488" y="43"/>
                    </a:lnTo>
                    <a:lnTo>
                      <a:pt x="10732" y="43"/>
                    </a:lnTo>
                    <a:lnTo>
                      <a:pt x="10854" y="87"/>
                    </a:lnTo>
                    <a:lnTo>
                      <a:pt x="11098" y="217"/>
                    </a:lnTo>
                    <a:lnTo>
                      <a:pt x="11341" y="347"/>
                    </a:lnTo>
                    <a:lnTo>
                      <a:pt x="11585" y="521"/>
                    </a:lnTo>
                    <a:lnTo>
                      <a:pt x="11829" y="738"/>
                    </a:lnTo>
                    <a:lnTo>
                      <a:pt x="12073" y="998"/>
                    </a:lnTo>
                    <a:lnTo>
                      <a:pt x="12195" y="1258"/>
                    </a:lnTo>
                    <a:lnTo>
                      <a:pt x="12439" y="1562"/>
                    </a:lnTo>
                    <a:lnTo>
                      <a:pt x="12683" y="1866"/>
                    </a:lnTo>
                    <a:lnTo>
                      <a:pt x="12927" y="2256"/>
                    </a:lnTo>
                    <a:lnTo>
                      <a:pt x="13049" y="2690"/>
                    </a:lnTo>
                    <a:lnTo>
                      <a:pt x="13415" y="3124"/>
                    </a:lnTo>
                    <a:lnTo>
                      <a:pt x="13537" y="3514"/>
                    </a:lnTo>
                    <a:lnTo>
                      <a:pt x="13780" y="3991"/>
                    </a:lnTo>
                    <a:lnTo>
                      <a:pt x="14146" y="4425"/>
                    </a:lnTo>
                    <a:lnTo>
                      <a:pt x="14268" y="4946"/>
                    </a:lnTo>
                    <a:lnTo>
                      <a:pt x="14512" y="5466"/>
                    </a:lnTo>
                    <a:lnTo>
                      <a:pt x="14756" y="5987"/>
                    </a:lnTo>
                    <a:lnTo>
                      <a:pt x="15000" y="6508"/>
                    </a:lnTo>
                    <a:lnTo>
                      <a:pt x="15122" y="7072"/>
                    </a:lnTo>
                    <a:lnTo>
                      <a:pt x="15366" y="7636"/>
                    </a:lnTo>
                    <a:lnTo>
                      <a:pt x="15610" y="8200"/>
                    </a:lnTo>
                    <a:lnTo>
                      <a:pt x="15854" y="8764"/>
                    </a:lnTo>
                    <a:lnTo>
                      <a:pt x="16098" y="9371"/>
                    </a:lnTo>
                    <a:lnTo>
                      <a:pt x="16220" y="9892"/>
                    </a:lnTo>
                    <a:lnTo>
                      <a:pt x="16585" y="10456"/>
                    </a:lnTo>
                    <a:lnTo>
                      <a:pt x="16707" y="11020"/>
                    </a:lnTo>
                    <a:lnTo>
                      <a:pt x="16951" y="11627"/>
                    </a:lnTo>
                    <a:lnTo>
                      <a:pt x="17195" y="12148"/>
                    </a:lnTo>
                    <a:lnTo>
                      <a:pt x="17317" y="12755"/>
                    </a:lnTo>
                    <a:lnTo>
                      <a:pt x="17561" y="13275"/>
                    </a:lnTo>
                    <a:lnTo>
                      <a:pt x="17683" y="13883"/>
                    </a:lnTo>
                    <a:lnTo>
                      <a:pt x="17927" y="14403"/>
                    </a:lnTo>
                    <a:lnTo>
                      <a:pt x="18049" y="14967"/>
                    </a:lnTo>
                    <a:lnTo>
                      <a:pt x="18293" y="15445"/>
                    </a:lnTo>
                    <a:lnTo>
                      <a:pt x="18415" y="15922"/>
                    </a:lnTo>
                    <a:lnTo>
                      <a:pt x="18659" y="16443"/>
                    </a:lnTo>
                    <a:lnTo>
                      <a:pt x="18780" y="16876"/>
                    </a:lnTo>
                    <a:lnTo>
                      <a:pt x="19024" y="17310"/>
                    </a:lnTo>
                    <a:lnTo>
                      <a:pt x="19146" y="17744"/>
                    </a:lnTo>
                    <a:lnTo>
                      <a:pt x="19268" y="18134"/>
                    </a:lnTo>
                    <a:lnTo>
                      <a:pt x="19390" y="18525"/>
                    </a:lnTo>
                    <a:lnTo>
                      <a:pt x="19512" y="18915"/>
                    </a:lnTo>
                    <a:lnTo>
                      <a:pt x="19634" y="19176"/>
                    </a:lnTo>
                    <a:lnTo>
                      <a:pt x="19756" y="19479"/>
                    </a:lnTo>
                    <a:lnTo>
                      <a:pt x="19878" y="19740"/>
                    </a:lnTo>
                    <a:lnTo>
                      <a:pt x="19878" y="19957"/>
                    </a:lnTo>
                  </a:path>
                </a:pathLst>
              </a:custGeom>
              <a:noFill/>
              <a:ln w="28575">
                <a:solidFill>
                  <a:srgbClr val="FF66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371" name="Freeform 238">
                <a:extLst>
                  <a:ext uri="{FF2B5EF4-FFF2-40B4-BE49-F238E27FC236}">
                    <a16:creationId xmlns:a16="http://schemas.microsoft.com/office/drawing/2014/main" id="{67714C6F-D0A7-46A8-B1F9-49EC7B0E5151}"/>
                  </a:ext>
                </a:extLst>
              </p:cNvPr>
              <p:cNvSpPr>
                <a:spLocks/>
              </p:cNvSpPr>
              <p:nvPr/>
            </p:nvSpPr>
            <p:spPr bwMode="auto">
              <a:xfrm>
                <a:off x="3645" y="2213"/>
                <a:ext cx="70" cy="178"/>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0"/>
                    </a:moveTo>
                    <a:lnTo>
                      <a:pt x="229" y="629"/>
                    </a:lnTo>
                    <a:lnTo>
                      <a:pt x="343" y="1258"/>
                    </a:lnTo>
                    <a:lnTo>
                      <a:pt x="571" y="1888"/>
                    </a:lnTo>
                    <a:lnTo>
                      <a:pt x="800" y="2517"/>
                    </a:lnTo>
                    <a:lnTo>
                      <a:pt x="914" y="3101"/>
                    </a:lnTo>
                    <a:lnTo>
                      <a:pt x="1257" y="3730"/>
                    </a:lnTo>
                    <a:lnTo>
                      <a:pt x="1371" y="4315"/>
                    </a:lnTo>
                    <a:lnTo>
                      <a:pt x="1600" y="4944"/>
                    </a:lnTo>
                    <a:lnTo>
                      <a:pt x="1714" y="5573"/>
                    </a:lnTo>
                    <a:lnTo>
                      <a:pt x="2057" y="6112"/>
                    </a:lnTo>
                    <a:lnTo>
                      <a:pt x="2171" y="6742"/>
                    </a:lnTo>
                    <a:lnTo>
                      <a:pt x="2400" y="7326"/>
                    </a:lnTo>
                    <a:lnTo>
                      <a:pt x="2629" y="7910"/>
                    </a:lnTo>
                    <a:lnTo>
                      <a:pt x="2743" y="8494"/>
                    </a:lnTo>
                    <a:lnTo>
                      <a:pt x="2971" y="8989"/>
                    </a:lnTo>
                    <a:lnTo>
                      <a:pt x="3200" y="9618"/>
                    </a:lnTo>
                    <a:lnTo>
                      <a:pt x="3314" y="10157"/>
                    </a:lnTo>
                    <a:lnTo>
                      <a:pt x="3543" y="10652"/>
                    </a:lnTo>
                    <a:lnTo>
                      <a:pt x="3771" y="11191"/>
                    </a:lnTo>
                    <a:lnTo>
                      <a:pt x="4000" y="11685"/>
                    </a:lnTo>
                    <a:lnTo>
                      <a:pt x="4114" y="12180"/>
                    </a:lnTo>
                    <a:lnTo>
                      <a:pt x="4343" y="12719"/>
                    </a:lnTo>
                    <a:lnTo>
                      <a:pt x="4571" y="13213"/>
                    </a:lnTo>
                    <a:lnTo>
                      <a:pt x="4686" y="13708"/>
                    </a:lnTo>
                    <a:lnTo>
                      <a:pt x="5029" y="14112"/>
                    </a:lnTo>
                    <a:lnTo>
                      <a:pt x="5143" y="14562"/>
                    </a:lnTo>
                    <a:lnTo>
                      <a:pt x="5371" y="15011"/>
                    </a:lnTo>
                    <a:lnTo>
                      <a:pt x="5600" y="15461"/>
                    </a:lnTo>
                    <a:lnTo>
                      <a:pt x="5714" y="15865"/>
                    </a:lnTo>
                    <a:lnTo>
                      <a:pt x="6057" y="16225"/>
                    </a:lnTo>
                    <a:lnTo>
                      <a:pt x="6171" y="16584"/>
                    </a:lnTo>
                    <a:lnTo>
                      <a:pt x="6400" y="16944"/>
                    </a:lnTo>
                    <a:lnTo>
                      <a:pt x="6629" y="17258"/>
                    </a:lnTo>
                    <a:lnTo>
                      <a:pt x="6743" y="17618"/>
                    </a:lnTo>
                    <a:lnTo>
                      <a:pt x="6971" y="17888"/>
                    </a:lnTo>
                    <a:lnTo>
                      <a:pt x="7200" y="18157"/>
                    </a:lnTo>
                    <a:lnTo>
                      <a:pt x="7429" y="18472"/>
                    </a:lnTo>
                    <a:lnTo>
                      <a:pt x="7543" y="18742"/>
                    </a:lnTo>
                    <a:lnTo>
                      <a:pt x="7886" y="18966"/>
                    </a:lnTo>
                    <a:lnTo>
                      <a:pt x="8000" y="19146"/>
                    </a:lnTo>
                    <a:lnTo>
                      <a:pt x="8229" y="19326"/>
                    </a:lnTo>
                    <a:lnTo>
                      <a:pt x="8457" y="19461"/>
                    </a:lnTo>
                    <a:lnTo>
                      <a:pt x="8571" y="19640"/>
                    </a:lnTo>
                    <a:lnTo>
                      <a:pt x="8914" y="19730"/>
                    </a:lnTo>
                    <a:lnTo>
                      <a:pt x="9029" y="19865"/>
                    </a:lnTo>
                    <a:lnTo>
                      <a:pt x="9257" y="19910"/>
                    </a:lnTo>
                    <a:lnTo>
                      <a:pt x="9486" y="19955"/>
                    </a:lnTo>
                    <a:lnTo>
                      <a:pt x="9714" y="19955"/>
                    </a:lnTo>
                    <a:lnTo>
                      <a:pt x="9943" y="19955"/>
                    </a:lnTo>
                    <a:lnTo>
                      <a:pt x="10057" y="19910"/>
                    </a:lnTo>
                    <a:lnTo>
                      <a:pt x="10286" y="19865"/>
                    </a:lnTo>
                    <a:lnTo>
                      <a:pt x="10514" y="19730"/>
                    </a:lnTo>
                    <a:lnTo>
                      <a:pt x="10743" y="19551"/>
                    </a:lnTo>
                    <a:lnTo>
                      <a:pt x="10971" y="19326"/>
                    </a:lnTo>
                    <a:lnTo>
                      <a:pt x="11314" y="19101"/>
                    </a:lnTo>
                    <a:lnTo>
                      <a:pt x="11429" y="18876"/>
                    </a:lnTo>
                    <a:lnTo>
                      <a:pt x="11771" y="18562"/>
                    </a:lnTo>
                    <a:lnTo>
                      <a:pt x="12000" y="18247"/>
                    </a:lnTo>
                    <a:lnTo>
                      <a:pt x="12114" y="17888"/>
                    </a:lnTo>
                    <a:lnTo>
                      <a:pt x="12457" y="17483"/>
                    </a:lnTo>
                    <a:lnTo>
                      <a:pt x="12686" y="17169"/>
                    </a:lnTo>
                    <a:lnTo>
                      <a:pt x="12914" y="16719"/>
                    </a:lnTo>
                    <a:lnTo>
                      <a:pt x="13257" y="16270"/>
                    </a:lnTo>
                    <a:lnTo>
                      <a:pt x="13371" y="15820"/>
                    </a:lnTo>
                    <a:lnTo>
                      <a:pt x="13714" y="15371"/>
                    </a:lnTo>
                    <a:lnTo>
                      <a:pt x="13943" y="14876"/>
                    </a:lnTo>
                    <a:lnTo>
                      <a:pt x="14171" y="14337"/>
                    </a:lnTo>
                    <a:lnTo>
                      <a:pt x="14400" y="13843"/>
                    </a:lnTo>
                    <a:lnTo>
                      <a:pt x="14743" y="13303"/>
                    </a:lnTo>
                    <a:lnTo>
                      <a:pt x="14857" y="12809"/>
                    </a:lnTo>
                    <a:lnTo>
                      <a:pt x="15200" y="12180"/>
                    </a:lnTo>
                    <a:lnTo>
                      <a:pt x="15429" y="11685"/>
                    </a:lnTo>
                    <a:lnTo>
                      <a:pt x="15657" y="11101"/>
                    </a:lnTo>
                    <a:lnTo>
                      <a:pt x="15886" y="10562"/>
                    </a:lnTo>
                    <a:lnTo>
                      <a:pt x="16114" y="10022"/>
                    </a:lnTo>
                    <a:lnTo>
                      <a:pt x="16343" y="9483"/>
                    </a:lnTo>
                    <a:lnTo>
                      <a:pt x="16571" y="8899"/>
                    </a:lnTo>
                    <a:lnTo>
                      <a:pt x="16800" y="8360"/>
                    </a:lnTo>
                    <a:lnTo>
                      <a:pt x="17029" y="7820"/>
                    </a:lnTo>
                    <a:lnTo>
                      <a:pt x="17257" y="7281"/>
                    </a:lnTo>
                    <a:lnTo>
                      <a:pt x="17371" y="6787"/>
                    </a:lnTo>
                    <a:lnTo>
                      <a:pt x="17714" y="6247"/>
                    </a:lnTo>
                    <a:lnTo>
                      <a:pt x="17829" y="5708"/>
                    </a:lnTo>
                    <a:lnTo>
                      <a:pt x="18171" y="5213"/>
                    </a:lnTo>
                    <a:lnTo>
                      <a:pt x="18286" y="4764"/>
                    </a:lnTo>
                    <a:lnTo>
                      <a:pt x="18400" y="4270"/>
                    </a:lnTo>
                    <a:lnTo>
                      <a:pt x="18743" y="3865"/>
                    </a:lnTo>
                    <a:lnTo>
                      <a:pt x="18857" y="3416"/>
                    </a:lnTo>
                    <a:lnTo>
                      <a:pt x="19086" y="3011"/>
                    </a:lnTo>
                    <a:lnTo>
                      <a:pt x="19200" y="2607"/>
                    </a:lnTo>
                    <a:lnTo>
                      <a:pt x="19314" y="2247"/>
                    </a:lnTo>
                    <a:lnTo>
                      <a:pt x="19429" y="1933"/>
                    </a:lnTo>
                    <a:lnTo>
                      <a:pt x="19543" y="1618"/>
                    </a:lnTo>
                    <a:lnTo>
                      <a:pt x="19771" y="1348"/>
                    </a:lnTo>
                    <a:lnTo>
                      <a:pt x="19771" y="1034"/>
                    </a:lnTo>
                    <a:lnTo>
                      <a:pt x="19886" y="854"/>
                    </a:lnTo>
                  </a:path>
                </a:pathLst>
              </a:custGeom>
              <a:noFill/>
              <a:ln w="28575">
                <a:solidFill>
                  <a:srgbClr val="FF66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372" name="Freeform 239">
                <a:extLst>
                  <a:ext uri="{FF2B5EF4-FFF2-40B4-BE49-F238E27FC236}">
                    <a16:creationId xmlns:a16="http://schemas.microsoft.com/office/drawing/2014/main" id="{4BDAC42A-720A-4F77-8F26-C81D26BDE37F}"/>
                  </a:ext>
                </a:extLst>
              </p:cNvPr>
              <p:cNvSpPr>
                <a:spLocks/>
              </p:cNvSpPr>
              <p:nvPr/>
            </p:nvSpPr>
            <p:spPr bwMode="auto">
              <a:xfrm>
                <a:off x="3718" y="2045"/>
                <a:ext cx="65" cy="180"/>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19065"/>
                    </a:moveTo>
                    <a:lnTo>
                      <a:pt x="244" y="18486"/>
                    </a:lnTo>
                    <a:lnTo>
                      <a:pt x="488" y="17906"/>
                    </a:lnTo>
                    <a:lnTo>
                      <a:pt x="732" y="17283"/>
                    </a:lnTo>
                    <a:lnTo>
                      <a:pt x="854" y="16704"/>
                    </a:lnTo>
                    <a:lnTo>
                      <a:pt x="1098" y="16080"/>
                    </a:lnTo>
                    <a:lnTo>
                      <a:pt x="1341" y="15501"/>
                    </a:lnTo>
                    <a:lnTo>
                      <a:pt x="1585" y="14878"/>
                    </a:lnTo>
                    <a:lnTo>
                      <a:pt x="1829" y="14298"/>
                    </a:lnTo>
                    <a:lnTo>
                      <a:pt x="1951" y="13719"/>
                    </a:lnTo>
                    <a:lnTo>
                      <a:pt x="2195" y="13140"/>
                    </a:lnTo>
                    <a:lnTo>
                      <a:pt x="2439" y="12606"/>
                    </a:lnTo>
                    <a:lnTo>
                      <a:pt x="2683" y="12027"/>
                    </a:lnTo>
                    <a:lnTo>
                      <a:pt x="2927" y="11448"/>
                    </a:lnTo>
                    <a:lnTo>
                      <a:pt x="3049" y="10869"/>
                    </a:lnTo>
                    <a:lnTo>
                      <a:pt x="3293" y="10334"/>
                    </a:lnTo>
                    <a:lnTo>
                      <a:pt x="3537" y="9844"/>
                    </a:lnTo>
                    <a:lnTo>
                      <a:pt x="3780" y="9310"/>
                    </a:lnTo>
                    <a:lnTo>
                      <a:pt x="4024" y="8775"/>
                    </a:lnTo>
                    <a:lnTo>
                      <a:pt x="4268" y="8241"/>
                    </a:lnTo>
                    <a:lnTo>
                      <a:pt x="4390" y="7751"/>
                    </a:lnTo>
                    <a:lnTo>
                      <a:pt x="4756" y="7261"/>
                    </a:lnTo>
                    <a:lnTo>
                      <a:pt x="4878" y="6815"/>
                    </a:lnTo>
                    <a:lnTo>
                      <a:pt x="5122" y="6325"/>
                    </a:lnTo>
                    <a:lnTo>
                      <a:pt x="5366" y="5880"/>
                    </a:lnTo>
                    <a:lnTo>
                      <a:pt x="5488" y="5434"/>
                    </a:lnTo>
                    <a:lnTo>
                      <a:pt x="5854" y="4989"/>
                    </a:lnTo>
                    <a:lnTo>
                      <a:pt x="5854" y="4588"/>
                    </a:lnTo>
                    <a:lnTo>
                      <a:pt x="6220" y="4143"/>
                    </a:lnTo>
                    <a:lnTo>
                      <a:pt x="6463" y="3786"/>
                    </a:lnTo>
                    <a:lnTo>
                      <a:pt x="6585" y="3430"/>
                    </a:lnTo>
                    <a:lnTo>
                      <a:pt x="6951" y="3029"/>
                    </a:lnTo>
                    <a:lnTo>
                      <a:pt x="7073" y="2717"/>
                    </a:lnTo>
                    <a:lnTo>
                      <a:pt x="7317" y="2450"/>
                    </a:lnTo>
                    <a:lnTo>
                      <a:pt x="7439" y="2094"/>
                    </a:lnTo>
                    <a:lnTo>
                      <a:pt x="7683" y="1826"/>
                    </a:lnTo>
                    <a:lnTo>
                      <a:pt x="7927" y="1604"/>
                    </a:lnTo>
                    <a:lnTo>
                      <a:pt x="8171" y="1292"/>
                    </a:lnTo>
                    <a:lnTo>
                      <a:pt x="8415" y="1069"/>
                    </a:lnTo>
                    <a:lnTo>
                      <a:pt x="8537" y="846"/>
                    </a:lnTo>
                    <a:lnTo>
                      <a:pt x="8780" y="668"/>
                    </a:lnTo>
                    <a:lnTo>
                      <a:pt x="9024" y="490"/>
                    </a:lnTo>
                    <a:lnTo>
                      <a:pt x="9146" y="401"/>
                    </a:lnTo>
                    <a:lnTo>
                      <a:pt x="9512" y="267"/>
                    </a:lnTo>
                    <a:lnTo>
                      <a:pt x="9512" y="134"/>
                    </a:lnTo>
                    <a:lnTo>
                      <a:pt x="9878" y="89"/>
                    </a:lnTo>
                    <a:lnTo>
                      <a:pt x="10000" y="45"/>
                    </a:lnTo>
                    <a:lnTo>
                      <a:pt x="10244" y="0"/>
                    </a:lnTo>
                    <a:lnTo>
                      <a:pt x="10488" y="45"/>
                    </a:lnTo>
                    <a:lnTo>
                      <a:pt x="10732" y="45"/>
                    </a:lnTo>
                    <a:lnTo>
                      <a:pt x="10854" y="89"/>
                    </a:lnTo>
                    <a:lnTo>
                      <a:pt x="11098" y="223"/>
                    </a:lnTo>
                    <a:lnTo>
                      <a:pt x="11341" y="356"/>
                    </a:lnTo>
                    <a:lnTo>
                      <a:pt x="11585" y="535"/>
                    </a:lnTo>
                    <a:lnTo>
                      <a:pt x="11829" y="757"/>
                    </a:lnTo>
                    <a:lnTo>
                      <a:pt x="12073" y="980"/>
                    </a:lnTo>
                    <a:lnTo>
                      <a:pt x="12195" y="1247"/>
                    </a:lnTo>
                    <a:lnTo>
                      <a:pt x="12439" y="1604"/>
                    </a:lnTo>
                    <a:lnTo>
                      <a:pt x="12683" y="1915"/>
                    </a:lnTo>
                    <a:lnTo>
                      <a:pt x="12927" y="2272"/>
                    </a:lnTo>
                    <a:lnTo>
                      <a:pt x="13049" y="2717"/>
                    </a:lnTo>
                    <a:lnTo>
                      <a:pt x="13415" y="3118"/>
                    </a:lnTo>
                    <a:lnTo>
                      <a:pt x="13537" y="3519"/>
                    </a:lnTo>
                    <a:lnTo>
                      <a:pt x="13780" y="3964"/>
                    </a:lnTo>
                    <a:lnTo>
                      <a:pt x="14146" y="4454"/>
                    </a:lnTo>
                    <a:lnTo>
                      <a:pt x="14268" y="4944"/>
                    </a:lnTo>
                    <a:lnTo>
                      <a:pt x="14512" y="5479"/>
                    </a:lnTo>
                    <a:lnTo>
                      <a:pt x="14756" y="5969"/>
                    </a:lnTo>
                    <a:lnTo>
                      <a:pt x="15000" y="6503"/>
                    </a:lnTo>
                    <a:lnTo>
                      <a:pt x="15122" y="7038"/>
                    </a:lnTo>
                    <a:lnTo>
                      <a:pt x="15366" y="7617"/>
                    </a:lnTo>
                    <a:lnTo>
                      <a:pt x="15610" y="8151"/>
                    </a:lnTo>
                    <a:lnTo>
                      <a:pt x="15854" y="8775"/>
                    </a:lnTo>
                    <a:lnTo>
                      <a:pt x="16098" y="9310"/>
                    </a:lnTo>
                    <a:lnTo>
                      <a:pt x="16220" y="9889"/>
                    </a:lnTo>
                    <a:lnTo>
                      <a:pt x="16585" y="10468"/>
                    </a:lnTo>
                    <a:lnTo>
                      <a:pt x="16707" y="11047"/>
                    </a:lnTo>
                    <a:lnTo>
                      <a:pt x="16951" y="11626"/>
                    </a:lnTo>
                    <a:lnTo>
                      <a:pt x="17195" y="12205"/>
                    </a:lnTo>
                    <a:lnTo>
                      <a:pt x="17317" y="12739"/>
                    </a:lnTo>
                    <a:lnTo>
                      <a:pt x="17561" y="13318"/>
                    </a:lnTo>
                    <a:lnTo>
                      <a:pt x="17683" y="13853"/>
                    </a:lnTo>
                    <a:lnTo>
                      <a:pt x="17927" y="14388"/>
                    </a:lnTo>
                    <a:lnTo>
                      <a:pt x="18049" y="14922"/>
                    </a:lnTo>
                    <a:lnTo>
                      <a:pt x="18293" y="15412"/>
                    </a:lnTo>
                    <a:lnTo>
                      <a:pt x="18415" y="15902"/>
                    </a:lnTo>
                    <a:lnTo>
                      <a:pt x="18659" y="16437"/>
                    </a:lnTo>
                    <a:lnTo>
                      <a:pt x="18780" y="16882"/>
                    </a:lnTo>
                    <a:lnTo>
                      <a:pt x="19024" y="17283"/>
                    </a:lnTo>
                    <a:lnTo>
                      <a:pt x="19146" y="17728"/>
                    </a:lnTo>
                    <a:lnTo>
                      <a:pt x="19268" y="18174"/>
                    </a:lnTo>
                    <a:lnTo>
                      <a:pt x="19390" y="18530"/>
                    </a:lnTo>
                    <a:lnTo>
                      <a:pt x="19512" y="18886"/>
                    </a:lnTo>
                    <a:lnTo>
                      <a:pt x="19634" y="19198"/>
                    </a:lnTo>
                    <a:lnTo>
                      <a:pt x="19756" y="19510"/>
                    </a:lnTo>
                    <a:lnTo>
                      <a:pt x="19878" y="19733"/>
                    </a:lnTo>
                    <a:lnTo>
                      <a:pt x="19878" y="19955"/>
                    </a:lnTo>
                  </a:path>
                </a:pathLst>
              </a:custGeom>
              <a:noFill/>
              <a:ln w="28575">
                <a:solidFill>
                  <a:srgbClr val="FF66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373" name="Freeform 240">
                <a:extLst>
                  <a:ext uri="{FF2B5EF4-FFF2-40B4-BE49-F238E27FC236}">
                    <a16:creationId xmlns:a16="http://schemas.microsoft.com/office/drawing/2014/main" id="{2BA65117-FF47-43EB-B57D-6C3165A76116}"/>
                  </a:ext>
                </a:extLst>
              </p:cNvPr>
              <p:cNvSpPr>
                <a:spLocks/>
              </p:cNvSpPr>
              <p:nvPr/>
            </p:nvSpPr>
            <p:spPr bwMode="auto">
              <a:xfrm>
                <a:off x="3783" y="2205"/>
                <a:ext cx="70" cy="174"/>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0"/>
                    </a:moveTo>
                    <a:lnTo>
                      <a:pt x="229" y="600"/>
                    </a:lnTo>
                    <a:lnTo>
                      <a:pt x="343" y="1293"/>
                    </a:lnTo>
                    <a:lnTo>
                      <a:pt x="571" y="1894"/>
                    </a:lnTo>
                    <a:lnTo>
                      <a:pt x="800" y="2540"/>
                    </a:lnTo>
                    <a:lnTo>
                      <a:pt x="914" y="3141"/>
                    </a:lnTo>
                    <a:lnTo>
                      <a:pt x="1257" y="3741"/>
                    </a:lnTo>
                    <a:lnTo>
                      <a:pt x="1371" y="4342"/>
                    </a:lnTo>
                    <a:lnTo>
                      <a:pt x="1600" y="4942"/>
                    </a:lnTo>
                    <a:lnTo>
                      <a:pt x="1714" y="5543"/>
                    </a:lnTo>
                    <a:lnTo>
                      <a:pt x="2057" y="6189"/>
                    </a:lnTo>
                    <a:lnTo>
                      <a:pt x="2171" y="6744"/>
                    </a:lnTo>
                    <a:lnTo>
                      <a:pt x="2400" y="7298"/>
                    </a:lnTo>
                    <a:lnTo>
                      <a:pt x="2629" y="7898"/>
                    </a:lnTo>
                    <a:lnTo>
                      <a:pt x="2743" y="8453"/>
                    </a:lnTo>
                    <a:lnTo>
                      <a:pt x="2971" y="9007"/>
                    </a:lnTo>
                    <a:lnTo>
                      <a:pt x="3200" y="9607"/>
                    </a:lnTo>
                    <a:lnTo>
                      <a:pt x="3314" y="10162"/>
                    </a:lnTo>
                    <a:lnTo>
                      <a:pt x="3543" y="10670"/>
                    </a:lnTo>
                    <a:lnTo>
                      <a:pt x="3771" y="11224"/>
                    </a:lnTo>
                    <a:lnTo>
                      <a:pt x="4000" y="11732"/>
                    </a:lnTo>
                    <a:lnTo>
                      <a:pt x="4114" y="12194"/>
                    </a:lnTo>
                    <a:lnTo>
                      <a:pt x="4343" y="12702"/>
                    </a:lnTo>
                    <a:lnTo>
                      <a:pt x="4571" y="13210"/>
                    </a:lnTo>
                    <a:lnTo>
                      <a:pt x="4686" y="13672"/>
                    </a:lnTo>
                    <a:lnTo>
                      <a:pt x="5029" y="14134"/>
                    </a:lnTo>
                    <a:lnTo>
                      <a:pt x="5143" y="14550"/>
                    </a:lnTo>
                    <a:lnTo>
                      <a:pt x="5371" y="15058"/>
                    </a:lnTo>
                    <a:lnTo>
                      <a:pt x="5600" y="15427"/>
                    </a:lnTo>
                    <a:lnTo>
                      <a:pt x="5714" y="15843"/>
                    </a:lnTo>
                    <a:lnTo>
                      <a:pt x="6057" y="16212"/>
                    </a:lnTo>
                    <a:lnTo>
                      <a:pt x="6171" y="16628"/>
                    </a:lnTo>
                    <a:lnTo>
                      <a:pt x="6400" y="16952"/>
                    </a:lnTo>
                    <a:lnTo>
                      <a:pt x="6629" y="17321"/>
                    </a:lnTo>
                    <a:lnTo>
                      <a:pt x="6743" y="17598"/>
                    </a:lnTo>
                    <a:lnTo>
                      <a:pt x="6971" y="17921"/>
                    </a:lnTo>
                    <a:lnTo>
                      <a:pt x="7200" y="18152"/>
                    </a:lnTo>
                    <a:lnTo>
                      <a:pt x="7429" y="18476"/>
                    </a:lnTo>
                    <a:lnTo>
                      <a:pt x="7543" y="18707"/>
                    </a:lnTo>
                    <a:lnTo>
                      <a:pt x="7886" y="18938"/>
                    </a:lnTo>
                    <a:lnTo>
                      <a:pt x="8000" y="19169"/>
                    </a:lnTo>
                    <a:lnTo>
                      <a:pt x="8229" y="19353"/>
                    </a:lnTo>
                    <a:lnTo>
                      <a:pt x="8457" y="19492"/>
                    </a:lnTo>
                    <a:lnTo>
                      <a:pt x="8571" y="19630"/>
                    </a:lnTo>
                    <a:lnTo>
                      <a:pt x="8914" y="19723"/>
                    </a:lnTo>
                    <a:lnTo>
                      <a:pt x="9029" y="19861"/>
                    </a:lnTo>
                    <a:lnTo>
                      <a:pt x="9257" y="19908"/>
                    </a:lnTo>
                    <a:lnTo>
                      <a:pt x="9486" y="19954"/>
                    </a:lnTo>
                    <a:lnTo>
                      <a:pt x="9714" y="19954"/>
                    </a:lnTo>
                    <a:lnTo>
                      <a:pt x="9943" y="19954"/>
                    </a:lnTo>
                    <a:lnTo>
                      <a:pt x="10057" y="19908"/>
                    </a:lnTo>
                    <a:lnTo>
                      <a:pt x="10286" y="19861"/>
                    </a:lnTo>
                    <a:lnTo>
                      <a:pt x="10514" y="19723"/>
                    </a:lnTo>
                    <a:lnTo>
                      <a:pt x="10743" y="19538"/>
                    </a:lnTo>
                    <a:lnTo>
                      <a:pt x="10971" y="19353"/>
                    </a:lnTo>
                    <a:lnTo>
                      <a:pt x="11314" y="19122"/>
                    </a:lnTo>
                    <a:lnTo>
                      <a:pt x="11429" y="18845"/>
                    </a:lnTo>
                    <a:lnTo>
                      <a:pt x="11771" y="18522"/>
                    </a:lnTo>
                    <a:lnTo>
                      <a:pt x="12000" y="18245"/>
                    </a:lnTo>
                    <a:lnTo>
                      <a:pt x="12114" y="17921"/>
                    </a:lnTo>
                    <a:lnTo>
                      <a:pt x="12457" y="17506"/>
                    </a:lnTo>
                    <a:lnTo>
                      <a:pt x="12686" y="17136"/>
                    </a:lnTo>
                    <a:lnTo>
                      <a:pt x="12914" y="16721"/>
                    </a:lnTo>
                    <a:lnTo>
                      <a:pt x="13257" y="16259"/>
                    </a:lnTo>
                    <a:lnTo>
                      <a:pt x="13371" y="15797"/>
                    </a:lnTo>
                    <a:lnTo>
                      <a:pt x="13714" y="15381"/>
                    </a:lnTo>
                    <a:lnTo>
                      <a:pt x="13943" y="14873"/>
                    </a:lnTo>
                    <a:lnTo>
                      <a:pt x="14171" y="14365"/>
                    </a:lnTo>
                    <a:lnTo>
                      <a:pt x="14400" y="13811"/>
                    </a:lnTo>
                    <a:lnTo>
                      <a:pt x="14743" y="13303"/>
                    </a:lnTo>
                    <a:lnTo>
                      <a:pt x="14857" y="12794"/>
                    </a:lnTo>
                    <a:lnTo>
                      <a:pt x="15200" y="12194"/>
                    </a:lnTo>
                    <a:lnTo>
                      <a:pt x="15429" y="11640"/>
                    </a:lnTo>
                    <a:lnTo>
                      <a:pt x="15657" y="11085"/>
                    </a:lnTo>
                    <a:lnTo>
                      <a:pt x="15886" y="10531"/>
                    </a:lnTo>
                    <a:lnTo>
                      <a:pt x="16114" y="10023"/>
                    </a:lnTo>
                    <a:lnTo>
                      <a:pt x="16343" y="9469"/>
                    </a:lnTo>
                    <a:lnTo>
                      <a:pt x="16571" y="8961"/>
                    </a:lnTo>
                    <a:lnTo>
                      <a:pt x="16800" y="8406"/>
                    </a:lnTo>
                    <a:lnTo>
                      <a:pt x="17029" y="7806"/>
                    </a:lnTo>
                    <a:lnTo>
                      <a:pt x="17257" y="7298"/>
                    </a:lnTo>
                    <a:lnTo>
                      <a:pt x="17371" y="6744"/>
                    </a:lnTo>
                    <a:lnTo>
                      <a:pt x="17714" y="6236"/>
                    </a:lnTo>
                    <a:lnTo>
                      <a:pt x="17829" y="5727"/>
                    </a:lnTo>
                    <a:lnTo>
                      <a:pt x="18171" y="5219"/>
                    </a:lnTo>
                    <a:lnTo>
                      <a:pt x="18286" y="4758"/>
                    </a:lnTo>
                    <a:lnTo>
                      <a:pt x="18400" y="4249"/>
                    </a:lnTo>
                    <a:lnTo>
                      <a:pt x="18743" y="3880"/>
                    </a:lnTo>
                    <a:lnTo>
                      <a:pt x="18857" y="3372"/>
                    </a:lnTo>
                    <a:lnTo>
                      <a:pt x="19086" y="3002"/>
                    </a:lnTo>
                    <a:lnTo>
                      <a:pt x="19200" y="2587"/>
                    </a:lnTo>
                    <a:lnTo>
                      <a:pt x="19314" y="2263"/>
                    </a:lnTo>
                    <a:lnTo>
                      <a:pt x="19429" y="1894"/>
                    </a:lnTo>
                    <a:lnTo>
                      <a:pt x="19543" y="1617"/>
                    </a:lnTo>
                    <a:lnTo>
                      <a:pt x="19771" y="1339"/>
                    </a:lnTo>
                    <a:lnTo>
                      <a:pt x="19771" y="1062"/>
                    </a:lnTo>
                    <a:lnTo>
                      <a:pt x="19886" y="831"/>
                    </a:lnTo>
                  </a:path>
                </a:pathLst>
              </a:custGeom>
              <a:noFill/>
              <a:ln w="28575">
                <a:solidFill>
                  <a:srgbClr val="FF66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374" name="Freeform 241">
                <a:extLst>
                  <a:ext uri="{FF2B5EF4-FFF2-40B4-BE49-F238E27FC236}">
                    <a16:creationId xmlns:a16="http://schemas.microsoft.com/office/drawing/2014/main" id="{E8BAB9B3-077C-4BAD-B5DD-D93BBA1A87AE}"/>
                  </a:ext>
                </a:extLst>
              </p:cNvPr>
              <p:cNvSpPr>
                <a:spLocks/>
              </p:cNvSpPr>
              <p:nvPr/>
            </p:nvSpPr>
            <p:spPr bwMode="auto">
              <a:xfrm>
                <a:off x="3852" y="2037"/>
                <a:ext cx="66" cy="184"/>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19089"/>
                    </a:moveTo>
                    <a:lnTo>
                      <a:pt x="244" y="18482"/>
                    </a:lnTo>
                    <a:lnTo>
                      <a:pt x="488" y="17874"/>
                    </a:lnTo>
                    <a:lnTo>
                      <a:pt x="732" y="17310"/>
                    </a:lnTo>
                    <a:lnTo>
                      <a:pt x="854" y="16659"/>
                    </a:lnTo>
                    <a:lnTo>
                      <a:pt x="1098" y="16052"/>
                    </a:lnTo>
                    <a:lnTo>
                      <a:pt x="1341" y="15488"/>
                    </a:lnTo>
                    <a:lnTo>
                      <a:pt x="1585" y="14881"/>
                    </a:lnTo>
                    <a:lnTo>
                      <a:pt x="1829" y="14273"/>
                    </a:lnTo>
                    <a:lnTo>
                      <a:pt x="1951" y="13709"/>
                    </a:lnTo>
                    <a:lnTo>
                      <a:pt x="2195" y="13145"/>
                    </a:lnTo>
                    <a:lnTo>
                      <a:pt x="2439" y="12581"/>
                    </a:lnTo>
                    <a:lnTo>
                      <a:pt x="2683" y="12017"/>
                    </a:lnTo>
                    <a:lnTo>
                      <a:pt x="2927" y="11453"/>
                    </a:lnTo>
                    <a:lnTo>
                      <a:pt x="3049" y="10889"/>
                    </a:lnTo>
                    <a:lnTo>
                      <a:pt x="3293" y="10325"/>
                    </a:lnTo>
                    <a:lnTo>
                      <a:pt x="3537" y="9805"/>
                    </a:lnTo>
                    <a:lnTo>
                      <a:pt x="3780" y="9284"/>
                    </a:lnTo>
                    <a:lnTo>
                      <a:pt x="4024" y="8720"/>
                    </a:lnTo>
                    <a:lnTo>
                      <a:pt x="4268" y="8200"/>
                    </a:lnTo>
                    <a:lnTo>
                      <a:pt x="4390" y="7722"/>
                    </a:lnTo>
                    <a:lnTo>
                      <a:pt x="4756" y="7245"/>
                    </a:lnTo>
                    <a:lnTo>
                      <a:pt x="4878" y="6768"/>
                    </a:lnTo>
                    <a:lnTo>
                      <a:pt x="5122" y="6334"/>
                    </a:lnTo>
                    <a:lnTo>
                      <a:pt x="5366" y="5900"/>
                    </a:lnTo>
                    <a:lnTo>
                      <a:pt x="5488" y="5466"/>
                    </a:lnTo>
                    <a:lnTo>
                      <a:pt x="5854" y="4989"/>
                    </a:lnTo>
                    <a:lnTo>
                      <a:pt x="5854" y="4555"/>
                    </a:lnTo>
                    <a:lnTo>
                      <a:pt x="6220" y="4165"/>
                    </a:lnTo>
                    <a:lnTo>
                      <a:pt x="6463" y="3774"/>
                    </a:lnTo>
                    <a:lnTo>
                      <a:pt x="6585" y="3427"/>
                    </a:lnTo>
                    <a:lnTo>
                      <a:pt x="6951" y="3037"/>
                    </a:lnTo>
                    <a:lnTo>
                      <a:pt x="7073" y="2690"/>
                    </a:lnTo>
                    <a:lnTo>
                      <a:pt x="7317" y="2430"/>
                    </a:lnTo>
                    <a:lnTo>
                      <a:pt x="7439" y="2082"/>
                    </a:lnTo>
                    <a:lnTo>
                      <a:pt x="7683" y="1822"/>
                    </a:lnTo>
                    <a:lnTo>
                      <a:pt x="7927" y="1562"/>
                    </a:lnTo>
                    <a:lnTo>
                      <a:pt x="8171" y="1302"/>
                    </a:lnTo>
                    <a:lnTo>
                      <a:pt x="8415" y="1041"/>
                    </a:lnTo>
                    <a:lnTo>
                      <a:pt x="8537" y="868"/>
                    </a:lnTo>
                    <a:lnTo>
                      <a:pt x="8780" y="694"/>
                    </a:lnTo>
                    <a:lnTo>
                      <a:pt x="9024" y="521"/>
                    </a:lnTo>
                    <a:lnTo>
                      <a:pt x="9146" y="390"/>
                    </a:lnTo>
                    <a:lnTo>
                      <a:pt x="9512" y="260"/>
                    </a:lnTo>
                    <a:lnTo>
                      <a:pt x="9512" y="130"/>
                    </a:lnTo>
                    <a:lnTo>
                      <a:pt x="9878" y="87"/>
                    </a:lnTo>
                    <a:lnTo>
                      <a:pt x="10000" y="43"/>
                    </a:lnTo>
                    <a:lnTo>
                      <a:pt x="10244" y="0"/>
                    </a:lnTo>
                    <a:lnTo>
                      <a:pt x="10488" y="43"/>
                    </a:lnTo>
                    <a:lnTo>
                      <a:pt x="10732" y="43"/>
                    </a:lnTo>
                    <a:lnTo>
                      <a:pt x="10854" y="87"/>
                    </a:lnTo>
                    <a:lnTo>
                      <a:pt x="11098" y="217"/>
                    </a:lnTo>
                    <a:lnTo>
                      <a:pt x="11341" y="347"/>
                    </a:lnTo>
                    <a:lnTo>
                      <a:pt x="11585" y="521"/>
                    </a:lnTo>
                    <a:lnTo>
                      <a:pt x="11829" y="738"/>
                    </a:lnTo>
                    <a:lnTo>
                      <a:pt x="12073" y="998"/>
                    </a:lnTo>
                    <a:lnTo>
                      <a:pt x="12195" y="1258"/>
                    </a:lnTo>
                    <a:lnTo>
                      <a:pt x="12439" y="1562"/>
                    </a:lnTo>
                    <a:lnTo>
                      <a:pt x="12683" y="1866"/>
                    </a:lnTo>
                    <a:lnTo>
                      <a:pt x="12927" y="2256"/>
                    </a:lnTo>
                    <a:lnTo>
                      <a:pt x="13049" y="2690"/>
                    </a:lnTo>
                    <a:lnTo>
                      <a:pt x="13415" y="3124"/>
                    </a:lnTo>
                    <a:lnTo>
                      <a:pt x="13537" y="3514"/>
                    </a:lnTo>
                    <a:lnTo>
                      <a:pt x="13780" y="3991"/>
                    </a:lnTo>
                    <a:lnTo>
                      <a:pt x="14146" y="4425"/>
                    </a:lnTo>
                    <a:lnTo>
                      <a:pt x="14268" y="4946"/>
                    </a:lnTo>
                    <a:lnTo>
                      <a:pt x="14512" y="5466"/>
                    </a:lnTo>
                    <a:lnTo>
                      <a:pt x="14756" y="5987"/>
                    </a:lnTo>
                    <a:lnTo>
                      <a:pt x="15000" y="6508"/>
                    </a:lnTo>
                    <a:lnTo>
                      <a:pt x="15122" y="7072"/>
                    </a:lnTo>
                    <a:lnTo>
                      <a:pt x="15366" y="7636"/>
                    </a:lnTo>
                    <a:lnTo>
                      <a:pt x="15610" y="8200"/>
                    </a:lnTo>
                    <a:lnTo>
                      <a:pt x="15854" y="8764"/>
                    </a:lnTo>
                    <a:lnTo>
                      <a:pt x="16098" y="9371"/>
                    </a:lnTo>
                    <a:lnTo>
                      <a:pt x="16220" y="9892"/>
                    </a:lnTo>
                    <a:lnTo>
                      <a:pt x="16585" y="10456"/>
                    </a:lnTo>
                    <a:lnTo>
                      <a:pt x="16707" y="11020"/>
                    </a:lnTo>
                    <a:lnTo>
                      <a:pt x="16951" y="11627"/>
                    </a:lnTo>
                    <a:lnTo>
                      <a:pt x="17195" y="12148"/>
                    </a:lnTo>
                    <a:lnTo>
                      <a:pt x="17317" y="12755"/>
                    </a:lnTo>
                    <a:lnTo>
                      <a:pt x="17561" y="13275"/>
                    </a:lnTo>
                    <a:lnTo>
                      <a:pt x="17683" y="13883"/>
                    </a:lnTo>
                    <a:lnTo>
                      <a:pt x="17927" y="14403"/>
                    </a:lnTo>
                    <a:lnTo>
                      <a:pt x="18049" y="14967"/>
                    </a:lnTo>
                    <a:lnTo>
                      <a:pt x="18293" y="15445"/>
                    </a:lnTo>
                    <a:lnTo>
                      <a:pt x="18415" y="15922"/>
                    </a:lnTo>
                    <a:lnTo>
                      <a:pt x="18659" y="16443"/>
                    </a:lnTo>
                    <a:lnTo>
                      <a:pt x="18780" y="16876"/>
                    </a:lnTo>
                    <a:lnTo>
                      <a:pt x="19024" y="17310"/>
                    </a:lnTo>
                    <a:lnTo>
                      <a:pt x="19146" y="17744"/>
                    </a:lnTo>
                    <a:lnTo>
                      <a:pt x="19268" y="18134"/>
                    </a:lnTo>
                    <a:lnTo>
                      <a:pt x="19390" y="18525"/>
                    </a:lnTo>
                    <a:lnTo>
                      <a:pt x="19512" y="18915"/>
                    </a:lnTo>
                    <a:lnTo>
                      <a:pt x="19634" y="19176"/>
                    </a:lnTo>
                    <a:lnTo>
                      <a:pt x="19756" y="19479"/>
                    </a:lnTo>
                    <a:lnTo>
                      <a:pt x="19878" y="19740"/>
                    </a:lnTo>
                    <a:lnTo>
                      <a:pt x="19878" y="19957"/>
                    </a:lnTo>
                  </a:path>
                </a:pathLst>
              </a:custGeom>
              <a:noFill/>
              <a:ln w="28575">
                <a:solidFill>
                  <a:srgbClr val="FF66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375" name="Freeform 242">
                <a:extLst>
                  <a:ext uri="{FF2B5EF4-FFF2-40B4-BE49-F238E27FC236}">
                    <a16:creationId xmlns:a16="http://schemas.microsoft.com/office/drawing/2014/main" id="{45447A7B-D926-4969-B541-9FEEBB7DA82B}"/>
                  </a:ext>
                </a:extLst>
              </p:cNvPr>
              <p:cNvSpPr>
                <a:spLocks/>
              </p:cNvSpPr>
              <p:nvPr/>
            </p:nvSpPr>
            <p:spPr bwMode="auto">
              <a:xfrm>
                <a:off x="3918" y="2208"/>
                <a:ext cx="70" cy="178"/>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0"/>
                    </a:moveTo>
                    <a:lnTo>
                      <a:pt x="229" y="629"/>
                    </a:lnTo>
                    <a:lnTo>
                      <a:pt x="343" y="1258"/>
                    </a:lnTo>
                    <a:lnTo>
                      <a:pt x="571" y="1888"/>
                    </a:lnTo>
                    <a:lnTo>
                      <a:pt x="800" y="2517"/>
                    </a:lnTo>
                    <a:lnTo>
                      <a:pt x="914" y="3101"/>
                    </a:lnTo>
                    <a:lnTo>
                      <a:pt x="1257" y="3730"/>
                    </a:lnTo>
                    <a:lnTo>
                      <a:pt x="1371" y="4315"/>
                    </a:lnTo>
                    <a:lnTo>
                      <a:pt x="1600" y="4944"/>
                    </a:lnTo>
                    <a:lnTo>
                      <a:pt x="1714" y="5573"/>
                    </a:lnTo>
                    <a:lnTo>
                      <a:pt x="2057" y="6112"/>
                    </a:lnTo>
                    <a:lnTo>
                      <a:pt x="2171" y="6742"/>
                    </a:lnTo>
                    <a:lnTo>
                      <a:pt x="2400" y="7326"/>
                    </a:lnTo>
                    <a:lnTo>
                      <a:pt x="2629" y="7910"/>
                    </a:lnTo>
                    <a:lnTo>
                      <a:pt x="2743" y="8494"/>
                    </a:lnTo>
                    <a:lnTo>
                      <a:pt x="2971" y="8989"/>
                    </a:lnTo>
                    <a:lnTo>
                      <a:pt x="3200" y="9618"/>
                    </a:lnTo>
                    <a:lnTo>
                      <a:pt x="3314" y="10157"/>
                    </a:lnTo>
                    <a:lnTo>
                      <a:pt x="3543" y="10652"/>
                    </a:lnTo>
                    <a:lnTo>
                      <a:pt x="3771" y="11191"/>
                    </a:lnTo>
                    <a:lnTo>
                      <a:pt x="4000" y="11685"/>
                    </a:lnTo>
                    <a:lnTo>
                      <a:pt x="4114" y="12180"/>
                    </a:lnTo>
                    <a:lnTo>
                      <a:pt x="4343" y="12719"/>
                    </a:lnTo>
                    <a:lnTo>
                      <a:pt x="4571" y="13213"/>
                    </a:lnTo>
                    <a:lnTo>
                      <a:pt x="4686" y="13708"/>
                    </a:lnTo>
                    <a:lnTo>
                      <a:pt x="5029" y="14112"/>
                    </a:lnTo>
                    <a:lnTo>
                      <a:pt x="5143" y="14562"/>
                    </a:lnTo>
                    <a:lnTo>
                      <a:pt x="5371" y="15011"/>
                    </a:lnTo>
                    <a:lnTo>
                      <a:pt x="5600" y="15461"/>
                    </a:lnTo>
                    <a:lnTo>
                      <a:pt x="5714" y="15865"/>
                    </a:lnTo>
                    <a:lnTo>
                      <a:pt x="6057" y="16225"/>
                    </a:lnTo>
                    <a:lnTo>
                      <a:pt x="6171" y="16584"/>
                    </a:lnTo>
                    <a:lnTo>
                      <a:pt x="6400" y="16944"/>
                    </a:lnTo>
                    <a:lnTo>
                      <a:pt x="6629" y="17258"/>
                    </a:lnTo>
                    <a:lnTo>
                      <a:pt x="6743" y="17618"/>
                    </a:lnTo>
                    <a:lnTo>
                      <a:pt x="6971" y="17888"/>
                    </a:lnTo>
                    <a:lnTo>
                      <a:pt x="7200" y="18157"/>
                    </a:lnTo>
                    <a:lnTo>
                      <a:pt x="7429" y="18472"/>
                    </a:lnTo>
                    <a:lnTo>
                      <a:pt x="7543" y="18742"/>
                    </a:lnTo>
                    <a:lnTo>
                      <a:pt x="7886" y="18966"/>
                    </a:lnTo>
                    <a:lnTo>
                      <a:pt x="8000" y="19146"/>
                    </a:lnTo>
                    <a:lnTo>
                      <a:pt x="8229" y="19326"/>
                    </a:lnTo>
                    <a:lnTo>
                      <a:pt x="8457" y="19461"/>
                    </a:lnTo>
                    <a:lnTo>
                      <a:pt x="8571" y="19640"/>
                    </a:lnTo>
                    <a:lnTo>
                      <a:pt x="8914" y="19730"/>
                    </a:lnTo>
                    <a:lnTo>
                      <a:pt x="9029" y="19865"/>
                    </a:lnTo>
                    <a:lnTo>
                      <a:pt x="9257" y="19910"/>
                    </a:lnTo>
                    <a:lnTo>
                      <a:pt x="9486" y="19955"/>
                    </a:lnTo>
                    <a:lnTo>
                      <a:pt x="9714" y="19955"/>
                    </a:lnTo>
                    <a:lnTo>
                      <a:pt x="9943" y="19955"/>
                    </a:lnTo>
                    <a:lnTo>
                      <a:pt x="10057" y="19910"/>
                    </a:lnTo>
                    <a:lnTo>
                      <a:pt x="10286" y="19865"/>
                    </a:lnTo>
                    <a:lnTo>
                      <a:pt x="10514" y="19730"/>
                    </a:lnTo>
                    <a:lnTo>
                      <a:pt x="10743" y="19551"/>
                    </a:lnTo>
                    <a:lnTo>
                      <a:pt x="10971" y="19326"/>
                    </a:lnTo>
                    <a:lnTo>
                      <a:pt x="11314" y="19101"/>
                    </a:lnTo>
                    <a:lnTo>
                      <a:pt x="11429" y="18876"/>
                    </a:lnTo>
                    <a:lnTo>
                      <a:pt x="11771" y="18562"/>
                    </a:lnTo>
                    <a:lnTo>
                      <a:pt x="12000" y="18247"/>
                    </a:lnTo>
                    <a:lnTo>
                      <a:pt x="12114" y="17888"/>
                    </a:lnTo>
                    <a:lnTo>
                      <a:pt x="12457" y="17483"/>
                    </a:lnTo>
                    <a:lnTo>
                      <a:pt x="12686" y="17169"/>
                    </a:lnTo>
                    <a:lnTo>
                      <a:pt x="12914" y="16719"/>
                    </a:lnTo>
                    <a:lnTo>
                      <a:pt x="13257" y="16270"/>
                    </a:lnTo>
                    <a:lnTo>
                      <a:pt x="13371" y="15820"/>
                    </a:lnTo>
                    <a:lnTo>
                      <a:pt x="13714" y="15371"/>
                    </a:lnTo>
                    <a:lnTo>
                      <a:pt x="13943" y="14876"/>
                    </a:lnTo>
                    <a:lnTo>
                      <a:pt x="14171" y="14337"/>
                    </a:lnTo>
                    <a:lnTo>
                      <a:pt x="14400" y="13843"/>
                    </a:lnTo>
                    <a:lnTo>
                      <a:pt x="14743" y="13303"/>
                    </a:lnTo>
                    <a:lnTo>
                      <a:pt x="14857" y="12809"/>
                    </a:lnTo>
                    <a:lnTo>
                      <a:pt x="15200" y="12180"/>
                    </a:lnTo>
                    <a:lnTo>
                      <a:pt x="15429" y="11685"/>
                    </a:lnTo>
                    <a:lnTo>
                      <a:pt x="15657" y="11101"/>
                    </a:lnTo>
                    <a:lnTo>
                      <a:pt x="15886" y="10562"/>
                    </a:lnTo>
                    <a:lnTo>
                      <a:pt x="16114" y="10022"/>
                    </a:lnTo>
                    <a:lnTo>
                      <a:pt x="16343" y="9483"/>
                    </a:lnTo>
                    <a:lnTo>
                      <a:pt x="16571" y="8899"/>
                    </a:lnTo>
                    <a:lnTo>
                      <a:pt x="16800" y="8360"/>
                    </a:lnTo>
                    <a:lnTo>
                      <a:pt x="17029" y="7820"/>
                    </a:lnTo>
                    <a:lnTo>
                      <a:pt x="17257" y="7281"/>
                    </a:lnTo>
                    <a:lnTo>
                      <a:pt x="17371" y="6787"/>
                    </a:lnTo>
                    <a:lnTo>
                      <a:pt x="17714" y="6247"/>
                    </a:lnTo>
                    <a:lnTo>
                      <a:pt x="17829" y="5708"/>
                    </a:lnTo>
                    <a:lnTo>
                      <a:pt x="18171" y="5213"/>
                    </a:lnTo>
                    <a:lnTo>
                      <a:pt x="18286" y="4764"/>
                    </a:lnTo>
                    <a:lnTo>
                      <a:pt x="18400" y="4270"/>
                    </a:lnTo>
                    <a:lnTo>
                      <a:pt x="18743" y="3865"/>
                    </a:lnTo>
                    <a:lnTo>
                      <a:pt x="18857" y="3416"/>
                    </a:lnTo>
                    <a:lnTo>
                      <a:pt x="19086" y="3011"/>
                    </a:lnTo>
                    <a:lnTo>
                      <a:pt x="19200" y="2607"/>
                    </a:lnTo>
                    <a:lnTo>
                      <a:pt x="19314" y="2247"/>
                    </a:lnTo>
                    <a:lnTo>
                      <a:pt x="19429" y="1933"/>
                    </a:lnTo>
                    <a:lnTo>
                      <a:pt x="19543" y="1618"/>
                    </a:lnTo>
                    <a:lnTo>
                      <a:pt x="19771" y="1348"/>
                    </a:lnTo>
                    <a:lnTo>
                      <a:pt x="19771" y="1034"/>
                    </a:lnTo>
                    <a:lnTo>
                      <a:pt x="19886" y="854"/>
                    </a:lnTo>
                  </a:path>
                </a:pathLst>
              </a:custGeom>
              <a:noFill/>
              <a:ln w="28575">
                <a:solidFill>
                  <a:srgbClr val="FF66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376" name="Freeform 243">
                <a:extLst>
                  <a:ext uri="{FF2B5EF4-FFF2-40B4-BE49-F238E27FC236}">
                    <a16:creationId xmlns:a16="http://schemas.microsoft.com/office/drawing/2014/main" id="{6F166550-6E5B-4F9C-B631-F364DD2E2163}"/>
                  </a:ext>
                </a:extLst>
              </p:cNvPr>
              <p:cNvSpPr>
                <a:spLocks/>
              </p:cNvSpPr>
              <p:nvPr/>
            </p:nvSpPr>
            <p:spPr bwMode="auto">
              <a:xfrm>
                <a:off x="3990" y="2040"/>
                <a:ext cx="65" cy="180"/>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19065"/>
                    </a:moveTo>
                    <a:lnTo>
                      <a:pt x="244" y="18486"/>
                    </a:lnTo>
                    <a:lnTo>
                      <a:pt x="488" y="17906"/>
                    </a:lnTo>
                    <a:lnTo>
                      <a:pt x="732" y="17283"/>
                    </a:lnTo>
                    <a:lnTo>
                      <a:pt x="854" y="16704"/>
                    </a:lnTo>
                    <a:lnTo>
                      <a:pt x="1098" y="16080"/>
                    </a:lnTo>
                    <a:lnTo>
                      <a:pt x="1341" y="15501"/>
                    </a:lnTo>
                    <a:lnTo>
                      <a:pt x="1585" y="14878"/>
                    </a:lnTo>
                    <a:lnTo>
                      <a:pt x="1829" y="14298"/>
                    </a:lnTo>
                    <a:lnTo>
                      <a:pt x="1951" y="13719"/>
                    </a:lnTo>
                    <a:lnTo>
                      <a:pt x="2195" y="13140"/>
                    </a:lnTo>
                    <a:lnTo>
                      <a:pt x="2439" y="12606"/>
                    </a:lnTo>
                    <a:lnTo>
                      <a:pt x="2683" y="12027"/>
                    </a:lnTo>
                    <a:lnTo>
                      <a:pt x="2927" y="11448"/>
                    </a:lnTo>
                    <a:lnTo>
                      <a:pt x="3049" y="10869"/>
                    </a:lnTo>
                    <a:lnTo>
                      <a:pt x="3293" y="10334"/>
                    </a:lnTo>
                    <a:lnTo>
                      <a:pt x="3537" y="9844"/>
                    </a:lnTo>
                    <a:lnTo>
                      <a:pt x="3780" y="9310"/>
                    </a:lnTo>
                    <a:lnTo>
                      <a:pt x="4024" y="8775"/>
                    </a:lnTo>
                    <a:lnTo>
                      <a:pt x="4268" y="8241"/>
                    </a:lnTo>
                    <a:lnTo>
                      <a:pt x="4390" y="7751"/>
                    </a:lnTo>
                    <a:lnTo>
                      <a:pt x="4756" y="7261"/>
                    </a:lnTo>
                    <a:lnTo>
                      <a:pt x="4878" y="6815"/>
                    </a:lnTo>
                    <a:lnTo>
                      <a:pt x="5122" y="6325"/>
                    </a:lnTo>
                    <a:lnTo>
                      <a:pt x="5366" y="5880"/>
                    </a:lnTo>
                    <a:lnTo>
                      <a:pt x="5488" y="5434"/>
                    </a:lnTo>
                    <a:lnTo>
                      <a:pt x="5854" y="4989"/>
                    </a:lnTo>
                    <a:lnTo>
                      <a:pt x="5854" y="4588"/>
                    </a:lnTo>
                    <a:lnTo>
                      <a:pt x="6220" y="4143"/>
                    </a:lnTo>
                    <a:lnTo>
                      <a:pt x="6463" y="3786"/>
                    </a:lnTo>
                    <a:lnTo>
                      <a:pt x="6585" y="3430"/>
                    </a:lnTo>
                    <a:lnTo>
                      <a:pt x="6951" y="3029"/>
                    </a:lnTo>
                    <a:lnTo>
                      <a:pt x="7073" y="2717"/>
                    </a:lnTo>
                    <a:lnTo>
                      <a:pt x="7317" y="2450"/>
                    </a:lnTo>
                    <a:lnTo>
                      <a:pt x="7439" y="2094"/>
                    </a:lnTo>
                    <a:lnTo>
                      <a:pt x="7683" y="1826"/>
                    </a:lnTo>
                    <a:lnTo>
                      <a:pt x="7927" y="1604"/>
                    </a:lnTo>
                    <a:lnTo>
                      <a:pt x="8171" y="1292"/>
                    </a:lnTo>
                    <a:lnTo>
                      <a:pt x="8415" y="1069"/>
                    </a:lnTo>
                    <a:lnTo>
                      <a:pt x="8537" y="846"/>
                    </a:lnTo>
                    <a:lnTo>
                      <a:pt x="8780" y="668"/>
                    </a:lnTo>
                    <a:lnTo>
                      <a:pt x="9024" y="490"/>
                    </a:lnTo>
                    <a:lnTo>
                      <a:pt x="9146" y="401"/>
                    </a:lnTo>
                    <a:lnTo>
                      <a:pt x="9512" y="267"/>
                    </a:lnTo>
                    <a:lnTo>
                      <a:pt x="9512" y="134"/>
                    </a:lnTo>
                    <a:lnTo>
                      <a:pt x="9878" y="89"/>
                    </a:lnTo>
                    <a:lnTo>
                      <a:pt x="10000" y="45"/>
                    </a:lnTo>
                    <a:lnTo>
                      <a:pt x="10244" y="0"/>
                    </a:lnTo>
                    <a:lnTo>
                      <a:pt x="10488" y="45"/>
                    </a:lnTo>
                    <a:lnTo>
                      <a:pt x="10732" y="45"/>
                    </a:lnTo>
                    <a:lnTo>
                      <a:pt x="10854" y="89"/>
                    </a:lnTo>
                    <a:lnTo>
                      <a:pt x="11098" y="223"/>
                    </a:lnTo>
                    <a:lnTo>
                      <a:pt x="11341" y="356"/>
                    </a:lnTo>
                    <a:lnTo>
                      <a:pt x="11585" y="535"/>
                    </a:lnTo>
                    <a:lnTo>
                      <a:pt x="11829" y="757"/>
                    </a:lnTo>
                    <a:lnTo>
                      <a:pt x="12073" y="980"/>
                    </a:lnTo>
                    <a:lnTo>
                      <a:pt x="12195" y="1247"/>
                    </a:lnTo>
                    <a:lnTo>
                      <a:pt x="12439" y="1604"/>
                    </a:lnTo>
                    <a:lnTo>
                      <a:pt x="12683" y="1915"/>
                    </a:lnTo>
                    <a:lnTo>
                      <a:pt x="12927" y="2272"/>
                    </a:lnTo>
                    <a:lnTo>
                      <a:pt x="13049" y="2717"/>
                    </a:lnTo>
                    <a:lnTo>
                      <a:pt x="13415" y="3118"/>
                    </a:lnTo>
                    <a:lnTo>
                      <a:pt x="13537" y="3519"/>
                    </a:lnTo>
                    <a:lnTo>
                      <a:pt x="13780" y="3964"/>
                    </a:lnTo>
                    <a:lnTo>
                      <a:pt x="14146" y="4454"/>
                    </a:lnTo>
                    <a:lnTo>
                      <a:pt x="14268" y="4944"/>
                    </a:lnTo>
                    <a:lnTo>
                      <a:pt x="14512" y="5479"/>
                    </a:lnTo>
                    <a:lnTo>
                      <a:pt x="14756" y="5969"/>
                    </a:lnTo>
                    <a:lnTo>
                      <a:pt x="15000" y="6503"/>
                    </a:lnTo>
                    <a:lnTo>
                      <a:pt x="15122" y="7038"/>
                    </a:lnTo>
                    <a:lnTo>
                      <a:pt x="15366" y="7617"/>
                    </a:lnTo>
                    <a:lnTo>
                      <a:pt x="15610" y="8151"/>
                    </a:lnTo>
                    <a:lnTo>
                      <a:pt x="15854" y="8775"/>
                    </a:lnTo>
                    <a:lnTo>
                      <a:pt x="16098" y="9310"/>
                    </a:lnTo>
                    <a:lnTo>
                      <a:pt x="16220" y="9889"/>
                    </a:lnTo>
                    <a:lnTo>
                      <a:pt x="16585" y="10468"/>
                    </a:lnTo>
                    <a:lnTo>
                      <a:pt x="16707" y="11047"/>
                    </a:lnTo>
                    <a:lnTo>
                      <a:pt x="16951" y="11626"/>
                    </a:lnTo>
                    <a:lnTo>
                      <a:pt x="17195" y="12205"/>
                    </a:lnTo>
                    <a:lnTo>
                      <a:pt x="17317" y="12739"/>
                    </a:lnTo>
                    <a:lnTo>
                      <a:pt x="17561" y="13318"/>
                    </a:lnTo>
                    <a:lnTo>
                      <a:pt x="17683" y="13853"/>
                    </a:lnTo>
                    <a:lnTo>
                      <a:pt x="17927" y="14388"/>
                    </a:lnTo>
                    <a:lnTo>
                      <a:pt x="18049" y="14922"/>
                    </a:lnTo>
                    <a:lnTo>
                      <a:pt x="18293" y="15412"/>
                    </a:lnTo>
                    <a:lnTo>
                      <a:pt x="18415" y="15902"/>
                    </a:lnTo>
                    <a:lnTo>
                      <a:pt x="18659" y="16437"/>
                    </a:lnTo>
                    <a:lnTo>
                      <a:pt x="18780" y="16882"/>
                    </a:lnTo>
                    <a:lnTo>
                      <a:pt x="19024" y="17283"/>
                    </a:lnTo>
                    <a:lnTo>
                      <a:pt x="19146" y="17728"/>
                    </a:lnTo>
                    <a:lnTo>
                      <a:pt x="19268" y="18174"/>
                    </a:lnTo>
                    <a:lnTo>
                      <a:pt x="19390" y="18530"/>
                    </a:lnTo>
                    <a:lnTo>
                      <a:pt x="19512" y="18886"/>
                    </a:lnTo>
                    <a:lnTo>
                      <a:pt x="19634" y="19198"/>
                    </a:lnTo>
                    <a:lnTo>
                      <a:pt x="19756" y="19510"/>
                    </a:lnTo>
                    <a:lnTo>
                      <a:pt x="19878" y="19733"/>
                    </a:lnTo>
                    <a:lnTo>
                      <a:pt x="19878" y="19955"/>
                    </a:lnTo>
                  </a:path>
                </a:pathLst>
              </a:custGeom>
              <a:noFill/>
              <a:ln w="28575">
                <a:solidFill>
                  <a:srgbClr val="FF66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377" name="Freeform 244">
                <a:extLst>
                  <a:ext uri="{FF2B5EF4-FFF2-40B4-BE49-F238E27FC236}">
                    <a16:creationId xmlns:a16="http://schemas.microsoft.com/office/drawing/2014/main" id="{71F88385-7150-4C31-8A24-F4969516B593}"/>
                  </a:ext>
                </a:extLst>
              </p:cNvPr>
              <p:cNvSpPr>
                <a:spLocks/>
              </p:cNvSpPr>
              <p:nvPr/>
            </p:nvSpPr>
            <p:spPr bwMode="auto">
              <a:xfrm>
                <a:off x="4055" y="2213"/>
                <a:ext cx="70" cy="173"/>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0"/>
                    </a:moveTo>
                    <a:lnTo>
                      <a:pt x="229" y="600"/>
                    </a:lnTo>
                    <a:lnTo>
                      <a:pt x="343" y="1293"/>
                    </a:lnTo>
                    <a:lnTo>
                      <a:pt x="571" y="1894"/>
                    </a:lnTo>
                    <a:lnTo>
                      <a:pt x="800" y="2540"/>
                    </a:lnTo>
                    <a:lnTo>
                      <a:pt x="914" y="3141"/>
                    </a:lnTo>
                    <a:lnTo>
                      <a:pt x="1257" y="3741"/>
                    </a:lnTo>
                    <a:lnTo>
                      <a:pt x="1371" y="4342"/>
                    </a:lnTo>
                    <a:lnTo>
                      <a:pt x="1600" y="4942"/>
                    </a:lnTo>
                    <a:lnTo>
                      <a:pt x="1714" y="5543"/>
                    </a:lnTo>
                    <a:lnTo>
                      <a:pt x="2057" y="6189"/>
                    </a:lnTo>
                    <a:lnTo>
                      <a:pt x="2171" y="6744"/>
                    </a:lnTo>
                    <a:lnTo>
                      <a:pt x="2400" y="7298"/>
                    </a:lnTo>
                    <a:lnTo>
                      <a:pt x="2629" y="7898"/>
                    </a:lnTo>
                    <a:lnTo>
                      <a:pt x="2743" y="8453"/>
                    </a:lnTo>
                    <a:lnTo>
                      <a:pt x="2971" y="9007"/>
                    </a:lnTo>
                    <a:lnTo>
                      <a:pt x="3200" y="9607"/>
                    </a:lnTo>
                    <a:lnTo>
                      <a:pt x="3314" y="10162"/>
                    </a:lnTo>
                    <a:lnTo>
                      <a:pt x="3543" y="10670"/>
                    </a:lnTo>
                    <a:lnTo>
                      <a:pt x="3771" y="11224"/>
                    </a:lnTo>
                    <a:lnTo>
                      <a:pt x="4000" y="11732"/>
                    </a:lnTo>
                    <a:lnTo>
                      <a:pt x="4114" y="12194"/>
                    </a:lnTo>
                    <a:lnTo>
                      <a:pt x="4343" y="12702"/>
                    </a:lnTo>
                    <a:lnTo>
                      <a:pt x="4571" y="13210"/>
                    </a:lnTo>
                    <a:lnTo>
                      <a:pt x="4686" y="13672"/>
                    </a:lnTo>
                    <a:lnTo>
                      <a:pt x="5029" y="14134"/>
                    </a:lnTo>
                    <a:lnTo>
                      <a:pt x="5143" y="14550"/>
                    </a:lnTo>
                    <a:lnTo>
                      <a:pt x="5371" y="15058"/>
                    </a:lnTo>
                    <a:lnTo>
                      <a:pt x="5600" y="15427"/>
                    </a:lnTo>
                    <a:lnTo>
                      <a:pt x="5714" y="15843"/>
                    </a:lnTo>
                    <a:lnTo>
                      <a:pt x="6057" y="16212"/>
                    </a:lnTo>
                    <a:lnTo>
                      <a:pt x="6171" y="16628"/>
                    </a:lnTo>
                    <a:lnTo>
                      <a:pt x="6400" y="16952"/>
                    </a:lnTo>
                    <a:lnTo>
                      <a:pt x="6629" y="17321"/>
                    </a:lnTo>
                    <a:lnTo>
                      <a:pt x="6743" y="17598"/>
                    </a:lnTo>
                    <a:lnTo>
                      <a:pt x="6971" y="17921"/>
                    </a:lnTo>
                    <a:lnTo>
                      <a:pt x="7200" y="18152"/>
                    </a:lnTo>
                    <a:lnTo>
                      <a:pt x="7429" y="18476"/>
                    </a:lnTo>
                    <a:lnTo>
                      <a:pt x="7543" y="18707"/>
                    </a:lnTo>
                    <a:lnTo>
                      <a:pt x="7886" y="18938"/>
                    </a:lnTo>
                    <a:lnTo>
                      <a:pt x="8000" y="19169"/>
                    </a:lnTo>
                    <a:lnTo>
                      <a:pt x="8229" y="19353"/>
                    </a:lnTo>
                    <a:lnTo>
                      <a:pt x="8457" y="19492"/>
                    </a:lnTo>
                    <a:lnTo>
                      <a:pt x="8571" y="19630"/>
                    </a:lnTo>
                    <a:lnTo>
                      <a:pt x="8914" y="19723"/>
                    </a:lnTo>
                    <a:lnTo>
                      <a:pt x="9029" y="19861"/>
                    </a:lnTo>
                    <a:lnTo>
                      <a:pt x="9257" y="19908"/>
                    </a:lnTo>
                    <a:lnTo>
                      <a:pt x="9486" y="19954"/>
                    </a:lnTo>
                    <a:lnTo>
                      <a:pt x="9714" y="19954"/>
                    </a:lnTo>
                    <a:lnTo>
                      <a:pt x="9943" y="19954"/>
                    </a:lnTo>
                    <a:lnTo>
                      <a:pt x="10057" y="19908"/>
                    </a:lnTo>
                    <a:lnTo>
                      <a:pt x="10286" y="19861"/>
                    </a:lnTo>
                    <a:lnTo>
                      <a:pt x="10514" y="19723"/>
                    </a:lnTo>
                    <a:lnTo>
                      <a:pt x="10743" y="19538"/>
                    </a:lnTo>
                    <a:lnTo>
                      <a:pt x="10971" y="19353"/>
                    </a:lnTo>
                    <a:lnTo>
                      <a:pt x="11314" y="19122"/>
                    </a:lnTo>
                    <a:lnTo>
                      <a:pt x="11429" y="18845"/>
                    </a:lnTo>
                    <a:lnTo>
                      <a:pt x="11771" y="18522"/>
                    </a:lnTo>
                    <a:lnTo>
                      <a:pt x="12000" y="18245"/>
                    </a:lnTo>
                    <a:lnTo>
                      <a:pt x="12114" y="17921"/>
                    </a:lnTo>
                    <a:lnTo>
                      <a:pt x="12457" y="17506"/>
                    </a:lnTo>
                    <a:lnTo>
                      <a:pt x="12686" y="17136"/>
                    </a:lnTo>
                    <a:lnTo>
                      <a:pt x="12914" y="16721"/>
                    </a:lnTo>
                    <a:lnTo>
                      <a:pt x="13257" y="16259"/>
                    </a:lnTo>
                    <a:lnTo>
                      <a:pt x="13371" y="15797"/>
                    </a:lnTo>
                    <a:lnTo>
                      <a:pt x="13714" y="15381"/>
                    </a:lnTo>
                    <a:lnTo>
                      <a:pt x="13943" y="14873"/>
                    </a:lnTo>
                    <a:lnTo>
                      <a:pt x="14171" y="14365"/>
                    </a:lnTo>
                    <a:lnTo>
                      <a:pt x="14400" y="13811"/>
                    </a:lnTo>
                    <a:lnTo>
                      <a:pt x="14743" y="13303"/>
                    </a:lnTo>
                    <a:lnTo>
                      <a:pt x="14857" y="12794"/>
                    </a:lnTo>
                    <a:lnTo>
                      <a:pt x="15200" y="12194"/>
                    </a:lnTo>
                    <a:lnTo>
                      <a:pt x="15429" y="11640"/>
                    </a:lnTo>
                    <a:lnTo>
                      <a:pt x="15657" y="11085"/>
                    </a:lnTo>
                    <a:lnTo>
                      <a:pt x="15886" y="10531"/>
                    </a:lnTo>
                    <a:lnTo>
                      <a:pt x="16114" y="10023"/>
                    </a:lnTo>
                    <a:lnTo>
                      <a:pt x="16343" y="9469"/>
                    </a:lnTo>
                    <a:lnTo>
                      <a:pt x="16571" y="8961"/>
                    </a:lnTo>
                    <a:lnTo>
                      <a:pt x="16800" y="8406"/>
                    </a:lnTo>
                    <a:lnTo>
                      <a:pt x="17029" y="7806"/>
                    </a:lnTo>
                    <a:lnTo>
                      <a:pt x="17257" y="7298"/>
                    </a:lnTo>
                    <a:lnTo>
                      <a:pt x="17371" y="6744"/>
                    </a:lnTo>
                    <a:lnTo>
                      <a:pt x="17714" y="6236"/>
                    </a:lnTo>
                    <a:lnTo>
                      <a:pt x="17829" y="5727"/>
                    </a:lnTo>
                    <a:lnTo>
                      <a:pt x="18171" y="5219"/>
                    </a:lnTo>
                    <a:lnTo>
                      <a:pt x="18286" y="4758"/>
                    </a:lnTo>
                    <a:lnTo>
                      <a:pt x="18400" y="4249"/>
                    </a:lnTo>
                    <a:lnTo>
                      <a:pt x="18743" y="3880"/>
                    </a:lnTo>
                    <a:lnTo>
                      <a:pt x="18857" y="3372"/>
                    </a:lnTo>
                    <a:lnTo>
                      <a:pt x="19086" y="3002"/>
                    </a:lnTo>
                    <a:lnTo>
                      <a:pt x="19200" y="2587"/>
                    </a:lnTo>
                    <a:lnTo>
                      <a:pt x="19314" y="2263"/>
                    </a:lnTo>
                    <a:lnTo>
                      <a:pt x="19429" y="1894"/>
                    </a:lnTo>
                    <a:lnTo>
                      <a:pt x="19543" y="1617"/>
                    </a:lnTo>
                    <a:lnTo>
                      <a:pt x="19771" y="1339"/>
                    </a:lnTo>
                    <a:lnTo>
                      <a:pt x="19771" y="1062"/>
                    </a:lnTo>
                    <a:lnTo>
                      <a:pt x="19886" y="831"/>
                    </a:lnTo>
                  </a:path>
                </a:pathLst>
              </a:custGeom>
              <a:noFill/>
              <a:ln w="28575">
                <a:solidFill>
                  <a:srgbClr val="FF66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4353" name="Line 245">
              <a:extLst>
                <a:ext uri="{FF2B5EF4-FFF2-40B4-BE49-F238E27FC236}">
                  <a16:creationId xmlns:a16="http://schemas.microsoft.com/office/drawing/2014/main" id="{960FFEC8-7130-430D-B477-685FF0B16329}"/>
                </a:ext>
              </a:extLst>
            </p:cNvPr>
            <p:cNvSpPr>
              <a:spLocks noChangeShapeType="1"/>
            </p:cNvSpPr>
            <p:nvPr/>
          </p:nvSpPr>
          <p:spPr bwMode="auto">
            <a:xfrm>
              <a:off x="6929454" y="3357562"/>
              <a:ext cx="914400" cy="0"/>
            </a:xfrm>
            <a:prstGeom prst="line">
              <a:avLst/>
            </a:prstGeom>
            <a:noFill/>
            <a:ln w="19050">
              <a:solidFill>
                <a:srgbClr val="FFFF00"/>
              </a:solidFill>
              <a:round/>
              <a:headEnd type="none" w="med" len="sm"/>
              <a:tailEnd type="triangle" w="med" len="sm"/>
            </a:ln>
            <a:extLst>
              <a:ext uri="{909E8E84-426E-40DD-AFC4-6F175D3DCCD1}">
                <a14:hiddenFill xmlns:a14="http://schemas.microsoft.com/office/drawing/2010/main">
                  <a:noFill/>
                </a14:hiddenFill>
              </a:ext>
            </a:extLst>
          </p:spPr>
          <p:txBody>
            <a:bodyPr/>
            <a:lstStyle/>
            <a:p>
              <a:endParaRPr lang="zh-CN" altLang="en-US"/>
            </a:p>
          </p:txBody>
        </p:sp>
        <p:grpSp>
          <p:nvGrpSpPr>
            <p:cNvPr id="14354" name="Group 247">
              <a:extLst>
                <a:ext uri="{FF2B5EF4-FFF2-40B4-BE49-F238E27FC236}">
                  <a16:creationId xmlns:a16="http://schemas.microsoft.com/office/drawing/2014/main" id="{7A095668-96B1-4FE5-B135-16B0C192A162}"/>
                </a:ext>
              </a:extLst>
            </p:cNvPr>
            <p:cNvGrpSpPr>
              <a:grpSpLocks/>
            </p:cNvGrpSpPr>
            <p:nvPr/>
          </p:nvGrpSpPr>
          <p:grpSpPr bwMode="auto">
            <a:xfrm>
              <a:off x="5033986" y="3619496"/>
              <a:ext cx="1828800" cy="381000"/>
              <a:chOff x="3648" y="3612"/>
              <a:chExt cx="1108" cy="424"/>
            </a:xfrm>
          </p:grpSpPr>
          <p:sp>
            <p:nvSpPr>
              <p:cNvPr id="14359" name="Line 248">
                <a:extLst>
                  <a:ext uri="{FF2B5EF4-FFF2-40B4-BE49-F238E27FC236}">
                    <a16:creationId xmlns:a16="http://schemas.microsoft.com/office/drawing/2014/main" id="{CE03D932-EE1A-4FAF-B032-CB7581F6C27A}"/>
                  </a:ext>
                </a:extLst>
              </p:cNvPr>
              <p:cNvSpPr>
                <a:spLocks noChangeShapeType="1"/>
              </p:cNvSpPr>
              <p:nvPr/>
            </p:nvSpPr>
            <p:spPr bwMode="auto">
              <a:xfrm>
                <a:off x="3648" y="3612"/>
                <a:ext cx="0" cy="424"/>
              </a:xfrm>
              <a:prstGeom prst="line">
                <a:avLst/>
              </a:prstGeom>
              <a:noFill/>
              <a:ln w="19050">
                <a:solidFill>
                  <a:srgbClr val="76FB4D"/>
                </a:solidFill>
                <a:round/>
                <a:headEnd type="none" w="med" len="sm"/>
                <a:tailEnd type="none" w="med" len="sm"/>
              </a:ln>
              <a:extLst>
                <a:ext uri="{909E8E84-426E-40DD-AFC4-6F175D3DCCD1}">
                  <a14:hiddenFill xmlns:a14="http://schemas.microsoft.com/office/drawing/2010/main">
                    <a:noFill/>
                  </a14:hiddenFill>
                </a:ext>
              </a:extLst>
            </p:spPr>
            <p:txBody>
              <a:bodyPr/>
              <a:lstStyle/>
              <a:p>
                <a:endParaRPr lang="zh-CN" altLang="en-US"/>
              </a:p>
            </p:txBody>
          </p:sp>
          <p:sp>
            <p:nvSpPr>
              <p:cNvPr id="14360" name="Line 249">
                <a:extLst>
                  <a:ext uri="{FF2B5EF4-FFF2-40B4-BE49-F238E27FC236}">
                    <a16:creationId xmlns:a16="http://schemas.microsoft.com/office/drawing/2014/main" id="{1D5BE90B-2C8E-4436-8639-E25DFD91AB8B}"/>
                  </a:ext>
                </a:extLst>
              </p:cNvPr>
              <p:cNvSpPr>
                <a:spLocks noChangeShapeType="1"/>
              </p:cNvSpPr>
              <p:nvPr/>
            </p:nvSpPr>
            <p:spPr bwMode="auto">
              <a:xfrm>
                <a:off x="4756" y="3612"/>
                <a:ext cx="0" cy="424"/>
              </a:xfrm>
              <a:prstGeom prst="line">
                <a:avLst/>
              </a:prstGeom>
              <a:noFill/>
              <a:ln w="19050">
                <a:solidFill>
                  <a:srgbClr val="76FB4D"/>
                </a:solidFill>
                <a:round/>
                <a:headEnd type="none" w="med" len="sm"/>
                <a:tailEnd type="none" w="med" len="sm"/>
              </a:ln>
              <a:extLst>
                <a:ext uri="{909E8E84-426E-40DD-AFC4-6F175D3DCCD1}">
                  <a14:hiddenFill xmlns:a14="http://schemas.microsoft.com/office/drawing/2010/main">
                    <a:noFill/>
                  </a14:hiddenFill>
                </a:ext>
              </a:extLst>
            </p:spPr>
            <p:txBody>
              <a:bodyPr/>
              <a:lstStyle/>
              <a:p>
                <a:endParaRPr lang="zh-CN" altLang="en-US"/>
              </a:p>
            </p:txBody>
          </p:sp>
          <p:sp>
            <p:nvSpPr>
              <p:cNvPr id="14361" name="Line 250">
                <a:extLst>
                  <a:ext uri="{FF2B5EF4-FFF2-40B4-BE49-F238E27FC236}">
                    <a16:creationId xmlns:a16="http://schemas.microsoft.com/office/drawing/2014/main" id="{03AF83CA-0225-4EAB-8E6B-417CC0C8E83F}"/>
                  </a:ext>
                </a:extLst>
              </p:cNvPr>
              <p:cNvSpPr>
                <a:spLocks noChangeShapeType="1"/>
              </p:cNvSpPr>
              <p:nvPr/>
            </p:nvSpPr>
            <p:spPr bwMode="auto">
              <a:xfrm flipV="1">
                <a:off x="3650" y="3884"/>
                <a:ext cx="1104" cy="4"/>
              </a:xfrm>
              <a:prstGeom prst="line">
                <a:avLst/>
              </a:prstGeom>
              <a:noFill/>
              <a:ln w="12700">
                <a:solidFill>
                  <a:srgbClr val="76FB4D"/>
                </a:solidFill>
                <a:round/>
                <a:headEnd type="triangle" w="med" len="sm"/>
                <a:tailEnd type="triangle" w="med" len="sm"/>
              </a:ln>
              <a:extLst>
                <a:ext uri="{909E8E84-426E-40DD-AFC4-6F175D3DCCD1}">
                  <a14:hiddenFill xmlns:a14="http://schemas.microsoft.com/office/drawing/2010/main">
                    <a:noFill/>
                  </a14:hiddenFill>
                </a:ext>
              </a:extLst>
            </p:spPr>
            <p:txBody>
              <a:bodyPr/>
              <a:lstStyle/>
              <a:p>
                <a:endParaRPr lang="zh-CN" altLang="en-US"/>
              </a:p>
            </p:txBody>
          </p:sp>
        </p:grpSp>
        <p:graphicFrame>
          <p:nvGraphicFramePr>
            <p:cNvPr id="14355" name="Object 2">
              <a:extLst>
                <a:ext uri="{FF2B5EF4-FFF2-40B4-BE49-F238E27FC236}">
                  <a16:creationId xmlns:a16="http://schemas.microsoft.com/office/drawing/2014/main" id="{08585599-BB6E-45B4-AB3C-41DA5B7C5038}"/>
                </a:ext>
              </a:extLst>
            </p:cNvPr>
            <p:cNvGraphicFramePr>
              <a:graphicFrameLocks noChangeAspect="1"/>
            </p:cNvGraphicFramePr>
            <p:nvPr>
              <p:extLst/>
            </p:nvPr>
          </p:nvGraphicFramePr>
          <p:xfrm>
            <a:off x="5262586" y="3867160"/>
            <a:ext cx="1333500" cy="506413"/>
          </p:xfrm>
          <a:graphic>
            <a:graphicData uri="http://schemas.openxmlformats.org/presentationml/2006/ole">
              <mc:AlternateContent xmlns:mc="http://schemas.openxmlformats.org/markup-compatibility/2006">
                <mc:Choice xmlns:v="urn:schemas-microsoft-com:vml" Requires="v">
                  <p:oleObj spid="_x0000_s127000" name="Equation" r:id="rId7" imgW="409492" imgH="142977" progId="Equation.3">
                    <p:embed/>
                  </p:oleObj>
                </mc:Choice>
                <mc:Fallback>
                  <p:oleObj name="Equation" r:id="rId7" imgW="409492" imgH="142977" progId="Equation.3">
                    <p:embed/>
                    <p:pic>
                      <p:nvPicPr>
                        <p:cNvPr id="14355" name="Object 2">
                          <a:extLst>
                            <a:ext uri="{FF2B5EF4-FFF2-40B4-BE49-F238E27FC236}">
                              <a16:creationId xmlns:a16="http://schemas.microsoft.com/office/drawing/2014/main" id="{08585599-BB6E-45B4-AB3C-41DA5B7C503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262586" y="3867160"/>
                          <a:ext cx="1333500" cy="50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4356" name="组合 59">
              <a:extLst>
                <a:ext uri="{FF2B5EF4-FFF2-40B4-BE49-F238E27FC236}">
                  <a16:creationId xmlns:a16="http://schemas.microsoft.com/office/drawing/2014/main" id="{EA60414C-FC71-46A7-8918-5A1546C68B3B}"/>
                </a:ext>
              </a:extLst>
            </p:cNvPr>
            <p:cNvGrpSpPr>
              <a:grpSpLocks/>
            </p:cNvGrpSpPr>
            <p:nvPr/>
          </p:nvGrpSpPr>
          <p:grpSpPr bwMode="auto">
            <a:xfrm>
              <a:off x="6786578" y="2928934"/>
              <a:ext cx="1143008" cy="398463"/>
              <a:chOff x="6786578" y="2928934"/>
              <a:chExt cx="1143008" cy="398463"/>
            </a:xfrm>
          </p:grpSpPr>
          <p:graphicFrame>
            <p:nvGraphicFramePr>
              <p:cNvPr id="14357" name="Object 3">
                <a:extLst>
                  <a:ext uri="{FF2B5EF4-FFF2-40B4-BE49-F238E27FC236}">
                    <a16:creationId xmlns:a16="http://schemas.microsoft.com/office/drawing/2014/main" id="{36343CA1-A23F-4C9F-B264-D6D9B29A817B}"/>
                  </a:ext>
                </a:extLst>
              </p:cNvPr>
              <p:cNvGraphicFramePr>
                <a:graphicFrameLocks noChangeAspect="1"/>
              </p:cNvGraphicFramePr>
              <p:nvPr>
                <p:extLst/>
              </p:nvPr>
            </p:nvGraphicFramePr>
            <p:xfrm>
              <a:off x="7586686" y="2928934"/>
              <a:ext cx="342900" cy="398463"/>
            </p:xfrm>
            <a:graphic>
              <a:graphicData uri="http://schemas.openxmlformats.org/presentationml/2006/ole">
                <mc:AlternateContent xmlns:mc="http://schemas.openxmlformats.org/markup-compatibility/2006">
                  <mc:Choice xmlns:v="urn:schemas-microsoft-com:vml" Requires="v">
                    <p:oleObj spid="_x0000_s127001" name="Equation" r:id="rId9" imgW="76149" imgH="104707" progId="Equation.3">
                      <p:embed/>
                    </p:oleObj>
                  </mc:Choice>
                  <mc:Fallback>
                    <p:oleObj name="Equation" r:id="rId9" imgW="76149" imgH="104707" progId="Equation.3">
                      <p:embed/>
                      <p:pic>
                        <p:nvPicPr>
                          <p:cNvPr id="14357" name="Object 3">
                            <a:extLst>
                              <a:ext uri="{FF2B5EF4-FFF2-40B4-BE49-F238E27FC236}">
                                <a16:creationId xmlns:a16="http://schemas.microsoft.com/office/drawing/2014/main" id="{36343CA1-A23F-4C9F-B264-D6D9B29A817B}"/>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586686" y="2928934"/>
                            <a:ext cx="342900"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358" name="Rectangle 6">
                <a:extLst>
                  <a:ext uri="{FF2B5EF4-FFF2-40B4-BE49-F238E27FC236}">
                    <a16:creationId xmlns:a16="http://schemas.microsoft.com/office/drawing/2014/main" id="{AD01F5D5-3379-4763-BB46-C172D543AF13}"/>
                  </a:ext>
                </a:extLst>
              </p:cNvPr>
              <p:cNvSpPr>
                <a:spLocks noChangeArrowheads="1"/>
              </p:cNvSpPr>
              <p:nvPr/>
            </p:nvSpPr>
            <p:spPr bwMode="auto">
              <a:xfrm>
                <a:off x="6786578" y="2928934"/>
                <a:ext cx="1098550" cy="29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2700" tIns="12700" rIns="12700" bIns="12700"/>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2000">
                    <a:solidFill>
                      <a:schemeClr val="bg1"/>
                    </a:solidFill>
                    <a:latin typeface="楷体_GB2312" pitchFamily="49" charset="-122"/>
                    <a:ea typeface="楷体_GB2312" pitchFamily="49" charset="-122"/>
                  </a:rPr>
                  <a:t>光波列</a:t>
                </a:r>
                <a:endParaRPr lang="zh-CN" altLang="en-US" sz="2000" b="0">
                  <a:solidFill>
                    <a:schemeClr val="bg1"/>
                  </a:solidFill>
                  <a:latin typeface="楷体_GB2312" pitchFamily="49" charset="-122"/>
                  <a:ea typeface="楷体_GB2312" pitchFamily="49" charset="-122"/>
                </a:endParaRPr>
              </a:p>
            </p:txBody>
          </p:sp>
        </p:grpSp>
      </p:grpSp>
      <p:sp>
        <p:nvSpPr>
          <p:cNvPr id="14351" name="灯片编号占位符 1">
            <a:extLst>
              <a:ext uri="{FF2B5EF4-FFF2-40B4-BE49-F238E27FC236}">
                <a16:creationId xmlns:a16="http://schemas.microsoft.com/office/drawing/2014/main" id="{16E2EB67-3EFE-4B28-AE8C-BE61C3CD590F}"/>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67039029-BA7D-4409-99AF-1A0B6609BC1E}" type="slidenum">
              <a:rPr lang="en-US" altLang="zh-CN" b="0">
                <a:solidFill>
                  <a:srgbClr val="FF00FF"/>
                </a:solidFill>
              </a:rPr>
              <a:pPr eaLnBrk="1" hangingPunct="1"/>
              <a:t>21</a:t>
            </a:fld>
            <a:r>
              <a:rPr lang="en-US" altLang="zh-CN" b="0">
                <a:solidFill>
                  <a:srgbClr val="FF00FF"/>
                </a:solidFill>
              </a:rPr>
              <a:t>/25</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5271"/>
                                        </p:tgtEl>
                                        <p:attrNameLst>
                                          <p:attrName>style.visibility</p:attrName>
                                        </p:attrNameLst>
                                      </p:cBhvr>
                                      <p:to>
                                        <p:strVal val="visible"/>
                                      </p:to>
                                    </p:set>
                                    <p:animEffect transition="in" filter="blinds(horizontal)">
                                      <p:cBhvr>
                                        <p:cTn id="7" dur="500"/>
                                        <p:tgtEl>
                                          <p:spTgt spid="527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dissolve">
                                      <p:cBhvr>
                                        <p:cTn id="12" dur="500"/>
                                        <p:tgtEl>
                                          <p:spTgt spid="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5336"/>
                                        </p:tgtEl>
                                        <p:attrNameLst>
                                          <p:attrName>style.visibility</p:attrName>
                                        </p:attrNameLst>
                                      </p:cBhvr>
                                      <p:to>
                                        <p:strVal val="visible"/>
                                      </p:to>
                                    </p:set>
                                    <p:animEffect transition="in" filter="wipe(left)">
                                      <p:cBhvr>
                                        <p:cTn id="17" dur="500"/>
                                        <p:tgtEl>
                                          <p:spTgt spid="5336"/>
                                        </p:tgtEl>
                                      </p:cBhvr>
                                    </p:animEffect>
                                  </p:childTnLst>
                                </p:cTn>
                              </p:par>
                              <p:par>
                                <p:cTn id="18" presetID="22" presetClass="entr" presetSubtype="8" fill="hold" grpId="0" nodeType="withEffect">
                                  <p:stCondLst>
                                    <p:cond delay="0"/>
                                  </p:stCondLst>
                                  <p:childTnLst>
                                    <p:set>
                                      <p:cBhvr>
                                        <p:cTn id="19" dur="1" fill="hold">
                                          <p:stCondLst>
                                            <p:cond delay="0"/>
                                          </p:stCondLst>
                                        </p:cTn>
                                        <p:tgtEl>
                                          <p:spTgt spid="5337"/>
                                        </p:tgtEl>
                                        <p:attrNameLst>
                                          <p:attrName>style.visibility</p:attrName>
                                        </p:attrNameLst>
                                      </p:cBhvr>
                                      <p:to>
                                        <p:strVal val="visible"/>
                                      </p:to>
                                    </p:set>
                                    <p:animEffect transition="in" filter="wipe(left)">
                                      <p:cBhvr>
                                        <p:cTn id="20" dur="500"/>
                                        <p:tgtEl>
                                          <p:spTgt spid="5337"/>
                                        </p:tgtEl>
                                      </p:cBhvr>
                                    </p:animEffect>
                                  </p:childTnLst>
                                </p:cTn>
                              </p:par>
                              <p:par>
                                <p:cTn id="21" presetID="22" presetClass="entr" presetSubtype="8" fill="hold" nodeType="withEffect">
                                  <p:stCondLst>
                                    <p:cond delay="0"/>
                                  </p:stCondLst>
                                  <p:childTnLst>
                                    <p:set>
                                      <p:cBhvr>
                                        <p:cTn id="22" dur="1" fill="hold">
                                          <p:stCondLst>
                                            <p:cond delay="0"/>
                                          </p:stCondLst>
                                        </p:cTn>
                                        <p:tgtEl>
                                          <p:spTgt spid="5335"/>
                                        </p:tgtEl>
                                        <p:attrNameLst>
                                          <p:attrName>style.visibility</p:attrName>
                                        </p:attrNameLst>
                                      </p:cBhvr>
                                      <p:to>
                                        <p:strVal val="visible"/>
                                      </p:to>
                                    </p:set>
                                    <p:animEffect transition="in" filter="wipe(left)">
                                      <p:cBhvr>
                                        <p:cTn id="23" dur="500"/>
                                        <p:tgtEl>
                                          <p:spTgt spid="5335"/>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5338"/>
                                        </p:tgtEl>
                                        <p:attrNameLst>
                                          <p:attrName>style.visibility</p:attrName>
                                        </p:attrNameLst>
                                      </p:cBhvr>
                                      <p:to>
                                        <p:strVal val="visible"/>
                                      </p:to>
                                    </p:set>
                                    <p:animEffect transition="in" filter="wipe(left)">
                                      <p:cBhvr>
                                        <p:cTn id="26" dur="500"/>
                                        <p:tgtEl>
                                          <p:spTgt spid="5338"/>
                                        </p:tgtEl>
                                      </p:cBhvr>
                                    </p:animEffect>
                                  </p:childTnLst>
                                </p:cTn>
                              </p:par>
                            </p:childTnLst>
                          </p:cTn>
                        </p:par>
                        <p:par>
                          <p:cTn id="27" fill="hold" nodeType="afterGroup">
                            <p:stCondLst>
                              <p:cond delay="500"/>
                            </p:stCondLst>
                            <p:childTnLst>
                              <p:par>
                                <p:cTn id="28" presetID="9" presetClass="entr" presetSubtype="0" fill="hold" nodeType="afterEffect">
                                  <p:stCondLst>
                                    <p:cond delay="0"/>
                                  </p:stCondLst>
                                  <p:childTnLst>
                                    <p:set>
                                      <p:cBhvr>
                                        <p:cTn id="29" dur="1" fill="hold">
                                          <p:stCondLst>
                                            <p:cond delay="0"/>
                                          </p:stCondLst>
                                        </p:cTn>
                                        <p:tgtEl>
                                          <p:spTgt spid="58"/>
                                        </p:tgtEl>
                                        <p:attrNameLst>
                                          <p:attrName>style.visibility</p:attrName>
                                        </p:attrNameLst>
                                      </p:cBhvr>
                                      <p:to>
                                        <p:strVal val="visible"/>
                                      </p:to>
                                    </p:set>
                                    <p:animEffect transition="in" filter="dissolve">
                                      <p:cBhvr>
                                        <p:cTn id="30" dur="500"/>
                                        <p:tgtEl>
                                          <p:spTgt spid="58"/>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8" fill="hold" nodeType="clickEffect">
                                  <p:stCondLst>
                                    <p:cond delay="0"/>
                                  </p:stCondLst>
                                  <p:childTnLst>
                                    <p:set>
                                      <p:cBhvr>
                                        <p:cTn id="34" dur="1" fill="hold">
                                          <p:stCondLst>
                                            <p:cond delay="0"/>
                                          </p:stCondLst>
                                        </p:cTn>
                                        <p:tgtEl>
                                          <p:spTgt spid="5"/>
                                        </p:tgtEl>
                                        <p:attrNameLst>
                                          <p:attrName>style.visibility</p:attrName>
                                        </p:attrNameLst>
                                      </p:cBhvr>
                                      <p:to>
                                        <p:strVal val="visible"/>
                                      </p:to>
                                    </p:set>
                                    <p:anim calcmode="lin" valueType="num">
                                      <p:cBhvr additive="base">
                                        <p:cTn id="35" dur="500" fill="hold"/>
                                        <p:tgtEl>
                                          <p:spTgt spid="5"/>
                                        </p:tgtEl>
                                        <p:attrNameLst>
                                          <p:attrName>ppt_x</p:attrName>
                                        </p:attrNameLst>
                                      </p:cBhvr>
                                      <p:tavLst>
                                        <p:tav tm="0">
                                          <p:val>
                                            <p:strVal val="0-#ppt_w/2"/>
                                          </p:val>
                                        </p:tav>
                                        <p:tav tm="100000">
                                          <p:val>
                                            <p:strVal val="#ppt_x"/>
                                          </p:val>
                                        </p:tav>
                                      </p:tavLst>
                                    </p:anim>
                                    <p:anim calcmode="lin" valueType="num">
                                      <p:cBhvr additive="base">
                                        <p:cTn id="36"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xit" presetSubtype="0" fill="hold" nodeType="clickEffect">
                                  <p:stCondLst>
                                    <p:cond delay="0"/>
                                  </p:stCondLst>
                                  <p:childTnLst>
                                    <p:set>
                                      <p:cBhvr>
                                        <p:cTn id="40" dur="1" fill="hold">
                                          <p:stCondLst>
                                            <p:cond delay="0"/>
                                          </p:stCondLst>
                                        </p:cTn>
                                        <p:tgtEl>
                                          <p:spTgt spid="58"/>
                                        </p:tgtEl>
                                        <p:attrNameLst>
                                          <p:attrName>style.visibility</p:attrName>
                                        </p:attrNameLst>
                                      </p:cBhvr>
                                      <p:to>
                                        <p:strVal val="hidden"/>
                                      </p:to>
                                    </p:set>
                                  </p:childTnLst>
                                </p:cTn>
                              </p:par>
                            </p:childTnLst>
                          </p:cTn>
                        </p:par>
                        <p:par>
                          <p:cTn id="41" fill="hold" nodeType="afterGroup">
                            <p:stCondLst>
                              <p:cond delay="0"/>
                            </p:stCondLst>
                            <p:childTnLst>
                              <p:par>
                                <p:cTn id="42" presetID="22" presetClass="entr" presetSubtype="1" fill="hold" nodeType="afterEffect">
                                  <p:stCondLst>
                                    <p:cond delay="0"/>
                                  </p:stCondLst>
                                  <p:childTnLst>
                                    <p:set>
                                      <p:cBhvr>
                                        <p:cTn id="43" dur="1" fill="hold">
                                          <p:stCondLst>
                                            <p:cond delay="0"/>
                                          </p:stCondLst>
                                        </p:cTn>
                                        <p:tgtEl>
                                          <p:spTgt spid="9"/>
                                        </p:tgtEl>
                                        <p:attrNameLst>
                                          <p:attrName>style.visibility</p:attrName>
                                        </p:attrNameLst>
                                      </p:cBhvr>
                                      <p:to>
                                        <p:strVal val="visible"/>
                                      </p:to>
                                    </p:set>
                                    <p:animEffect transition="in" filter="wipe(up)">
                                      <p:cBhvr>
                                        <p:cTn id="44" dur="500"/>
                                        <p:tgtEl>
                                          <p:spTgt spid="9"/>
                                        </p:tgtEl>
                                      </p:cBhvr>
                                    </p:animEffect>
                                  </p:childTnLst>
                                </p:cTn>
                              </p:par>
                            </p:childTnLst>
                          </p:cTn>
                        </p:par>
                        <p:par>
                          <p:cTn id="45" fill="hold" nodeType="afterGroup">
                            <p:stCondLst>
                              <p:cond delay="500"/>
                            </p:stCondLst>
                            <p:childTnLst>
                              <p:par>
                                <p:cTn id="46" presetID="22" presetClass="entr" presetSubtype="8" fill="hold" nodeType="afterEffect">
                                  <p:stCondLst>
                                    <p:cond delay="0"/>
                                  </p:stCondLst>
                                  <p:childTnLst>
                                    <p:set>
                                      <p:cBhvr>
                                        <p:cTn id="47" dur="1" fill="hold">
                                          <p:stCondLst>
                                            <p:cond delay="0"/>
                                          </p:stCondLst>
                                        </p:cTn>
                                        <p:tgtEl>
                                          <p:spTgt spid="2"/>
                                        </p:tgtEl>
                                        <p:attrNameLst>
                                          <p:attrName>style.visibility</p:attrName>
                                        </p:attrNameLst>
                                      </p:cBhvr>
                                      <p:to>
                                        <p:strVal val="visible"/>
                                      </p:to>
                                    </p:set>
                                    <p:animEffect transition="in" filter="wipe(left)">
                                      <p:cBhvr>
                                        <p:cTn id="48" dur="500"/>
                                        <p:tgtEl>
                                          <p:spTgt spid="2"/>
                                        </p:tgtEl>
                                      </p:cBhvr>
                                    </p:animEffect>
                                  </p:childTnLst>
                                </p:cTn>
                              </p:par>
                            </p:childTnLst>
                          </p:cTn>
                        </p:par>
                        <p:par>
                          <p:cTn id="49" fill="hold" nodeType="afterGroup">
                            <p:stCondLst>
                              <p:cond delay="1000"/>
                            </p:stCondLst>
                            <p:childTnLst>
                              <p:par>
                                <p:cTn id="50" presetID="22" presetClass="entr" presetSubtype="1" fill="hold" grpId="0" nodeType="afterEffect">
                                  <p:stCondLst>
                                    <p:cond delay="0"/>
                                  </p:stCondLst>
                                  <p:childTnLst>
                                    <p:set>
                                      <p:cBhvr>
                                        <p:cTn id="51" dur="1" fill="hold">
                                          <p:stCondLst>
                                            <p:cond delay="0"/>
                                          </p:stCondLst>
                                        </p:cTn>
                                        <p:tgtEl>
                                          <p:spTgt spid="5334"/>
                                        </p:tgtEl>
                                        <p:attrNameLst>
                                          <p:attrName>style.visibility</p:attrName>
                                        </p:attrNameLst>
                                      </p:cBhvr>
                                      <p:to>
                                        <p:strVal val="visible"/>
                                      </p:to>
                                    </p:set>
                                    <p:animEffect transition="in" filter="wipe(up)">
                                      <p:cBhvr>
                                        <p:cTn id="52" dur="500"/>
                                        <p:tgtEl>
                                          <p:spTgt spid="5334"/>
                                        </p:tgtEl>
                                      </p:cBhvr>
                                    </p:animEffect>
                                  </p:childTnLst>
                                </p:cTn>
                              </p:par>
                            </p:childTnLst>
                          </p:cTn>
                        </p:par>
                        <p:par>
                          <p:cTn id="53" fill="hold" nodeType="afterGroup">
                            <p:stCondLst>
                              <p:cond delay="1500"/>
                            </p:stCondLst>
                            <p:childTnLst>
                              <p:par>
                                <p:cTn id="54" presetID="22" presetClass="entr" presetSubtype="8" fill="hold" nodeType="afterEffect">
                                  <p:stCondLst>
                                    <p:cond delay="0"/>
                                  </p:stCondLst>
                                  <p:childTnLst>
                                    <p:set>
                                      <p:cBhvr>
                                        <p:cTn id="55" dur="1" fill="hold">
                                          <p:stCondLst>
                                            <p:cond delay="0"/>
                                          </p:stCondLst>
                                        </p:cTn>
                                        <p:tgtEl>
                                          <p:spTgt spid="10"/>
                                        </p:tgtEl>
                                        <p:attrNameLst>
                                          <p:attrName>style.visibility</p:attrName>
                                        </p:attrNameLst>
                                      </p:cBhvr>
                                      <p:to>
                                        <p:strVal val="visible"/>
                                      </p:to>
                                    </p:set>
                                    <p:animEffect transition="in" filter="wipe(left)">
                                      <p:cBhvr>
                                        <p:cTn id="56" dur="500"/>
                                        <p:tgtEl>
                                          <p:spTgt spid="10"/>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3" presetClass="entr" presetSubtype="16" fill="hold" grpId="0" nodeType="clickEffect">
                                  <p:stCondLst>
                                    <p:cond delay="0"/>
                                  </p:stCondLst>
                                  <p:childTnLst>
                                    <p:set>
                                      <p:cBhvr>
                                        <p:cTn id="60" dur="1" fill="hold">
                                          <p:stCondLst>
                                            <p:cond delay="0"/>
                                          </p:stCondLst>
                                        </p:cTn>
                                        <p:tgtEl>
                                          <p:spTgt spid="3090"/>
                                        </p:tgtEl>
                                        <p:attrNameLst>
                                          <p:attrName>style.visibility</p:attrName>
                                        </p:attrNameLst>
                                      </p:cBhvr>
                                      <p:to>
                                        <p:strVal val="visible"/>
                                      </p:to>
                                    </p:set>
                                    <p:anim calcmode="lin" valueType="num">
                                      <p:cBhvr>
                                        <p:cTn id="61" dur="500" fill="hold"/>
                                        <p:tgtEl>
                                          <p:spTgt spid="3090"/>
                                        </p:tgtEl>
                                        <p:attrNameLst>
                                          <p:attrName>ppt_w</p:attrName>
                                        </p:attrNameLst>
                                      </p:cBhvr>
                                      <p:tavLst>
                                        <p:tav tm="0">
                                          <p:val>
                                            <p:fltVal val="0"/>
                                          </p:val>
                                        </p:tav>
                                        <p:tav tm="100000">
                                          <p:val>
                                            <p:strVal val="#ppt_w"/>
                                          </p:val>
                                        </p:tav>
                                      </p:tavLst>
                                    </p:anim>
                                    <p:anim calcmode="lin" valueType="num">
                                      <p:cBhvr>
                                        <p:cTn id="62" dur="500" fill="hold"/>
                                        <p:tgtEl>
                                          <p:spTgt spid="3090"/>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71" grpId="0"/>
      <p:bldP spid="5334" grpId="0" autoUpdateAnimBg="0"/>
      <p:bldP spid="5337" grpId="0" autoUpdateAnimBg="0"/>
      <p:bldP spid="5338" grpId="0" autoUpdateAnimBg="0"/>
      <p:bldP spid="3090"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Rectangle 2">
            <a:extLst>
              <a:ext uri="{FF2B5EF4-FFF2-40B4-BE49-F238E27FC236}">
                <a16:creationId xmlns:a16="http://schemas.microsoft.com/office/drawing/2014/main" id="{3E1F9999-231F-4375-8ED6-16D1AB9F9D1C}"/>
              </a:ext>
            </a:extLst>
          </p:cNvPr>
          <p:cNvSpPr>
            <a:spLocks noChangeArrowheads="1"/>
          </p:cNvSpPr>
          <p:nvPr/>
        </p:nvSpPr>
        <p:spPr bwMode="auto">
          <a:xfrm>
            <a:off x="8201025" y="1933575"/>
            <a:ext cx="350838" cy="989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700" tIns="12700" rIns="12700" bIns="12700"/>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6000">
                <a:solidFill>
                  <a:srgbClr val="E8FE18"/>
                </a:solidFill>
              </a:rPr>
              <a:t>·</a:t>
            </a:r>
          </a:p>
        </p:txBody>
      </p:sp>
      <p:sp>
        <p:nvSpPr>
          <p:cNvPr id="237571" name="Text Box 3">
            <a:extLst>
              <a:ext uri="{FF2B5EF4-FFF2-40B4-BE49-F238E27FC236}">
                <a16:creationId xmlns:a16="http://schemas.microsoft.com/office/drawing/2014/main" id="{AFF852C7-CEDB-45CA-8EE3-47E76BCE6E8E}"/>
              </a:ext>
            </a:extLst>
          </p:cNvPr>
          <p:cNvSpPr txBox="1">
            <a:spLocks noChangeArrowheads="1"/>
          </p:cNvSpPr>
          <p:nvPr/>
        </p:nvSpPr>
        <p:spPr bwMode="auto">
          <a:xfrm>
            <a:off x="285750" y="285750"/>
            <a:ext cx="3429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just" eaLnBrk="1" hangingPunct="1">
              <a:spcBef>
                <a:spcPct val="50000"/>
              </a:spcBef>
            </a:pPr>
            <a:r>
              <a:rPr lang="en-US" altLang="zh-CN">
                <a:solidFill>
                  <a:srgbClr val="FFFF00"/>
                </a:solidFill>
                <a:latin typeface="宋体" panose="02010600030101010101" pitchFamily="2" charset="-122"/>
              </a:rPr>
              <a:t>3.</a:t>
            </a:r>
            <a:r>
              <a:rPr lang="zh-CN" altLang="en-US">
                <a:solidFill>
                  <a:srgbClr val="FFFF00"/>
                </a:solidFill>
                <a:latin typeface="宋体" panose="02010600030101010101" pitchFamily="2" charset="-122"/>
              </a:rPr>
              <a:t>光波的叠加</a:t>
            </a:r>
          </a:p>
        </p:txBody>
      </p:sp>
      <p:graphicFrame>
        <p:nvGraphicFramePr>
          <p:cNvPr id="237572" name="Object 4">
            <a:extLst>
              <a:ext uri="{FF2B5EF4-FFF2-40B4-BE49-F238E27FC236}">
                <a16:creationId xmlns:a16="http://schemas.microsoft.com/office/drawing/2014/main" id="{62AC13F6-18F4-46B7-9A65-C31FB7EAA24F}"/>
              </a:ext>
            </a:extLst>
          </p:cNvPr>
          <p:cNvGraphicFramePr>
            <a:graphicFrameLocks/>
          </p:cNvGraphicFramePr>
          <p:nvPr/>
        </p:nvGraphicFramePr>
        <p:xfrm>
          <a:off x="788988" y="915988"/>
          <a:ext cx="3362325" cy="725487"/>
        </p:xfrm>
        <a:graphic>
          <a:graphicData uri="http://schemas.openxmlformats.org/presentationml/2006/ole">
            <mc:AlternateContent xmlns:mc="http://schemas.openxmlformats.org/markup-compatibility/2006">
              <mc:Choice xmlns:v="urn:schemas-microsoft-com:vml" Requires="v">
                <p:oleObj spid="_x0000_s128062" name="公式" r:id="rId3" imgW="3781457" imgH="790507" progId="Equation.3">
                  <p:embed/>
                </p:oleObj>
              </mc:Choice>
              <mc:Fallback>
                <p:oleObj name="公式" r:id="rId3" imgW="3781457" imgH="790507" progId="Equation.3">
                  <p:embed/>
                  <p:pic>
                    <p:nvPicPr>
                      <p:cNvPr id="237572" name="Object 4">
                        <a:extLst>
                          <a:ext uri="{FF2B5EF4-FFF2-40B4-BE49-F238E27FC236}">
                            <a16:creationId xmlns:a16="http://schemas.microsoft.com/office/drawing/2014/main" id="{62AC13F6-18F4-46B7-9A65-C31FB7EAA24F}"/>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8988" y="915988"/>
                        <a:ext cx="3362325" cy="725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37573" name="Object 5">
            <a:extLst>
              <a:ext uri="{FF2B5EF4-FFF2-40B4-BE49-F238E27FC236}">
                <a16:creationId xmlns:a16="http://schemas.microsoft.com/office/drawing/2014/main" id="{5EFE433F-6BE5-4460-965D-D7453CFC32F4}"/>
              </a:ext>
            </a:extLst>
          </p:cNvPr>
          <p:cNvGraphicFramePr>
            <a:graphicFrameLocks/>
          </p:cNvGraphicFramePr>
          <p:nvPr/>
        </p:nvGraphicFramePr>
        <p:xfrm>
          <a:off x="4714875" y="928688"/>
          <a:ext cx="3552825" cy="725487"/>
        </p:xfrm>
        <a:graphic>
          <a:graphicData uri="http://schemas.openxmlformats.org/presentationml/2006/ole">
            <mc:AlternateContent xmlns:mc="http://schemas.openxmlformats.org/markup-compatibility/2006">
              <mc:Choice xmlns:v="urn:schemas-microsoft-com:vml" Requires="v">
                <p:oleObj spid="_x0000_s128063" name="公式" r:id="rId5" imgW="4000424" imgH="790507" progId="Equation.3">
                  <p:embed/>
                </p:oleObj>
              </mc:Choice>
              <mc:Fallback>
                <p:oleObj name="公式" r:id="rId5" imgW="4000424" imgH="790507" progId="Equation.3">
                  <p:embed/>
                  <p:pic>
                    <p:nvPicPr>
                      <p:cNvPr id="237573" name="Object 5">
                        <a:extLst>
                          <a:ext uri="{FF2B5EF4-FFF2-40B4-BE49-F238E27FC236}">
                            <a16:creationId xmlns:a16="http://schemas.microsoft.com/office/drawing/2014/main" id="{5EFE433F-6BE5-4460-965D-D7453CFC32F4}"/>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14875" y="928688"/>
                        <a:ext cx="3552825" cy="725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37574" name="Object 6">
            <a:extLst>
              <a:ext uri="{FF2B5EF4-FFF2-40B4-BE49-F238E27FC236}">
                <a16:creationId xmlns:a16="http://schemas.microsoft.com/office/drawing/2014/main" id="{5774AFF3-6C02-4D51-ABB6-B17808780A22}"/>
              </a:ext>
            </a:extLst>
          </p:cNvPr>
          <p:cNvGraphicFramePr>
            <a:graphicFrameLocks/>
          </p:cNvGraphicFramePr>
          <p:nvPr/>
        </p:nvGraphicFramePr>
        <p:xfrm>
          <a:off x="788988" y="1963738"/>
          <a:ext cx="1597025" cy="401637"/>
        </p:xfrm>
        <a:graphic>
          <a:graphicData uri="http://schemas.openxmlformats.org/presentationml/2006/ole">
            <mc:AlternateContent xmlns:mc="http://schemas.openxmlformats.org/markup-compatibility/2006">
              <mc:Choice xmlns:v="urn:schemas-microsoft-com:vml" Requires="v">
                <p:oleObj spid="_x0000_s128064" name="公式" r:id="rId7" imgW="1781092" imgH="419134" progId="Equation.3">
                  <p:embed/>
                </p:oleObj>
              </mc:Choice>
              <mc:Fallback>
                <p:oleObj name="公式" r:id="rId7" imgW="1781092" imgH="419134" progId="Equation.3">
                  <p:embed/>
                  <p:pic>
                    <p:nvPicPr>
                      <p:cNvPr id="237574" name="Object 6">
                        <a:extLst>
                          <a:ext uri="{FF2B5EF4-FFF2-40B4-BE49-F238E27FC236}">
                            <a16:creationId xmlns:a16="http://schemas.microsoft.com/office/drawing/2014/main" id="{5774AFF3-6C02-4D51-ABB6-B17808780A22}"/>
                          </a:ext>
                        </a:extLst>
                      </p:cNvPr>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88988" y="1963738"/>
                        <a:ext cx="1597025" cy="40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37575" name="Object 7">
            <a:extLst>
              <a:ext uri="{FF2B5EF4-FFF2-40B4-BE49-F238E27FC236}">
                <a16:creationId xmlns:a16="http://schemas.microsoft.com/office/drawing/2014/main" id="{6E30AA67-0547-474B-8F9D-0FCDE2B782BA}"/>
              </a:ext>
            </a:extLst>
          </p:cNvPr>
          <p:cNvGraphicFramePr>
            <a:graphicFrameLocks/>
          </p:cNvGraphicFramePr>
          <p:nvPr/>
        </p:nvGraphicFramePr>
        <p:xfrm>
          <a:off x="3282950" y="1954213"/>
          <a:ext cx="2927350" cy="412750"/>
        </p:xfrm>
        <a:graphic>
          <a:graphicData uri="http://schemas.openxmlformats.org/presentationml/2006/ole">
            <mc:AlternateContent xmlns:mc="http://schemas.openxmlformats.org/markup-compatibility/2006">
              <mc:Choice xmlns:v="urn:schemas-microsoft-com:vml" Requires="v">
                <p:oleObj spid="_x0000_s128065" name="公式" r:id="rId9" imgW="3286029" imgH="428625" progId="Equation.3">
                  <p:embed/>
                </p:oleObj>
              </mc:Choice>
              <mc:Fallback>
                <p:oleObj name="公式" r:id="rId9" imgW="3286029" imgH="428625" progId="Equation.3">
                  <p:embed/>
                  <p:pic>
                    <p:nvPicPr>
                      <p:cNvPr id="237575" name="Object 7">
                        <a:extLst>
                          <a:ext uri="{FF2B5EF4-FFF2-40B4-BE49-F238E27FC236}">
                            <a16:creationId xmlns:a16="http://schemas.microsoft.com/office/drawing/2014/main" id="{6E30AA67-0547-474B-8F9D-0FCDE2B782BA}"/>
                          </a:ext>
                        </a:extLst>
                      </p:cNvPr>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282950" y="1954213"/>
                        <a:ext cx="2927350"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37576" name="Object 8">
            <a:extLst>
              <a:ext uri="{FF2B5EF4-FFF2-40B4-BE49-F238E27FC236}">
                <a16:creationId xmlns:a16="http://schemas.microsoft.com/office/drawing/2014/main" id="{81B63FBF-BA89-4393-AC89-D5CCB9DB67A2}"/>
              </a:ext>
            </a:extLst>
          </p:cNvPr>
          <p:cNvGraphicFramePr>
            <a:graphicFrameLocks/>
          </p:cNvGraphicFramePr>
          <p:nvPr/>
        </p:nvGraphicFramePr>
        <p:xfrm>
          <a:off x="2127250" y="2724150"/>
          <a:ext cx="3206750" cy="446088"/>
        </p:xfrm>
        <a:graphic>
          <a:graphicData uri="http://schemas.openxmlformats.org/presentationml/2006/ole">
            <mc:AlternateContent xmlns:mc="http://schemas.openxmlformats.org/markup-compatibility/2006">
              <mc:Choice xmlns:v="urn:schemas-microsoft-com:vml" Requires="v">
                <p:oleObj spid="_x0000_s128066" name="公式" r:id="rId11" imgW="3609892" imgH="466589" progId="Equation.3">
                  <p:embed/>
                </p:oleObj>
              </mc:Choice>
              <mc:Fallback>
                <p:oleObj name="公式" r:id="rId11" imgW="3609892" imgH="466589" progId="Equation.3">
                  <p:embed/>
                  <p:pic>
                    <p:nvPicPr>
                      <p:cNvPr id="237576" name="Object 8">
                        <a:extLst>
                          <a:ext uri="{FF2B5EF4-FFF2-40B4-BE49-F238E27FC236}">
                            <a16:creationId xmlns:a16="http://schemas.microsoft.com/office/drawing/2014/main" id="{81B63FBF-BA89-4393-AC89-D5CCB9DB67A2}"/>
                          </a:ext>
                        </a:extLst>
                      </p:cNvPr>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127250" y="2724150"/>
                        <a:ext cx="3206750" cy="446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37577" name="Text Box 9">
            <a:extLst>
              <a:ext uri="{FF2B5EF4-FFF2-40B4-BE49-F238E27FC236}">
                <a16:creationId xmlns:a16="http://schemas.microsoft.com/office/drawing/2014/main" id="{A1411607-C346-4106-B9B5-129C81A787A3}"/>
              </a:ext>
            </a:extLst>
          </p:cNvPr>
          <p:cNvSpPr txBox="1">
            <a:spLocks noChangeArrowheads="1"/>
          </p:cNvSpPr>
          <p:nvPr/>
        </p:nvSpPr>
        <p:spPr bwMode="auto">
          <a:xfrm>
            <a:off x="706438" y="2708275"/>
            <a:ext cx="1143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a:solidFill>
                  <a:srgbClr val="FFFFFF"/>
                </a:solidFill>
              </a:rPr>
              <a:t>光强</a:t>
            </a:r>
          </a:p>
        </p:txBody>
      </p:sp>
      <p:sp>
        <p:nvSpPr>
          <p:cNvPr id="237578" name="Rectangle 10">
            <a:extLst>
              <a:ext uri="{FF2B5EF4-FFF2-40B4-BE49-F238E27FC236}">
                <a16:creationId xmlns:a16="http://schemas.microsoft.com/office/drawing/2014/main" id="{888F5307-2377-4E6F-BA27-176DA17EF344}"/>
              </a:ext>
            </a:extLst>
          </p:cNvPr>
          <p:cNvSpPr>
            <a:spLocks noChangeArrowheads="1"/>
          </p:cNvSpPr>
          <p:nvPr/>
        </p:nvSpPr>
        <p:spPr bwMode="auto">
          <a:xfrm>
            <a:off x="8250238" y="2603500"/>
            <a:ext cx="279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700" tIns="12700" rIns="12700" bIns="12700"/>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i="1">
                <a:solidFill>
                  <a:srgbClr val="E8FE18"/>
                </a:solidFill>
              </a:rPr>
              <a:t>P</a:t>
            </a:r>
          </a:p>
        </p:txBody>
      </p:sp>
      <p:sp>
        <p:nvSpPr>
          <p:cNvPr id="237579" name="Line 11">
            <a:extLst>
              <a:ext uri="{FF2B5EF4-FFF2-40B4-BE49-F238E27FC236}">
                <a16:creationId xmlns:a16="http://schemas.microsoft.com/office/drawing/2014/main" id="{BFE3F6D1-0523-4B07-8E0C-14FA972112E3}"/>
              </a:ext>
            </a:extLst>
          </p:cNvPr>
          <p:cNvSpPr>
            <a:spLocks noChangeShapeType="1"/>
          </p:cNvSpPr>
          <p:nvPr/>
        </p:nvSpPr>
        <p:spPr bwMode="auto">
          <a:xfrm flipV="1">
            <a:off x="6805613" y="2420938"/>
            <a:ext cx="1511300" cy="792162"/>
          </a:xfrm>
          <a:prstGeom prst="line">
            <a:avLst/>
          </a:prstGeom>
          <a:noFill/>
          <a:ln w="28575">
            <a:solidFill>
              <a:schemeClr val="bg1"/>
            </a:solidFill>
            <a:round/>
            <a:headEnd type="none" w="med" len="sm"/>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37580" name="Line 12">
            <a:extLst>
              <a:ext uri="{FF2B5EF4-FFF2-40B4-BE49-F238E27FC236}">
                <a16:creationId xmlns:a16="http://schemas.microsoft.com/office/drawing/2014/main" id="{7FB89A3B-A233-4BD2-B07A-969FA90D8962}"/>
              </a:ext>
            </a:extLst>
          </p:cNvPr>
          <p:cNvSpPr>
            <a:spLocks noChangeShapeType="1"/>
          </p:cNvSpPr>
          <p:nvPr/>
        </p:nvSpPr>
        <p:spPr bwMode="auto">
          <a:xfrm flipV="1">
            <a:off x="6724650" y="2425700"/>
            <a:ext cx="1597025" cy="1736725"/>
          </a:xfrm>
          <a:prstGeom prst="line">
            <a:avLst/>
          </a:prstGeom>
          <a:noFill/>
          <a:ln w="28575">
            <a:solidFill>
              <a:schemeClr val="bg1"/>
            </a:solidFill>
            <a:round/>
            <a:headEnd type="none" w="med" len="sm"/>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37581" name="Rectangle 13">
            <a:extLst>
              <a:ext uri="{FF2B5EF4-FFF2-40B4-BE49-F238E27FC236}">
                <a16:creationId xmlns:a16="http://schemas.microsoft.com/office/drawing/2014/main" id="{A4C6C09E-E7F3-41BC-A52A-F7A1C345669F}"/>
              </a:ext>
            </a:extLst>
          </p:cNvPr>
          <p:cNvSpPr>
            <a:spLocks noChangeArrowheads="1"/>
          </p:cNvSpPr>
          <p:nvPr/>
        </p:nvSpPr>
        <p:spPr bwMode="auto">
          <a:xfrm>
            <a:off x="6443663" y="3068638"/>
            <a:ext cx="254000" cy="331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700" tIns="12700" rIns="12700" bIns="12700"/>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a:solidFill>
                  <a:srgbClr val="66FF33"/>
                </a:solidFill>
              </a:rPr>
              <a:t>1</a:t>
            </a:r>
          </a:p>
        </p:txBody>
      </p:sp>
      <p:sp>
        <p:nvSpPr>
          <p:cNvPr id="237582" name="Rectangle 14">
            <a:extLst>
              <a:ext uri="{FF2B5EF4-FFF2-40B4-BE49-F238E27FC236}">
                <a16:creationId xmlns:a16="http://schemas.microsoft.com/office/drawing/2014/main" id="{27D7D055-E7FD-44A1-905B-8E9130E7351A}"/>
              </a:ext>
            </a:extLst>
          </p:cNvPr>
          <p:cNvSpPr>
            <a:spLocks noChangeArrowheads="1"/>
          </p:cNvSpPr>
          <p:nvPr/>
        </p:nvSpPr>
        <p:spPr bwMode="auto">
          <a:xfrm>
            <a:off x="6516688" y="4238625"/>
            <a:ext cx="2540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700" tIns="12700" rIns="12700" bIns="12700"/>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a:solidFill>
                  <a:srgbClr val="66FF33"/>
                </a:solidFill>
              </a:rPr>
              <a:t>2</a:t>
            </a:r>
            <a:endParaRPr lang="en-US" altLang="zh-CN" sz="1000">
              <a:solidFill>
                <a:srgbClr val="66FF33"/>
              </a:solidFill>
            </a:endParaRPr>
          </a:p>
        </p:txBody>
      </p:sp>
      <p:sp>
        <p:nvSpPr>
          <p:cNvPr id="237583" name="Rectangle 15">
            <a:extLst>
              <a:ext uri="{FF2B5EF4-FFF2-40B4-BE49-F238E27FC236}">
                <a16:creationId xmlns:a16="http://schemas.microsoft.com/office/drawing/2014/main" id="{A69AB10F-78B0-4B6C-8563-E8F8269F868F}"/>
              </a:ext>
            </a:extLst>
          </p:cNvPr>
          <p:cNvSpPr>
            <a:spLocks noChangeArrowheads="1"/>
          </p:cNvSpPr>
          <p:nvPr/>
        </p:nvSpPr>
        <p:spPr bwMode="auto">
          <a:xfrm>
            <a:off x="7158038" y="2493963"/>
            <a:ext cx="368300" cy="392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700" tIns="12700" rIns="12700" bIns="12700"/>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i="1">
                <a:solidFill>
                  <a:srgbClr val="E8FE18"/>
                </a:solidFill>
              </a:rPr>
              <a:t>r</a:t>
            </a:r>
            <a:r>
              <a:rPr lang="en-US" altLang="zh-CN" i="1" baseline="-25000">
                <a:solidFill>
                  <a:srgbClr val="E8FE18"/>
                </a:solidFill>
              </a:rPr>
              <a:t>1</a:t>
            </a:r>
            <a:endParaRPr lang="en-US" altLang="zh-CN" i="1">
              <a:solidFill>
                <a:srgbClr val="E8FE18"/>
              </a:solidFill>
            </a:endParaRPr>
          </a:p>
        </p:txBody>
      </p:sp>
      <p:sp>
        <p:nvSpPr>
          <p:cNvPr id="237584" name="Rectangle 16">
            <a:extLst>
              <a:ext uri="{FF2B5EF4-FFF2-40B4-BE49-F238E27FC236}">
                <a16:creationId xmlns:a16="http://schemas.microsoft.com/office/drawing/2014/main" id="{68BE798B-54AB-428D-9986-D3AF3CF38E34}"/>
              </a:ext>
            </a:extLst>
          </p:cNvPr>
          <p:cNvSpPr>
            <a:spLocks noChangeArrowheads="1"/>
          </p:cNvSpPr>
          <p:nvPr/>
        </p:nvSpPr>
        <p:spPr bwMode="auto">
          <a:xfrm>
            <a:off x="7308850" y="3573463"/>
            <a:ext cx="330200" cy="376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700" tIns="12700" rIns="12700" bIns="12700"/>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i="1">
                <a:solidFill>
                  <a:srgbClr val="E8FE18"/>
                </a:solidFill>
              </a:rPr>
              <a:t>r</a:t>
            </a:r>
            <a:r>
              <a:rPr lang="en-US" altLang="zh-CN" i="1" baseline="-25000">
                <a:solidFill>
                  <a:srgbClr val="E8FE18"/>
                </a:solidFill>
              </a:rPr>
              <a:t>2</a:t>
            </a:r>
            <a:endParaRPr lang="en-US" altLang="zh-CN" sz="1000" i="1">
              <a:solidFill>
                <a:srgbClr val="E8FE18"/>
              </a:solidFill>
            </a:endParaRPr>
          </a:p>
          <a:p>
            <a:pPr algn="just" eaLnBrk="1" hangingPunct="1"/>
            <a:endParaRPr lang="en-US" altLang="zh-CN" sz="1000" i="1">
              <a:solidFill>
                <a:srgbClr val="E8FE18"/>
              </a:solidFill>
            </a:endParaRPr>
          </a:p>
        </p:txBody>
      </p:sp>
      <p:sp>
        <p:nvSpPr>
          <p:cNvPr id="237585" name="Rectangle 17">
            <a:extLst>
              <a:ext uri="{FF2B5EF4-FFF2-40B4-BE49-F238E27FC236}">
                <a16:creationId xmlns:a16="http://schemas.microsoft.com/office/drawing/2014/main" id="{F22F0D1A-A7ED-4211-A036-DA789FE25A64}"/>
              </a:ext>
            </a:extLst>
          </p:cNvPr>
          <p:cNvSpPr>
            <a:spLocks noChangeArrowheads="1"/>
          </p:cNvSpPr>
          <p:nvPr/>
        </p:nvSpPr>
        <p:spPr bwMode="auto">
          <a:xfrm>
            <a:off x="6694488" y="2709863"/>
            <a:ext cx="406400"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700" tIns="12700" rIns="12700" bIns="12700"/>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6000">
                <a:solidFill>
                  <a:srgbClr val="66FF33"/>
                </a:solidFill>
              </a:rPr>
              <a:t>·</a:t>
            </a:r>
            <a:endParaRPr lang="en-US" altLang="zh-CN" sz="2800">
              <a:solidFill>
                <a:srgbClr val="66FF33"/>
              </a:solidFill>
            </a:endParaRPr>
          </a:p>
        </p:txBody>
      </p:sp>
      <p:sp>
        <p:nvSpPr>
          <p:cNvPr id="237586" name="Rectangle 18">
            <a:extLst>
              <a:ext uri="{FF2B5EF4-FFF2-40B4-BE49-F238E27FC236}">
                <a16:creationId xmlns:a16="http://schemas.microsoft.com/office/drawing/2014/main" id="{69B87A11-F9B4-4FAD-A0DE-0DE2340A5997}"/>
              </a:ext>
            </a:extLst>
          </p:cNvPr>
          <p:cNvSpPr>
            <a:spLocks noChangeArrowheads="1"/>
          </p:cNvSpPr>
          <p:nvPr/>
        </p:nvSpPr>
        <p:spPr bwMode="auto">
          <a:xfrm>
            <a:off x="6588224" y="3707185"/>
            <a:ext cx="5715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700" tIns="12700" rIns="12700" bIns="12700"/>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6000" dirty="0">
                <a:solidFill>
                  <a:srgbClr val="66FF33"/>
                </a:solidFill>
              </a:rPr>
              <a:t>·</a:t>
            </a:r>
            <a:endParaRPr lang="en-US" altLang="zh-CN" sz="2800" dirty="0">
              <a:solidFill>
                <a:srgbClr val="66FF33"/>
              </a:solidFill>
            </a:endParaRPr>
          </a:p>
        </p:txBody>
      </p:sp>
      <p:sp>
        <p:nvSpPr>
          <p:cNvPr id="237587" name="Text Box 19">
            <a:extLst>
              <a:ext uri="{FF2B5EF4-FFF2-40B4-BE49-F238E27FC236}">
                <a16:creationId xmlns:a16="http://schemas.microsoft.com/office/drawing/2014/main" id="{595326CC-DE77-423F-BC2D-94CE656DADD5}"/>
              </a:ext>
            </a:extLst>
          </p:cNvPr>
          <p:cNvSpPr txBox="1">
            <a:spLocks noChangeArrowheads="1"/>
          </p:cNvSpPr>
          <p:nvPr/>
        </p:nvSpPr>
        <p:spPr bwMode="auto">
          <a:xfrm>
            <a:off x="698500" y="3548063"/>
            <a:ext cx="17668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a:solidFill>
                  <a:schemeClr val="bg1"/>
                </a:solidFill>
              </a:rPr>
              <a:t>当干涉项 </a:t>
            </a:r>
          </a:p>
        </p:txBody>
      </p:sp>
      <p:graphicFrame>
        <p:nvGraphicFramePr>
          <p:cNvPr id="237588" name="Object 20">
            <a:extLst>
              <a:ext uri="{FF2B5EF4-FFF2-40B4-BE49-F238E27FC236}">
                <a16:creationId xmlns:a16="http://schemas.microsoft.com/office/drawing/2014/main" id="{4462EDA6-ED6F-4E88-B1D3-70C835E177BB}"/>
              </a:ext>
            </a:extLst>
          </p:cNvPr>
          <p:cNvGraphicFramePr>
            <a:graphicFrameLocks noGrp="1"/>
          </p:cNvGraphicFramePr>
          <p:nvPr>
            <p:ph sz="quarter" idx="4294967295"/>
          </p:nvPr>
        </p:nvGraphicFramePr>
        <p:xfrm>
          <a:off x="2195513" y="3571875"/>
          <a:ext cx="1933575" cy="401638"/>
        </p:xfrm>
        <a:graphic>
          <a:graphicData uri="http://schemas.openxmlformats.org/presentationml/2006/ole">
            <mc:AlternateContent xmlns:mc="http://schemas.openxmlformats.org/markup-compatibility/2006">
              <mc:Choice xmlns:v="urn:schemas-microsoft-com:vml" Requires="v">
                <p:oleObj spid="_x0000_s128067" name="公式" r:id="rId13" imgW="2162143" imgH="419134" progId="Equation.3">
                  <p:embed/>
                </p:oleObj>
              </mc:Choice>
              <mc:Fallback>
                <p:oleObj name="公式" r:id="rId13" imgW="2162143" imgH="419134" progId="Equation.3">
                  <p:embed/>
                  <p:pic>
                    <p:nvPicPr>
                      <p:cNvPr id="237588" name="Object 20">
                        <a:extLst>
                          <a:ext uri="{FF2B5EF4-FFF2-40B4-BE49-F238E27FC236}">
                            <a16:creationId xmlns:a16="http://schemas.microsoft.com/office/drawing/2014/main" id="{4462EDA6-ED6F-4E88-B1D3-70C835E177BB}"/>
                          </a:ext>
                        </a:extLst>
                      </p:cNvPr>
                      <p:cNvPicPr>
                        <a:picLocks noGrp="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195513" y="3571875"/>
                        <a:ext cx="1933575" cy="401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37589" name="Object 21">
            <a:extLst>
              <a:ext uri="{FF2B5EF4-FFF2-40B4-BE49-F238E27FC236}">
                <a16:creationId xmlns:a16="http://schemas.microsoft.com/office/drawing/2014/main" id="{A1E32308-5BFD-41B2-A708-4DE0FF9F3715}"/>
              </a:ext>
            </a:extLst>
          </p:cNvPr>
          <p:cNvGraphicFramePr>
            <a:graphicFrameLocks noGrp="1"/>
          </p:cNvGraphicFramePr>
          <p:nvPr>
            <p:ph type="title" sz="quarter" idx="4294967295"/>
          </p:nvPr>
        </p:nvGraphicFramePr>
        <p:xfrm>
          <a:off x="2195513" y="4324350"/>
          <a:ext cx="1933575" cy="401638"/>
        </p:xfrm>
        <a:graphic>
          <a:graphicData uri="http://schemas.openxmlformats.org/presentationml/2006/ole">
            <mc:AlternateContent xmlns:mc="http://schemas.openxmlformats.org/markup-compatibility/2006">
              <mc:Choice xmlns:v="urn:schemas-microsoft-com:vml" Requires="v">
                <p:oleObj spid="_x0000_s128068" name="公式" r:id="rId15" imgW="2162143" imgH="419134" progId="Equation.3">
                  <p:embed/>
                </p:oleObj>
              </mc:Choice>
              <mc:Fallback>
                <p:oleObj name="公式" r:id="rId15" imgW="2162143" imgH="419134" progId="Equation.3">
                  <p:embed/>
                  <p:pic>
                    <p:nvPicPr>
                      <p:cNvPr id="237589" name="Object 21">
                        <a:extLst>
                          <a:ext uri="{FF2B5EF4-FFF2-40B4-BE49-F238E27FC236}">
                            <a16:creationId xmlns:a16="http://schemas.microsoft.com/office/drawing/2014/main" id="{A1E32308-5BFD-41B2-A708-4DE0FF9F3715}"/>
                          </a:ext>
                        </a:extLst>
                      </p:cNvPr>
                      <p:cNvPicPr>
                        <a:picLocks noGrp="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195513" y="4324350"/>
                        <a:ext cx="1933575" cy="401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37590" name="Text Box 22">
            <a:extLst>
              <a:ext uri="{FF2B5EF4-FFF2-40B4-BE49-F238E27FC236}">
                <a16:creationId xmlns:a16="http://schemas.microsoft.com/office/drawing/2014/main" id="{E41419A2-FA7F-4C7F-AECE-652E5CFEE659}"/>
              </a:ext>
            </a:extLst>
          </p:cNvPr>
          <p:cNvSpPr txBox="1">
            <a:spLocks noChangeArrowheads="1"/>
          </p:cNvSpPr>
          <p:nvPr/>
        </p:nvSpPr>
        <p:spPr bwMode="auto">
          <a:xfrm>
            <a:off x="4140200" y="3538538"/>
            <a:ext cx="3095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0" lang="en-US" altLang="zh-CN">
                <a:solidFill>
                  <a:schemeClr val="bg1"/>
                </a:solidFill>
              </a:rPr>
              <a:t>, </a:t>
            </a:r>
            <a:r>
              <a:rPr kumimoji="0" lang="zh-CN" altLang="en-US">
                <a:solidFill>
                  <a:srgbClr val="00FFFF"/>
                </a:solidFill>
              </a:rPr>
              <a:t>非相干叠加</a:t>
            </a:r>
          </a:p>
        </p:txBody>
      </p:sp>
      <p:sp>
        <p:nvSpPr>
          <p:cNvPr id="237591" name="Text Box 23">
            <a:extLst>
              <a:ext uri="{FF2B5EF4-FFF2-40B4-BE49-F238E27FC236}">
                <a16:creationId xmlns:a16="http://schemas.microsoft.com/office/drawing/2014/main" id="{D723A4D8-2274-48BD-A096-79BC791270B1}"/>
              </a:ext>
            </a:extLst>
          </p:cNvPr>
          <p:cNvSpPr txBox="1">
            <a:spLocks noChangeArrowheads="1"/>
          </p:cNvSpPr>
          <p:nvPr/>
        </p:nvSpPr>
        <p:spPr bwMode="auto">
          <a:xfrm>
            <a:off x="4140200" y="4229100"/>
            <a:ext cx="22320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0" lang="en-US" altLang="zh-CN">
                <a:solidFill>
                  <a:schemeClr val="bg1"/>
                </a:solidFill>
              </a:rPr>
              <a:t>, </a:t>
            </a:r>
            <a:r>
              <a:rPr kumimoji="0" lang="zh-CN" altLang="en-US">
                <a:solidFill>
                  <a:srgbClr val="00FFFF"/>
                </a:solidFill>
              </a:rPr>
              <a:t>相干叠加</a:t>
            </a:r>
          </a:p>
        </p:txBody>
      </p:sp>
      <p:sp>
        <p:nvSpPr>
          <p:cNvPr id="237592" name="Text Box 24">
            <a:extLst>
              <a:ext uri="{FF2B5EF4-FFF2-40B4-BE49-F238E27FC236}">
                <a16:creationId xmlns:a16="http://schemas.microsoft.com/office/drawing/2014/main" id="{2658C8AD-DD60-4408-9B3D-41AE2D7F03E0}"/>
              </a:ext>
            </a:extLst>
          </p:cNvPr>
          <p:cNvSpPr txBox="1">
            <a:spLocks noChangeArrowheads="1"/>
          </p:cNvSpPr>
          <p:nvPr/>
        </p:nvSpPr>
        <p:spPr bwMode="auto">
          <a:xfrm>
            <a:off x="692150" y="4267200"/>
            <a:ext cx="18129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a:solidFill>
                  <a:schemeClr val="bg1"/>
                </a:solidFill>
              </a:rPr>
              <a:t>当干涉项 </a:t>
            </a:r>
          </a:p>
        </p:txBody>
      </p:sp>
      <p:graphicFrame>
        <p:nvGraphicFramePr>
          <p:cNvPr id="237593" name="Object 25">
            <a:extLst>
              <a:ext uri="{FF2B5EF4-FFF2-40B4-BE49-F238E27FC236}">
                <a16:creationId xmlns:a16="http://schemas.microsoft.com/office/drawing/2014/main" id="{380E37EE-4B52-4F14-9AA3-784E41FA7EB1}"/>
              </a:ext>
            </a:extLst>
          </p:cNvPr>
          <p:cNvGraphicFramePr>
            <a:graphicFrameLocks/>
          </p:cNvGraphicFramePr>
          <p:nvPr/>
        </p:nvGraphicFramePr>
        <p:xfrm>
          <a:off x="709613" y="5127625"/>
          <a:ext cx="1050925" cy="401638"/>
        </p:xfrm>
        <a:graphic>
          <a:graphicData uri="http://schemas.openxmlformats.org/presentationml/2006/ole">
            <mc:AlternateContent xmlns:mc="http://schemas.openxmlformats.org/markup-compatibility/2006">
              <mc:Choice xmlns:v="urn:schemas-microsoft-com:vml" Requires="v">
                <p:oleObj spid="_x0000_s128069" name="公式" r:id="rId17" imgW="1152633" imgH="419134" progId="Equation.3">
                  <p:embed/>
                </p:oleObj>
              </mc:Choice>
              <mc:Fallback>
                <p:oleObj name="公式" r:id="rId17" imgW="1152633" imgH="419134" progId="Equation.3">
                  <p:embed/>
                  <p:pic>
                    <p:nvPicPr>
                      <p:cNvPr id="237593" name="Object 25">
                        <a:extLst>
                          <a:ext uri="{FF2B5EF4-FFF2-40B4-BE49-F238E27FC236}">
                            <a16:creationId xmlns:a16="http://schemas.microsoft.com/office/drawing/2014/main" id="{380E37EE-4B52-4F14-9AA3-784E41FA7EB1}"/>
                          </a:ext>
                        </a:extLst>
                      </p:cNvPr>
                      <p:cNvPicPr>
                        <a:picLocks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709613" y="5127625"/>
                        <a:ext cx="1050925"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37594" name="Object 26">
            <a:extLst>
              <a:ext uri="{FF2B5EF4-FFF2-40B4-BE49-F238E27FC236}">
                <a16:creationId xmlns:a16="http://schemas.microsoft.com/office/drawing/2014/main" id="{0597436A-CBC5-4355-863D-86995C2E4B97}"/>
              </a:ext>
            </a:extLst>
          </p:cNvPr>
          <p:cNvGraphicFramePr>
            <a:graphicFrameLocks/>
          </p:cNvGraphicFramePr>
          <p:nvPr/>
        </p:nvGraphicFramePr>
        <p:xfrm>
          <a:off x="1881188" y="4946650"/>
          <a:ext cx="6178550" cy="725488"/>
        </p:xfrm>
        <a:graphic>
          <a:graphicData uri="http://schemas.openxmlformats.org/presentationml/2006/ole">
            <mc:AlternateContent xmlns:mc="http://schemas.openxmlformats.org/markup-compatibility/2006">
              <mc:Choice xmlns:v="urn:schemas-microsoft-com:vml" Requires="v">
                <p:oleObj spid="_x0000_s128070" name="公式" r:id="rId19" imgW="6981857" imgH="790507" progId="Equation.3">
                  <p:embed/>
                </p:oleObj>
              </mc:Choice>
              <mc:Fallback>
                <p:oleObj name="公式" r:id="rId19" imgW="6981857" imgH="790507" progId="Equation.3">
                  <p:embed/>
                  <p:pic>
                    <p:nvPicPr>
                      <p:cNvPr id="237594" name="Object 26">
                        <a:extLst>
                          <a:ext uri="{FF2B5EF4-FFF2-40B4-BE49-F238E27FC236}">
                            <a16:creationId xmlns:a16="http://schemas.microsoft.com/office/drawing/2014/main" id="{0597436A-CBC5-4355-863D-86995C2E4B97}"/>
                          </a:ext>
                        </a:extLst>
                      </p:cNvPr>
                      <p:cNvPicPr>
                        <a:picLocks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881188" y="4946650"/>
                        <a:ext cx="6178550" cy="72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37595" name="Object 27">
            <a:extLst>
              <a:ext uri="{FF2B5EF4-FFF2-40B4-BE49-F238E27FC236}">
                <a16:creationId xmlns:a16="http://schemas.microsoft.com/office/drawing/2014/main" id="{61B4AB9B-6452-441E-A39F-99CA8EBC689F}"/>
              </a:ext>
            </a:extLst>
          </p:cNvPr>
          <p:cNvGraphicFramePr>
            <a:graphicFrameLocks/>
          </p:cNvGraphicFramePr>
          <p:nvPr/>
        </p:nvGraphicFramePr>
        <p:xfrm>
          <a:off x="1946275" y="5703888"/>
          <a:ext cx="5218113" cy="725487"/>
        </p:xfrm>
        <a:graphic>
          <a:graphicData uri="http://schemas.openxmlformats.org/presentationml/2006/ole">
            <mc:AlternateContent xmlns:mc="http://schemas.openxmlformats.org/markup-compatibility/2006">
              <mc:Choice xmlns:v="urn:schemas-microsoft-com:vml" Requires="v">
                <p:oleObj spid="_x0000_s128071" name="公式" r:id="rId21" imgW="5895892" imgH="790507" progId="Equation.3">
                  <p:embed/>
                </p:oleObj>
              </mc:Choice>
              <mc:Fallback>
                <p:oleObj name="公式" r:id="rId21" imgW="5895892" imgH="790507" progId="Equation.3">
                  <p:embed/>
                  <p:pic>
                    <p:nvPicPr>
                      <p:cNvPr id="237595" name="Object 27">
                        <a:extLst>
                          <a:ext uri="{FF2B5EF4-FFF2-40B4-BE49-F238E27FC236}">
                            <a16:creationId xmlns:a16="http://schemas.microsoft.com/office/drawing/2014/main" id="{61B4AB9B-6452-441E-A39F-99CA8EBC689F}"/>
                          </a:ext>
                        </a:extLst>
                      </p:cNvPr>
                      <p:cNvPicPr>
                        <a:picLocks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946275" y="5703888"/>
                        <a:ext cx="5218113" cy="725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388" name="灯片编号占位符 1">
            <a:extLst>
              <a:ext uri="{FF2B5EF4-FFF2-40B4-BE49-F238E27FC236}">
                <a16:creationId xmlns:a16="http://schemas.microsoft.com/office/drawing/2014/main" id="{95C1B0F4-B2D5-4A47-A25B-F6652DF5181E}"/>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FB008BA3-B4F4-4D03-93EF-8ADC1E3A80AA}" type="slidenum">
              <a:rPr lang="en-US" altLang="zh-CN" b="0">
                <a:solidFill>
                  <a:srgbClr val="FF00FF"/>
                </a:solidFill>
              </a:rPr>
              <a:pPr eaLnBrk="1" hangingPunct="1"/>
              <a:t>22</a:t>
            </a:fld>
            <a:r>
              <a:rPr lang="en-US" altLang="zh-CN" b="0">
                <a:solidFill>
                  <a:srgbClr val="FF00FF"/>
                </a:solidFill>
              </a:rPr>
              <a:t>/25</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237571"/>
                                        </p:tgtEl>
                                        <p:attrNameLst>
                                          <p:attrName>style.visibility</p:attrName>
                                        </p:attrNameLst>
                                      </p:cBhvr>
                                      <p:to>
                                        <p:strVal val="visible"/>
                                      </p:to>
                                    </p:set>
                                    <p:animEffect transition="in" filter="blinds(horizontal)">
                                      <p:cBhvr>
                                        <p:cTn id="7" dur="500"/>
                                        <p:tgtEl>
                                          <p:spTgt spid="23757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37585"/>
                                        </p:tgtEl>
                                        <p:attrNameLst>
                                          <p:attrName>style.visibility</p:attrName>
                                        </p:attrNameLst>
                                      </p:cBhvr>
                                      <p:to>
                                        <p:strVal val="visible"/>
                                      </p:to>
                                    </p:set>
                                    <p:animEffect transition="in" filter="dissolve">
                                      <p:cBhvr>
                                        <p:cTn id="12" dur="500"/>
                                        <p:tgtEl>
                                          <p:spTgt spid="237585"/>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237581"/>
                                        </p:tgtEl>
                                        <p:attrNameLst>
                                          <p:attrName>style.visibility</p:attrName>
                                        </p:attrNameLst>
                                      </p:cBhvr>
                                      <p:to>
                                        <p:strVal val="visible"/>
                                      </p:to>
                                    </p:set>
                                    <p:animEffect transition="in" filter="dissolve">
                                      <p:cBhvr>
                                        <p:cTn id="15" dur="500"/>
                                        <p:tgtEl>
                                          <p:spTgt spid="237581"/>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237586"/>
                                        </p:tgtEl>
                                        <p:attrNameLst>
                                          <p:attrName>style.visibility</p:attrName>
                                        </p:attrNameLst>
                                      </p:cBhvr>
                                      <p:to>
                                        <p:strVal val="visible"/>
                                      </p:to>
                                    </p:set>
                                    <p:animEffect transition="in" filter="dissolve">
                                      <p:cBhvr>
                                        <p:cTn id="18" dur="500"/>
                                        <p:tgtEl>
                                          <p:spTgt spid="237586"/>
                                        </p:tgtEl>
                                      </p:cBhvr>
                                    </p:animEffect>
                                  </p:childTnLst>
                                </p:cTn>
                              </p:par>
                              <p:par>
                                <p:cTn id="19" presetID="9" presetClass="entr" presetSubtype="0" fill="hold" grpId="0" nodeType="withEffect">
                                  <p:stCondLst>
                                    <p:cond delay="0"/>
                                  </p:stCondLst>
                                  <p:childTnLst>
                                    <p:set>
                                      <p:cBhvr>
                                        <p:cTn id="20" dur="1" fill="hold">
                                          <p:stCondLst>
                                            <p:cond delay="0"/>
                                          </p:stCondLst>
                                        </p:cTn>
                                        <p:tgtEl>
                                          <p:spTgt spid="237582"/>
                                        </p:tgtEl>
                                        <p:attrNameLst>
                                          <p:attrName>style.visibility</p:attrName>
                                        </p:attrNameLst>
                                      </p:cBhvr>
                                      <p:to>
                                        <p:strVal val="visible"/>
                                      </p:to>
                                    </p:set>
                                    <p:animEffect transition="in" filter="dissolve">
                                      <p:cBhvr>
                                        <p:cTn id="21" dur="500"/>
                                        <p:tgtEl>
                                          <p:spTgt spid="237582"/>
                                        </p:tgtEl>
                                      </p:cBhvr>
                                    </p:animEffect>
                                  </p:childTnLst>
                                </p:cTn>
                              </p:par>
                            </p:childTnLst>
                          </p:cTn>
                        </p:par>
                        <p:par>
                          <p:cTn id="22" fill="hold" nodeType="afterGroup">
                            <p:stCondLst>
                              <p:cond delay="500"/>
                            </p:stCondLst>
                            <p:childTnLst>
                              <p:par>
                                <p:cTn id="23" presetID="22" presetClass="entr" presetSubtype="8" fill="hold" grpId="0" nodeType="afterEffect">
                                  <p:stCondLst>
                                    <p:cond delay="0"/>
                                  </p:stCondLst>
                                  <p:childTnLst>
                                    <p:set>
                                      <p:cBhvr>
                                        <p:cTn id="24" dur="1" fill="hold">
                                          <p:stCondLst>
                                            <p:cond delay="0"/>
                                          </p:stCondLst>
                                        </p:cTn>
                                        <p:tgtEl>
                                          <p:spTgt spid="237570"/>
                                        </p:tgtEl>
                                        <p:attrNameLst>
                                          <p:attrName>style.visibility</p:attrName>
                                        </p:attrNameLst>
                                      </p:cBhvr>
                                      <p:to>
                                        <p:strVal val="visible"/>
                                      </p:to>
                                    </p:set>
                                    <p:animEffect transition="in" filter="wipe(left)">
                                      <p:cBhvr>
                                        <p:cTn id="25" dur="500"/>
                                        <p:tgtEl>
                                          <p:spTgt spid="237570"/>
                                        </p:tgtEl>
                                      </p:cBhvr>
                                    </p:animEffect>
                                  </p:childTnLst>
                                </p:cTn>
                              </p:par>
                            </p:childTnLst>
                          </p:cTn>
                        </p:par>
                        <p:par>
                          <p:cTn id="26" fill="hold" nodeType="afterGroup">
                            <p:stCondLst>
                              <p:cond delay="1000"/>
                            </p:stCondLst>
                            <p:childTnLst>
                              <p:par>
                                <p:cTn id="27" presetID="22" presetClass="entr" presetSubtype="8" fill="hold" grpId="0" nodeType="afterEffect">
                                  <p:stCondLst>
                                    <p:cond delay="0"/>
                                  </p:stCondLst>
                                  <p:childTnLst>
                                    <p:set>
                                      <p:cBhvr>
                                        <p:cTn id="28" dur="1" fill="hold">
                                          <p:stCondLst>
                                            <p:cond delay="0"/>
                                          </p:stCondLst>
                                        </p:cTn>
                                        <p:tgtEl>
                                          <p:spTgt spid="237578"/>
                                        </p:tgtEl>
                                        <p:attrNameLst>
                                          <p:attrName>style.visibility</p:attrName>
                                        </p:attrNameLst>
                                      </p:cBhvr>
                                      <p:to>
                                        <p:strVal val="visible"/>
                                      </p:to>
                                    </p:set>
                                    <p:animEffect transition="in" filter="wipe(left)">
                                      <p:cBhvr>
                                        <p:cTn id="29" dur="500"/>
                                        <p:tgtEl>
                                          <p:spTgt spid="237578"/>
                                        </p:tgtEl>
                                      </p:cBhvr>
                                    </p:animEffect>
                                  </p:childTnLst>
                                </p:cTn>
                              </p:par>
                            </p:childTnLst>
                          </p:cTn>
                        </p:par>
                        <p:par>
                          <p:cTn id="30" fill="hold" nodeType="afterGroup">
                            <p:stCondLst>
                              <p:cond delay="1500"/>
                            </p:stCondLst>
                            <p:childTnLst>
                              <p:par>
                                <p:cTn id="31" presetID="22" presetClass="entr" presetSubtype="8" fill="hold" nodeType="afterEffect">
                                  <p:stCondLst>
                                    <p:cond delay="0"/>
                                  </p:stCondLst>
                                  <p:childTnLst>
                                    <p:set>
                                      <p:cBhvr>
                                        <p:cTn id="32" dur="1" fill="hold">
                                          <p:stCondLst>
                                            <p:cond delay="0"/>
                                          </p:stCondLst>
                                        </p:cTn>
                                        <p:tgtEl>
                                          <p:spTgt spid="237579"/>
                                        </p:tgtEl>
                                        <p:attrNameLst>
                                          <p:attrName>style.visibility</p:attrName>
                                        </p:attrNameLst>
                                      </p:cBhvr>
                                      <p:to>
                                        <p:strVal val="visible"/>
                                      </p:to>
                                    </p:set>
                                    <p:animEffect transition="in" filter="wipe(left)">
                                      <p:cBhvr>
                                        <p:cTn id="33" dur="500"/>
                                        <p:tgtEl>
                                          <p:spTgt spid="237579"/>
                                        </p:tgtEl>
                                      </p:cBhvr>
                                    </p:animEffect>
                                  </p:childTnLst>
                                </p:cTn>
                              </p:par>
                            </p:childTnLst>
                          </p:cTn>
                        </p:par>
                        <p:par>
                          <p:cTn id="34" fill="hold" nodeType="afterGroup">
                            <p:stCondLst>
                              <p:cond delay="2000"/>
                            </p:stCondLst>
                            <p:childTnLst>
                              <p:par>
                                <p:cTn id="35" presetID="22" presetClass="entr" presetSubtype="8" fill="hold" grpId="0" nodeType="afterEffect">
                                  <p:stCondLst>
                                    <p:cond delay="0"/>
                                  </p:stCondLst>
                                  <p:childTnLst>
                                    <p:set>
                                      <p:cBhvr>
                                        <p:cTn id="36" dur="1" fill="hold">
                                          <p:stCondLst>
                                            <p:cond delay="0"/>
                                          </p:stCondLst>
                                        </p:cTn>
                                        <p:tgtEl>
                                          <p:spTgt spid="237583"/>
                                        </p:tgtEl>
                                        <p:attrNameLst>
                                          <p:attrName>style.visibility</p:attrName>
                                        </p:attrNameLst>
                                      </p:cBhvr>
                                      <p:to>
                                        <p:strVal val="visible"/>
                                      </p:to>
                                    </p:set>
                                    <p:animEffect transition="in" filter="wipe(left)">
                                      <p:cBhvr>
                                        <p:cTn id="37" dur="500"/>
                                        <p:tgtEl>
                                          <p:spTgt spid="237583"/>
                                        </p:tgtEl>
                                      </p:cBhvr>
                                    </p:animEffect>
                                  </p:childTnLst>
                                </p:cTn>
                              </p:par>
                            </p:childTnLst>
                          </p:cTn>
                        </p:par>
                        <p:par>
                          <p:cTn id="38" fill="hold" nodeType="afterGroup">
                            <p:stCondLst>
                              <p:cond delay="2500"/>
                            </p:stCondLst>
                            <p:childTnLst>
                              <p:par>
                                <p:cTn id="39" presetID="22" presetClass="entr" presetSubtype="8" fill="hold" nodeType="afterEffect">
                                  <p:stCondLst>
                                    <p:cond delay="0"/>
                                  </p:stCondLst>
                                  <p:childTnLst>
                                    <p:set>
                                      <p:cBhvr>
                                        <p:cTn id="40" dur="1" fill="hold">
                                          <p:stCondLst>
                                            <p:cond delay="0"/>
                                          </p:stCondLst>
                                        </p:cTn>
                                        <p:tgtEl>
                                          <p:spTgt spid="237580"/>
                                        </p:tgtEl>
                                        <p:attrNameLst>
                                          <p:attrName>style.visibility</p:attrName>
                                        </p:attrNameLst>
                                      </p:cBhvr>
                                      <p:to>
                                        <p:strVal val="visible"/>
                                      </p:to>
                                    </p:set>
                                    <p:animEffect transition="in" filter="wipe(left)">
                                      <p:cBhvr>
                                        <p:cTn id="41" dur="500"/>
                                        <p:tgtEl>
                                          <p:spTgt spid="237580"/>
                                        </p:tgtEl>
                                      </p:cBhvr>
                                    </p:animEffect>
                                  </p:childTnLst>
                                </p:cTn>
                              </p:par>
                            </p:childTnLst>
                          </p:cTn>
                        </p:par>
                        <p:par>
                          <p:cTn id="42" fill="hold" nodeType="afterGroup">
                            <p:stCondLst>
                              <p:cond delay="3000"/>
                            </p:stCondLst>
                            <p:childTnLst>
                              <p:par>
                                <p:cTn id="43" presetID="22" presetClass="entr" presetSubtype="8" fill="hold" grpId="0" nodeType="afterEffect">
                                  <p:stCondLst>
                                    <p:cond delay="0"/>
                                  </p:stCondLst>
                                  <p:childTnLst>
                                    <p:set>
                                      <p:cBhvr>
                                        <p:cTn id="44" dur="1" fill="hold">
                                          <p:stCondLst>
                                            <p:cond delay="0"/>
                                          </p:stCondLst>
                                        </p:cTn>
                                        <p:tgtEl>
                                          <p:spTgt spid="237584"/>
                                        </p:tgtEl>
                                        <p:attrNameLst>
                                          <p:attrName>style.visibility</p:attrName>
                                        </p:attrNameLst>
                                      </p:cBhvr>
                                      <p:to>
                                        <p:strVal val="visible"/>
                                      </p:to>
                                    </p:set>
                                    <p:animEffect transition="in" filter="wipe(left)">
                                      <p:cBhvr>
                                        <p:cTn id="45" dur="500"/>
                                        <p:tgtEl>
                                          <p:spTgt spid="237584"/>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nodeType="clickEffect">
                                  <p:stCondLst>
                                    <p:cond delay="0"/>
                                  </p:stCondLst>
                                  <p:childTnLst>
                                    <p:set>
                                      <p:cBhvr>
                                        <p:cTn id="49" dur="1" fill="hold">
                                          <p:stCondLst>
                                            <p:cond delay="0"/>
                                          </p:stCondLst>
                                        </p:cTn>
                                        <p:tgtEl>
                                          <p:spTgt spid="237572"/>
                                        </p:tgtEl>
                                        <p:attrNameLst>
                                          <p:attrName>style.visibility</p:attrName>
                                        </p:attrNameLst>
                                      </p:cBhvr>
                                      <p:to>
                                        <p:strVal val="visible"/>
                                      </p:to>
                                    </p:set>
                                    <p:animEffect transition="in" filter="wipe(left)">
                                      <p:cBhvr>
                                        <p:cTn id="50" dur="500"/>
                                        <p:tgtEl>
                                          <p:spTgt spid="237572"/>
                                        </p:tgtEl>
                                      </p:cBhvr>
                                    </p:animEffect>
                                  </p:childTnLst>
                                </p:cTn>
                              </p:par>
                            </p:childTnLst>
                          </p:cTn>
                        </p:par>
                        <p:par>
                          <p:cTn id="51" fill="hold" nodeType="afterGroup">
                            <p:stCondLst>
                              <p:cond delay="500"/>
                            </p:stCondLst>
                            <p:childTnLst>
                              <p:par>
                                <p:cTn id="52" presetID="22" presetClass="entr" presetSubtype="8" fill="hold" nodeType="afterEffect">
                                  <p:stCondLst>
                                    <p:cond delay="0"/>
                                  </p:stCondLst>
                                  <p:childTnLst>
                                    <p:set>
                                      <p:cBhvr>
                                        <p:cTn id="53" dur="1" fill="hold">
                                          <p:stCondLst>
                                            <p:cond delay="0"/>
                                          </p:stCondLst>
                                        </p:cTn>
                                        <p:tgtEl>
                                          <p:spTgt spid="237573"/>
                                        </p:tgtEl>
                                        <p:attrNameLst>
                                          <p:attrName>style.visibility</p:attrName>
                                        </p:attrNameLst>
                                      </p:cBhvr>
                                      <p:to>
                                        <p:strVal val="visible"/>
                                      </p:to>
                                    </p:set>
                                    <p:animEffect transition="in" filter="wipe(left)">
                                      <p:cBhvr>
                                        <p:cTn id="54" dur="500"/>
                                        <p:tgtEl>
                                          <p:spTgt spid="237573"/>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nodeType="clickEffect">
                                  <p:stCondLst>
                                    <p:cond delay="0"/>
                                  </p:stCondLst>
                                  <p:childTnLst>
                                    <p:set>
                                      <p:cBhvr>
                                        <p:cTn id="58" dur="1" fill="hold">
                                          <p:stCondLst>
                                            <p:cond delay="0"/>
                                          </p:stCondLst>
                                        </p:cTn>
                                        <p:tgtEl>
                                          <p:spTgt spid="237574"/>
                                        </p:tgtEl>
                                        <p:attrNameLst>
                                          <p:attrName>style.visibility</p:attrName>
                                        </p:attrNameLst>
                                      </p:cBhvr>
                                      <p:to>
                                        <p:strVal val="visible"/>
                                      </p:to>
                                    </p:set>
                                    <p:animEffect transition="in" filter="wipe(left)">
                                      <p:cBhvr>
                                        <p:cTn id="59" dur="500"/>
                                        <p:tgtEl>
                                          <p:spTgt spid="237574"/>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8" fill="hold" nodeType="clickEffect">
                                  <p:stCondLst>
                                    <p:cond delay="0"/>
                                  </p:stCondLst>
                                  <p:childTnLst>
                                    <p:set>
                                      <p:cBhvr>
                                        <p:cTn id="63" dur="1" fill="hold">
                                          <p:stCondLst>
                                            <p:cond delay="0"/>
                                          </p:stCondLst>
                                        </p:cTn>
                                        <p:tgtEl>
                                          <p:spTgt spid="237575"/>
                                        </p:tgtEl>
                                        <p:attrNameLst>
                                          <p:attrName>style.visibility</p:attrName>
                                        </p:attrNameLst>
                                      </p:cBhvr>
                                      <p:to>
                                        <p:strVal val="visible"/>
                                      </p:to>
                                    </p:set>
                                    <p:animEffect transition="in" filter="wipe(left)">
                                      <p:cBhvr>
                                        <p:cTn id="64" dur="500"/>
                                        <p:tgtEl>
                                          <p:spTgt spid="237575"/>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8" fill="hold" grpId="0" nodeType="clickEffect">
                                  <p:stCondLst>
                                    <p:cond delay="0"/>
                                  </p:stCondLst>
                                  <p:childTnLst>
                                    <p:set>
                                      <p:cBhvr>
                                        <p:cTn id="68" dur="1" fill="hold">
                                          <p:stCondLst>
                                            <p:cond delay="0"/>
                                          </p:stCondLst>
                                        </p:cTn>
                                        <p:tgtEl>
                                          <p:spTgt spid="237577"/>
                                        </p:tgtEl>
                                        <p:attrNameLst>
                                          <p:attrName>style.visibility</p:attrName>
                                        </p:attrNameLst>
                                      </p:cBhvr>
                                      <p:to>
                                        <p:strVal val="visible"/>
                                      </p:to>
                                    </p:set>
                                    <p:animEffect transition="in" filter="wipe(left)">
                                      <p:cBhvr>
                                        <p:cTn id="69" dur="500"/>
                                        <p:tgtEl>
                                          <p:spTgt spid="237577"/>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22" presetClass="entr" presetSubtype="8" fill="hold" nodeType="clickEffect">
                                  <p:stCondLst>
                                    <p:cond delay="0"/>
                                  </p:stCondLst>
                                  <p:childTnLst>
                                    <p:set>
                                      <p:cBhvr>
                                        <p:cTn id="73" dur="1" fill="hold">
                                          <p:stCondLst>
                                            <p:cond delay="0"/>
                                          </p:stCondLst>
                                        </p:cTn>
                                        <p:tgtEl>
                                          <p:spTgt spid="237576"/>
                                        </p:tgtEl>
                                        <p:attrNameLst>
                                          <p:attrName>style.visibility</p:attrName>
                                        </p:attrNameLst>
                                      </p:cBhvr>
                                      <p:to>
                                        <p:strVal val="visible"/>
                                      </p:to>
                                    </p:set>
                                    <p:animEffect transition="in" filter="wipe(left)">
                                      <p:cBhvr>
                                        <p:cTn id="74" dur="500"/>
                                        <p:tgtEl>
                                          <p:spTgt spid="237576"/>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22" presetClass="entr" presetSubtype="8" fill="hold" grpId="0" nodeType="clickEffect">
                                  <p:stCondLst>
                                    <p:cond delay="0"/>
                                  </p:stCondLst>
                                  <p:childTnLst>
                                    <p:set>
                                      <p:cBhvr>
                                        <p:cTn id="78" dur="1" fill="hold">
                                          <p:stCondLst>
                                            <p:cond delay="0"/>
                                          </p:stCondLst>
                                        </p:cTn>
                                        <p:tgtEl>
                                          <p:spTgt spid="237587"/>
                                        </p:tgtEl>
                                        <p:attrNameLst>
                                          <p:attrName>style.visibility</p:attrName>
                                        </p:attrNameLst>
                                      </p:cBhvr>
                                      <p:to>
                                        <p:strVal val="visible"/>
                                      </p:to>
                                    </p:set>
                                    <p:animEffect transition="in" filter="wipe(left)">
                                      <p:cBhvr>
                                        <p:cTn id="79" dur="500"/>
                                        <p:tgtEl>
                                          <p:spTgt spid="237587"/>
                                        </p:tgtEl>
                                      </p:cBhvr>
                                    </p:animEffect>
                                  </p:childTnLst>
                                </p:cTn>
                              </p:par>
                            </p:childTnLst>
                          </p:cTn>
                        </p:par>
                        <p:par>
                          <p:cTn id="80" fill="hold" nodeType="afterGroup">
                            <p:stCondLst>
                              <p:cond delay="500"/>
                            </p:stCondLst>
                            <p:childTnLst>
                              <p:par>
                                <p:cTn id="81" presetID="22" presetClass="entr" presetSubtype="8" fill="hold" nodeType="afterEffect">
                                  <p:stCondLst>
                                    <p:cond delay="0"/>
                                  </p:stCondLst>
                                  <p:childTnLst>
                                    <p:set>
                                      <p:cBhvr>
                                        <p:cTn id="82" dur="1" fill="hold">
                                          <p:stCondLst>
                                            <p:cond delay="0"/>
                                          </p:stCondLst>
                                        </p:cTn>
                                        <p:tgtEl>
                                          <p:spTgt spid="237588"/>
                                        </p:tgtEl>
                                        <p:attrNameLst>
                                          <p:attrName>style.visibility</p:attrName>
                                        </p:attrNameLst>
                                      </p:cBhvr>
                                      <p:to>
                                        <p:strVal val="visible"/>
                                      </p:to>
                                    </p:set>
                                    <p:animEffect transition="in" filter="wipe(left)">
                                      <p:cBhvr>
                                        <p:cTn id="83" dur="500"/>
                                        <p:tgtEl>
                                          <p:spTgt spid="237588"/>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22" presetClass="entr" presetSubtype="8" fill="hold" grpId="0" nodeType="clickEffect">
                                  <p:stCondLst>
                                    <p:cond delay="0"/>
                                  </p:stCondLst>
                                  <p:childTnLst>
                                    <p:set>
                                      <p:cBhvr>
                                        <p:cTn id="87" dur="1" fill="hold">
                                          <p:stCondLst>
                                            <p:cond delay="0"/>
                                          </p:stCondLst>
                                        </p:cTn>
                                        <p:tgtEl>
                                          <p:spTgt spid="237590"/>
                                        </p:tgtEl>
                                        <p:attrNameLst>
                                          <p:attrName>style.visibility</p:attrName>
                                        </p:attrNameLst>
                                      </p:cBhvr>
                                      <p:to>
                                        <p:strVal val="visible"/>
                                      </p:to>
                                    </p:set>
                                    <p:animEffect transition="in" filter="wipe(left)">
                                      <p:cBhvr>
                                        <p:cTn id="88" dur="500"/>
                                        <p:tgtEl>
                                          <p:spTgt spid="237590"/>
                                        </p:tgtEl>
                                      </p:cBhvr>
                                    </p:animEffect>
                                  </p:childTnLst>
                                </p:cTn>
                              </p:par>
                            </p:childTnLst>
                          </p:cTn>
                        </p:par>
                      </p:childTnLst>
                    </p:cTn>
                  </p:par>
                  <p:par>
                    <p:cTn id="89" fill="hold" nodeType="clickPar">
                      <p:stCondLst>
                        <p:cond delay="indefinite"/>
                      </p:stCondLst>
                      <p:childTnLst>
                        <p:par>
                          <p:cTn id="90" fill="hold" nodeType="withGroup">
                            <p:stCondLst>
                              <p:cond delay="0"/>
                            </p:stCondLst>
                            <p:childTnLst>
                              <p:par>
                                <p:cTn id="91" presetID="22" presetClass="entr" presetSubtype="8" fill="hold" grpId="0" nodeType="clickEffect">
                                  <p:stCondLst>
                                    <p:cond delay="0"/>
                                  </p:stCondLst>
                                  <p:childTnLst>
                                    <p:set>
                                      <p:cBhvr>
                                        <p:cTn id="92" dur="1" fill="hold">
                                          <p:stCondLst>
                                            <p:cond delay="0"/>
                                          </p:stCondLst>
                                        </p:cTn>
                                        <p:tgtEl>
                                          <p:spTgt spid="237592"/>
                                        </p:tgtEl>
                                        <p:attrNameLst>
                                          <p:attrName>style.visibility</p:attrName>
                                        </p:attrNameLst>
                                      </p:cBhvr>
                                      <p:to>
                                        <p:strVal val="visible"/>
                                      </p:to>
                                    </p:set>
                                    <p:animEffect transition="in" filter="wipe(left)">
                                      <p:cBhvr>
                                        <p:cTn id="93" dur="500"/>
                                        <p:tgtEl>
                                          <p:spTgt spid="237592"/>
                                        </p:tgtEl>
                                      </p:cBhvr>
                                    </p:animEffect>
                                  </p:childTnLst>
                                </p:cTn>
                              </p:par>
                            </p:childTnLst>
                          </p:cTn>
                        </p:par>
                        <p:par>
                          <p:cTn id="94" fill="hold" nodeType="afterGroup">
                            <p:stCondLst>
                              <p:cond delay="500"/>
                            </p:stCondLst>
                            <p:childTnLst>
                              <p:par>
                                <p:cTn id="95" presetID="22" presetClass="entr" presetSubtype="8" fill="hold" nodeType="afterEffect">
                                  <p:stCondLst>
                                    <p:cond delay="0"/>
                                  </p:stCondLst>
                                  <p:childTnLst>
                                    <p:set>
                                      <p:cBhvr>
                                        <p:cTn id="96" dur="1" fill="hold">
                                          <p:stCondLst>
                                            <p:cond delay="0"/>
                                          </p:stCondLst>
                                        </p:cTn>
                                        <p:tgtEl>
                                          <p:spTgt spid="237589"/>
                                        </p:tgtEl>
                                        <p:attrNameLst>
                                          <p:attrName>style.visibility</p:attrName>
                                        </p:attrNameLst>
                                      </p:cBhvr>
                                      <p:to>
                                        <p:strVal val="visible"/>
                                      </p:to>
                                    </p:set>
                                    <p:animEffect transition="in" filter="wipe(left)">
                                      <p:cBhvr>
                                        <p:cTn id="97" dur="500"/>
                                        <p:tgtEl>
                                          <p:spTgt spid="237589"/>
                                        </p:tgtEl>
                                      </p:cBhvr>
                                    </p:animEffect>
                                  </p:childTnLst>
                                </p:cTn>
                              </p:par>
                            </p:childTnLst>
                          </p:cTn>
                        </p:par>
                      </p:childTnLst>
                    </p:cTn>
                  </p:par>
                  <p:par>
                    <p:cTn id="98" fill="hold" nodeType="clickPar">
                      <p:stCondLst>
                        <p:cond delay="indefinite"/>
                      </p:stCondLst>
                      <p:childTnLst>
                        <p:par>
                          <p:cTn id="99" fill="hold" nodeType="withGroup">
                            <p:stCondLst>
                              <p:cond delay="0"/>
                            </p:stCondLst>
                            <p:childTnLst>
                              <p:par>
                                <p:cTn id="100" presetID="22" presetClass="entr" presetSubtype="8" fill="hold" grpId="0" nodeType="clickEffect">
                                  <p:stCondLst>
                                    <p:cond delay="0"/>
                                  </p:stCondLst>
                                  <p:childTnLst>
                                    <p:set>
                                      <p:cBhvr>
                                        <p:cTn id="101" dur="1" fill="hold">
                                          <p:stCondLst>
                                            <p:cond delay="0"/>
                                          </p:stCondLst>
                                        </p:cTn>
                                        <p:tgtEl>
                                          <p:spTgt spid="237591"/>
                                        </p:tgtEl>
                                        <p:attrNameLst>
                                          <p:attrName>style.visibility</p:attrName>
                                        </p:attrNameLst>
                                      </p:cBhvr>
                                      <p:to>
                                        <p:strVal val="visible"/>
                                      </p:to>
                                    </p:set>
                                    <p:animEffect transition="in" filter="wipe(left)">
                                      <p:cBhvr>
                                        <p:cTn id="102" dur="500"/>
                                        <p:tgtEl>
                                          <p:spTgt spid="237591"/>
                                        </p:tgtEl>
                                      </p:cBhvr>
                                    </p:animEffec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3" presetClass="entr" presetSubtype="10" fill="hold" nodeType="clickEffect">
                                  <p:stCondLst>
                                    <p:cond delay="0"/>
                                  </p:stCondLst>
                                  <p:childTnLst>
                                    <p:set>
                                      <p:cBhvr>
                                        <p:cTn id="106" dur="1" fill="hold">
                                          <p:stCondLst>
                                            <p:cond delay="0"/>
                                          </p:stCondLst>
                                        </p:cTn>
                                        <p:tgtEl>
                                          <p:spTgt spid="237593"/>
                                        </p:tgtEl>
                                        <p:attrNameLst>
                                          <p:attrName>style.visibility</p:attrName>
                                        </p:attrNameLst>
                                      </p:cBhvr>
                                      <p:to>
                                        <p:strVal val="visible"/>
                                      </p:to>
                                    </p:set>
                                    <p:animEffect transition="in" filter="blinds(horizontal)">
                                      <p:cBhvr>
                                        <p:cTn id="107" dur="500"/>
                                        <p:tgtEl>
                                          <p:spTgt spid="237593"/>
                                        </p:tgtEl>
                                      </p:cBhvr>
                                    </p:animEffect>
                                  </p:childTnLst>
                                </p:cTn>
                              </p:par>
                            </p:childTnLst>
                          </p:cTn>
                        </p:par>
                      </p:childTnLst>
                    </p:cTn>
                  </p:par>
                  <p:par>
                    <p:cTn id="108" fill="hold">
                      <p:stCondLst>
                        <p:cond delay="indefinite"/>
                      </p:stCondLst>
                      <p:childTnLst>
                        <p:par>
                          <p:cTn id="109" fill="hold">
                            <p:stCondLst>
                              <p:cond delay="0"/>
                            </p:stCondLst>
                            <p:childTnLst>
                              <p:par>
                                <p:cTn id="110" presetID="3" presetClass="entr" presetSubtype="10" fill="hold" nodeType="clickEffect">
                                  <p:stCondLst>
                                    <p:cond delay="0"/>
                                  </p:stCondLst>
                                  <p:childTnLst>
                                    <p:set>
                                      <p:cBhvr>
                                        <p:cTn id="111" dur="1" fill="hold">
                                          <p:stCondLst>
                                            <p:cond delay="0"/>
                                          </p:stCondLst>
                                        </p:cTn>
                                        <p:tgtEl>
                                          <p:spTgt spid="237594"/>
                                        </p:tgtEl>
                                        <p:attrNameLst>
                                          <p:attrName>style.visibility</p:attrName>
                                        </p:attrNameLst>
                                      </p:cBhvr>
                                      <p:to>
                                        <p:strVal val="visible"/>
                                      </p:to>
                                    </p:set>
                                    <p:animEffect transition="in" filter="blinds(horizontal)">
                                      <p:cBhvr>
                                        <p:cTn id="112" dur="500"/>
                                        <p:tgtEl>
                                          <p:spTgt spid="237594"/>
                                        </p:tgtEl>
                                      </p:cBhvr>
                                    </p:animEffect>
                                  </p:childTnLst>
                                </p:cTn>
                              </p:par>
                            </p:childTnLst>
                          </p:cTn>
                        </p:par>
                        <p:par>
                          <p:cTn id="113" fill="hold" nodeType="afterGroup">
                            <p:stCondLst>
                              <p:cond delay="500"/>
                            </p:stCondLst>
                            <p:childTnLst>
                              <p:par>
                                <p:cTn id="114" presetID="3" presetClass="entr" presetSubtype="10" fill="hold" nodeType="afterEffect">
                                  <p:stCondLst>
                                    <p:cond delay="0"/>
                                  </p:stCondLst>
                                  <p:childTnLst>
                                    <p:set>
                                      <p:cBhvr>
                                        <p:cTn id="115" dur="1" fill="hold">
                                          <p:stCondLst>
                                            <p:cond delay="0"/>
                                          </p:stCondLst>
                                        </p:cTn>
                                        <p:tgtEl>
                                          <p:spTgt spid="237595"/>
                                        </p:tgtEl>
                                        <p:attrNameLst>
                                          <p:attrName>style.visibility</p:attrName>
                                        </p:attrNameLst>
                                      </p:cBhvr>
                                      <p:to>
                                        <p:strVal val="visible"/>
                                      </p:to>
                                    </p:set>
                                    <p:animEffect transition="in" filter="blinds(horizontal)">
                                      <p:cBhvr>
                                        <p:cTn id="116" dur="500"/>
                                        <p:tgtEl>
                                          <p:spTgt spid="2375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7570" grpId="0" autoUpdateAnimBg="0"/>
      <p:bldP spid="237571" grpId="0" autoUpdateAnimBg="0"/>
      <p:bldP spid="237577" grpId="0" autoUpdateAnimBg="0"/>
      <p:bldP spid="237578" grpId="0" autoUpdateAnimBg="0"/>
      <p:bldP spid="237581" grpId="0" autoUpdateAnimBg="0"/>
      <p:bldP spid="237582" grpId="0" autoUpdateAnimBg="0"/>
      <p:bldP spid="237583" grpId="0" autoUpdateAnimBg="0"/>
      <p:bldP spid="237584" grpId="0" autoUpdateAnimBg="0"/>
      <p:bldP spid="237585" grpId="0" autoUpdateAnimBg="0"/>
      <p:bldP spid="237586" grpId="0" autoUpdateAnimBg="0"/>
      <p:bldP spid="237587" grpId="0" autoUpdateAnimBg="0"/>
      <p:bldP spid="237590" grpId="0"/>
      <p:bldP spid="237591" grpId="0"/>
      <p:bldP spid="237592" grpId="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386" name="Object 2">
            <a:extLst>
              <a:ext uri="{FF2B5EF4-FFF2-40B4-BE49-F238E27FC236}">
                <a16:creationId xmlns:a16="http://schemas.microsoft.com/office/drawing/2014/main" id="{E9CFF574-6732-41E1-9A7E-22BF3EC1A9B4}"/>
              </a:ext>
            </a:extLst>
          </p:cNvPr>
          <p:cNvGraphicFramePr>
            <a:graphicFrameLocks/>
          </p:cNvGraphicFramePr>
          <p:nvPr/>
        </p:nvGraphicFramePr>
        <p:xfrm>
          <a:off x="1241425" y="1001713"/>
          <a:ext cx="1050925" cy="401637"/>
        </p:xfrm>
        <a:graphic>
          <a:graphicData uri="http://schemas.openxmlformats.org/presentationml/2006/ole">
            <mc:AlternateContent xmlns:mc="http://schemas.openxmlformats.org/markup-compatibility/2006">
              <mc:Choice xmlns:v="urn:schemas-microsoft-com:vml" Requires="v">
                <p:oleObj spid="_x0000_s129104" name="公式" r:id="rId3" imgW="1152633" imgH="419134" progId="Equation.3">
                  <p:embed/>
                </p:oleObj>
              </mc:Choice>
              <mc:Fallback>
                <p:oleObj name="公式" r:id="rId3" imgW="1152633" imgH="419134" progId="Equation.3">
                  <p:embed/>
                  <p:pic>
                    <p:nvPicPr>
                      <p:cNvPr id="16386" name="Object 2">
                        <a:extLst>
                          <a:ext uri="{FF2B5EF4-FFF2-40B4-BE49-F238E27FC236}">
                            <a16:creationId xmlns:a16="http://schemas.microsoft.com/office/drawing/2014/main" id="{E9CFF574-6732-41E1-9A7E-22BF3EC1A9B4}"/>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41425" y="1001713"/>
                        <a:ext cx="1050925" cy="40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387" name="Object 3">
            <a:extLst>
              <a:ext uri="{FF2B5EF4-FFF2-40B4-BE49-F238E27FC236}">
                <a16:creationId xmlns:a16="http://schemas.microsoft.com/office/drawing/2014/main" id="{1C800187-CD98-4606-9AC7-5BBB825FCB52}"/>
              </a:ext>
            </a:extLst>
          </p:cNvPr>
          <p:cNvGraphicFramePr>
            <a:graphicFrameLocks/>
          </p:cNvGraphicFramePr>
          <p:nvPr/>
        </p:nvGraphicFramePr>
        <p:xfrm>
          <a:off x="1333500" y="1550988"/>
          <a:ext cx="949325" cy="368300"/>
        </p:xfrm>
        <a:graphic>
          <a:graphicData uri="http://schemas.openxmlformats.org/presentationml/2006/ole">
            <mc:AlternateContent xmlns:mc="http://schemas.openxmlformats.org/markup-compatibility/2006">
              <mc:Choice xmlns:v="urn:schemas-microsoft-com:vml" Requires="v">
                <p:oleObj spid="_x0000_s129105" name="公式" r:id="rId5" imgW="1038257" imgH="380864" progId="Equation.3">
                  <p:embed/>
                </p:oleObj>
              </mc:Choice>
              <mc:Fallback>
                <p:oleObj name="公式" r:id="rId5" imgW="1038257" imgH="380864" progId="Equation.3">
                  <p:embed/>
                  <p:pic>
                    <p:nvPicPr>
                      <p:cNvPr id="16387" name="Object 3">
                        <a:extLst>
                          <a:ext uri="{FF2B5EF4-FFF2-40B4-BE49-F238E27FC236}">
                            <a16:creationId xmlns:a16="http://schemas.microsoft.com/office/drawing/2014/main" id="{1C800187-CD98-4606-9AC7-5BBB825FCB52}"/>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33500" y="1550988"/>
                        <a:ext cx="9493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388" name="Object 4">
            <a:extLst>
              <a:ext uri="{FF2B5EF4-FFF2-40B4-BE49-F238E27FC236}">
                <a16:creationId xmlns:a16="http://schemas.microsoft.com/office/drawing/2014/main" id="{F39552FE-440E-4946-92AF-1B48E3893CBD}"/>
              </a:ext>
            </a:extLst>
          </p:cNvPr>
          <p:cNvGraphicFramePr>
            <a:graphicFrameLocks/>
          </p:cNvGraphicFramePr>
          <p:nvPr/>
        </p:nvGraphicFramePr>
        <p:xfrm>
          <a:off x="3467100" y="846138"/>
          <a:ext cx="3586163" cy="725487"/>
        </p:xfrm>
        <a:graphic>
          <a:graphicData uri="http://schemas.openxmlformats.org/presentationml/2006/ole">
            <mc:AlternateContent xmlns:mc="http://schemas.openxmlformats.org/markup-compatibility/2006">
              <mc:Choice xmlns:v="urn:schemas-microsoft-com:vml" Requires="v">
                <p:oleObj spid="_x0000_s129106" name="公式" r:id="rId7" imgW="4038651" imgH="790507" progId="Equation.3">
                  <p:embed/>
                </p:oleObj>
              </mc:Choice>
              <mc:Fallback>
                <p:oleObj name="公式" r:id="rId7" imgW="4038651" imgH="790507" progId="Equation.3">
                  <p:embed/>
                  <p:pic>
                    <p:nvPicPr>
                      <p:cNvPr id="16388" name="Object 4">
                        <a:extLst>
                          <a:ext uri="{FF2B5EF4-FFF2-40B4-BE49-F238E27FC236}">
                            <a16:creationId xmlns:a16="http://schemas.microsoft.com/office/drawing/2014/main" id="{F39552FE-440E-4946-92AF-1B48E3893CBD}"/>
                          </a:ext>
                        </a:extLst>
                      </p:cNvPr>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67100" y="846138"/>
                        <a:ext cx="3586163" cy="725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389" name="AutoShape 5">
            <a:extLst>
              <a:ext uri="{FF2B5EF4-FFF2-40B4-BE49-F238E27FC236}">
                <a16:creationId xmlns:a16="http://schemas.microsoft.com/office/drawing/2014/main" id="{421D1D2A-5F7E-41F8-9868-3E25EECBBF6A}"/>
              </a:ext>
            </a:extLst>
          </p:cNvPr>
          <p:cNvSpPr>
            <a:spLocks noChangeArrowheads="1"/>
          </p:cNvSpPr>
          <p:nvPr/>
        </p:nvSpPr>
        <p:spPr bwMode="auto">
          <a:xfrm>
            <a:off x="358775" y="260350"/>
            <a:ext cx="360363" cy="576263"/>
          </a:xfrm>
          <a:prstGeom prst="star4">
            <a:avLst>
              <a:gd name="adj" fmla="val 18519"/>
            </a:avLst>
          </a:prstGeom>
          <a:gradFill rotWithShape="0">
            <a:gsLst>
              <a:gs pos="0">
                <a:srgbClr val="99FF99"/>
              </a:gs>
              <a:gs pos="100000">
                <a:srgbClr val="477647"/>
              </a:gs>
            </a:gsLst>
            <a:path path="shape">
              <a:fillToRect l="50000" t="50000" r="50000" b="50000"/>
            </a:path>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a:solidFill>
                <a:schemeClr val="bg1"/>
              </a:solidFill>
            </a:endParaRPr>
          </a:p>
        </p:txBody>
      </p:sp>
      <p:sp>
        <p:nvSpPr>
          <p:cNvPr id="16390" name="Text Box 6">
            <a:extLst>
              <a:ext uri="{FF2B5EF4-FFF2-40B4-BE49-F238E27FC236}">
                <a16:creationId xmlns:a16="http://schemas.microsoft.com/office/drawing/2014/main" id="{BEDE817B-AADE-4FAE-AFB7-EA1CE45F690F}"/>
              </a:ext>
            </a:extLst>
          </p:cNvPr>
          <p:cNvSpPr txBox="1">
            <a:spLocks noChangeArrowheads="1"/>
          </p:cNvSpPr>
          <p:nvPr/>
        </p:nvSpPr>
        <p:spPr bwMode="auto">
          <a:xfrm>
            <a:off x="395288" y="331788"/>
            <a:ext cx="14398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a:solidFill>
                  <a:srgbClr val="FFFF00"/>
                </a:solidFill>
                <a:latin typeface="宋体" panose="02010600030101010101" pitchFamily="2" charset="-122"/>
              </a:rPr>
              <a:t>讨论</a:t>
            </a:r>
          </a:p>
        </p:txBody>
      </p:sp>
      <p:graphicFrame>
        <p:nvGraphicFramePr>
          <p:cNvPr id="16391" name="Object 5">
            <a:extLst>
              <a:ext uri="{FF2B5EF4-FFF2-40B4-BE49-F238E27FC236}">
                <a16:creationId xmlns:a16="http://schemas.microsoft.com/office/drawing/2014/main" id="{7B713C0C-FA6F-4535-910A-50F50E678095}"/>
              </a:ext>
            </a:extLst>
          </p:cNvPr>
          <p:cNvGraphicFramePr>
            <a:graphicFrameLocks noChangeAspect="1"/>
          </p:cNvGraphicFramePr>
          <p:nvPr/>
        </p:nvGraphicFramePr>
        <p:xfrm>
          <a:off x="1827213" y="2143125"/>
          <a:ext cx="6316662" cy="755650"/>
        </p:xfrm>
        <a:graphic>
          <a:graphicData uri="http://schemas.openxmlformats.org/presentationml/2006/ole">
            <mc:AlternateContent xmlns:mc="http://schemas.openxmlformats.org/markup-compatibility/2006">
              <mc:Choice xmlns:v="urn:schemas-microsoft-com:vml" Requires="v">
                <p:oleObj spid="_x0000_s129107" name="公式" r:id="rId9" imgW="3248108" imgH="352391" progId="Equation.3">
                  <p:embed/>
                </p:oleObj>
              </mc:Choice>
              <mc:Fallback>
                <p:oleObj name="公式" r:id="rId9" imgW="3248108" imgH="352391" progId="Equation.3">
                  <p:embed/>
                  <p:pic>
                    <p:nvPicPr>
                      <p:cNvPr id="16391" name="Object 5">
                        <a:extLst>
                          <a:ext uri="{FF2B5EF4-FFF2-40B4-BE49-F238E27FC236}">
                            <a16:creationId xmlns:a16="http://schemas.microsoft.com/office/drawing/2014/main" id="{7B713C0C-FA6F-4535-910A-50F50E678095}"/>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827213" y="2143125"/>
                        <a:ext cx="6316662" cy="75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392" name="Object 6">
            <a:extLst>
              <a:ext uri="{FF2B5EF4-FFF2-40B4-BE49-F238E27FC236}">
                <a16:creationId xmlns:a16="http://schemas.microsoft.com/office/drawing/2014/main" id="{48F4B535-89CC-4EB6-89B4-7D7EFDC27485}"/>
              </a:ext>
            </a:extLst>
          </p:cNvPr>
          <p:cNvGraphicFramePr>
            <a:graphicFrameLocks/>
          </p:cNvGraphicFramePr>
          <p:nvPr/>
        </p:nvGraphicFramePr>
        <p:xfrm>
          <a:off x="2381250" y="2989263"/>
          <a:ext cx="5976938" cy="725487"/>
        </p:xfrm>
        <a:graphic>
          <a:graphicData uri="http://schemas.openxmlformats.org/presentationml/2006/ole">
            <mc:AlternateContent xmlns:mc="http://schemas.openxmlformats.org/markup-compatibility/2006">
              <mc:Choice xmlns:v="urn:schemas-microsoft-com:vml" Requires="v">
                <p:oleObj spid="_x0000_s129108" name="公式" r:id="rId11" imgW="6753104" imgH="790507" progId="Equation.3">
                  <p:embed/>
                </p:oleObj>
              </mc:Choice>
              <mc:Fallback>
                <p:oleObj name="公式" r:id="rId11" imgW="6753104" imgH="790507" progId="Equation.3">
                  <p:embed/>
                  <p:pic>
                    <p:nvPicPr>
                      <p:cNvPr id="16392" name="Object 6">
                        <a:extLst>
                          <a:ext uri="{FF2B5EF4-FFF2-40B4-BE49-F238E27FC236}">
                            <a16:creationId xmlns:a16="http://schemas.microsoft.com/office/drawing/2014/main" id="{48F4B535-89CC-4EB6-89B4-7D7EFDC27485}"/>
                          </a:ext>
                        </a:extLst>
                      </p:cNvPr>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381250" y="2989263"/>
                        <a:ext cx="5976938" cy="725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393" name="Text Box 9">
            <a:extLst>
              <a:ext uri="{FF2B5EF4-FFF2-40B4-BE49-F238E27FC236}">
                <a16:creationId xmlns:a16="http://schemas.microsoft.com/office/drawing/2014/main" id="{83993BAA-015E-4D38-86BD-2CE77DC59975}"/>
              </a:ext>
            </a:extLst>
          </p:cNvPr>
          <p:cNvSpPr txBox="1">
            <a:spLocks noChangeArrowheads="1"/>
          </p:cNvSpPr>
          <p:nvPr/>
        </p:nvSpPr>
        <p:spPr bwMode="auto">
          <a:xfrm>
            <a:off x="1857375" y="328613"/>
            <a:ext cx="27368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just" eaLnBrk="1" hangingPunct="1">
              <a:spcBef>
                <a:spcPct val="50000"/>
              </a:spcBef>
              <a:buSzPct val="80000"/>
              <a:buFont typeface="Wingdings" panose="05000000000000000000" pitchFamily="2" charset="2"/>
              <a:buChar char="u"/>
            </a:pPr>
            <a:r>
              <a:rPr lang="zh-CN" altLang="en-US">
                <a:solidFill>
                  <a:srgbClr val="66FFFF"/>
                </a:solidFill>
                <a:latin typeface="宋体" panose="02010600030101010101" pitchFamily="2" charset="-122"/>
              </a:rPr>
              <a:t>非相干叠加</a:t>
            </a:r>
          </a:p>
        </p:txBody>
      </p:sp>
      <p:graphicFrame>
        <p:nvGraphicFramePr>
          <p:cNvPr id="16395" name="Object 7">
            <a:extLst>
              <a:ext uri="{FF2B5EF4-FFF2-40B4-BE49-F238E27FC236}">
                <a16:creationId xmlns:a16="http://schemas.microsoft.com/office/drawing/2014/main" id="{62C27E2C-2C62-46CC-944B-59FB29F714D9}"/>
              </a:ext>
            </a:extLst>
          </p:cNvPr>
          <p:cNvGraphicFramePr>
            <a:graphicFrameLocks/>
          </p:cNvGraphicFramePr>
          <p:nvPr/>
        </p:nvGraphicFramePr>
        <p:xfrm>
          <a:off x="1285875" y="3714750"/>
          <a:ext cx="1698625" cy="401638"/>
        </p:xfrm>
        <a:graphic>
          <a:graphicData uri="http://schemas.openxmlformats.org/presentationml/2006/ole">
            <mc:AlternateContent xmlns:mc="http://schemas.openxmlformats.org/markup-compatibility/2006">
              <mc:Choice xmlns:v="urn:schemas-microsoft-com:vml" Requires="v">
                <p:oleObj spid="_x0000_s129109" name="公式" r:id="rId13" imgW="1895469" imgH="419134" progId="Equation.3">
                  <p:embed/>
                </p:oleObj>
              </mc:Choice>
              <mc:Fallback>
                <p:oleObj name="公式" r:id="rId13" imgW="1895469" imgH="419134" progId="Equation.3">
                  <p:embed/>
                  <p:pic>
                    <p:nvPicPr>
                      <p:cNvPr id="16395" name="Object 7">
                        <a:extLst>
                          <a:ext uri="{FF2B5EF4-FFF2-40B4-BE49-F238E27FC236}">
                            <a16:creationId xmlns:a16="http://schemas.microsoft.com/office/drawing/2014/main" id="{62C27E2C-2C62-46CC-944B-59FB29F714D9}"/>
                          </a:ext>
                        </a:extLst>
                      </p:cNvPr>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285875" y="3714750"/>
                        <a:ext cx="1698625"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397" name="Object 8">
            <a:extLst>
              <a:ext uri="{FF2B5EF4-FFF2-40B4-BE49-F238E27FC236}">
                <a16:creationId xmlns:a16="http://schemas.microsoft.com/office/drawing/2014/main" id="{C9BCD693-CB4F-4910-B6F6-C8D2DCB15DF3}"/>
              </a:ext>
            </a:extLst>
          </p:cNvPr>
          <p:cNvGraphicFramePr>
            <a:graphicFrameLocks/>
          </p:cNvGraphicFramePr>
          <p:nvPr/>
        </p:nvGraphicFramePr>
        <p:xfrm>
          <a:off x="6643688" y="5826125"/>
          <a:ext cx="1865312" cy="531813"/>
        </p:xfrm>
        <a:graphic>
          <a:graphicData uri="http://schemas.openxmlformats.org/presentationml/2006/ole">
            <mc:AlternateContent xmlns:mc="http://schemas.openxmlformats.org/markup-compatibility/2006">
              <mc:Choice xmlns:v="urn:schemas-microsoft-com:vml" Requires="v">
                <p:oleObj spid="_x0000_s129110" name="公式" r:id="rId15" imgW="1533378" imgH="380864" progId="Equation.3">
                  <p:embed/>
                </p:oleObj>
              </mc:Choice>
              <mc:Fallback>
                <p:oleObj name="公式" r:id="rId15" imgW="1533378" imgH="380864" progId="Equation.3">
                  <p:embed/>
                  <p:pic>
                    <p:nvPicPr>
                      <p:cNvPr id="16397" name="Object 8">
                        <a:extLst>
                          <a:ext uri="{FF2B5EF4-FFF2-40B4-BE49-F238E27FC236}">
                            <a16:creationId xmlns:a16="http://schemas.microsoft.com/office/drawing/2014/main" id="{C9BCD693-CB4F-4910-B6F6-C8D2DCB15DF3}"/>
                          </a:ext>
                        </a:extLst>
                      </p:cNvPr>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643688" y="5826125"/>
                        <a:ext cx="1865312" cy="531813"/>
                      </a:xfrm>
                      <a:prstGeom prst="rect">
                        <a:avLst/>
                      </a:prstGeom>
                      <a:noFill/>
                      <a:ln w="9525">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398" name="Object 9">
            <a:extLst>
              <a:ext uri="{FF2B5EF4-FFF2-40B4-BE49-F238E27FC236}">
                <a16:creationId xmlns:a16="http://schemas.microsoft.com/office/drawing/2014/main" id="{E63B4004-8226-4A00-A449-E8CBB3FF2B52}"/>
              </a:ext>
            </a:extLst>
          </p:cNvPr>
          <p:cNvGraphicFramePr>
            <a:graphicFrameLocks/>
          </p:cNvGraphicFramePr>
          <p:nvPr/>
        </p:nvGraphicFramePr>
        <p:xfrm>
          <a:off x="893763" y="5808663"/>
          <a:ext cx="1106487" cy="368300"/>
        </p:xfrm>
        <a:graphic>
          <a:graphicData uri="http://schemas.openxmlformats.org/presentationml/2006/ole">
            <mc:AlternateContent xmlns:mc="http://schemas.openxmlformats.org/markup-compatibility/2006">
              <mc:Choice xmlns:v="urn:schemas-microsoft-com:vml" Requires="v">
                <p:oleObj spid="_x0000_s129111" name="公式" r:id="rId17" imgW="1219302" imgH="380864" progId="Equation.3">
                  <p:embed/>
                </p:oleObj>
              </mc:Choice>
              <mc:Fallback>
                <p:oleObj name="公式" r:id="rId17" imgW="1219302" imgH="380864" progId="Equation.3">
                  <p:embed/>
                  <p:pic>
                    <p:nvPicPr>
                      <p:cNvPr id="16398" name="Object 9">
                        <a:extLst>
                          <a:ext uri="{FF2B5EF4-FFF2-40B4-BE49-F238E27FC236}">
                            <a16:creationId xmlns:a16="http://schemas.microsoft.com/office/drawing/2014/main" id="{E63B4004-8226-4A00-A449-E8CBB3FF2B52}"/>
                          </a:ext>
                        </a:extLst>
                      </p:cNvPr>
                      <p:cNvPicPr>
                        <a:picLocks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893763" y="5808663"/>
                        <a:ext cx="110648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399" name="Text Box 15">
            <a:extLst>
              <a:ext uri="{FF2B5EF4-FFF2-40B4-BE49-F238E27FC236}">
                <a16:creationId xmlns:a16="http://schemas.microsoft.com/office/drawing/2014/main" id="{F9866D3A-C1A4-4192-9F85-DC86B6DA6F61}"/>
              </a:ext>
            </a:extLst>
          </p:cNvPr>
          <p:cNvSpPr txBox="1">
            <a:spLocks noChangeArrowheads="1"/>
          </p:cNvSpPr>
          <p:nvPr/>
        </p:nvSpPr>
        <p:spPr bwMode="auto">
          <a:xfrm>
            <a:off x="500063" y="5757863"/>
            <a:ext cx="30718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a:solidFill>
                  <a:schemeClr val="bg1"/>
                </a:solidFill>
              </a:rPr>
              <a:t>若               不恒定</a:t>
            </a:r>
            <a:r>
              <a:rPr lang="zh-CN" altLang="en-US">
                <a:solidFill>
                  <a:srgbClr val="FFCC00"/>
                </a:solidFill>
              </a:rPr>
              <a:t> </a:t>
            </a:r>
          </a:p>
        </p:txBody>
      </p:sp>
      <p:graphicFrame>
        <p:nvGraphicFramePr>
          <p:cNvPr id="16400" name="Object 10">
            <a:extLst>
              <a:ext uri="{FF2B5EF4-FFF2-40B4-BE49-F238E27FC236}">
                <a16:creationId xmlns:a16="http://schemas.microsoft.com/office/drawing/2014/main" id="{B4F4D946-E5F0-4EC0-A1F6-BAF81C3FA6EC}"/>
              </a:ext>
            </a:extLst>
          </p:cNvPr>
          <p:cNvGraphicFramePr>
            <a:graphicFrameLocks/>
          </p:cNvGraphicFramePr>
          <p:nvPr/>
        </p:nvGraphicFramePr>
        <p:xfrm>
          <a:off x="4286250" y="5813425"/>
          <a:ext cx="1698625" cy="401638"/>
        </p:xfrm>
        <a:graphic>
          <a:graphicData uri="http://schemas.openxmlformats.org/presentationml/2006/ole">
            <mc:AlternateContent xmlns:mc="http://schemas.openxmlformats.org/markup-compatibility/2006">
              <mc:Choice xmlns:v="urn:schemas-microsoft-com:vml" Requires="v">
                <p:oleObj spid="_x0000_s129112" name="公式" r:id="rId19" imgW="1895469" imgH="419134" progId="Equation.3">
                  <p:embed/>
                </p:oleObj>
              </mc:Choice>
              <mc:Fallback>
                <p:oleObj name="公式" r:id="rId19" imgW="1895469" imgH="419134" progId="Equation.3">
                  <p:embed/>
                  <p:pic>
                    <p:nvPicPr>
                      <p:cNvPr id="16400" name="Object 10">
                        <a:extLst>
                          <a:ext uri="{FF2B5EF4-FFF2-40B4-BE49-F238E27FC236}">
                            <a16:creationId xmlns:a16="http://schemas.microsoft.com/office/drawing/2014/main" id="{B4F4D946-E5F0-4EC0-A1F6-BAF81C3FA6EC}"/>
                          </a:ext>
                        </a:extLst>
                      </p:cNvPr>
                      <p:cNvPicPr>
                        <a:picLocks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286250" y="5813425"/>
                        <a:ext cx="1698625"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403" name="Text Box 19">
            <a:extLst>
              <a:ext uri="{FF2B5EF4-FFF2-40B4-BE49-F238E27FC236}">
                <a16:creationId xmlns:a16="http://schemas.microsoft.com/office/drawing/2014/main" id="{E2B96F8A-0326-4BC1-A7EA-8F9313C3F8A3}"/>
              </a:ext>
            </a:extLst>
          </p:cNvPr>
          <p:cNvSpPr txBox="1">
            <a:spLocks noChangeArrowheads="1"/>
          </p:cNvSpPr>
          <p:nvPr/>
        </p:nvSpPr>
        <p:spPr bwMode="auto">
          <a:xfrm>
            <a:off x="428625" y="949325"/>
            <a:ext cx="15001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0" lang="en-US" altLang="zh-CN">
                <a:solidFill>
                  <a:schemeClr val="bg1"/>
                </a:solidFill>
              </a:rPr>
              <a:t>(1) </a:t>
            </a:r>
            <a:r>
              <a:rPr kumimoji="0" lang="zh-CN" altLang="en-US">
                <a:solidFill>
                  <a:schemeClr val="bg1"/>
                </a:solidFill>
              </a:rPr>
              <a:t>当</a:t>
            </a:r>
            <a:endParaRPr kumimoji="0" lang="en-US" altLang="zh-CN">
              <a:solidFill>
                <a:schemeClr val="bg1"/>
              </a:solidFill>
            </a:endParaRPr>
          </a:p>
        </p:txBody>
      </p:sp>
      <p:sp>
        <p:nvSpPr>
          <p:cNvPr id="16404" name="Text Box 20">
            <a:extLst>
              <a:ext uri="{FF2B5EF4-FFF2-40B4-BE49-F238E27FC236}">
                <a16:creationId xmlns:a16="http://schemas.microsoft.com/office/drawing/2014/main" id="{7FEDF6D3-02EB-45DC-A2E1-B88FB6A2337F}"/>
              </a:ext>
            </a:extLst>
          </p:cNvPr>
          <p:cNvSpPr txBox="1">
            <a:spLocks noChangeArrowheads="1"/>
          </p:cNvSpPr>
          <p:nvPr/>
        </p:nvSpPr>
        <p:spPr bwMode="auto">
          <a:xfrm>
            <a:off x="428625" y="1500188"/>
            <a:ext cx="14255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0" lang="en-US" altLang="zh-CN">
                <a:solidFill>
                  <a:schemeClr val="bg1"/>
                </a:solidFill>
              </a:rPr>
              <a:t>(2) </a:t>
            </a:r>
            <a:r>
              <a:rPr kumimoji="0" lang="zh-CN" altLang="en-US">
                <a:solidFill>
                  <a:schemeClr val="bg1"/>
                </a:solidFill>
              </a:rPr>
              <a:t>当</a:t>
            </a:r>
            <a:endParaRPr kumimoji="0" lang="en-US" altLang="zh-CN">
              <a:solidFill>
                <a:schemeClr val="bg1"/>
              </a:solidFill>
            </a:endParaRPr>
          </a:p>
        </p:txBody>
      </p:sp>
      <p:sp>
        <p:nvSpPr>
          <p:cNvPr id="16405" name="Text Box 21">
            <a:extLst>
              <a:ext uri="{FF2B5EF4-FFF2-40B4-BE49-F238E27FC236}">
                <a16:creationId xmlns:a16="http://schemas.microsoft.com/office/drawing/2014/main" id="{754E1A07-283B-4FC5-9BF2-2F889BDAE66F}"/>
              </a:ext>
            </a:extLst>
          </p:cNvPr>
          <p:cNvSpPr txBox="1">
            <a:spLocks noChangeArrowheads="1"/>
          </p:cNvSpPr>
          <p:nvPr/>
        </p:nvSpPr>
        <p:spPr bwMode="auto">
          <a:xfrm>
            <a:off x="471488" y="4286250"/>
            <a:ext cx="14573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0" lang="en-US" altLang="zh-CN">
                <a:solidFill>
                  <a:schemeClr val="bg1"/>
                </a:solidFill>
              </a:rPr>
              <a:t>(3) </a:t>
            </a:r>
            <a:r>
              <a:rPr kumimoji="0" lang="zh-CN" altLang="en-US">
                <a:solidFill>
                  <a:schemeClr val="bg1"/>
                </a:solidFill>
              </a:rPr>
              <a:t>若</a:t>
            </a:r>
            <a:endParaRPr kumimoji="0" lang="en-US" altLang="zh-CN">
              <a:solidFill>
                <a:schemeClr val="bg1"/>
              </a:solidFill>
            </a:endParaRPr>
          </a:p>
        </p:txBody>
      </p:sp>
      <p:sp>
        <p:nvSpPr>
          <p:cNvPr id="16406" name="AutoShape 22">
            <a:extLst>
              <a:ext uri="{FF2B5EF4-FFF2-40B4-BE49-F238E27FC236}">
                <a16:creationId xmlns:a16="http://schemas.microsoft.com/office/drawing/2014/main" id="{E59A22B0-E7A7-4BBA-A3BB-F63173C28EED}"/>
              </a:ext>
            </a:extLst>
          </p:cNvPr>
          <p:cNvSpPr>
            <a:spLocks noChangeArrowheads="1"/>
          </p:cNvSpPr>
          <p:nvPr/>
        </p:nvSpPr>
        <p:spPr bwMode="auto">
          <a:xfrm>
            <a:off x="2433638" y="1122363"/>
            <a:ext cx="936625" cy="160337"/>
          </a:xfrm>
          <a:prstGeom prst="rightArrow">
            <a:avLst>
              <a:gd name="adj1" fmla="val 50000"/>
              <a:gd name="adj2" fmla="val 146040"/>
            </a:avLst>
          </a:prstGeom>
          <a:solidFill>
            <a:srgbClr val="9900CC">
              <a:alpha val="72940"/>
            </a:srgbClr>
          </a:solidFill>
          <a:ln w="9525">
            <a:solidFill>
              <a:schemeClr val="folHlink"/>
            </a:solidFill>
            <a:miter lim="800000"/>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a:solidFill>
                <a:schemeClr val="bg1"/>
              </a:solidFill>
            </a:endParaRPr>
          </a:p>
        </p:txBody>
      </p:sp>
      <p:sp>
        <p:nvSpPr>
          <p:cNvPr id="16407" name="AutoShape 23">
            <a:extLst>
              <a:ext uri="{FF2B5EF4-FFF2-40B4-BE49-F238E27FC236}">
                <a16:creationId xmlns:a16="http://schemas.microsoft.com/office/drawing/2014/main" id="{EBD35A59-B390-4360-B4F7-F219725A12AA}"/>
              </a:ext>
            </a:extLst>
          </p:cNvPr>
          <p:cNvSpPr>
            <a:spLocks noChangeArrowheads="1"/>
          </p:cNvSpPr>
          <p:nvPr/>
        </p:nvSpPr>
        <p:spPr bwMode="auto">
          <a:xfrm>
            <a:off x="3203575" y="5929313"/>
            <a:ext cx="936625" cy="192087"/>
          </a:xfrm>
          <a:prstGeom prst="rightArrow">
            <a:avLst>
              <a:gd name="adj1" fmla="val 50000"/>
              <a:gd name="adj2" fmla="val 199331"/>
            </a:avLst>
          </a:prstGeom>
          <a:solidFill>
            <a:srgbClr val="9900CC">
              <a:alpha val="72940"/>
            </a:srgbClr>
          </a:solidFill>
          <a:ln w="9525">
            <a:solidFill>
              <a:schemeClr val="folHlink"/>
            </a:solidFill>
            <a:miter lim="800000"/>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a:solidFill>
                <a:schemeClr val="bg1"/>
              </a:solidFill>
            </a:endParaRPr>
          </a:p>
        </p:txBody>
      </p:sp>
      <p:graphicFrame>
        <p:nvGraphicFramePr>
          <p:cNvPr id="2" name="Object 23">
            <a:extLst>
              <a:ext uri="{FF2B5EF4-FFF2-40B4-BE49-F238E27FC236}">
                <a16:creationId xmlns:a16="http://schemas.microsoft.com/office/drawing/2014/main" id="{B3F9728E-F576-4D4E-A261-072F359E0084}"/>
              </a:ext>
            </a:extLst>
          </p:cNvPr>
          <p:cNvGraphicFramePr>
            <a:graphicFrameLocks noChangeAspect="1"/>
          </p:cNvGraphicFramePr>
          <p:nvPr/>
        </p:nvGraphicFramePr>
        <p:xfrm>
          <a:off x="1285875" y="4246563"/>
          <a:ext cx="2943225" cy="539750"/>
        </p:xfrm>
        <a:graphic>
          <a:graphicData uri="http://schemas.openxmlformats.org/presentationml/2006/ole">
            <mc:AlternateContent xmlns:mc="http://schemas.openxmlformats.org/markup-compatibility/2006">
              <mc:Choice xmlns:v="urn:schemas-microsoft-com:vml" Requires="v">
                <p:oleObj spid="_x0000_s129113" name="公式" r:id="rId21" imgW="1266704" imgH="199923" progId="Equation.3">
                  <p:embed/>
                </p:oleObj>
              </mc:Choice>
              <mc:Fallback>
                <p:oleObj name="公式" r:id="rId21" imgW="1266704" imgH="199923" progId="Equation.3">
                  <p:embed/>
                  <p:pic>
                    <p:nvPicPr>
                      <p:cNvPr id="2" name="Object 23">
                        <a:extLst>
                          <a:ext uri="{FF2B5EF4-FFF2-40B4-BE49-F238E27FC236}">
                            <a16:creationId xmlns:a16="http://schemas.microsoft.com/office/drawing/2014/main" id="{B3F9728E-F576-4D4E-A261-072F359E0084}"/>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285875" y="4246563"/>
                        <a:ext cx="2943225"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37593" name="Object 25">
            <a:extLst>
              <a:ext uri="{FF2B5EF4-FFF2-40B4-BE49-F238E27FC236}">
                <a16:creationId xmlns:a16="http://schemas.microsoft.com/office/drawing/2014/main" id="{E06D766B-0825-434B-AF6C-7E748D38463D}"/>
              </a:ext>
            </a:extLst>
          </p:cNvPr>
          <p:cNvGraphicFramePr>
            <a:graphicFrameLocks noChangeAspect="1"/>
          </p:cNvGraphicFramePr>
          <p:nvPr/>
        </p:nvGraphicFramePr>
        <p:xfrm>
          <a:off x="207963" y="4924425"/>
          <a:ext cx="8864600" cy="684213"/>
        </p:xfrm>
        <a:graphic>
          <a:graphicData uri="http://schemas.openxmlformats.org/presentationml/2006/ole">
            <mc:AlternateContent xmlns:mc="http://schemas.openxmlformats.org/markup-compatibility/2006">
              <mc:Choice xmlns:v="urn:schemas-microsoft-com:vml" Requires="v">
                <p:oleObj spid="_x0000_s129114" name="公式" r:id="rId23" imgW="5267433" imgH="352391" progId="Equation.3">
                  <p:embed/>
                </p:oleObj>
              </mc:Choice>
              <mc:Fallback>
                <p:oleObj name="公式" r:id="rId23" imgW="5267433" imgH="352391" progId="Equation.3">
                  <p:embed/>
                  <p:pic>
                    <p:nvPicPr>
                      <p:cNvPr id="237593" name="Object 25">
                        <a:extLst>
                          <a:ext uri="{FF2B5EF4-FFF2-40B4-BE49-F238E27FC236}">
                            <a16:creationId xmlns:a16="http://schemas.microsoft.com/office/drawing/2014/main" id="{E06D766B-0825-434B-AF6C-7E748D38463D}"/>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07963" y="4924425"/>
                        <a:ext cx="8864600" cy="68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 name="Object 26">
            <a:extLst>
              <a:ext uri="{FF2B5EF4-FFF2-40B4-BE49-F238E27FC236}">
                <a16:creationId xmlns:a16="http://schemas.microsoft.com/office/drawing/2014/main" id="{983CEAD6-BBA7-49CB-9039-673CBCE27E72}"/>
              </a:ext>
            </a:extLst>
          </p:cNvPr>
          <p:cNvGraphicFramePr>
            <a:graphicFrameLocks/>
          </p:cNvGraphicFramePr>
          <p:nvPr/>
        </p:nvGraphicFramePr>
        <p:xfrm>
          <a:off x="7616825" y="4438650"/>
          <a:ext cx="100013" cy="190500"/>
        </p:xfrm>
        <a:graphic>
          <a:graphicData uri="http://schemas.openxmlformats.org/presentationml/2006/ole">
            <mc:AlternateContent xmlns:mc="http://schemas.openxmlformats.org/markup-compatibility/2006">
              <mc:Choice xmlns:v="urn:schemas-microsoft-com:vml" Requires="v">
                <p:oleObj spid="_x0000_s129115" name="公式" r:id="rId25" imgW="76149" imgH="180941" progId="Equation.3">
                  <p:embed/>
                </p:oleObj>
              </mc:Choice>
              <mc:Fallback>
                <p:oleObj name="公式" r:id="rId25" imgW="76149" imgH="180941" progId="Equation.3">
                  <p:embed/>
                  <p:pic>
                    <p:nvPicPr>
                      <p:cNvPr id="4" name="Object 26">
                        <a:extLst>
                          <a:ext uri="{FF2B5EF4-FFF2-40B4-BE49-F238E27FC236}">
                            <a16:creationId xmlns:a16="http://schemas.microsoft.com/office/drawing/2014/main" id="{983CEAD6-BBA7-49CB-9039-673CBCE27E72}"/>
                          </a:ext>
                        </a:extLst>
                      </p:cNvPr>
                      <p:cNvPicPr>
                        <a:picLocks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7616825" y="4438650"/>
                        <a:ext cx="100013" cy="19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 name="Object 27">
            <a:extLst>
              <a:ext uri="{FF2B5EF4-FFF2-40B4-BE49-F238E27FC236}">
                <a16:creationId xmlns:a16="http://schemas.microsoft.com/office/drawing/2014/main" id="{F92DE029-7A5C-488F-9FA2-EBD90521E96F}"/>
              </a:ext>
            </a:extLst>
          </p:cNvPr>
          <p:cNvGraphicFramePr>
            <a:graphicFrameLocks noChangeAspect="1"/>
          </p:cNvGraphicFramePr>
          <p:nvPr/>
        </p:nvGraphicFramePr>
        <p:xfrm>
          <a:off x="266700" y="2214563"/>
          <a:ext cx="1519238" cy="539750"/>
        </p:xfrm>
        <a:graphic>
          <a:graphicData uri="http://schemas.openxmlformats.org/presentationml/2006/ole">
            <mc:AlternateContent xmlns:mc="http://schemas.openxmlformats.org/markup-compatibility/2006">
              <mc:Choice xmlns:v="urn:schemas-microsoft-com:vml" Requires="v">
                <p:oleObj spid="_x0000_s129116" name="公式" r:id="rId27" imgW="714394" imgH="199923" progId="Equation.3">
                  <p:embed/>
                </p:oleObj>
              </mc:Choice>
              <mc:Fallback>
                <p:oleObj name="公式" r:id="rId27" imgW="714394" imgH="199923" progId="Equation.3">
                  <p:embed/>
                  <p:pic>
                    <p:nvPicPr>
                      <p:cNvPr id="3" name="Object 27">
                        <a:extLst>
                          <a:ext uri="{FF2B5EF4-FFF2-40B4-BE49-F238E27FC236}">
                            <a16:creationId xmlns:a16="http://schemas.microsoft.com/office/drawing/2014/main" id="{F92DE029-7A5C-488F-9FA2-EBD90521E96F}"/>
                          </a:ext>
                        </a:extLst>
                      </p:cNvPr>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266700" y="2214563"/>
                        <a:ext cx="1519238"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408" name="灯片编号占位符 1">
            <a:extLst>
              <a:ext uri="{FF2B5EF4-FFF2-40B4-BE49-F238E27FC236}">
                <a16:creationId xmlns:a16="http://schemas.microsoft.com/office/drawing/2014/main" id="{11AA924C-31FA-4A15-BE18-E4B5A71E1CAE}"/>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C189AF1B-AA38-492D-80F3-48F28CD0552A}" type="slidenum">
              <a:rPr lang="en-US" altLang="zh-CN" b="0">
                <a:solidFill>
                  <a:srgbClr val="FF00FF"/>
                </a:solidFill>
              </a:rPr>
              <a:pPr eaLnBrk="1" hangingPunct="1"/>
              <a:t>23</a:t>
            </a:fld>
            <a:r>
              <a:rPr lang="en-US" altLang="zh-CN" b="0">
                <a:solidFill>
                  <a:srgbClr val="FF00FF"/>
                </a:solidFill>
              </a:rPr>
              <a:t>/25</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6389"/>
                                        </p:tgtEl>
                                        <p:attrNameLst>
                                          <p:attrName>style.visibility</p:attrName>
                                        </p:attrNameLst>
                                      </p:cBhvr>
                                      <p:to>
                                        <p:strVal val="visible"/>
                                      </p:to>
                                    </p:set>
                                    <p:animEffect transition="in" filter="dissolve">
                                      <p:cBhvr>
                                        <p:cTn id="7" dur="500"/>
                                        <p:tgtEl>
                                          <p:spTgt spid="16389"/>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6390"/>
                                        </p:tgtEl>
                                        <p:attrNameLst>
                                          <p:attrName>style.visibility</p:attrName>
                                        </p:attrNameLst>
                                      </p:cBhvr>
                                      <p:to>
                                        <p:strVal val="visible"/>
                                      </p:to>
                                    </p:set>
                                    <p:animEffect transition="in" filter="dissolve">
                                      <p:cBhvr>
                                        <p:cTn id="10" dur="500"/>
                                        <p:tgtEl>
                                          <p:spTgt spid="16390"/>
                                        </p:tgtEl>
                                      </p:cBhvr>
                                    </p:animEffect>
                                  </p:childTnLst>
                                </p:cTn>
                              </p:par>
                            </p:childTnLst>
                          </p:cTn>
                        </p:par>
                        <p:par>
                          <p:cTn id="11" fill="hold" nodeType="afterGroup">
                            <p:stCondLst>
                              <p:cond delay="500"/>
                            </p:stCondLst>
                            <p:childTnLst>
                              <p:par>
                                <p:cTn id="12" presetID="22" presetClass="entr" presetSubtype="8" fill="hold" grpId="0" nodeType="afterEffect">
                                  <p:stCondLst>
                                    <p:cond delay="0"/>
                                  </p:stCondLst>
                                  <p:childTnLst>
                                    <p:set>
                                      <p:cBhvr>
                                        <p:cTn id="13" dur="1" fill="hold">
                                          <p:stCondLst>
                                            <p:cond delay="0"/>
                                          </p:stCondLst>
                                        </p:cTn>
                                        <p:tgtEl>
                                          <p:spTgt spid="16393"/>
                                        </p:tgtEl>
                                        <p:attrNameLst>
                                          <p:attrName>style.visibility</p:attrName>
                                        </p:attrNameLst>
                                      </p:cBhvr>
                                      <p:to>
                                        <p:strVal val="visible"/>
                                      </p:to>
                                    </p:set>
                                    <p:animEffect transition="in" filter="wipe(left)">
                                      <p:cBhvr>
                                        <p:cTn id="14" dur="500"/>
                                        <p:tgtEl>
                                          <p:spTgt spid="16393"/>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16403"/>
                                        </p:tgtEl>
                                        <p:attrNameLst>
                                          <p:attrName>style.visibility</p:attrName>
                                        </p:attrNameLst>
                                      </p:cBhvr>
                                      <p:to>
                                        <p:strVal val="visible"/>
                                      </p:to>
                                    </p:set>
                                    <p:animEffect transition="in" filter="wipe(left)">
                                      <p:cBhvr>
                                        <p:cTn id="19" dur="500"/>
                                        <p:tgtEl>
                                          <p:spTgt spid="16403"/>
                                        </p:tgtEl>
                                      </p:cBhvr>
                                    </p:animEffect>
                                  </p:childTnLst>
                                </p:cTn>
                              </p:par>
                            </p:childTnLst>
                          </p:cTn>
                        </p:par>
                        <p:par>
                          <p:cTn id="20" fill="hold" nodeType="afterGroup">
                            <p:stCondLst>
                              <p:cond delay="500"/>
                            </p:stCondLst>
                            <p:childTnLst>
                              <p:par>
                                <p:cTn id="21" presetID="22" presetClass="entr" presetSubtype="8" fill="hold" nodeType="afterEffect">
                                  <p:stCondLst>
                                    <p:cond delay="0"/>
                                  </p:stCondLst>
                                  <p:childTnLst>
                                    <p:set>
                                      <p:cBhvr>
                                        <p:cTn id="22" dur="1" fill="hold">
                                          <p:stCondLst>
                                            <p:cond delay="0"/>
                                          </p:stCondLst>
                                        </p:cTn>
                                        <p:tgtEl>
                                          <p:spTgt spid="16386"/>
                                        </p:tgtEl>
                                        <p:attrNameLst>
                                          <p:attrName>style.visibility</p:attrName>
                                        </p:attrNameLst>
                                      </p:cBhvr>
                                      <p:to>
                                        <p:strVal val="visible"/>
                                      </p:to>
                                    </p:set>
                                    <p:animEffect transition="in" filter="wipe(left)">
                                      <p:cBhvr>
                                        <p:cTn id="23" dur="500"/>
                                        <p:tgtEl>
                                          <p:spTgt spid="16386"/>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6406"/>
                                        </p:tgtEl>
                                        <p:attrNameLst>
                                          <p:attrName>style.visibility</p:attrName>
                                        </p:attrNameLst>
                                      </p:cBhvr>
                                      <p:to>
                                        <p:strVal val="visible"/>
                                      </p:to>
                                    </p:set>
                                    <p:animEffect transition="in" filter="wipe(left)">
                                      <p:cBhvr>
                                        <p:cTn id="28" dur="500"/>
                                        <p:tgtEl>
                                          <p:spTgt spid="16406"/>
                                        </p:tgtEl>
                                      </p:cBhvr>
                                    </p:animEffect>
                                  </p:childTnLst>
                                </p:cTn>
                              </p:par>
                            </p:childTnLst>
                          </p:cTn>
                        </p:par>
                        <p:par>
                          <p:cTn id="29" fill="hold" nodeType="afterGroup">
                            <p:stCondLst>
                              <p:cond delay="500"/>
                            </p:stCondLst>
                            <p:childTnLst>
                              <p:par>
                                <p:cTn id="30" presetID="22" presetClass="entr" presetSubtype="8" fill="hold" nodeType="afterEffect">
                                  <p:stCondLst>
                                    <p:cond delay="0"/>
                                  </p:stCondLst>
                                  <p:childTnLst>
                                    <p:set>
                                      <p:cBhvr>
                                        <p:cTn id="31" dur="1" fill="hold">
                                          <p:stCondLst>
                                            <p:cond delay="0"/>
                                          </p:stCondLst>
                                        </p:cTn>
                                        <p:tgtEl>
                                          <p:spTgt spid="16388"/>
                                        </p:tgtEl>
                                        <p:attrNameLst>
                                          <p:attrName>style.visibility</p:attrName>
                                        </p:attrNameLst>
                                      </p:cBhvr>
                                      <p:to>
                                        <p:strVal val="visible"/>
                                      </p:to>
                                    </p:set>
                                    <p:animEffect transition="in" filter="wipe(left)">
                                      <p:cBhvr>
                                        <p:cTn id="32" dur="500"/>
                                        <p:tgtEl>
                                          <p:spTgt spid="1638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6404"/>
                                        </p:tgtEl>
                                        <p:attrNameLst>
                                          <p:attrName>style.visibility</p:attrName>
                                        </p:attrNameLst>
                                      </p:cBhvr>
                                      <p:to>
                                        <p:strVal val="visible"/>
                                      </p:to>
                                    </p:set>
                                    <p:animEffect transition="in" filter="wipe(left)">
                                      <p:cBhvr>
                                        <p:cTn id="37" dur="500"/>
                                        <p:tgtEl>
                                          <p:spTgt spid="16404"/>
                                        </p:tgtEl>
                                      </p:cBhvr>
                                    </p:animEffect>
                                  </p:childTnLst>
                                </p:cTn>
                              </p:par>
                            </p:childTnLst>
                          </p:cTn>
                        </p:par>
                        <p:par>
                          <p:cTn id="38" fill="hold" nodeType="afterGroup">
                            <p:stCondLst>
                              <p:cond delay="500"/>
                            </p:stCondLst>
                            <p:childTnLst>
                              <p:par>
                                <p:cTn id="39" presetID="22" presetClass="entr" presetSubtype="8" fill="hold" nodeType="afterEffect">
                                  <p:stCondLst>
                                    <p:cond delay="0"/>
                                  </p:stCondLst>
                                  <p:childTnLst>
                                    <p:set>
                                      <p:cBhvr>
                                        <p:cTn id="40" dur="1" fill="hold">
                                          <p:stCondLst>
                                            <p:cond delay="0"/>
                                          </p:stCondLst>
                                        </p:cTn>
                                        <p:tgtEl>
                                          <p:spTgt spid="16387"/>
                                        </p:tgtEl>
                                        <p:attrNameLst>
                                          <p:attrName>style.visibility</p:attrName>
                                        </p:attrNameLst>
                                      </p:cBhvr>
                                      <p:to>
                                        <p:strVal val="visible"/>
                                      </p:to>
                                    </p:set>
                                    <p:animEffect transition="in" filter="wipe(left)">
                                      <p:cBhvr>
                                        <p:cTn id="41" dur="500"/>
                                        <p:tgtEl>
                                          <p:spTgt spid="16387"/>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animEffect transition="in" filter="wipe(left)">
                                      <p:cBhvr>
                                        <p:cTn id="46" dur="500"/>
                                        <p:tgtEl>
                                          <p:spTgt spid="3"/>
                                        </p:tgtEl>
                                      </p:cBhvr>
                                    </p:animEffect>
                                  </p:childTnLst>
                                </p:cTn>
                              </p:par>
                            </p:childTnLst>
                          </p:cTn>
                        </p:par>
                        <p:par>
                          <p:cTn id="47" fill="hold" nodeType="afterGroup">
                            <p:stCondLst>
                              <p:cond delay="500"/>
                            </p:stCondLst>
                            <p:childTnLst>
                              <p:par>
                                <p:cTn id="48" presetID="22" presetClass="entr" presetSubtype="8" fill="hold" nodeType="afterEffect">
                                  <p:stCondLst>
                                    <p:cond delay="0"/>
                                  </p:stCondLst>
                                  <p:childTnLst>
                                    <p:set>
                                      <p:cBhvr>
                                        <p:cTn id="49" dur="1" fill="hold">
                                          <p:stCondLst>
                                            <p:cond delay="0"/>
                                          </p:stCondLst>
                                        </p:cTn>
                                        <p:tgtEl>
                                          <p:spTgt spid="16391"/>
                                        </p:tgtEl>
                                        <p:attrNameLst>
                                          <p:attrName>style.visibility</p:attrName>
                                        </p:attrNameLst>
                                      </p:cBhvr>
                                      <p:to>
                                        <p:strVal val="visible"/>
                                      </p:to>
                                    </p:set>
                                    <p:animEffect transition="in" filter="wipe(left)">
                                      <p:cBhvr>
                                        <p:cTn id="50" dur="500"/>
                                        <p:tgtEl>
                                          <p:spTgt spid="16391"/>
                                        </p:tgtEl>
                                      </p:cBhvr>
                                    </p:animEffect>
                                  </p:childTnLst>
                                </p:cTn>
                              </p:par>
                            </p:childTnLst>
                          </p:cTn>
                        </p:par>
                        <p:par>
                          <p:cTn id="51" fill="hold" nodeType="afterGroup">
                            <p:stCondLst>
                              <p:cond delay="1000"/>
                            </p:stCondLst>
                            <p:childTnLst>
                              <p:par>
                                <p:cTn id="52" presetID="22" presetClass="entr" presetSubtype="8" fill="hold" nodeType="afterEffect">
                                  <p:stCondLst>
                                    <p:cond delay="0"/>
                                  </p:stCondLst>
                                  <p:childTnLst>
                                    <p:set>
                                      <p:cBhvr>
                                        <p:cTn id="53" dur="1" fill="hold">
                                          <p:stCondLst>
                                            <p:cond delay="0"/>
                                          </p:stCondLst>
                                        </p:cTn>
                                        <p:tgtEl>
                                          <p:spTgt spid="16392"/>
                                        </p:tgtEl>
                                        <p:attrNameLst>
                                          <p:attrName>style.visibility</p:attrName>
                                        </p:attrNameLst>
                                      </p:cBhvr>
                                      <p:to>
                                        <p:strVal val="visible"/>
                                      </p:to>
                                    </p:set>
                                    <p:animEffect transition="in" filter="wipe(left)">
                                      <p:cBhvr>
                                        <p:cTn id="54" dur="500"/>
                                        <p:tgtEl>
                                          <p:spTgt spid="16392"/>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nodeType="clickEffect">
                                  <p:stCondLst>
                                    <p:cond delay="0"/>
                                  </p:stCondLst>
                                  <p:childTnLst>
                                    <p:set>
                                      <p:cBhvr>
                                        <p:cTn id="58" dur="1" fill="hold">
                                          <p:stCondLst>
                                            <p:cond delay="0"/>
                                          </p:stCondLst>
                                        </p:cTn>
                                        <p:tgtEl>
                                          <p:spTgt spid="16395"/>
                                        </p:tgtEl>
                                        <p:attrNameLst>
                                          <p:attrName>style.visibility</p:attrName>
                                        </p:attrNameLst>
                                      </p:cBhvr>
                                      <p:to>
                                        <p:strVal val="visible"/>
                                      </p:to>
                                    </p:set>
                                    <p:animEffect transition="in" filter="wipe(left)">
                                      <p:cBhvr>
                                        <p:cTn id="59" dur="500"/>
                                        <p:tgtEl>
                                          <p:spTgt spid="16395"/>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16405"/>
                                        </p:tgtEl>
                                        <p:attrNameLst>
                                          <p:attrName>style.visibility</p:attrName>
                                        </p:attrNameLst>
                                      </p:cBhvr>
                                      <p:to>
                                        <p:strVal val="visible"/>
                                      </p:to>
                                    </p:set>
                                    <p:animEffect transition="in" filter="wipe(left)">
                                      <p:cBhvr>
                                        <p:cTn id="64" dur="500"/>
                                        <p:tgtEl>
                                          <p:spTgt spid="16405"/>
                                        </p:tgtEl>
                                      </p:cBhvr>
                                    </p:animEffect>
                                  </p:childTnLst>
                                </p:cTn>
                              </p:par>
                            </p:childTnLst>
                          </p:cTn>
                        </p:par>
                        <p:par>
                          <p:cTn id="65" fill="hold" nodeType="afterGroup">
                            <p:stCondLst>
                              <p:cond delay="500"/>
                            </p:stCondLst>
                            <p:childTnLst>
                              <p:par>
                                <p:cTn id="66" presetID="22" presetClass="entr" presetSubtype="8" fill="hold" nodeType="afterEffect">
                                  <p:stCondLst>
                                    <p:cond delay="0"/>
                                  </p:stCondLst>
                                  <p:childTnLst>
                                    <p:set>
                                      <p:cBhvr>
                                        <p:cTn id="67" dur="1" fill="hold">
                                          <p:stCondLst>
                                            <p:cond delay="0"/>
                                          </p:stCondLst>
                                        </p:cTn>
                                        <p:tgtEl>
                                          <p:spTgt spid="2"/>
                                        </p:tgtEl>
                                        <p:attrNameLst>
                                          <p:attrName>style.visibility</p:attrName>
                                        </p:attrNameLst>
                                      </p:cBhvr>
                                      <p:to>
                                        <p:strVal val="visible"/>
                                      </p:to>
                                    </p:set>
                                    <p:animEffect transition="in" filter="wipe(left)">
                                      <p:cBhvr>
                                        <p:cTn id="68" dur="500"/>
                                        <p:tgtEl>
                                          <p:spTgt spid="2"/>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3" presetClass="entr" presetSubtype="10" fill="hold" nodeType="clickEffect">
                                  <p:stCondLst>
                                    <p:cond delay="0"/>
                                  </p:stCondLst>
                                  <p:childTnLst>
                                    <p:set>
                                      <p:cBhvr>
                                        <p:cTn id="72" dur="1" fill="hold">
                                          <p:stCondLst>
                                            <p:cond delay="0"/>
                                          </p:stCondLst>
                                        </p:cTn>
                                        <p:tgtEl>
                                          <p:spTgt spid="237593"/>
                                        </p:tgtEl>
                                        <p:attrNameLst>
                                          <p:attrName>style.visibility</p:attrName>
                                        </p:attrNameLst>
                                      </p:cBhvr>
                                      <p:to>
                                        <p:strVal val="visible"/>
                                      </p:to>
                                    </p:set>
                                    <p:animEffect transition="in" filter="blinds(horizontal)">
                                      <p:cBhvr>
                                        <p:cTn id="73" dur="500"/>
                                        <p:tgtEl>
                                          <p:spTgt spid="237593"/>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3" presetClass="entr" presetSubtype="10" fill="hold" nodeType="clickEffect">
                                  <p:stCondLst>
                                    <p:cond delay="0"/>
                                  </p:stCondLst>
                                  <p:childTnLst>
                                    <p:set>
                                      <p:cBhvr>
                                        <p:cTn id="77" dur="1" fill="hold">
                                          <p:stCondLst>
                                            <p:cond delay="0"/>
                                          </p:stCondLst>
                                        </p:cTn>
                                        <p:tgtEl>
                                          <p:spTgt spid="16398"/>
                                        </p:tgtEl>
                                        <p:attrNameLst>
                                          <p:attrName>style.visibility</p:attrName>
                                        </p:attrNameLst>
                                      </p:cBhvr>
                                      <p:to>
                                        <p:strVal val="visible"/>
                                      </p:to>
                                    </p:set>
                                    <p:animEffect transition="in" filter="blinds(horizontal)">
                                      <p:cBhvr>
                                        <p:cTn id="78" dur="500"/>
                                        <p:tgtEl>
                                          <p:spTgt spid="16398"/>
                                        </p:tgtEl>
                                      </p:cBhvr>
                                    </p:animEffect>
                                  </p:childTnLst>
                                </p:cTn>
                              </p:par>
                              <p:par>
                                <p:cTn id="79" presetID="3" presetClass="entr" presetSubtype="10" fill="hold" grpId="0" nodeType="withEffect">
                                  <p:stCondLst>
                                    <p:cond delay="0"/>
                                  </p:stCondLst>
                                  <p:childTnLst>
                                    <p:set>
                                      <p:cBhvr>
                                        <p:cTn id="80" dur="1" fill="hold">
                                          <p:stCondLst>
                                            <p:cond delay="0"/>
                                          </p:stCondLst>
                                        </p:cTn>
                                        <p:tgtEl>
                                          <p:spTgt spid="16399"/>
                                        </p:tgtEl>
                                        <p:attrNameLst>
                                          <p:attrName>style.visibility</p:attrName>
                                        </p:attrNameLst>
                                      </p:cBhvr>
                                      <p:to>
                                        <p:strVal val="visible"/>
                                      </p:to>
                                    </p:set>
                                    <p:animEffect transition="in" filter="blinds(horizontal)">
                                      <p:cBhvr>
                                        <p:cTn id="81" dur="500"/>
                                        <p:tgtEl>
                                          <p:spTgt spid="16399"/>
                                        </p:tgtEl>
                                      </p:cBhvr>
                                    </p:animEffect>
                                  </p:childTnLst>
                                </p:cTn>
                              </p:par>
                            </p:childTnLst>
                          </p:cTn>
                        </p:par>
                      </p:childTnLst>
                    </p:cTn>
                  </p:par>
                  <p:par>
                    <p:cTn id="82" fill="hold" nodeType="clickPar">
                      <p:stCondLst>
                        <p:cond delay="indefinite"/>
                      </p:stCondLst>
                      <p:childTnLst>
                        <p:par>
                          <p:cTn id="83" fill="hold" nodeType="withGroup">
                            <p:stCondLst>
                              <p:cond delay="0"/>
                            </p:stCondLst>
                            <p:childTnLst>
                              <p:par>
                                <p:cTn id="84" presetID="22" presetClass="entr" presetSubtype="8" fill="hold" grpId="0" nodeType="clickEffect">
                                  <p:stCondLst>
                                    <p:cond delay="0"/>
                                  </p:stCondLst>
                                  <p:childTnLst>
                                    <p:set>
                                      <p:cBhvr>
                                        <p:cTn id="85" dur="1" fill="hold">
                                          <p:stCondLst>
                                            <p:cond delay="0"/>
                                          </p:stCondLst>
                                        </p:cTn>
                                        <p:tgtEl>
                                          <p:spTgt spid="16407"/>
                                        </p:tgtEl>
                                        <p:attrNameLst>
                                          <p:attrName>style.visibility</p:attrName>
                                        </p:attrNameLst>
                                      </p:cBhvr>
                                      <p:to>
                                        <p:strVal val="visible"/>
                                      </p:to>
                                    </p:set>
                                    <p:animEffect transition="in" filter="wipe(left)">
                                      <p:cBhvr>
                                        <p:cTn id="86" dur="500"/>
                                        <p:tgtEl>
                                          <p:spTgt spid="16407"/>
                                        </p:tgtEl>
                                      </p:cBhvr>
                                    </p:animEffect>
                                  </p:childTnLst>
                                </p:cTn>
                              </p:par>
                            </p:childTnLst>
                          </p:cTn>
                        </p:par>
                        <p:par>
                          <p:cTn id="87" fill="hold" nodeType="afterGroup">
                            <p:stCondLst>
                              <p:cond delay="500"/>
                            </p:stCondLst>
                            <p:childTnLst>
                              <p:par>
                                <p:cTn id="88" presetID="22" presetClass="entr" presetSubtype="8" fill="hold" nodeType="afterEffect">
                                  <p:stCondLst>
                                    <p:cond delay="0"/>
                                  </p:stCondLst>
                                  <p:childTnLst>
                                    <p:set>
                                      <p:cBhvr>
                                        <p:cTn id="89" dur="1" fill="hold">
                                          <p:stCondLst>
                                            <p:cond delay="0"/>
                                          </p:stCondLst>
                                        </p:cTn>
                                        <p:tgtEl>
                                          <p:spTgt spid="16400"/>
                                        </p:tgtEl>
                                        <p:attrNameLst>
                                          <p:attrName>style.visibility</p:attrName>
                                        </p:attrNameLst>
                                      </p:cBhvr>
                                      <p:to>
                                        <p:strVal val="visible"/>
                                      </p:to>
                                    </p:set>
                                    <p:animEffect transition="in" filter="wipe(left)">
                                      <p:cBhvr>
                                        <p:cTn id="90" dur="500"/>
                                        <p:tgtEl>
                                          <p:spTgt spid="16400"/>
                                        </p:tgtEl>
                                      </p:cBhvr>
                                    </p:animEffect>
                                  </p:childTnLst>
                                </p:cTn>
                              </p:par>
                            </p:childTnLst>
                          </p:cTn>
                        </p:par>
                      </p:childTnLst>
                    </p:cTn>
                  </p:par>
                  <p:par>
                    <p:cTn id="91" fill="hold" nodeType="clickPar">
                      <p:stCondLst>
                        <p:cond delay="indefinite"/>
                      </p:stCondLst>
                      <p:childTnLst>
                        <p:par>
                          <p:cTn id="92" fill="hold" nodeType="withGroup">
                            <p:stCondLst>
                              <p:cond delay="0"/>
                            </p:stCondLst>
                            <p:childTnLst>
                              <p:par>
                                <p:cTn id="93" presetID="22" presetClass="entr" presetSubtype="8" fill="hold" nodeType="clickEffect">
                                  <p:stCondLst>
                                    <p:cond delay="0"/>
                                  </p:stCondLst>
                                  <p:childTnLst>
                                    <p:set>
                                      <p:cBhvr>
                                        <p:cTn id="94" dur="1" fill="hold">
                                          <p:stCondLst>
                                            <p:cond delay="0"/>
                                          </p:stCondLst>
                                        </p:cTn>
                                        <p:tgtEl>
                                          <p:spTgt spid="16397"/>
                                        </p:tgtEl>
                                        <p:attrNameLst>
                                          <p:attrName>style.visibility</p:attrName>
                                        </p:attrNameLst>
                                      </p:cBhvr>
                                      <p:to>
                                        <p:strVal val="visible"/>
                                      </p:to>
                                    </p:set>
                                    <p:animEffect transition="in" filter="wipe(left)">
                                      <p:cBhvr>
                                        <p:cTn id="95" dur="500"/>
                                        <p:tgtEl>
                                          <p:spTgt spid="163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9" grpId="0" animBg="1"/>
      <p:bldP spid="16390" grpId="0"/>
      <p:bldP spid="16393" grpId="0"/>
      <p:bldP spid="16399" grpId="0"/>
      <p:bldP spid="16403" grpId="0"/>
      <p:bldP spid="16404" grpId="0"/>
      <p:bldP spid="16405" grpId="0"/>
      <p:bldP spid="16406" grpId="0" animBg="1"/>
      <p:bldP spid="16407"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99" name="Text Box 27">
            <a:extLst>
              <a:ext uri="{FF2B5EF4-FFF2-40B4-BE49-F238E27FC236}">
                <a16:creationId xmlns:a16="http://schemas.microsoft.com/office/drawing/2014/main" id="{6FBB2724-6013-4ADC-9E5C-849144661C35}"/>
              </a:ext>
            </a:extLst>
          </p:cNvPr>
          <p:cNvSpPr txBox="1">
            <a:spLocks noChangeArrowheads="1"/>
          </p:cNvSpPr>
          <p:nvPr/>
        </p:nvSpPr>
        <p:spPr bwMode="auto">
          <a:xfrm>
            <a:off x="482600" y="357188"/>
            <a:ext cx="56610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just" eaLnBrk="1" hangingPunct="1">
              <a:buSzPct val="80000"/>
              <a:buFont typeface="Wingdings" panose="05000000000000000000" pitchFamily="2" charset="2"/>
              <a:buChar char="u"/>
            </a:pPr>
            <a:r>
              <a:rPr lang="zh-CN" altLang="en-US">
                <a:solidFill>
                  <a:srgbClr val="66FFFF"/>
                </a:solidFill>
                <a:latin typeface="宋体" panose="02010600030101010101" pitchFamily="2" charset="-122"/>
              </a:rPr>
              <a:t> 光的相干叠加</a:t>
            </a:r>
            <a:r>
              <a:rPr lang="zh-CN" altLang="en-US">
                <a:solidFill>
                  <a:srgbClr val="FF0000"/>
                </a:solidFill>
                <a:latin typeface="宋体" panose="02010600030101010101" pitchFamily="2" charset="-122"/>
              </a:rPr>
              <a:t>（重点掌握）</a:t>
            </a:r>
            <a:endParaRPr lang="zh-CN" altLang="en-US" b="0">
              <a:solidFill>
                <a:srgbClr val="FF0000"/>
              </a:solidFill>
              <a:latin typeface="宋体" panose="02010600030101010101" pitchFamily="2" charset="-122"/>
            </a:endParaRPr>
          </a:p>
        </p:txBody>
      </p:sp>
      <p:sp>
        <p:nvSpPr>
          <p:cNvPr id="28700" name="Text Box 28">
            <a:extLst>
              <a:ext uri="{FF2B5EF4-FFF2-40B4-BE49-F238E27FC236}">
                <a16:creationId xmlns:a16="http://schemas.microsoft.com/office/drawing/2014/main" id="{976606DE-4337-4457-A437-100AC3DE929F}"/>
              </a:ext>
            </a:extLst>
          </p:cNvPr>
          <p:cNvSpPr txBox="1">
            <a:spLocks noChangeArrowheads="1"/>
          </p:cNvSpPr>
          <p:nvPr/>
        </p:nvSpPr>
        <p:spPr bwMode="auto">
          <a:xfrm>
            <a:off x="500063" y="142875"/>
            <a:ext cx="8416925" cy="137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ts val="5000"/>
              </a:lnSpc>
            </a:pPr>
            <a:r>
              <a:rPr kumimoji="0" lang="zh-CN" altLang="en-US">
                <a:solidFill>
                  <a:schemeClr val="bg1"/>
                </a:solidFill>
              </a:rPr>
              <a:t>                                                        </a:t>
            </a:r>
            <a:r>
              <a:rPr kumimoji="0" lang="zh-CN" altLang="en-US">
                <a:solidFill>
                  <a:srgbClr val="FFFF00"/>
                </a:solidFill>
              </a:rPr>
              <a:t>相干条件</a:t>
            </a:r>
            <a:r>
              <a:rPr kumimoji="0" lang="en-US" altLang="zh-CN">
                <a:solidFill>
                  <a:srgbClr val="FFFF00"/>
                </a:solidFill>
              </a:rPr>
              <a:t>:</a:t>
            </a:r>
            <a:r>
              <a:rPr kumimoji="0" lang="en-US" altLang="zh-CN">
                <a:solidFill>
                  <a:schemeClr val="bg1"/>
                </a:solidFill>
              </a:rPr>
              <a:t>  </a:t>
            </a:r>
            <a:r>
              <a:rPr kumimoji="0" lang="zh-CN" altLang="en-US">
                <a:solidFill>
                  <a:schemeClr val="bg1"/>
                </a:solidFill>
              </a:rPr>
              <a:t>频率相同；光矢量</a:t>
            </a:r>
            <a:endParaRPr kumimoji="0" lang="en-US" altLang="zh-CN">
              <a:solidFill>
                <a:schemeClr val="bg1"/>
              </a:solidFill>
            </a:endParaRPr>
          </a:p>
          <a:p>
            <a:pPr eaLnBrk="1" hangingPunct="1">
              <a:lnSpc>
                <a:spcPts val="5000"/>
              </a:lnSpc>
            </a:pPr>
            <a:r>
              <a:rPr kumimoji="0" lang="zh-CN" altLang="en-US">
                <a:solidFill>
                  <a:schemeClr val="bg1"/>
                </a:solidFill>
              </a:rPr>
              <a:t>振动方向相同；相位差恒定。                   相干光波叠加强度：</a:t>
            </a:r>
          </a:p>
        </p:txBody>
      </p:sp>
      <p:graphicFrame>
        <p:nvGraphicFramePr>
          <p:cNvPr id="28701" name="Object 29">
            <a:extLst>
              <a:ext uri="{FF2B5EF4-FFF2-40B4-BE49-F238E27FC236}">
                <a16:creationId xmlns:a16="http://schemas.microsoft.com/office/drawing/2014/main" id="{0AACDF0F-31FE-4757-9CA7-1D8486684F53}"/>
              </a:ext>
            </a:extLst>
          </p:cNvPr>
          <p:cNvGraphicFramePr>
            <a:graphicFrameLocks noChangeAspect="1"/>
          </p:cNvGraphicFramePr>
          <p:nvPr/>
        </p:nvGraphicFramePr>
        <p:xfrm>
          <a:off x="857250" y="1716088"/>
          <a:ext cx="4000500" cy="500062"/>
        </p:xfrm>
        <a:graphic>
          <a:graphicData uri="http://schemas.openxmlformats.org/presentationml/2006/ole">
            <mc:AlternateContent xmlns:mc="http://schemas.openxmlformats.org/markup-compatibility/2006">
              <mc:Choice xmlns:v="urn:schemas-microsoft-com:vml" Requires="v">
                <p:oleObj spid="_x0000_s130122" name="公式" r:id="rId3" imgW="3886353" imgH="419134" progId="Equation.3">
                  <p:embed/>
                </p:oleObj>
              </mc:Choice>
              <mc:Fallback>
                <p:oleObj name="公式" r:id="rId3" imgW="3886353" imgH="419134" progId="Equation.3">
                  <p:embed/>
                  <p:pic>
                    <p:nvPicPr>
                      <p:cNvPr id="28701" name="Object 29">
                        <a:extLst>
                          <a:ext uri="{FF2B5EF4-FFF2-40B4-BE49-F238E27FC236}">
                            <a16:creationId xmlns:a16="http://schemas.microsoft.com/office/drawing/2014/main" id="{0AACDF0F-31FE-4757-9CA7-1D8486684F5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7250" y="1716088"/>
                        <a:ext cx="4000500" cy="500062"/>
                      </a:xfrm>
                      <a:prstGeom prst="rect">
                        <a:avLst/>
                      </a:prstGeom>
                      <a:noFill/>
                      <a:ln w="12700">
                        <a:solidFill>
                          <a:srgbClr val="FF00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702" name="Text Box 30">
            <a:extLst>
              <a:ext uri="{FF2B5EF4-FFF2-40B4-BE49-F238E27FC236}">
                <a16:creationId xmlns:a16="http://schemas.microsoft.com/office/drawing/2014/main" id="{A64F3DF9-CF2D-4FE1-95B0-F01D0287BEA4}"/>
              </a:ext>
            </a:extLst>
          </p:cNvPr>
          <p:cNvSpPr txBox="1">
            <a:spLocks noChangeArrowheads="1"/>
          </p:cNvSpPr>
          <p:nvPr/>
        </p:nvSpPr>
        <p:spPr bwMode="auto">
          <a:xfrm>
            <a:off x="750888" y="2500313"/>
            <a:ext cx="3505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a:solidFill>
                  <a:schemeClr val="bg1"/>
                </a:solidFill>
              </a:rPr>
              <a:t>(1) </a:t>
            </a:r>
            <a:r>
              <a:rPr lang="zh-CN" altLang="en-US">
                <a:solidFill>
                  <a:schemeClr val="bg1"/>
                </a:solidFill>
                <a:latin typeface="宋体" panose="02010600030101010101" pitchFamily="2" charset="-122"/>
              </a:rPr>
              <a:t>干涉相长 </a:t>
            </a:r>
            <a:r>
              <a:rPr lang="en-US" altLang="zh-CN">
                <a:solidFill>
                  <a:srgbClr val="00FFFF"/>
                </a:solidFill>
                <a:ea typeface="楷体_GB2312" pitchFamily="49" charset="-122"/>
              </a:rPr>
              <a:t>(</a:t>
            </a:r>
            <a:r>
              <a:rPr lang="zh-CN" altLang="en-US">
                <a:solidFill>
                  <a:srgbClr val="00FFFF"/>
                </a:solidFill>
                <a:latin typeface="宋体" panose="02010600030101010101" pitchFamily="2" charset="-122"/>
              </a:rPr>
              <a:t>明</a:t>
            </a:r>
            <a:r>
              <a:rPr lang="en-US" altLang="zh-CN">
                <a:solidFill>
                  <a:srgbClr val="00FFFF"/>
                </a:solidFill>
              </a:rPr>
              <a:t>)</a:t>
            </a:r>
            <a:endParaRPr lang="en-US" altLang="zh-CN" b="0">
              <a:solidFill>
                <a:srgbClr val="00FFFF"/>
              </a:solidFill>
              <a:latin typeface="宋体" panose="02010600030101010101" pitchFamily="2" charset="-122"/>
            </a:endParaRPr>
          </a:p>
        </p:txBody>
      </p:sp>
      <p:graphicFrame>
        <p:nvGraphicFramePr>
          <p:cNvPr id="28703" name="Object 31">
            <a:extLst>
              <a:ext uri="{FF2B5EF4-FFF2-40B4-BE49-F238E27FC236}">
                <a16:creationId xmlns:a16="http://schemas.microsoft.com/office/drawing/2014/main" id="{9C70C581-61E4-4C6E-A803-CAC1932BA153}"/>
              </a:ext>
            </a:extLst>
          </p:cNvPr>
          <p:cNvGraphicFramePr>
            <a:graphicFrameLocks/>
          </p:cNvGraphicFramePr>
          <p:nvPr/>
        </p:nvGraphicFramePr>
        <p:xfrm>
          <a:off x="3468688" y="2589213"/>
          <a:ext cx="1585912" cy="346075"/>
        </p:xfrm>
        <a:graphic>
          <a:graphicData uri="http://schemas.openxmlformats.org/presentationml/2006/ole">
            <mc:AlternateContent xmlns:mc="http://schemas.openxmlformats.org/markup-compatibility/2006">
              <mc:Choice xmlns:v="urn:schemas-microsoft-com:vml" Requires="v">
                <p:oleObj spid="_x0000_s130123" name="公式" r:id="rId5" imgW="1762131" imgH="352391" progId="Equation.3">
                  <p:embed/>
                </p:oleObj>
              </mc:Choice>
              <mc:Fallback>
                <p:oleObj name="公式" r:id="rId5" imgW="1762131" imgH="352391" progId="Equation.3">
                  <p:embed/>
                  <p:pic>
                    <p:nvPicPr>
                      <p:cNvPr id="28703" name="Object 31">
                        <a:extLst>
                          <a:ext uri="{FF2B5EF4-FFF2-40B4-BE49-F238E27FC236}">
                            <a16:creationId xmlns:a16="http://schemas.microsoft.com/office/drawing/2014/main" id="{9C70C581-61E4-4C6E-A803-CAC1932BA153}"/>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68688" y="2589213"/>
                        <a:ext cx="1585912" cy="346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704" name="Object 32">
            <a:extLst>
              <a:ext uri="{FF2B5EF4-FFF2-40B4-BE49-F238E27FC236}">
                <a16:creationId xmlns:a16="http://schemas.microsoft.com/office/drawing/2014/main" id="{A15474A8-64AD-4274-99F5-A5D29D6890DB}"/>
              </a:ext>
            </a:extLst>
          </p:cNvPr>
          <p:cNvGraphicFramePr>
            <a:graphicFrameLocks/>
          </p:cNvGraphicFramePr>
          <p:nvPr/>
        </p:nvGraphicFramePr>
        <p:xfrm>
          <a:off x="2279650" y="3241675"/>
          <a:ext cx="3228975" cy="401638"/>
        </p:xfrm>
        <a:graphic>
          <a:graphicData uri="http://schemas.openxmlformats.org/presentationml/2006/ole">
            <mc:AlternateContent xmlns:mc="http://schemas.openxmlformats.org/markup-compatibility/2006">
              <mc:Choice xmlns:v="urn:schemas-microsoft-com:vml" Requires="v">
                <p:oleObj spid="_x0000_s130124" name="公式" r:id="rId7" imgW="3629159" imgH="419134" progId="Equation.3">
                  <p:embed/>
                </p:oleObj>
              </mc:Choice>
              <mc:Fallback>
                <p:oleObj name="公式" r:id="rId7" imgW="3629159" imgH="419134" progId="Equation.3">
                  <p:embed/>
                  <p:pic>
                    <p:nvPicPr>
                      <p:cNvPr id="28704" name="Object 32">
                        <a:extLst>
                          <a:ext uri="{FF2B5EF4-FFF2-40B4-BE49-F238E27FC236}">
                            <a16:creationId xmlns:a16="http://schemas.microsoft.com/office/drawing/2014/main" id="{A15474A8-64AD-4274-99F5-A5D29D6890DB}"/>
                          </a:ext>
                        </a:extLst>
                      </p:cNvPr>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79650" y="3241675"/>
                        <a:ext cx="3228975" cy="401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705" name="Text Box 33">
            <a:extLst>
              <a:ext uri="{FF2B5EF4-FFF2-40B4-BE49-F238E27FC236}">
                <a16:creationId xmlns:a16="http://schemas.microsoft.com/office/drawing/2014/main" id="{D6D104DE-516F-4941-AF3D-F1B5D5F52C49}"/>
              </a:ext>
            </a:extLst>
          </p:cNvPr>
          <p:cNvSpPr txBox="1">
            <a:spLocks noChangeArrowheads="1"/>
          </p:cNvSpPr>
          <p:nvPr/>
        </p:nvSpPr>
        <p:spPr bwMode="auto">
          <a:xfrm>
            <a:off x="723900" y="4700588"/>
            <a:ext cx="3505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dirty="0">
                <a:solidFill>
                  <a:schemeClr val="bg1"/>
                </a:solidFill>
              </a:rPr>
              <a:t>(2) </a:t>
            </a:r>
            <a:r>
              <a:rPr lang="zh-CN" altLang="en-US" dirty="0">
                <a:solidFill>
                  <a:schemeClr val="bg1"/>
                </a:solidFill>
                <a:latin typeface="宋体" panose="02010600030101010101" pitchFamily="2" charset="-122"/>
              </a:rPr>
              <a:t>干涉相消 </a:t>
            </a:r>
            <a:r>
              <a:rPr lang="en-US" altLang="zh-CN" dirty="0">
                <a:solidFill>
                  <a:srgbClr val="00FFFF"/>
                </a:solidFill>
              </a:rPr>
              <a:t>(</a:t>
            </a:r>
            <a:r>
              <a:rPr lang="zh-CN" altLang="en-US" dirty="0">
                <a:solidFill>
                  <a:srgbClr val="00FFFF"/>
                </a:solidFill>
                <a:latin typeface="宋体" panose="02010600030101010101" pitchFamily="2" charset="-122"/>
              </a:rPr>
              <a:t>暗</a:t>
            </a:r>
            <a:r>
              <a:rPr lang="en-US" altLang="zh-CN" dirty="0">
                <a:solidFill>
                  <a:srgbClr val="00FFFF"/>
                </a:solidFill>
              </a:rPr>
              <a:t>)</a:t>
            </a:r>
            <a:endParaRPr lang="en-US" altLang="zh-CN" b="0" dirty="0">
              <a:solidFill>
                <a:srgbClr val="00FFFF"/>
              </a:solidFill>
              <a:latin typeface="宋体" panose="02010600030101010101" pitchFamily="2" charset="-122"/>
            </a:endParaRPr>
          </a:p>
        </p:txBody>
      </p:sp>
      <p:graphicFrame>
        <p:nvGraphicFramePr>
          <p:cNvPr id="28706" name="Object 34">
            <a:extLst>
              <a:ext uri="{FF2B5EF4-FFF2-40B4-BE49-F238E27FC236}">
                <a16:creationId xmlns:a16="http://schemas.microsoft.com/office/drawing/2014/main" id="{5B9A869B-0981-4CDB-9AE4-B0AF866FE481}"/>
              </a:ext>
            </a:extLst>
          </p:cNvPr>
          <p:cNvGraphicFramePr>
            <a:graphicFrameLocks/>
          </p:cNvGraphicFramePr>
          <p:nvPr/>
        </p:nvGraphicFramePr>
        <p:xfrm>
          <a:off x="3492500" y="4773613"/>
          <a:ext cx="2233613" cy="346075"/>
        </p:xfrm>
        <a:graphic>
          <a:graphicData uri="http://schemas.openxmlformats.org/presentationml/2006/ole">
            <mc:AlternateContent xmlns:mc="http://schemas.openxmlformats.org/markup-compatibility/2006">
              <mc:Choice xmlns:v="urn:schemas-microsoft-com:vml" Requires="v">
                <p:oleObj spid="_x0000_s130125" name="公式" r:id="rId9" imgW="2504967" imgH="352391" progId="Equation.3">
                  <p:embed/>
                </p:oleObj>
              </mc:Choice>
              <mc:Fallback>
                <p:oleObj name="公式" r:id="rId9" imgW="2504967" imgH="352391" progId="Equation.3">
                  <p:embed/>
                  <p:pic>
                    <p:nvPicPr>
                      <p:cNvPr id="28706" name="Object 34">
                        <a:extLst>
                          <a:ext uri="{FF2B5EF4-FFF2-40B4-BE49-F238E27FC236}">
                            <a16:creationId xmlns:a16="http://schemas.microsoft.com/office/drawing/2014/main" id="{5B9A869B-0981-4CDB-9AE4-B0AF866FE481}"/>
                          </a:ext>
                        </a:extLst>
                      </p:cNvPr>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492500" y="4773613"/>
                        <a:ext cx="2233613" cy="346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707" name="Object 35">
            <a:extLst>
              <a:ext uri="{FF2B5EF4-FFF2-40B4-BE49-F238E27FC236}">
                <a16:creationId xmlns:a16="http://schemas.microsoft.com/office/drawing/2014/main" id="{6CE60A6C-D40D-4B93-86F1-EDDEFCB6F874}"/>
              </a:ext>
            </a:extLst>
          </p:cNvPr>
          <p:cNvGraphicFramePr>
            <a:graphicFrameLocks/>
          </p:cNvGraphicFramePr>
          <p:nvPr/>
        </p:nvGraphicFramePr>
        <p:xfrm>
          <a:off x="2254250" y="5373688"/>
          <a:ext cx="3195638" cy="401637"/>
        </p:xfrm>
        <a:graphic>
          <a:graphicData uri="http://schemas.openxmlformats.org/presentationml/2006/ole">
            <mc:AlternateContent xmlns:mc="http://schemas.openxmlformats.org/markup-compatibility/2006">
              <mc:Choice xmlns:v="urn:schemas-microsoft-com:vml" Requires="v">
                <p:oleObj spid="_x0000_s130126" name="公式" r:id="rId11" imgW="3590931" imgH="419134" progId="Equation.3">
                  <p:embed/>
                </p:oleObj>
              </mc:Choice>
              <mc:Fallback>
                <p:oleObj name="公式" r:id="rId11" imgW="3590931" imgH="419134" progId="Equation.3">
                  <p:embed/>
                  <p:pic>
                    <p:nvPicPr>
                      <p:cNvPr id="28707" name="Object 35">
                        <a:extLst>
                          <a:ext uri="{FF2B5EF4-FFF2-40B4-BE49-F238E27FC236}">
                            <a16:creationId xmlns:a16="http://schemas.microsoft.com/office/drawing/2014/main" id="{6CE60A6C-D40D-4B93-86F1-EDDEFCB6F874}"/>
                          </a:ext>
                        </a:extLst>
                      </p:cNvPr>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254250" y="5373688"/>
                        <a:ext cx="3195638" cy="401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708" name="Object 36">
            <a:extLst>
              <a:ext uri="{FF2B5EF4-FFF2-40B4-BE49-F238E27FC236}">
                <a16:creationId xmlns:a16="http://schemas.microsoft.com/office/drawing/2014/main" id="{B2FE3141-F601-4F99-B8D3-907644B19362}"/>
              </a:ext>
            </a:extLst>
          </p:cNvPr>
          <p:cNvGraphicFramePr>
            <a:graphicFrameLocks/>
          </p:cNvGraphicFramePr>
          <p:nvPr/>
        </p:nvGraphicFramePr>
        <p:xfrm>
          <a:off x="2249488" y="3930650"/>
          <a:ext cx="1385887" cy="379413"/>
        </p:xfrm>
        <a:graphic>
          <a:graphicData uri="http://schemas.openxmlformats.org/presentationml/2006/ole">
            <mc:AlternateContent xmlns:mc="http://schemas.openxmlformats.org/markup-compatibility/2006">
              <mc:Choice xmlns:v="urn:schemas-microsoft-com:vml" Requires="v">
                <p:oleObj spid="_x0000_s130127" name="公式" r:id="rId13" imgW="1533378" imgH="390661" progId="Equation.3">
                  <p:embed/>
                </p:oleObj>
              </mc:Choice>
              <mc:Fallback>
                <p:oleObj name="公式" r:id="rId13" imgW="1533378" imgH="390661" progId="Equation.3">
                  <p:embed/>
                  <p:pic>
                    <p:nvPicPr>
                      <p:cNvPr id="28708" name="Object 36">
                        <a:extLst>
                          <a:ext uri="{FF2B5EF4-FFF2-40B4-BE49-F238E27FC236}">
                            <a16:creationId xmlns:a16="http://schemas.microsoft.com/office/drawing/2014/main" id="{B2FE3141-F601-4F99-B8D3-907644B19362}"/>
                          </a:ext>
                        </a:extLst>
                      </p:cNvPr>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249488" y="3930650"/>
                        <a:ext cx="1385887" cy="379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709" name="Object 37">
            <a:extLst>
              <a:ext uri="{FF2B5EF4-FFF2-40B4-BE49-F238E27FC236}">
                <a16:creationId xmlns:a16="http://schemas.microsoft.com/office/drawing/2014/main" id="{26C5DBF2-C3D6-4D5A-8D12-65ABAC3DD7C4}"/>
              </a:ext>
            </a:extLst>
          </p:cNvPr>
          <p:cNvGraphicFramePr>
            <a:graphicFrameLocks/>
          </p:cNvGraphicFramePr>
          <p:nvPr/>
        </p:nvGraphicFramePr>
        <p:xfrm>
          <a:off x="4921250" y="3978275"/>
          <a:ext cx="893763" cy="379413"/>
        </p:xfrm>
        <a:graphic>
          <a:graphicData uri="http://schemas.openxmlformats.org/presentationml/2006/ole">
            <mc:AlternateContent xmlns:mc="http://schemas.openxmlformats.org/markup-compatibility/2006">
              <mc:Choice xmlns:v="urn:schemas-microsoft-com:vml" Requires="v">
                <p:oleObj spid="_x0000_s130128" name="公式" r:id="rId15" imgW="981069" imgH="390661" progId="Equation.3">
                  <p:embed/>
                </p:oleObj>
              </mc:Choice>
              <mc:Fallback>
                <p:oleObj name="公式" r:id="rId15" imgW="981069" imgH="390661" progId="Equation.3">
                  <p:embed/>
                  <p:pic>
                    <p:nvPicPr>
                      <p:cNvPr id="28709" name="Object 37">
                        <a:extLst>
                          <a:ext uri="{FF2B5EF4-FFF2-40B4-BE49-F238E27FC236}">
                            <a16:creationId xmlns:a16="http://schemas.microsoft.com/office/drawing/2014/main" id="{26C5DBF2-C3D6-4D5A-8D12-65ABAC3DD7C4}"/>
                          </a:ext>
                        </a:extLst>
                      </p:cNvPr>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921250" y="3978275"/>
                        <a:ext cx="893763" cy="379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66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711" name="Object 39">
            <a:extLst>
              <a:ext uri="{FF2B5EF4-FFF2-40B4-BE49-F238E27FC236}">
                <a16:creationId xmlns:a16="http://schemas.microsoft.com/office/drawing/2014/main" id="{B1CD8A0E-8D70-4DFD-9E67-4C2BDE46181A}"/>
              </a:ext>
            </a:extLst>
          </p:cNvPr>
          <p:cNvGraphicFramePr>
            <a:graphicFrameLocks/>
          </p:cNvGraphicFramePr>
          <p:nvPr/>
        </p:nvGraphicFramePr>
        <p:xfrm>
          <a:off x="2293938" y="6029325"/>
          <a:ext cx="1385887" cy="379413"/>
        </p:xfrm>
        <a:graphic>
          <a:graphicData uri="http://schemas.openxmlformats.org/presentationml/2006/ole">
            <mc:AlternateContent xmlns:mc="http://schemas.openxmlformats.org/markup-compatibility/2006">
              <mc:Choice xmlns:v="urn:schemas-microsoft-com:vml" Requires="v">
                <p:oleObj spid="_x0000_s130129" name="公式" r:id="rId17" imgW="1533378" imgH="390661" progId="Equation.3">
                  <p:embed/>
                </p:oleObj>
              </mc:Choice>
              <mc:Fallback>
                <p:oleObj name="公式" r:id="rId17" imgW="1533378" imgH="390661" progId="Equation.3">
                  <p:embed/>
                  <p:pic>
                    <p:nvPicPr>
                      <p:cNvPr id="28711" name="Object 39">
                        <a:extLst>
                          <a:ext uri="{FF2B5EF4-FFF2-40B4-BE49-F238E27FC236}">
                            <a16:creationId xmlns:a16="http://schemas.microsoft.com/office/drawing/2014/main" id="{B1CD8A0E-8D70-4DFD-9E67-4C2BDE46181A}"/>
                          </a:ext>
                        </a:extLst>
                      </p:cNvPr>
                      <p:cNvPicPr>
                        <a:picLocks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293938" y="6029325"/>
                        <a:ext cx="1385887" cy="379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713" name="Object 41">
            <a:extLst>
              <a:ext uri="{FF2B5EF4-FFF2-40B4-BE49-F238E27FC236}">
                <a16:creationId xmlns:a16="http://schemas.microsoft.com/office/drawing/2014/main" id="{B45D740A-8F6C-4084-82EC-D1C04725653C}"/>
              </a:ext>
            </a:extLst>
          </p:cNvPr>
          <p:cNvGraphicFramePr>
            <a:graphicFrameLocks/>
          </p:cNvGraphicFramePr>
          <p:nvPr/>
        </p:nvGraphicFramePr>
        <p:xfrm>
          <a:off x="4935538" y="6083300"/>
          <a:ext cx="658812" cy="279400"/>
        </p:xfrm>
        <a:graphic>
          <a:graphicData uri="http://schemas.openxmlformats.org/presentationml/2006/ole">
            <mc:AlternateContent xmlns:mc="http://schemas.openxmlformats.org/markup-compatibility/2006">
              <mc:Choice xmlns:v="urn:schemas-microsoft-com:vml" Requires="v">
                <p:oleObj spid="_x0000_s130130" name="公式" r:id="rId19" imgW="714394" imgH="276157" progId="Equation.3">
                  <p:embed/>
                </p:oleObj>
              </mc:Choice>
              <mc:Fallback>
                <p:oleObj name="公式" r:id="rId19" imgW="714394" imgH="276157" progId="Equation.3">
                  <p:embed/>
                  <p:pic>
                    <p:nvPicPr>
                      <p:cNvPr id="28713" name="Object 41">
                        <a:extLst>
                          <a:ext uri="{FF2B5EF4-FFF2-40B4-BE49-F238E27FC236}">
                            <a16:creationId xmlns:a16="http://schemas.microsoft.com/office/drawing/2014/main" id="{B45D740A-8F6C-4084-82EC-D1C04725653C}"/>
                          </a:ext>
                        </a:extLst>
                      </p:cNvPr>
                      <p:cNvPicPr>
                        <a:picLocks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935538" y="6083300"/>
                        <a:ext cx="658812"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66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714" name="Object 42">
            <a:extLst>
              <a:ext uri="{FF2B5EF4-FFF2-40B4-BE49-F238E27FC236}">
                <a16:creationId xmlns:a16="http://schemas.microsoft.com/office/drawing/2014/main" id="{7B334E95-F379-4A15-B625-DFB228C974EF}"/>
              </a:ext>
            </a:extLst>
          </p:cNvPr>
          <p:cNvGraphicFramePr>
            <a:graphicFrameLocks noGrp="1"/>
          </p:cNvGraphicFramePr>
          <p:nvPr>
            <p:ph sz="quarter" idx="4294967295"/>
          </p:nvPr>
        </p:nvGraphicFramePr>
        <p:xfrm>
          <a:off x="5527675" y="2582863"/>
          <a:ext cx="1689100" cy="355600"/>
        </p:xfrm>
        <a:graphic>
          <a:graphicData uri="http://schemas.openxmlformats.org/presentationml/2006/ole">
            <mc:AlternateContent xmlns:mc="http://schemas.openxmlformats.org/markup-compatibility/2006">
              <mc:Choice xmlns:v="urn:schemas-microsoft-com:vml" Requires="v">
                <p:oleObj spid="_x0000_s130131" name="公式" r:id="rId21" imgW="1647755" imgH="314427" progId="Equation.3">
                  <p:embed/>
                </p:oleObj>
              </mc:Choice>
              <mc:Fallback>
                <p:oleObj name="公式" r:id="rId21" imgW="1647755" imgH="314427" progId="Equation.3">
                  <p:embed/>
                  <p:pic>
                    <p:nvPicPr>
                      <p:cNvPr id="28714" name="Object 42">
                        <a:extLst>
                          <a:ext uri="{FF2B5EF4-FFF2-40B4-BE49-F238E27FC236}">
                            <a16:creationId xmlns:a16="http://schemas.microsoft.com/office/drawing/2014/main" id="{7B334E95-F379-4A15-B625-DFB228C974EF}"/>
                          </a:ext>
                        </a:extLst>
                      </p:cNvPr>
                      <p:cNvPicPr>
                        <a:picLocks noGrp="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527675" y="2582863"/>
                        <a:ext cx="1689100" cy="35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8715" name="Object 43">
            <a:extLst>
              <a:ext uri="{FF2B5EF4-FFF2-40B4-BE49-F238E27FC236}">
                <a16:creationId xmlns:a16="http://schemas.microsoft.com/office/drawing/2014/main" id="{69C11771-926A-456D-9908-DCA70B946FC8}"/>
              </a:ext>
            </a:extLst>
          </p:cNvPr>
          <p:cNvGraphicFramePr>
            <a:graphicFrameLocks noGrp="1"/>
          </p:cNvGraphicFramePr>
          <p:nvPr>
            <p:ph sz="quarter" idx="4294967295"/>
          </p:nvPr>
        </p:nvGraphicFramePr>
        <p:xfrm>
          <a:off x="6286500" y="4773613"/>
          <a:ext cx="1485900" cy="312737"/>
        </p:xfrm>
        <a:graphic>
          <a:graphicData uri="http://schemas.openxmlformats.org/presentationml/2006/ole">
            <mc:AlternateContent xmlns:mc="http://schemas.openxmlformats.org/markup-compatibility/2006">
              <mc:Choice xmlns:v="urn:schemas-microsoft-com:vml" Requires="v">
                <p:oleObj spid="_x0000_s130132" name="公式" r:id="rId23" imgW="1647755" imgH="314427" progId="Equation.3">
                  <p:embed/>
                </p:oleObj>
              </mc:Choice>
              <mc:Fallback>
                <p:oleObj name="公式" r:id="rId23" imgW="1647755" imgH="314427" progId="Equation.3">
                  <p:embed/>
                  <p:pic>
                    <p:nvPicPr>
                      <p:cNvPr id="28715" name="Object 43">
                        <a:extLst>
                          <a:ext uri="{FF2B5EF4-FFF2-40B4-BE49-F238E27FC236}">
                            <a16:creationId xmlns:a16="http://schemas.microsoft.com/office/drawing/2014/main" id="{69C11771-926A-456D-9908-DCA70B946FC8}"/>
                          </a:ext>
                        </a:extLst>
                      </p:cNvPr>
                      <p:cNvPicPr>
                        <a:picLocks noGrp="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6286500" y="4773613"/>
                        <a:ext cx="1485900" cy="312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8716" name="Object 44">
            <a:extLst>
              <a:ext uri="{FF2B5EF4-FFF2-40B4-BE49-F238E27FC236}">
                <a16:creationId xmlns:a16="http://schemas.microsoft.com/office/drawing/2014/main" id="{0A2078F9-D903-4F03-8DB6-F5DC1FCCA394}"/>
              </a:ext>
            </a:extLst>
          </p:cNvPr>
          <p:cNvGraphicFramePr>
            <a:graphicFrameLocks noGrp="1" noChangeAspect="1"/>
          </p:cNvGraphicFramePr>
          <p:nvPr>
            <p:ph sz="quarter" idx="4294967295"/>
          </p:nvPr>
        </p:nvGraphicFramePr>
        <p:xfrm>
          <a:off x="5146675" y="1571625"/>
          <a:ext cx="3354388" cy="792163"/>
        </p:xfrm>
        <a:graphic>
          <a:graphicData uri="http://schemas.openxmlformats.org/presentationml/2006/ole">
            <mc:AlternateContent xmlns:mc="http://schemas.openxmlformats.org/markup-compatibility/2006">
              <mc:Choice xmlns:v="urn:schemas-microsoft-com:vml" Requires="v">
                <p:oleObj spid="_x0000_s130133" name="公式" r:id="rId25" imgW="3457594" imgH="790507" progId="Equation.3">
                  <p:embed/>
                </p:oleObj>
              </mc:Choice>
              <mc:Fallback>
                <p:oleObj name="公式" r:id="rId25" imgW="3457594" imgH="790507" progId="Equation.3">
                  <p:embed/>
                  <p:pic>
                    <p:nvPicPr>
                      <p:cNvPr id="28716" name="Object 44">
                        <a:extLst>
                          <a:ext uri="{FF2B5EF4-FFF2-40B4-BE49-F238E27FC236}">
                            <a16:creationId xmlns:a16="http://schemas.microsoft.com/office/drawing/2014/main" id="{0A2078F9-D903-4F03-8DB6-F5DC1FCCA394}"/>
                          </a:ext>
                        </a:extLst>
                      </p:cNvPr>
                      <p:cNvPicPr>
                        <a:picLocks noGrp="1"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5146675" y="1571625"/>
                        <a:ext cx="3354388" cy="792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8717" name="Text Box 45">
            <a:extLst>
              <a:ext uri="{FF2B5EF4-FFF2-40B4-BE49-F238E27FC236}">
                <a16:creationId xmlns:a16="http://schemas.microsoft.com/office/drawing/2014/main" id="{EFCE152C-F0D3-4CD9-8DEB-9EB49A37A274}"/>
              </a:ext>
            </a:extLst>
          </p:cNvPr>
          <p:cNvSpPr txBox="1">
            <a:spLocks noChangeArrowheads="1"/>
          </p:cNvSpPr>
          <p:nvPr/>
        </p:nvSpPr>
        <p:spPr bwMode="auto">
          <a:xfrm>
            <a:off x="1349375" y="3867150"/>
            <a:ext cx="11509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0" lang="zh-CN" altLang="en-US">
                <a:solidFill>
                  <a:schemeClr val="bg1"/>
                </a:solidFill>
                <a:latin typeface="Arial" panose="020B0604020202020204" pitchFamily="34" charset="0"/>
              </a:rPr>
              <a:t>如果</a:t>
            </a:r>
          </a:p>
        </p:txBody>
      </p:sp>
      <p:sp>
        <p:nvSpPr>
          <p:cNvPr id="28718" name="Text Box 46">
            <a:extLst>
              <a:ext uri="{FF2B5EF4-FFF2-40B4-BE49-F238E27FC236}">
                <a16:creationId xmlns:a16="http://schemas.microsoft.com/office/drawing/2014/main" id="{5B9A6730-F7D5-44B5-85A9-A9EF8FD9505C}"/>
              </a:ext>
            </a:extLst>
          </p:cNvPr>
          <p:cNvSpPr txBox="1">
            <a:spLocks noChangeArrowheads="1"/>
          </p:cNvSpPr>
          <p:nvPr/>
        </p:nvSpPr>
        <p:spPr bwMode="auto">
          <a:xfrm>
            <a:off x="1428750" y="5972175"/>
            <a:ext cx="11509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0" lang="zh-CN" altLang="en-US" dirty="0">
                <a:solidFill>
                  <a:schemeClr val="bg1"/>
                </a:solidFill>
                <a:latin typeface="Arial" panose="020B0604020202020204" pitchFamily="34" charset="0"/>
              </a:rPr>
              <a:t>如果</a:t>
            </a:r>
          </a:p>
        </p:txBody>
      </p:sp>
      <p:sp>
        <p:nvSpPr>
          <p:cNvPr id="28719" name="AutoShape 47">
            <a:extLst>
              <a:ext uri="{FF2B5EF4-FFF2-40B4-BE49-F238E27FC236}">
                <a16:creationId xmlns:a16="http://schemas.microsoft.com/office/drawing/2014/main" id="{05A1A0BE-A970-4DA3-8A6A-4E06EAD480A3}"/>
              </a:ext>
            </a:extLst>
          </p:cNvPr>
          <p:cNvSpPr>
            <a:spLocks noChangeArrowheads="1"/>
          </p:cNvSpPr>
          <p:nvPr/>
        </p:nvSpPr>
        <p:spPr bwMode="auto">
          <a:xfrm>
            <a:off x="3835400" y="4065588"/>
            <a:ext cx="936625" cy="144462"/>
          </a:xfrm>
          <a:prstGeom prst="rightArrow">
            <a:avLst>
              <a:gd name="adj1" fmla="val 50000"/>
              <a:gd name="adj2" fmla="val 162088"/>
            </a:avLst>
          </a:prstGeom>
          <a:solidFill>
            <a:srgbClr val="9900CC">
              <a:alpha val="72940"/>
            </a:srgbClr>
          </a:solidFill>
          <a:ln w="9525">
            <a:solidFill>
              <a:schemeClr val="folHlink"/>
            </a:solidFill>
            <a:miter lim="800000"/>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a:solidFill>
                <a:schemeClr val="bg1"/>
              </a:solidFill>
            </a:endParaRPr>
          </a:p>
        </p:txBody>
      </p:sp>
      <p:sp>
        <p:nvSpPr>
          <p:cNvPr id="28720" name="AutoShape 48">
            <a:extLst>
              <a:ext uri="{FF2B5EF4-FFF2-40B4-BE49-F238E27FC236}">
                <a16:creationId xmlns:a16="http://schemas.microsoft.com/office/drawing/2014/main" id="{337DE342-EE00-4B57-9755-82BFCD3BDD71}"/>
              </a:ext>
            </a:extLst>
          </p:cNvPr>
          <p:cNvSpPr>
            <a:spLocks noChangeArrowheads="1"/>
          </p:cNvSpPr>
          <p:nvPr/>
        </p:nvSpPr>
        <p:spPr bwMode="auto">
          <a:xfrm>
            <a:off x="3811588" y="6132513"/>
            <a:ext cx="936625" cy="184150"/>
          </a:xfrm>
          <a:prstGeom prst="rightArrow">
            <a:avLst>
              <a:gd name="adj1" fmla="val 50000"/>
              <a:gd name="adj2" fmla="val 127155"/>
            </a:avLst>
          </a:prstGeom>
          <a:solidFill>
            <a:srgbClr val="9900CC">
              <a:alpha val="72940"/>
            </a:srgbClr>
          </a:solidFill>
          <a:ln w="9525">
            <a:solidFill>
              <a:schemeClr val="folHlink"/>
            </a:solidFill>
            <a:miter lim="800000"/>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a:solidFill>
                <a:schemeClr val="bg1"/>
              </a:solidFill>
            </a:endParaRPr>
          </a:p>
        </p:txBody>
      </p:sp>
      <p:sp>
        <p:nvSpPr>
          <p:cNvPr id="17430" name="灯片编号占位符 1">
            <a:extLst>
              <a:ext uri="{FF2B5EF4-FFF2-40B4-BE49-F238E27FC236}">
                <a16:creationId xmlns:a16="http://schemas.microsoft.com/office/drawing/2014/main" id="{F6DBDA83-AFE9-4D8C-B68D-A4372FCCCFF5}"/>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756BFD7C-77B3-49F3-8A8C-1F03A3BF273B}" type="slidenum">
              <a:rPr lang="en-US" altLang="zh-CN" b="0">
                <a:solidFill>
                  <a:srgbClr val="FF00FF"/>
                </a:solidFill>
              </a:rPr>
              <a:pPr eaLnBrk="1" hangingPunct="1"/>
              <a:t>24</a:t>
            </a:fld>
            <a:r>
              <a:rPr lang="en-US" altLang="zh-CN" b="0">
                <a:solidFill>
                  <a:srgbClr val="FF00FF"/>
                </a:solidFill>
              </a:rPr>
              <a:t>/24</a:t>
            </a:r>
          </a:p>
        </p:txBody>
      </p:sp>
      <p:cxnSp>
        <p:nvCxnSpPr>
          <p:cNvPr id="24" name="直接箭头连接符 23">
            <a:extLst>
              <a:ext uri="{FF2B5EF4-FFF2-40B4-BE49-F238E27FC236}">
                <a16:creationId xmlns:a16="http://schemas.microsoft.com/office/drawing/2014/main" id="{89E25CB0-29E3-4ED3-91BC-BC439D9AE300}"/>
              </a:ext>
            </a:extLst>
          </p:cNvPr>
          <p:cNvCxnSpPr>
            <a:cxnSpLocks noChangeShapeType="1"/>
          </p:cNvCxnSpPr>
          <p:nvPr/>
        </p:nvCxnSpPr>
        <p:spPr bwMode="auto">
          <a:xfrm rot="10800000" flipV="1">
            <a:off x="4929188" y="1357313"/>
            <a:ext cx="1071562" cy="357187"/>
          </a:xfrm>
          <a:prstGeom prst="straightConnector1">
            <a:avLst/>
          </a:prstGeom>
          <a:noFill/>
          <a:ln w="19050" algn="ctr">
            <a:solidFill>
              <a:srgbClr val="FF0000"/>
            </a:solidFill>
            <a:round/>
            <a:headEnd/>
            <a:tailEnd type="arrow" w="med" len="med"/>
          </a:ln>
          <a:extLst>
            <a:ext uri="{909E8E84-426E-40DD-AFC4-6F175D3DCCD1}">
              <a14:hiddenFill xmlns:a14="http://schemas.microsoft.com/office/drawing/2010/main">
                <a:noFill/>
              </a14:hiddenFill>
            </a:ext>
          </a:extLst>
        </p:spPr>
      </p:cxnSp>
      <p:sp>
        <p:nvSpPr>
          <p:cNvPr id="25" name="Text Box 46">
            <a:extLst>
              <a:ext uri="{FF2B5EF4-FFF2-40B4-BE49-F238E27FC236}">
                <a16:creationId xmlns:a16="http://schemas.microsoft.com/office/drawing/2014/main" id="{1B1E20DB-1A47-40CC-BD9F-C3AD7A7503DD}"/>
              </a:ext>
            </a:extLst>
          </p:cNvPr>
          <p:cNvSpPr txBox="1">
            <a:spLocks noChangeArrowheads="1"/>
          </p:cNvSpPr>
          <p:nvPr/>
        </p:nvSpPr>
        <p:spPr bwMode="auto">
          <a:xfrm>
            <a:off x="6098258" y="5978572"/>
            <a:ext cx="2688804"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0" lang="zh-CN" altLang="en-US" dirty="0">
                <a:solidFill>
                  <a:schemeClr val="bg1"/>
                </a:solidFill>
                <a:latin typeface="Arial" panose="020B0604020202020204" pitchFamily="34" charset="0"/>
              </a:rPr>
              <a:t>可见度 </a:t>
            </a:r>
            <a:r>
              <a:rPr kumimoji="0" lang="el-GR" altLang="zh-CN" dirty="0">
                <a:solidFill>
                  <a:srgbClr val="FFFF00"/>
                </a:solidFill>
                <a:latin typeface="+mn-lt"/>
                <a:ea typeface="等线" panose="02010600030101010101" pitchFamily="2" charset="-122"/>
              </a:rPr>
              <a:t>η</a:t>
            </a:r>
            <a:r>
              <a:rPr kumimoji="0" lang="en-US" altLang="zh-CN" dirty="0">
                <a:solidFill>
                  <a:srgbClr val="FFFF00"/>
                </a:solidFill>
                <a:latin typeface="+mn-lt"/>
                <a:ea typeface="等线" panose="02010600030101010101" pitchFamily="2" charset="-122"/>
              </a:rPr>
              <a:t> </a:t>
            </a:r>
            <a:r>
              <a:rPr kumimoji="0" lang="zh-CN" altLang="en-US" dirty="0">
                <a:solidFill>
                  <a:schemeClr val="bg1"/>
                </a:solidFill>
                <a:latin typeface="Arial" panose="020B0604020202020204" pitchFamily="34" charset="0"/>
              </a:rPr>
              <a:t>的定义？</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28699"/>
                                        </p:tgtEl>
                                        <p:attrNameLst>
                                          <p:attrName>style.visibility</p:attrName>
                                        </p:attrNameLst>
                                      </p:cBhvr>
                                      <p:to>
                                        <p:strVal val="visible"/>
                                      </p:to>
                                    </p:set>
                                    <p:animEffect transition="in" filter="blinds(horizontal)">
                                      <p:cBhvr>
                                        <p:cTn id="7" dur="500"/>
                                        <p:tgtEl>
                                          <p:spTgt spid="2869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8700"/>
                                        </p:tgtEl>
                                        <p:attrNameLst>
                                          <p:attrName>style.visibility</p:attrName>
                                        </p:attrNameLst>
                                      </p:cBhvr>
                                      <p:to>
                                        <p:strVal val="visible"/>
                                      </p:to>
                                    </p:set>
                                    <p:animEffect transition="in" filter="dissolve">
                                      <p:cBhvr>
                                        <p:cTn id="12" dur="500"/>
                                        <p:tgtEl>
                                          <p:spTgt spid="28700"/>
                                        </p:tgtEl>
                                      </p:cBhvr>
                                    </p:animEffect>
                                  </p:childTnLst>
                                </p:cTn>
                              </p:par>
                            </p:childTnLst>
                          </p:cTn>
                        </p:par>
                        <p:par>
                          <p:cTn id="13" fill="hold" nodeType="afterGroup">
                            <p:stCondLst>
                              <p:cond delay="500"/>
                            </p:stCondLst>
                            <p:childTnLst>
                              <p:par>
                                <p:cTn id="14" presetID="22" presetClass="entr" presetSubtype="2" fill="hold" nodeType="after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wipe(right)">
                                      <p:cBhvr>
                                        <p:cTn id="16" dur="1000"/>
                                        <p:tgtEl>
                                          <p:spTgt spid="24"/>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28701"/>
                                        </p:tgtEl>
                                        <p:attrNameLst>
                                          <p:attrName>style.visibility</p:attrName>
                                        </p:attrNameLst>
                                      </p:cBhvr>
                                      <p:to>
                                        <p:strVal val="visible"/>
                                      </p:to>
                                    </p:set>
                                    <p:animEffect transition="in" filter="wipe(left)">
                                      <p:cBhvr>
                                        <p:cTn id="21" dur="500"/>
                                        <p:tgtEl>
                                          <p:spTgt spid="28701"/>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28716"/>
                                        </p:tgtEl>
                                        <p:attrNameLst>
                                          <p:attrName>style.visibility</p:attrName>
                                        </p:attrNameLst>
                                      </p:cBhvr>
                                      <p:to>
                                        <p:strVal val="visible"/>
                                      </p:to>
                                    </p:set>
                                    <p:animEffect transition="in" filter="wipe(left)">
                                      <p:cBhvr>
                                        <p:cTn id="26" dur="500"/>
                                        <p:tgtEl>
                                          <p:spTgt spid="28716"/>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28702"/>
                                        </p:tgtEl>
                                        <p:attrNameLst>
                                          <p:attrName>style.visibility</p:attrName>
                                        </p:attrNameLst>
                                      </p:cBhvr>
                                      <p:to>
                                        <p:strVal val="visible"/>
                                      </p:to>
                                    </p:set>
                                    <p:animEffect transition="in" filter="wipe(left)">
                                      <p:cBhvr>
                                        <p:cTn id="31" dur="500"/>
                                        <p:tgtEl>
                                          <p:spTgt spid="28702"/>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28703"/>
                                        </p:tgtEl>
                                        <p:attrNameLst>
                                          <p:attrName>style.visibility</p:attrName>
                                        </p:attrNameLst>
                                      </p:cBhvr>
                                      <p:to>
                                        <p:strVal val="visible"/>
                                      </p:to>
                                    </p:set>
                                    <p:animEffect transition="in" filter="wipe(left)">
                                      <p:cBhvr>
                                        <p:cTn id="36" dur="500"/>
                                        <p:tgtEl>
                                          <p:spTgt spid="28703"/>
                                        </p:tgtEl>
                                      </p:cBhvr>
                                    </p:animEffect>
                                  </p:childTnLst>
                                </p:cTn>
                              </p:par>
                            </p:childTnLst>
                          </p:cTn>
                        </p:par>
                        <p:par>
                          <p:cTn id="37" fill="hold" nodeType="afterGroup">
                            <p:stCondLst>
                              <p:cond delay="500"/>
                            </p:stCondLst>
                            <p:childTnLst>
                              <p:par>
                                <p:cTn id="38" presetID="22" presetClass="entr" presetSubtype="8" fill="hold" nodeType="afterEffect">
                                  <p:stCondLst>
                                    <p:cond delay="0"/>
                                  </p:stCondLst>
                                  <p:childTnLst>
                                    <p:set>
                                      <p:cBhvr>
                                        <p:cTn id="39" dur="1" fill="hold">
                                          <p:stCondLst>
                                            <p:cond delay="0"/>
                                          </p:stCondLst>
                                        </p:cTn>
                                        <p:tgtEl>
                                          <p:spTgt spid="28714"/>
                                        </p:tgtEl>
                                        <p:attrNameLst>
                                          <p:attrName>style.visibility</p:attrName>
                                        </p:attrNameLst>
                                      </p:cBhvr>
                                      <p:to>
                                        <p:strVal val="visible"/>
                                      </p:to>
                                    </p:set>
                                    <p:animEffect transition="in" filter="wipe(left)">
                                      <p:cBhvr>
                                        <p:cTn id="40" dur="500"/>
                                        <p:tgtEl>
                                          <p:spTgt spid="28714"/>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nodeType="clickEffect">
                                  <p:stCondLst>
                                    <p:cond delay="0"/>
                                  </p:stCondLst>
                                  <p:childTnLst>
                                    <p:set>
                                      <p:cBhvr>
                                        <p:cTn id="44" dur="1" fill="hold">
                                          <p:stCondLst>
                                            <p:cond delay="0"/>
                                          </p:stCondLst>
                                        </p:cTn>
                                        <p:tgtEl>
                                          <p:spTgt spid="28704"/>
                                        </p:tgtEl>
                                        <p:attrNameLst>
                                          <p:attrName>style.visibility</p:attrName>
                                        </p:attrNameLst>
                                      </p:cBhvr>
                                      <p:to>
                                        <p:strVal val="visible"/>
                                      </p:to>
                                    </p:set>
                                    <p:animEffect transition="in" filter="wipe(left)">
                                      <p:cBhvr>
                                        <p:cTn id="45" dur="500"/>
                                        <p:tgtEl>
                                          <p:spTgt spid="28704"/>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28717"/>
                                        </p:tgtEl>
                                        <p:attrNameLst>
                                          <p:attrName>style.visibility</p:attrName>
                                        </p:attrNameLst>
                                      </p:cBhvr>
                                      <p:to>
                                        <p:strVal val="visible"/>
                                      </p:to>
                                    </p:set>
                                    <p:animEffect transition="in" filter="wipe(left)">
                                      <p:cBhvr>
                                        <p:cTn id="50" dur="500"/>
                                        <p:tgtEl>
                                          <p:spTgt spid="28717"/>
                                        </p:tgtEl>
                                      </p:cBhvr>
                                    </p:animEffect>
                                  </p:childTnLst>
                                </p:cTn>
                              </p:par>
                            </p:childTnLst>
                          </p:cTn>
                        </p:par>
                        <p:par>
                          <p:cTn id="51" fill="hold" nodeType="afterGroup">
                            <p:stCondLst>
                              <p:cond delay="500"/>
                            </p:stCondLst>
                            <p:childTnLst>
                              <p:par>
                                <p:cTn id="52" presetID="22" presetClass="entr" presetSubtype="8" fill="hold" nodeType="afterEffect">
                                  <p:stCondLst>
                                    <p:cond delay="0"/>
                                  </p:stCondLst>
                                  <p:childTnLst>
                                    <p:set>
                                      <p:cBhvr>
                                        <p:cTn id="53" dur="1" fill="hold">
                                          <p:stCondLst>
                                            <p:cond delay="0"/>
                                          </p:stCondLst>
                                        </p:cTn>
                                        <p:tgtEl>
                                          <p:spTgt spid="28708"/>
                                        </p:tgtEl>
                                        <p:attrNameLst>
                                          <p:attrName>style.visibility</p:attrName>
                                        </p:attrNameLst>
                                      </p:cBhvr>
                                      <p:to>
                                        <p:strVal val="visible"/>
                                      </p:to>
                                    </p:set>
                                    <p:animEffect transition="in" filter="wipe(left)">
                                      <p:cBhvr>
                                        <p:cTn id="54" dur="500"/>
                                        <p:tgtEl>
                                          <p:spTgt spid="28708"/>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28719"/>
                                        </p:tgtEl>
                                        <p:attrNameLst>
                                          <p:attrName>style.visibility</p:attrName>
                                        </p:attrNameLst>
                                      </p:cBhvr>
                                      <p:to>
                                        <p:strVal val="visible"/>
                                      </p:to>
                                    </p:set>
                                    <p:animEffect transition="in" filter="wipe(left)">
                                      <p:cBhvr>
                                        <p:cTn id="59" dur="500"/>
                                        <p:tgtEl>
                                          <p:spTgt spid="28719"/>
                                        </p:tgtEl>
                                      </p:cBhvr>
                                    </p:animEffect>
                                  </p:childTnLst>
                                </p:cTn>
                              </p:par>
                            </p:childTnLst>
                          </p:cTn>
                        </p:par>
                        <p:par>
                          <p:cTn id="60" fill="hold" nodeType="afterGroup">
                            <p:stCondLst>
                              <p:cond delay="500"/>
                            </p:stCondLst>
                            <p:childTnLst>
                              <p:par>
                                <p:cTn id="61" presetID="23" presetClass="entr" presetSubtype="16" fill="hold" nodeType="afterEffect">
                                  <p:stCondLst>
                                    <p:cond delay="0"/>
                                  </p:stCondLst>
                                  <p:childTnLst>
                                    <p:set>
                                      <p:cBhvr>
                                        <p:cTn id="62" dur="1" fill="hold">
                                          <p:stCondLst>
                                            <p:cond delay="0"/>
                                          </p:stCondLst>
                                        </p:cTn>
                                        <p:tgtEl>
                                          <p:spTgt spid="28709"/>
                                        </p:tgtEl>
                                        <p:attrNameLst>
                                          <p:attrName>style.visibility</p:attrName>
                                        </p:attrNameLst>
                                      </p:cBhvr>
                                      <p:to>
                                        <p:strVal val="visible"/>
                                      </p:to>
                                    </p:set>
                                    <p:anim calcmode="lin" valueType="num">
                                      <p:cBhvr>
                                        <p:cTn id="63" dur="500" fill="hold"/>
                                        <p:tgtEl>
                                          <p:spTgt spid="28709"/>
                                        </p:tgtEl>
                                        <p:attrNameLst>
                                          <p:attrName>ppt_w</p:attrName>
                                        </p:attrNameLst>
                                      </p:cBhvr>
                                      <p:tavLst>
                                        <p:tav tm="0">
                                          <p:val>
                                            <p:fltVal val="0"/>
                                          </p:val>
                                        </p:tav>
                                        <p:tav tm="100000">
                                          <p:val>
                                            <p:strVal val="#ppt_w"/>
                                          </p:val>
                                        </p:tav>
                                      </p:tavLst>
                                    </p:anim>
                                    <p:anim calcmode="lin" valueType="num">
                                      <p:cBhvr>
                                        <p:cTn id="64" dur="500" fill="hold"/>
                                        <p:tgtEl>
                                          <p:spTgt spid="28709"/>
                                        </p:tgtEl>
                                        <p:attrNameLst>
                                          <p:attrName>ppt_h</p:attrName>
                                        </p:attrNameLst>
                                      </p:cBhvr>
                                      <p:tavLst>
                                        <p:tav tm="0">
                                          <p:val>
                                            <p:fltVal val="0"/>
                                          </p:val>
                                        </p:tav>
                                        <p:tav tm="100000">
                                          <p:val>
                                            <p:strVal val="#ppt_h"/>
                                          </p:val>
                                        </p:tav>
                                      </p:tavLst>
                                    </p:anim>
                                  </p:child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8" fill="hold" grpId="0" nodeType="clickEffect">
                                  <p:stCondLst>
                                    <p:cond delay="0"/>
                                  </p:stCondLst>
                                  <p:childTnLst>
                                    <p:set>
                                      <p:cBhvr>
                                        <p:cTn id="68" dur="1" fill="hold">
                                          <p:stCondLst>
                                            <p:cond delay="0"/>
                                          </p:stCondLst>
                                        </p:cTn>
                                        <p:tgtEl>
                                          <p:spTgt spid="28705"/>
                                        </p:tgtEl>
                                        <p:attrNameLst>
                                          <p:attrName>style.visibility</p:attrName>
                                        </p:attrNameLst>
                                      </p:cBhvr>
                                      <p:to>
                                        <p:strVal val="visible"/>
                                      </p:to>
                                    </p:set>
                                    <p:animEffect transition="in" filter="wipe(left)">
                                      <p:cBhvr>
                                        <p:cTn id="69" dur="500"/>
                                        <p:tgtEl>
                                          <p:spTgt spid="28705"/>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22" presetClass="entr" presetSubtype="8" fill="hold" nodeType="clickEffect">
                                  <p:stCondLst>
                                    <p:cond delay="0"/>
                                  </p:stCondLst>
                                  <p:childTnLst>
                                    <p:set>
                                      <p:cBhvr>
                                        <p:cTn id="73" dur="1" fill="hold">
                                          <p:stCondLst>
                                            <p:cond delay="0"/>
                                          </p:stCondLst>
                                        </p:cTn>
                                        <p:tgtEl>
                                          <p:spTgt spid="28706"/>
                                        </p:tgtEl>
                                        <p:attrNameLst>
                                          <p:attrName>style.visibility</p:attrName>
                                        </p:attrNameLst>
                                      </p:cBhvr>
                                      <p:to>
                                        <p:strVal val="visible"/>
                                      </p:to>
                                    </p:set>
                                    <p:animEffect transition="in" filter="wipe(left)">
                                      <p:cBhvr>
                                        <p:cTn id="74" dur="500"/>
                                        <p:tgtEl>
                                          <p:spTgt spid="28706"/>
                                        </p:tgtEl>
                                      </p:cBhvr>
                                    </p:animEffect>
                                  </p:childTnLst>
                                </p:cTn>
                              </p:par>
                            </p:childTnLst>
                          </p:cTn>
                        </p:par>
                        <p:par>
                          <p:cTn id="75" fill="hold" nodeType="afterGroup">
                            <p:stCondLst>
                              <p:cond delay="500"/>
                            </p:stCondLst>
                            <p:childTnLst>
                              <p:par>
                                <p:cTn id="76" presetID="22" presetClass="entr" presetSubtype="8" fill="hold" nodeType="afterEffect">
                                  <p:stCondLst>
                                    <p:cond delay="0"/>
                                  </p:stCondLst>
                                  <p:childTnLst>
                                    <p:set>
                                      <p:cBhvr>
                                        <p:cTn id="77" dur="1" fill="hold">
                                          <p:stCondLst>
                                            <p:cond delay="0"/>
                                          </p:stCondLst>
                                        </p:cTn>
                                        <p:tgtEl>
                                          <p:spTgt spid="28715"/>
                                        </p:tgtEl>
                                        <p:attrNameLst>
                                          <p:attrName>style.visibility</p:attrName>
                                        </p:attrNameLst>
                                      </p:cBhvr>
                                      <p:to>
                                        <p:strVal val="visible"/>
                                      </p:to>
                                    </p:set>
                                    <p:animEffect transition="in" filter="wipe(left)">
                                      <p:cBhvr>
                                        <p:cTn id="78" dur="500"/>
                                        <p:tgtEl>
                                          <p:spTgt spid="28715"/>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22" presetClass="entr" presetSubtype="8" fill="hold" nodeType="clickEffect">
                                  <p:stCondLst>
                                    <p:cond delay="0"/>
                                  </p:stCondLst>
                                  <p:childTnLst>
                                    <p:set>
                                      <p:cBhvr>
                                        <p:cTn id="82" dur="1" fill="hold">
                                          <p:stCondLst>
                                            <p:cond delay="0"/>
                                          </p:stCondLst>
                                        </p:cTn>
                                        <p:tgtEl>
                                          <p:spTgt spid="28707"/>
                                        </p:tgtEl>
                                        <p:attrNameLst>
                                          <p:attrName>style.visibility</p:attrName>
                                        </p:attrNameLst>
                                      </p:cBhvr>
                                      <p:to>
                                        <p:strVal val="visible"/>
                                      </p:to>
                                    </p:set>
                                    <p:animEffect transition="in" filter="wipe(left)">
                                      <p:cBhvr>
                                        <p:cTn id="83" dur="500"/>
                                        <p:tgtEl>
                                          <p:spTgt spid="28707"/>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22" presetClass="entr" presetSubtype="8" fill="hold" grpId="0" nodeType="clickEffect">
                                  <p:stCondLst>
                                    <p:cond delay="0"/>
                                  </p:stCondLst>
                                  <p:childTnLst>
                                    <p:set>
                                      <p:cBhvr>
                                        <p:cTn id="87" dur="1" fill="hold">
                                          <p:stCondLst>
                                            <p:cond delay="0"/>
                                          </p:stCondLst>
                                        </p:cTn>
                                        <p:tgtEl>
                                          <p:spTgt spid="28718"/>
                                        </p:tgtEl>
                                        <p:attrNameLst>
                                          <p:attrName>style.visibility</p:attrName>
                                        </p:attrNameLst>
                                      </p:cBhvr>
                                      <p:to>
                                        <p:strVal val="visible"/>
                                      </p:to>
                                    </p:set>
                                    <p:animEffect transition="in" filter="wipe(left)">
                                      <p:cBhvr>
                                        <p:cTn id="88" dur="500"/>
                                        <p:tgtEl>
                                          <p:spTgt spid="28718"/>
                                        </p:tgtEl>
                                      </p:cBhvr>
                                    </p:animEffect>
                                  </p:childTnLst>
                                </p:cTn>
                              </p:par>
                            </p:childTnLst>
                          </p:cTn>
                        </p:par>
                        <p:par>
                          <p:cTn id="89" fill="hold" nodeType="afterGroup">
                            <p:stCondLst>
                              <p:cond delay="500"/>
                            </p:stCondLst>
                            <p:childTnLst>
                              <p:par>
                                <p:cTn id="90" presetID="22" presetClass="entr" presetSubtype="8" fill="hold" nodeType="afterEffect">
                                  <p:stCondLst>
                                    <p:cond delay="0"/>
                                  </p:stCondLst>
                                  <p:childTnLst>
                                    <p:set>
                                      <p:cBhvr>
                                        <p:cTn id="91" dur="1" fill="hold">
                                          <p:stCondLst>
                                            <p:cond delay="0"/>
                                          </p:stCondLst>
                                        </p:cTn>
                                        <p:tgtEl>
                                          <p:spTgt spid="28711"/>
                                        </p:tgtEl>
                                        <p:attrNameLst>
                                          <p:attrName>style.visibility</p:attrName>
                                        </p:attrNameLst>
                                      </p:cBhvr>
                                      <p:to>
                                        <p:strVal val="visible"/>
                                      </p:to>
                                    </p:set>
                                    <p:animEffect transition="in" filter="wipe(left)">
                                      <p:cBhvr>
                                        <p:cTn id="92" dur="500"/>
                                        <p:tgtEl>
                                          <p:spTgt spid="28711"/>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22" presetClass="entr" presetSubtype="8" fill="hold" grpId="0" nodeType="clickEffect">
                                  <p:stCondLst>
                                    <p:cond delay="0"/>
                                  </p:stCondLst>
                                  <p:childTnLst>
                                    <p:set>
                                      <p:cBhvr>
                                        <p:cTn id="96" dur="1" fill="hold">
                                          <p:stCondLst>
                                            <p:cond delay="0"/>
                                          </p:stCondLst>
                                        </p:cTn>
                                        <p:tgtEl>
                                          <p:spTgt spid="28720"/>
                                        </p:tgtEl>
                                        <p:attrNameLst>
                                          <p:attrName>style.visibility</p:attrName>
                                        </p:attrNameLst>
                                      </p:cBhvr>
                                      <p:to>
                                        <p:strVal val="visible"/>
                                      </p:to>
                                    </p:set>
                                    <p:animEffect transition="in" filter="wipe(left)">
                                      <p:cBhvr>
                                        <p:cTn id="97" dur="500"/>
                                        <p:tgtEl>
                                          <p:spTgt spid="28720"/>
                                        </p:tgtEl>
                                      </p:cBhvr>
                                    </p:animEffect>
                                  </p:childTnLst>
                                </p:cTn>
                              </p:par>
                            </p:childTnLst>
                          </p:cTn>
                        </p:par>
                        <p:par>
                          <p:cTn id="98" fill="hold" nodeType="afterGroup">
                            <p:stCondLst>
                              <p:cond delay="500"/>
                            </p:stCondLst>
                            <p:childTnLst>
                              <p:par>
                                <p:cTn id="99" presetID="23" presetClass="entr" presetSubtype="16" fill="hold" nodeType="afterEffect">
                                  <p:stCondLst>
                                    <p:cond delay="0"/>
                                  </p:stCondLst>
                                  <p:childTnLst>
                                    <p:set>
                                      <p:cBhvr>
                                        <p:cTn id="100" dur="1" fill="hold">
                                          <p:stCondLst>
                                            <p:cond delay="0"/>
                                          </p:stCondLst>
                                        </p:cTn>
                                        <p:tgtEl>
                                          <p:spTgt spid="28713"/>
                                        </p:tgtEl>
                                        <p:attrNameLst>
                                          <p:attrName>style.visibility</p:attrName>
                                        </p:attrNameLst>
                                      </p:cBhvr>
                                      <p:to>
                                        <p:strVal val="visible"/>
                                      </p:to>
                                    </p:set>
                                    <p:anim calcmode="lin" valueType="num">
                                      <p:cBhvr>
                                        <p:cTn id="101" dur="500" fill="hold"/>
                                        <p:tgtEl>
                                          <p:spTgt spid="28713"/>
                                        </p:tgtEl>
                                        <p:attrNameLst>
                                          <p:attrName>ppt_w</p:attrName>
                                        </p:attrNameLst>
                                      </p:cBhvr>
                                      <p:tavLst>
                                        <p:tav tm="0">
                                          <p:val>
                                            <p:fltVal val="0"/>
                                          </p:val>
                                        </p:tav>
                                        <p:tav tm="100000">
                                          <p:val>
                                            <p:strVal val="#ppt_w"/>
                                          </p:val>
                                        </p:tav>
                                      </p:tavLst>
                                    </p:anim>
                                    <p:anim calcmode="lin" valueType="num">
                                      <p:cBhvr>
                                        <p:cTn id="102" dur="500" fill="hold"/>
                                        <p:tgtEl>
                                          <p:spTgt spid="28713"/>
                                        </p:tgtEl>
                                        <p:attrNameLst>
                                          <p:attrName>ppt_h</p:attrName>
                                        </p:attrNameLst>
                                      </p:cBhvr>
                                      <p:tavLst>
                                        <p:tav tm="0">
                                          <p:val>
                                            <p:fltVal val="0"/>
                                          </p:val>
                                        </p:tav>
                                        <p:tav tm="100000">
                                          <p:val>
                                            <p:strVal val="#ppt_h"/>
                                          </p:val>
                                        </p:tav>
                                      </p:tavLst>
                                    </p:anim>
                                  </p:childTnLst>
                                </p:cTn>
                              </p:par>
                            </p:childTnLst>
                          </p:cTn>
                        </p:par>
                      </p:childTnLst>
                    </p:cTn>
                  </p:par>
                  <p:par>
                    <p:cTn id="103" fill="hold">
                      <p:stCondLst>
                        <p:cond delay="indefinite"/>
                      </p:stCondLst>
                      <p:childTnLst>
                        <p:par>
                          <p:cTn id="104" fill="hold">
                            <p:stCondLst>
                              <p:cond delay="0"/>
                            </p:stCondLst>
                            <p:childTnLst>
                              <p:par>
                                <p:cTn id="105" presetID="22" presetClass="entr" presetSubtype="8" fill="hold" grpId="0" nodeType="clickEffect">
                                  <p:stCondLst>
                                    <p:cond delay="0"/>
                                  </p:stCondLst>
                                  <p:childTnLst>
                                    <p:set>
                                      <p:cBhvr>
                                        <p:cTn id="106" dur="1" fill="hold">
                                          <p:stCondLst>
                                            <p:cond delay="0"/>
                                          </p:stCondLst>
                                        </p:cTn>
                                        <p:tgtEl>
                                          <p:spTgt spid="25"/>
                                        </p:tgtEl>
                                        <p:attrNameLst>
                                          <p:attrName>style.visibility</p:attrName>
                                        </p:attrNameLst>
                                      </p:cBhvr>
                                      <p:to>
                                        <p:strVal val="visible"/>
                                      </p:to>
                                    </p:set>
                                    <p:animEffect transition="in" filter="wipe(left)">
                                      <p:cBhvr>
                                        <p:cTn id="10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99" grpId="0" autoUpdateAnimBg="0"/>
      <p:bldP spid="28700" grpId="0"/>
      <p:bldP spid="28702" grpId="0" autoUpdateAnimBg="0"/>
      <p:bldP spid="28705" grpId="0" autoUpdateAnimBg="0"/>
      <p:bldP spid="28717" grpId="0"/>
      <p:bldP spid="28718" grpId="0"/>
      <p:bldP spid="28719" grpId="0" animBg="1"/>
      <p:bldP spid="28720" grpId="0" animBg="1"/>
      <p:bldP spid="2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9970" name="Object 2">
            <a:extLst>
              <a:ext uri="{FF2B5EF4-FFF2-40B4-BE49-F238E27FC236}">
                <a16:creationId xmlns:a16="http://schemas.microsoft.com/office/drawing/2014/main" id="{1810428D-0163-4533-8B3D-16CCCA2A2B42}"/>
              </a:ext>
            </a:extLst>
          </p:cNvPr>
          <p:cNvGraphicFramePr>
            <a:graphicFrameLocks/>
          </p:cNvGraphicFramePr>
          <p:nvPr/>
        </p:nvGraphicFramePr>
        <p:xfrm>
          <a:off x="3929063" y="3857625"/>
          <a:ext cx="1673225" cy="762000"/>
        </p:xfrm>
        <a:graphic>
          <a:graphicData uri="http://schemas.openxmlformats.org/presentationml/2006/ole">
            <mc:AlternateContent xmlns:mc="http://schemas.openxmlformats.org/markup-compatibility/2006">
              <mc:Choice xmlns:v="urn:schemas-microsoft-com:vml" Requires="v">
                <p:oleObj spid="_x0000_s131170" name="公式" r:id="rId3" imgW="1638275" imgH="723764" progId="Equation.3">
                  <p:embed/>
                </p:oleObj>
              </mc:Choice>
              <mc:Fallback>
                <p:oleObj name="公式" r:id="rId3" imgW="1638275" imgH="723764" progId="Equation.3">
                  <p:embed/>
                  <p:pic>
                    <p:nvPicPr>
                      <p:cNvPr id="339970" name="Object 2">
                        <a:extLst>
                          <a:ext uri="{FF2B5EF4-FFF2-40B4-BE49-F238E27FC236}">
                            <a16:creationId xmlns:a16="http://schemas.microsoft.com/office/drawing/2014/main" id="{1810428D-0163-4533-8B3D-16CCCA2A2B42}"/>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29063" y="3857625"/>
                        <a:ext cx="167322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39971" name="Object 3">
            <a:extLst>
              <a:ext uri="{FF2B5EF4-FFF2-40B4-BE49-F238E27FC236}">
                <a16:creationId xmlns:a16="http://schemas.microsoft.com/office/drawing/2014/main" id="{6B6D2D56-CBD1-4EE0-9F50-89D78246A9E3}"/>
              </a:ext>
            </a:extLst>
          </p:cNvPr>
          <p:cNvGraphicFramePr>
            <a:graphicFrameLocks/>
          </p:cNvGraphicFramePr>
          <p:nvPr/>
        </p:nvGraphicFramePr>
        <p:xfrm>
          <a:off x="4086225" y="5599113"/>
          <a:ext cx="2443163" cy="825500"/>
        </p:xfrm>
        <a:graphic>
          <a:graphicData uri="http://schemas.openxmlformats.org/presentationml/2006/ole">
            <mc:AlternateContent xmlns:mc="http://schemas.openxmlformats.org/markup-compatibility/2006">
              <mc:Choice xmlns:v="urn:schemas-microsoft-com:vml" Requires="v">
                <p:oleObj spid="_x0000_s131171" name="公式" r:id="rId5" imgW="2400376" imgH="790507" progId="Equation.3">
                  <p:embed/>
                </p:oleObj>
              </mc:Choice>
              <mc:Fallback>
                <p:oleObj name="公式" r:id="rId5" imgW="2400376" imgH="790507" progId="Equation.3">
                  <p:embed/>
                  <p:pic>
                    <p:nvPicPr>
                      <p:cNvPr id="339971" name="Object 3">
                        <a:extLst>
                          <a:ext uri="{FF2B5EF4-FFF2-40B4-BE49-F238E27FC236}">
                            <a16:creationId xmlns:a16="http://schemas.microsoft.com/office/drawing/2014/main" id="{6B6D2D56-CBD1-4EE0-9F50-89D78246A9E3}"/>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86225" y="5599113"/>
                        <a:ext cx="2443163"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39972" name="Text Box 4">
            <a:extLst>
              <a:ext uri="{FF2B5EF4-FFF2-40B4-BE49-F238E27FC236}">
                <a16:creationId xmlns:a16="http://schemas.microsoft.com/office/drawing/2014/main" id="{77C89657-CE51-47FE-99EF-77D26AC9CA84}"/>
              </a:ext>
            </a:extLst>
          </p:cNvPr>
          <p:cNvSpPr txBox="1">
            <a:spLocks noChangeArrowheads="1"/>
          </p:cNvSpPr>
          <p:nvPr/>
        </p:nvSpPr>
        <p:spPr bwMode="auto">
          <a:xfrm>
            <a:off x="1149350" y="3284538"/>
            <a:ext cx="14065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latin typeface="仿宋_GB2312" pitchFamily="49" charset="-122"/>
                <a:ea typeface="仿宋_GB2312" pitchFamily="49" charset="-122"/>
              </a:rPr>
              <a:t>加强条件</a:t>
            </a:r>
          </a:p>
        </p:txBody>
      </p:sp>
      <p:graphicFrame>
        <p:nvGraphicFramePr>
          <p:cNvPr id="339973" name="Object 4">
            <a:extLst>
              <a:ext uri="{FF2B5EF4-FFF2-40B4-BE49-F238E27FC236}">
                <a16:creationId xmlns:a16="http://schemas.microsoft.com/office/drawing/2014/main" id="{2EB4988D-D6D9-4BCB-BA7D-755CC9020BD4}"/>
              </a:ext>
            </a:extLst>
          </p:cNvPr>
          <p:cNvGraphicFramePr>
            <a:graphicFrameLocks noChangeAspect="1"/>
          </p:cNvGraphicFramePr>
          <p:nvPr>
            <p:extLst>
              <p:ext uri="{D42A27DB-BD31-4B8C-83A1-F6EECF244321}">
                <p14:modId xmlns:p14="http://schemas.microsoft.com/office/powerpoint/2010/main" val="3955014586"/>
              </p:ext>
            </p:extLst>
          </p:nvPr>
        </p:nvGraphicFramePr>
        <p:xfrm>
          <a:off x="3097014" y="2619375"/>
          <a:ext cx="2051050" cy="381000"/>
        </p:xfrm>
        <a:graphic>
          <a:graphicData uri="http://schemas.openxmlformats.org/presentationml/2006/ole">
            <mc:AlternateContent xmlns:mc="http://schemas.openxmlformats.org/markup-compatibility/2006">
              <mc:Choice xmlns:v="urn:schemas-microsoft-com:vml" Requires="v">
                <p:oleObj spid="_x0000_s131172" name="公式" r:id="rId7" imgW="2019325" imgH="342900" progId="Equation.3">
                  <p:embed/>
                </p:oleObj>
              </mc:Choice>
              <mc:Fallback>
                <p:oleObj name="公式" r:id="rId7" imgW="2019325" imgH="342900" progId="Equation.3">
                  <p:embed/>
                  <p:pic>
                    <p:nvPicPr>
                      <p:cNvPr id="339973" name="Object 4">
                        <a:extLst>
                          <a:ext uri="{FF2B5EF4-FFF2-40B4-BE49-F238E27FC236}">
                            <a16:creationId xmlns:a16="http://schemas.microsoft.com/office/drawing/2014/main" id="{2EB4988D-D6D9-4BCB-BA7D-755CC9020BD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97014" y="2619375"/>
                        <a:ext cx="20510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39974" name="Text Box 6">
            <a:extLst>
              <a:ext uri="{FF2B5EF4-FFF2-40B4-BE49-F238E27FC236}">
                <a16:creationId xmlns:a16="http://schemas.microsoft.com/office/drawing/2014/main" id="{04E25FDC-31AB-4D0A-ABED-BE33BE657E14}"/>
              </a:ext>
            </a:extLst>
          </p:cNvPr>
          <p:cNvSpPr txBox="1">
            <a:spLocks noChangeArrowheads="1"/>
          </p:cNvSpPr>
          <p:nvPr/>
        </p:nvSpPr>
        <p:spPr bwMode="auto">
          <a:xfrm>
            <a:off x="714375" y="333375"/>
            <a:ext cx="859472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just" eaLnBrk="1" hangingPunct="1">
              <a:lnSpc>
                <a:spcPct val="125000"/>
              </a:lnSpc>
            </a:pPr>
            <a:r>
              <a:rPr lang="zh-CN" altLang="en-US">
                <a:solidFill>
                  <a:srgbClr val="FFFFFF"/>
                </a:solidFill>
                <a:ea typeface="仿宋_GB2312" pitchFamily="49" charset="-122"/>
              </a:rPr>
              <a:t>两同相相干点光源</a:t>
            </a:r>
            <a:r>
              <a:rPr lang="en-US" altLang="zh-CN" i="1">
                <a:solidFill>
                  <a:srgbClr val="00FFFF"/>
                </a:solidFill>
              </a:rPr>
              <a:t>S</a:t>
            </a:r>
            <a:r>
              <a:rPr lang="en-US" altLang="zh-CN" baseline="-25000">
                <a:solidFill>
                  <a:srgbClr val="00FFFF"/>
                </a:solidFill>
              </a:rPr>
              <a:t>1</a:t>
            </a:r>
            <a:r>
              <a:rPr lang="zh-CN" altLang="en-US">
                <a:solidFill>
                  <a:srgbClr val="FFFFFF"/>
                </a:solidFill>
              </a:rPr>
              <a:t>、</a:t>
            </a:r>
            <a:r>
              <a:rPr lang="en-US" altLang="zh-CN" i="1">
                <a:solidFill>
                  <a:srgbClr val="00FFFF"/>
                </a:solidFill>
              </a:rPr>
              <a:t>S</a:t>
            </a:r>
            <a:r>
              <a:rPr lang="en-US" altLang="zh-CN" baseline="-25000">
                <a:solidFill>
                  <a:srgbClr val="00FFFF"/>
                </a:solidFill>
              </a:rPr>
              <a:t>2</a:t>
            </a:r>
            <a:r>
              <a:rPr lang="zh-CN" altLang="en-US">
                <a:solidFill>
                  <a:srgbClr val="FFFFFF"/>
                </a:solidFill>
                <a:ea typeface="仿宋_GB2312" pitchFamily="49" charset="-122"/>
              </a:rPr>
              <a:t>相距</a:t>
            </a:r>
            <a:r>
              <a:rPr lang="en-US" altLang="zh-CN" i="1">
                <a:solidFill>
                  <a:srgbClr val="66FFFF"/>
                </a:solidFill>
              </a:rPr>
              <a:t>d </a:t>
            </a:r>
            <a:r>
              <a:rPr lang="zh-CN" altLang="en-US">
                <a:solidFill>
                  <a:schemeClr val="bg1"/>
                </a:solidFill>
              </a:rPr>
              <a:t>，</a:t>
            </a:r>
            <a:r>
              <a:rPr lang="zh-CN" altLang="en-US">
                <a:solidFill>
                  <a:schemeClr val="bg1"/>
                </a:solidFill>
                <a:ea typeface="仿宋_GB2312" pitchFamily="49" charset="-122"/>
              </a:rPr>
              <a:t>发射功率相等</a:t>
            </a:r>
            <a:r>
              <a:rPr lang="zh-CN" altLang="en-US">
                <a:solidFill>
                  <a:schemeClr val="bg1"/>
                </a:solidFill>
              </a:rPr>
              <a:t>、</a:t>
            </a:r>
            <a:r>
              <a:rPr lang="zh-CN" altLang="en-US">
                <a:solidFill>
                  <a:srgbClr val="FFFFFF"/>
                </a:solidFill>
                <a:ea typeface="仿宋_GB2312" pitchFamily="49" charset="-122"/>
              </a:rPr>
              <a:t>波长为</a:t>
            </a:r>
            <a:r>
              <a:rPr lang="el-GR" altLang="zh-CN" i="1">
                <a:solidFill>
                  <a:srgbClr val="66FFFF"/>
                </a:solidFill>
                <a:cs typeface="Times New Roman" panose="02020603050405020304" pitchFamily="18" charset="0"/>
              </a:rPr>
              <a:t>λ</a:t>
            </a:r>
            <a:r>
              <a:rPr lang="en-US" altLang="zh-CN" i="1">
                <a:solidFill>
                  <a:srgbClr val="66FFFF"/>
                </a:solidFill>
                <a:cs typeface="Times New Roman" panose="02020603050405020304" pitchFamily="18" charset="0"/>
              </a:rPr>
              <a:t>         </a:t>
            </a:r>
            <a:r>
              <a:rPr lang="en-US" altLang="zh-CN" i="1">
                <a:solidFill>
                  <a:schemeClr val="bg1"/>
                </a:solidFill>
                <a:cs typeface="Times New Roman" panose="02020603050405020304" pitchFamily="18" charset="0"/>
              </a:rPr>
              <a:t> </a:t>
            </a:r>
          </a:p>
        </p:txBody>
      </p:sp>
      <p:graphicFrame>
        <p:nvGraphicFramePr>
          <p:cNvPr id="339975" name="Object 5">
            <a:extLst>
              <a:ext uri="{FF2B5EF4-FFF2-40B4-BE49-F238E27FC236}">
                <a16:creationId xmlns:a16="http://schemas.microsoft.com/office/drawing/2014/main" id="{0D28E659-702D-46D8-86FA-AD1104A4C99C}"/>
              </a:ext>
            </a:extLst>
          </p:cNvPr>
          <p:cNvGraphicFramePr>
            <a:graphicFrameLocks noChangeAspect="1"/>
          </p:cNvGraphicFramePr>
          <p:nvPr/>
        </p:nvGraphicFramePr>
        <p:xfrm>
          <a:off x="8167688" y="2771775"/>
          <a:ext cx="234950" cy="255588"/>
        </p:xfrm>
        <a:graphic>
          <a:graphicData uri="http://schemas.openxmlformats.org/presentationml/2006/ole">
            <mc:AlternateContent xmlns:mc="http://schemas.openxmlformats.org/markup-compatibility/2006">
              <mc:Choice xmlns:v="urn:schemas-microsoft-com:vml" Requires="v">
                <p:oleObj spid="_x0000_s131173" name="公式" r:id="rId9" imgW="257194" imgH="276157" progId="Equation.3">
                  <p:embed/>
                </p:oleObj>
              </mc:Choice>
              <mc:Fallback>
                <p:oleObj name="公式" r:id="rId9" imgW="257194" imgH="276157" progId="Equation.3">
                  <p:embed/>
                  <p:pic>
                    <p:nvPicPr>
                      <p:cNvPr id="339975" name="Object 5">
                        <a:extLst>
                          <a:ext uri="{FF2B5EF4-FFF2-40B4-BE49-F238E27FC236}">
                            <a16:creationId xmlns:a16="http://schemas.microsoft.com/office/drawing/2014/main" id="{0D28E659-702D-46D8-86FA-AD1104A4C99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167688" y="2771775"/>
                        <a:ext cx="234950" cy="255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39976" name="Object 6">
            <a:extLst>
              <a:ext uri="{FF2B5EF4-FFF2-40B4-BE49-F238E27FC236}">
                <a16:creationId xmlns:a16="http://schemas.microsoft.com/office/drawing/2014/main" id="{570EC27B-7161-428E-8744-94B24E3C558E}"/>
              </a:ext>
            </a:extLst>
          </p:cNvPr>
          <p:cNvGraphicFramePr>
            <a:graphicFrameLocks noChangeAspect="1"/>
          </p:cNvGraphicFramePr>
          <p:nvPr/>
        </p:nvGraphicFramePr>
        <p:xfrm>
          <a:off x="7248525" y="3286125"/>
          <a:ext cx="176213" cy="185738"/>
        </p:xfrm>
        <a:graphic>
          <a:graphicData uri="http://schemas.openxmlformats.org/presentationml/2006/ole">
            <mc:AlternateContent xmlns:mc="http://schemas.openxmlformats.org/markup-compatibility/2006">
              <mc:Choice xmlns:v="urn:schemas-microsoft-com:vml" Requires="v">
                <p:oleObj spid="_x0000_s131174" name="公式" r:id="rId11" imgW="181045" imgH="190432" progId="Equation.3">
                  <p:embed/>
                </p:oleObj>
              </mc:Choice>
              <mc:Fallback>
                <p:oleObj name="公式" r:id="rId11" imgW="181045" imgH="190432" progId="Equation.3">
                  <p:embed/>
                  <p:pic>
                    <p:nvPicPr>
                      <p:cNvPr id="339976" name="Object 6">
                        <a:extLst>
                          <a:ext uri="{FF2B5EF4-FFF2-40B4-BE49-F238E27FC236}">
                            <a16:creationId xmlns:a16="http://schemas.microsoft.com/office/drawing/2014/main" id="{570EC27B-7161-428E-8744-94B24E3C558E}"/>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248525" y="3286125"/>
                        <a:ext cx="176213" cy="185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39977" name="Line 9">
            <a:extLst>
              <a:ext uri="{FF2B5EF4-FFF2-40B4-BE49-F238E27FC236}">
                <a16:creationId xmlns:a16="http://schemas.microsoft.com/office/drawing/2014/main" id="{3DBC779D-2109-478C-8E48-E335C38D65E8}"/>
              </a:ext>
            </a:extLst>
          </p:cNvPr>
          <p:cNvSpPr>
            <a:spLocks noChangeShapeType="1"/>
          </p:cNvSpPr>
          <p:nvPr/>
        </p:nvSpPr>
        <p:spPr bwMode="auto">
          <a:xfrm>
            <a:off x="6167438" y="2132013"/>
            <a:ext cx="2087562" cy="1008062"/>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9978" name="Text Box 10">
            <a:extLst>
              <a:ext uri="{FF2B5EF4-FFF2-40B4-BE49-F238E27FC236}">
                <a16:creationId xmlns:a16="http://schemas.microsoft.com/office/drawing/2014/main" id="{E0E75AE1-EF7F-4FDB-A3F8-ED03B93AEBDF}"/>
              </a:ext>
            </a:extLst>
          </p:cNvPr>
          <p:cNvSpPr txBox="1">
            <a:spLocks noChangeArrowheads="1"/>
          </p:cNvSpPr>
          <p:nvPr/>
        </p:nvSpPr>
        <p:spPr bwMode="auto">
          <a:xfrm>
            <a:off x="738188" y="1354138"/>
            <a:ext cx="4897437"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just" eaLnBrk="1" fontAlgn="ctr" hangingPunct="1">
              <a:lnSpc>
                <a:spcPct val="125000"/>
              </a:lnSpc>
            </a:pPr>
            <a:r>
              <a:rPr lang="en-US" altLang="zh-CN">
                <a:solidFill>
                  <a:srgbClr val="FFFFFF"/>
                </a:solidFill>
              </a:rPr>
              <a:t>(1) </a:t>
            </a:r>
            <a:r>
              <a:rPr lang="en-US" altLang="zh-CN" i="1">
                <a:solidFill>
                  <a:srgbClr val="00FFFF"/>
                </a:solidFill>
              </a:rPr>
              <a:t>OX</a:t>
            </a:r>
            <a:r>
              <a:rPr lang="zh-CN" altLang="en-US">
                <a:solidFill>
                  <a:schemeClr val="bg1"/>
                </a:solidFill>
                <a:ea typeface="仿宋_GB2312" pitchFamily="49" charset="-122"/>
              </a:rPr>
              <a:t>轴上光信号最强</a:t>
            </a:r>
            <a:r>
              <a:rPr lang="zh-CN" altLang="en-US">
                <a:solidFill>
                  <a:srgbClr val="FFFFFF"/>
                </a:solidFill>
                <a:ea typeface="仿宋_GB2312" pitchFamily="49" charset="-122"/>
              </a:rPr>
              <a:t>的位置</a:t>
            </a:r>
            <a:r>
              <a:rPr lang="zh-CN" altLang="en-US">
                <a:solidFill>
                  <a:srgbClr val="FFFFFF"/>
                </a:solidFill>
              </a:rPr>
              <a:t>；</a:t>
            </a:r>
          </a:p>
        </p:txBody>
      </p:sp>
      <p:sp>
        <p:nvSpPr>
          <p:cNvPr id="339979" name="Text Box 11">
            <a:extLst>
              <a:ext uri="{FF2B5EF4-FFF2-40B4-BE49-F238E27FC236}">
                <a16:creationId xmlns:a16="http://schemas.microsoft.com/office/drawing/2014/main" id="{F939953D-14F2-4B54-84BA-5A9F84199102}"/>
              </a:ext>
            </a:extLst>
          </p:cNvPr>
          <p:cNvSpPr txBox="1">
            <a:spLocks noChangeArrowheads="1"/>
          </p:cNvSpPr>
          <p:nvPr/>
        </p:nvSpPr>
        <p:spPr bwMode="auto">
          <a:xfrm>
            <a:off x="736599" y="2611438"/>
            <a:ext cx="2683273" cy="463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dirty="0">
                <a:solidFill>
                  <a:srgbClr val="FFFFFF"/>
                </a:solidFill>
                <a:ea typeface="仿宋_GB2312" pitchFamily="49" charset="-122"/>
              </a:rPr>
              <a:t>(1) </a:t>
            </a:r>
            <a:r>
              <a:rPr lang="zh-CN" altLang="en-US" dirty="0">
                <a:solidFill>
                  <a:schemeClr val="bg1"/>
                </a:solidFill>
                <a:latin typeface="仿宋_GB2312" pitchFamily="49" charset="-122"/>
                <a:ea typeface="仿宋_GB2312" pitchFamily="49" charset="-122"/>
              </a:rPr>
              <a:t>光的距离差：</a:t>
            </a:r>
          </a:p>
        </p:txBody>
      </p:sp>
      <p:sp>
        <p:nvSpPr>
          <p:cNvPr id="339980" name="Text Box 12">
            <a:extLst>
              <a:ext uri="{FF2B5EF4-FFF2-40B4-BE49-F238E27FC236}">
                <a16:creationId xmlns:a16="http://schemas.microsoft.com/office/drawing/2014/main" id="{4C8B4020-0FEB-4266-B55A-8F9B63A74452}"/>
              </a:ext>
            </a:extLst>
          </p:cNvPr>
          <p:cNvSpPr txBox="1">
            <a:spLocks noChangeArrowheads="1"/>
          </p:cNvSpPr>
          <p:nvPr/>
        </p:nvSpPr>
        <p:spPr bwMode="auto">
          <a:xfrm>
            <a:off x="1166813" y="4005263"/>
            <a:ext cx="23256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latin typeface="仿宋_GB2312" pitchFamily="49" charset="-122"/>
                <a:ea typeface="仿宋_GB2312" pitchFamily="49" charset="-122"/>
              </a:rPr>
              <a:t>信号加强的位置</a:t>
            </a:r>
          </a:p>
        </p:txBody>
      </p:sp>
      <p:graphicFrame>
        <p:nvGraphicFramePr>
          <p:cNvPr id="339981" name="Object 7">
            <a:extLst>
              <a:ext uri="{FF2B5EF4-FFF2-40B4-BE49-F238E27FC236}">
                <a16:creationId xmlns:a16="http://schemas.microsoft.com/office/drawing/2014/main" id="{6C24070E-4FAF-4E20-938F-74E9F609A9A5}"/>
              </a:ext>
            </a:extLst>
          </p:cNvPr>
          <p:cNvGraphicFramePr>
            <a:graphicFrameLocks/>
          </p:cNvGraphicFramePr>
          <p:nvPr/>
        </p:nvGraphicFramePr>
        <p:xfrm>
          <a:off x="5808663" y="1917700"/>
          <a:ext cx="284162" cy="377825"/>
        </p:xfrm>
        <a:graphic>
          <a:graphicData uri="http://schemas.openxmlformats.org/presentationml/2006/ole">
            <mc:AlternateContent xmlns:mc="http://schemas.openxmlformats.org/markup-compatibility/2006">
              <mc:Choice xmlns:v="urn:schemas-microsoft-com:vml" Requires="v">
                <p:oleObj spid="_x0000_s131175" name="公式" r:id="rId13" imgW="276155" imgH="380864" progId="Equation.3">
                  <p:embed/>
                </p:oleObj>
              </mc:Choice>
              <mc:Fallback>
                <p:oleObj name="公式" r:id="rId13" imgW="276155" imgH="380864" progId="Equation.3">
                  <p:embed/>
                  <p:pic>
                    <p:nvPicPr>
                      <p:cNvPr id="339981" name="Object 7">
                        <a:extLst>
                          <a:ext uri="{FF2B5EF4-FFF2-40B4-BE49-F238E27FC236}">
                            <a16:creationId xmlns:a16="http://schemas.microsoft.com/office/drawing/2014/main" id="{6C24070E-4FAF-4E20-938F-74E9F609A9A5}"/>
                          </a:ext>
                        </a:extLst>
                      </p:cNvPr>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808663" y="1917700"/>
                        <a:ext cx="284162" cy="377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39982" name="Object 8">
            <a:extLst>
              <a:ext uri="{FF2B5EF4-FFF2-40B4-BE49-F238E27FC236}">
                <a16:creationId xmlns:a16="http://schemas.microsoft.com/office/drawing/2014/main" id="{EB5268C8-BEB0-465A-909B-06115AD740C0}"/>
              </a:ext>
            </a:extLst>
          </p:cNvPr>
          <p:cNvGraphicFramePr>
            <a:graphicFrameLocks/>
          </p:cNvGraphicFramePr>
          <p:nvPr/>
        </p:nvGraphicFramePr>
        <p:xfrm>
          <a:off x="5800725" y="2925763"/>
          <a:ext cx="295275" cy="377825"/>
        </p:xfrm>
        <a:graphic>
          <a:graphicData uri="http://schemas.openxmlformats.org/presentationml/2006/ole">
            <mc:AlternateContent xmlns:mc="http://schemas.openxmlformats.org/markup-compatibility/2006">
              <mc:Choice xmlns:v="urn:schemas-microsoft-com:vml" Requires="v">
                <p:oleObj spid="_x0000_s131176" name="公式" r:id="rId15" imgW="295422" imgH="380864" progId="Equation.3">
                  <p:embed/>
                </p:oleObj>
              </mc:Choice>
              <mc:Fallback>
                <p:oleObj name="公式" r:id="rId15" imgW="295422" imgH="380864" progId="Equation.3">
                  <p:embed/>
                  <p:pic>
                    <p:nvPicPr>
                      <p:cNvPr id="339982" name="Object 8">
                        <a:extLst>
                          <a:ext uri="{FF2B5EF4-FFF2-40B4-BE49-F238E27FC236}">
                            <a16:creationId xmlns:a16="http://schemas.microsoft.com/office/drawing/2014/main" id="{EB5268C8-BEB0-465A-909B-06115AD740C0}"/>
                          </a:ext>
                        </a:extLst>
                      </p:cNvPr>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800725" y="2925763"/>
                        <a:ext cx="295275" cy="377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39983" name="Text Box 15">
            <a:extLst>
              <a:ext uri="{FF2B5EF4-FFF2-40B4-BE49-F238E27FC236}">
                <a16:creationId xmlns:a16="http://schemas.microsoft.com/office/drawing/2014/main" id="{6657AB07-3DFF-41C0-A736-14CE2A789C4A}"/>
              </a:ext>
            </a:extLst>
          </p:cNvPr>
          <p:cNvSpPr txBox="1">
            <a:spLocks noChangeArrowheads="1"/>
          </p:cNvSpPr>
          <p:nvPr/>
        </p:nvSpPr>
        <p:spPr bwMode="auto">
          <a:xfrm>
            <a:off x="568325" y="1873250"/>
            <a:ext cx="4897438"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just" eaLnBrk="1" fontAlgn="ctr" hangingPunct="1">
              <a:lnSpc>
                <a:spcPct val="125000"/>
              </a:lnSpc>
            </a:pPr>
            <a:r>
              <a:rPr lang="en-US" altLang="zh-CN">
                <a:solidFill>
                  <a:srgbClr val="FFFFFF"/>
                </a:solidFill>
              </a:rPr>
              <a:t>  (2) </a:t>
            </a:r>
            <a:r>
              <a:rPr lang="en-US" altLang="zh-CN" i="1">
                <a:solidFill>
                  <a:srgbClr val="00FFFF"/>
                </a:solidFill>
              </a:rPr>
              <a:t>OX</a:t>
            </a:r>
            <a:r>
              <a:rPr lang="zh-CN" altLang="en-US">
                <a:solidFill>
                  <a:schemeClr val="bg1"/>
                </a:solidFill>
                <a:ea typeface="仿宋_GB2312" pitchFamily="49" charset="-122"/>
              </a:rPr>
              <a:t>轴上光信号最弱</a:t>
            </a:r>
            <a:r>
              <a:rPr lang="zh-CN" altLang="en-US">
                <a:solidFill>
                  <a:srgbClr val="FFFFFF"/>
                </a:solidFill>
                <a:ea typeface="仿宋_GB2312" pitchFamily="49" charset="-122"/>
              </a:rPr>
              <a:t>的位置</a:t>
            </a:r>
            <a:r>
              <a:rPr lang="en-US" altLang="zh-CN">
                <a:solidFill>
                  <a:srgbClr val="FFFFFF"/>
                </a:solidFill>
                <a:latin typeface="仿宋_GB2312" pitchFamily="49" charset="-122"/>
                <a:ea typeface="仿宋_GB2312" pitchFamily="49" charset="-122"/>
              </a:rPr>
              <a:t>.</a:t>
            </a:r>
          </a:p>
        </p:txBody>
      </p:sp>
      <p:graphicFrame>
        <p:nvGraphicFramePr>
          <p:cNvPr id="339984" name="Object 9">
            <a:extLst>
              <a:ext uri="{FF2B5EF4-FFF2-40B4-BE49-F238E27FC236}">
                <a16:creationId xmlns:a16="http://schemas.microsoft.com/office/drawing/2014/main" id="{C29562E9-E95F-453E-8BB3-0BAF37F03DC6}"/>
              </a:ext>
            </a:extLst>
          </p:cNvPr>
          <p:cNvGraphicFramePr>
            <a:graphicFrameLocks noChangeAspect="1"/>
          </p:cNvGraphicFramePr>
          <p:nvPr/>
        </p:nvGraphicFramePr>
        <p:xfrm>
          <a:off x="5935663" y="2484438"/>
          <a:ext cx="215900" cy="276225"/>
        </p:xfrm>
        <a:graphic>
          <a:graphicData uri="http://schemas.openxmlformats.org/presentationml/2006/ole">
            <mc:AlternateContent xmlns:mc="http://schemas.openxmlformats.org/markup-compatibility/2006">
              <mc:Choice xmlns:v="urn:schemas-microsoft-com:vml" Requires="v">
                <p:oleObj spid="_x0000_s131177" name="公式" r:id="rId17" imgW="228753" imgH="304936" progId="Equation.3">
                  <p:embed/>
                </p:oleObj>
              </mc:Choice>
              <mc:Fallback>
                <p:oleObj name="公式" r:id="rId17" imgW="228753" imgH="304936" progId="Equation.3">
                  <p:embed/>
                  <p:pic>
                    <p:nvPicPr>
                      <p:cNvPr id="339984" name="Object 9">
                        <a:extLst>
                          <a:ext uri="{FF2B5EF4-FFF2-40B4-BE49-F238E27FC236}">
                            <a16:creationId xmlns:a16="http://schemas.microsoft.com/office/drawing/2014/main" id="{C29562E9-E95F-453E-8BB3-0BAF37F03DC6}"/>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935663" y="2484438"/>
                        <a:ext cx="215900" cy="276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17">
            <a:extLst>
              <a:ext uri="{FF2B5EF4-FFF2-40B4-BE49-F238E27FC236}">
                <a16:creationId xmlns:a16="http://schemas.microsoft.com/office/drawing/2014/main" id="{82EBAC07-0A43-400C-BDE7-C2DEF531B0BF}"/>
              </a:ext>
            </a:extLst>
          </p:cNvPr>
          <p:cNvGrpSpPr>
            <a:grpSpLocks/>
          </p:cNvGrpSpPr>
          <p:nvPr/>
        </p:nvGrpSpPr>
        <p:grpSpPr bwMode="auto">
          <a:xfrm>
            <a:off x="5853113" y="1133475"/>
            <a:ext cx="2847975" cy="2346325"/>
            <a:chOff x="3687" y="714"/>
            <a:chExt cx="1794" cy="1478"/>
          </a:xfrm>
        </p:grpSpPr>
        <p:graphicFrame>
          <p:nvGraphicFramePr>
            <p:cNvPr id="18463" name="Object 15">
              <a:extLst>
                <a:ext uri="{FF2B5EF4-FFF2-40B4-BE49-F238E27FC236}">
                  <a16:creationId xmlns:a16="http://schemas.microsoft.com/office/drawing/2014/main" id="{7C089AD6-F991-4ADC-A469-F42E860E216A}"/>
                </a:ext>
              </a:extLst>
            </p:cNvPr>
            <p:cNvGraphicFramePr>
              <a:graphicFrameLocks noChangeAspect="1"/>
            </p:cNvGraphicFramePr>
            <p:nvPr/>
          </p:nvGraphicFramePr>
          <p:xfrm>
            <a:off x="3819" y="2022"/>
            <a:ext cx="159" cy="170"/>
          </p:xfrm>
          <a:graphic>
            <a:graphicData uri="http://schemas.openxmlformats.org/presentationml/2006/ole">
              <mc:AlternateContent xmlns:mc="http://schemas.openxmlformats.org/markup-compatibility/2006">
                <mc:Choice xmlns:v="urn:schemas-microsoft-com:vml" Requires="v">
                  <p:oleObj spid="_x0000_s131178" name="公式" r:id="rId19" imgW="266675" imgH="295139" progId="Equation.3">
                    <p:embed/>
                  </p:oleObj>
                </mc:Choice>
                <mc:Fallback>
                  <p:oleObj name="公式" r:id="rId19" imgW="266675" imgH="295139" progId="Equation.3">
                    <p:embed/>
                    <p:pic>
                      <p:nvPicPr>
                        <p:cNvPr id="18463" name="Object 15">
                          <a:extLst>
                            <a:ext uri="{FF2B5EF4-FFF2-40B4-BE49-F238E27FC236}">
                              <a16:creationId xmlns:a16="http://schemas.microsoft.com/office/drawing/2014/main" id="{7C089AD6-F991-4ADC-A469-F42E860E216A}"/>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819" y="2022"/>
                          <a:ext cx="159" cy="1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464" name="Line 19">
              <a:extLst>
                <a:ext uri="{FF2B5EF4-FFF2-40B4-BE49-F238E27FC236}">
                  <a16:creationId xmlns:a16="http://schemas.microsoft.com/office/drawing/2014/main" id="{EC4048CD-681F-43BB-82F3-A87BF001C362}"/>
                </a:ext>
              </a:extLst>
            </p:cNvPr>
            <p:cNvSpPr>
              <a:spLocks noChangeShapeType="1"/>
            </p:cNvSpPr>
            <p:nvPr/>
          </p:nvSpPr>
          <p:spPr bwMode="auto">
            <a:xfrm>
              <a:off x="3885" y="1978"/>
              <a:ext cx="1588" cy="0"/>
            </a:xfrm>
            <a:prstGeom prst="line">
              <a:avLst/>
            </a:prstGeom>
            <a:noFill/>
            <a:ln w="19050">
              <a:solidFill>
                <a:schemeClr val="bg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8465" name="Line 20">
              <a:extLst>
                <a:ext uri="{FF2B5EF4-FFF2-40B4-BE49-F238E27FC236}">
                  <a16:creationId xmlns:a16="http://schemas.microsoft.com/office/drawing/2014/main" id="{0FB09B7D-D769-4AA1-982D-3FAF2128403B}"/>
                </a:ext>
              </a:extLst>
            </p:cNvPr>
            <p:cNvSpPr>
              <a:spLocks noChangeShapeType="1"/>
            </p:cNvSpPr>
            <p:nvPr/>
          </p:nvSpPr>
          <p:spPr bwMode="auto">
            <a:xfrm flipV="1">
              <a:off x="3885" y="714"/>
              <a:ext cx="1" cy="1270"/>
            </a:xfrm>
            <a:prstGeom prst="line">
              <a:avLst/>
            </a:prstGeom>
            <a:noFill/>
            <a:ln w="19050">
              <a:solidFill>
                <a:schemeClr val="bg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8466" name="Object 16">
              <a:extLst>
                <a:ext uri="{FF2B5EF4-FFF2-40B4-BE49-F238E27FC236}">
                  <a16:creationId xmlns:a16="http://schemas.microsoft.com/office/drawing/2014/main" id="{898DBB0F-77F5-478D-9752-90BCE6D646DB}"/>
                </a:ext>
              </a:extLst>
            </p:cNvPr>
            <p:cNvGraphicFramePr>
              <a:graphicFrameLocks noChangeAspect="1"/>
            </p:cNvGraphicFramePr>
            <p:nvPr/>
          </p:nvGraphicFramePr>
          <p:xfrm>
            <a:off x="3687" y="754"/>
            <a:ext cx="129" cy="160"/>
          </p:xfrm>
          <a:graphic>
            <a:graphicData uri="http://schemas.openxmlformats.org/presentationml/2006/ole">
              <mc:AlternateContent xmlns:mc="http://schemas.openxmlformats.org/markup-compatibility/2006">
                <mc:Choice xmlns:v="urn:schemas-microsoft-com:vml" Requires="v">
                  <p:oleObj spid="_x0000_s131179" name="公式" r:id="rId21" imgW="218967" imgH="276157" progId="Equation.3">
                    <p:embed/>
                  </p:oleObj>
                </mc:Choice>
                <mc:Fallback>
                  <p:oleObj name="公式" r:id="rId21" imgW="218967" imgH="276157" progId="Equation.3">
                    <p:embed/>
                    <p:pic>
                      <p:nvPicPr>
                        <p:cNvPr id="18466" name="Object 16">
                          <a:extLst>
                            <a:ext uri="{FF2B5EF4-FFF2-40B4-BE49-F238E27FC236}">
                              <a16:creationId xmlns:a16="http://schemas.microsoft.com/office/drawing/2014/main" id="{898DBB0F-77F5-478D-9752-90BCE6D646DB}"/>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687" y="754"/>
                          <a:ext cx="129" cy="1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467" name="Object 17">
              <a:extLst>
                <a:ext uri="{FF2B5EF4-FFF2-40B4-BE49-F238E27FC236}">
                  <a16:creationId xmlns:a16="http://schemas.microsoft.com/office/drawing/2014/main" id="{A7784A88-E221-4E26-BB23-8A2E4D25236A}"/>
                </a:ext>
              </a:extLst>
            </p:cNvPr>
            <p:cNvGraphicFramePr>
              <a:graphicFrameLocks noChangeAspect="1"/>
            </p:cNvGraphicFramePr>
            <p:nvPr/>
          </p:nvGraphicFramePr>
          <p:xfrm>
            <a:off x="5365" y="2037"/>
            <a:ext cx="116" cy="122"/>
          </p:xfrm>
          <a:graphic>
            <a:graphicData uri="http://schemas.openxmlformats.org/presentationml/2006/ole">
              <mc:AlternateContent xmlns:mc="http://schemas.openxmlformats.org/markup-compatibility/2006">
                <mc:Choice xmlns:v="urn:schemas-microsoft-com:vml" Requires="v">
                  <p:oleObj spid="_x0000_s131180" name="公式" r:id="rId23" imgW="190525" imgH="199923" progId="Equation.3">
                    <p:embed/>
                  </p:oleObj>
                </mc:Choice>
                <mc:Fallback>
                  <p:oleObj name="公式" r:id="rId23" imgW="190525" imgH="199923" progId="Equation.3">
                    <p:embed/>
                    <p:pic>
                      <p:nvPicPr>
                        <p:cNvPr id="18467" name="Object 17">
                          <a:extLst>
                            <a:ext uri="{FF2B5EF4-FFF2-40B4-BE49-F238E27FC236}">
                              <a16:creationId xmlns:a16="http://schemas.microsoft.com/office/drawing/2014/main" id="{A7784A88-E221-4E26-BB23-8A2E4D25236A}"/>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5365" y="2037"/>
                          <a:ext cx="116" cy="12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339991" name="Object 10">
            <a:extLst>
              <a:ext uri="{FF2B5EF4-FFF2-40B4-BE49-F238E27FC236}">
                <a16:creationId xmlns:a16="http://schemas.microsoft.com/office/drawing/2014/main" id="{028205BB-E8AD-492B-B2DE-17A5D6E197F4}"/>
              </a:ext>
            </a:extLst>
          </p:cNvPr>
          <p:cNvGraphicFramePr>
            <a:graphicFrameLocks/>
          </p:cNvGraphicFramePr>
          <p:nvPr/>
        </p:nvGraphicFramePr>
        <p:xfrm>
          <a:off x="2898775" y="3313113"/>
          <a:ext cx="2138363" cy="381000"/>
        </p:xfrm>
        <a:graphic>
          <a:graphicData uri="http://schemas.openxmlformats.org/presentationml/2006/ole">
            <mc:AlternateContent xmlns:mc="http://schemas.openxmlformats.org/markup-compatibility/2006">
              <mc:Choice xmlns:v="urn:schemas-microsoft-com:vml" Requires="v">
                <p:oleObj spid="_x0000_s131181" name="公式" r:id="rId25" imgW="2104955" imgH="342900" progId="Equation.3">
                  <p:embed/>
                </p:oleObj>
              </mc:Choice>
              <mc:Fallback>
                <p:oleObj name="公式" r:id="rId25" imgW="2104955" imgH="342900" progId="Equation.3">
                  <p:embed/>
                  <p:pic>
                    <p:nvPicPr>
                      <p:cNvPr id="339991" name="Object 10">
                        <a:extLst>
                          <a:ext uri="{FF2B5EF4-FFF2-40B4-BE49-F238E27FC236}">
                            <a16:creationId xmlns:a16="http://schemas.microsoft.com/office/drawing/2014/main" id="{028205BB-E8AD-492B-B2DE-17A5D6E197F4}"/>
                          </a:ext>
                        </a:extLst>
                      </p:cNvPr>
                      <p:cNvPicPr>
                        <a:picLocks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2898775" y="3313113"/>
                        <a:ext cx="2138363"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39992" name="Text Box 24">
            <a:extLst>
              <a:ext uri="{FF2B5EF4-FFF2-40B4-BE49-F238E27FC236}">
                <a16:creationId xmlns:a16="http://schemas.microsoft.com/office/drawing/2014/main" id="{E5562832-9857-4BA1-8D88-0C1BE23EEC1A}"/>
              </a:ext>
            </a:extLst>
          </p:cNvPr>
          <p:cNvSpPr txBox="1">
            <a:spLocks noChangeArrowheads="1"/>
          </p:cNvSpPr>
          <p:nvPr/>
        </p:nvSpPr>
        <p:spPr bwMode="auto">
          <a:xfrm>
            <a:off x="1092200" y="4864100"/>
            <a:ext cx="14827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chemeClr val="bg1"/>
                </a:solidFill>
                <a:ea typeface="仿宋_GB2312" pitchFamily="49" charset="-122"/>
              </a:rPr>
              <a:t> </a:t>
            </a:r>
            <a:r>
              <a:rPr lang="zh-CN" altLang="en-US">
                <a:solidFill>
                  <a:schemeClr val="bg1"/>
                </a:solidFill>
                <a:latin typeface="仿宋_GB2312" pitchFamily="49" charset="-122"/>
                <a:ea typeface="仿宋_GB2312" pitchFamily="49" charset="-122"/>
              </a:rPr>
              <a:t>减弱条件</a:t>
            </a:r>
          </a:p>
        </p:txBody>
      </p:sp>
      <p:graphicFrame>
        <p:nvGraphicFramePr>
          <p:cNvPr id="339993" name="Object 11">
            <a:extLst>
              <a:ext uri="{FF2B5EF4-FFF2-40B4-BE49-F238E27FC236}">
                <a16:creationId xmlns:a16="http://schemas.microsoft.com/office/drawing/2014/main" id="{CFDA1C72-B78C-4015-9EDF-4D8C8EBF2DC1}"/>
              </a:ext>
            </a:extLst>
          </p:cNvPr>
          <p:cNvGraphicFramePr>
            <a:graphicFrameLocks/>
          </p:cNvGraphicFramePr>
          <p:nvPr/>
        </p:nvGraphicFramePr>
        <p:xfrm>
          <a:off x="3122613" y="4770438"/>
          <a:ext cx="2957512" cy="723900"/>
        </p:xfrm>
        <a:graphic>
          <a:graphicData uri="http://schemas.openxmlformats.org/presentationml/2006/ole">
            <mc:AlternateContent xmlns:mc="http://schemas.openxmlformats.org/markup-compatibility/2006">
              <mc:Choice xmlns:v="urn:schemas-microsoft-com:vml" Requires="v">
                <p:oleObj spid="_x0000_s131182" name="公式" r:id="rId27" imgW="2933725" imgH="685800" progId="Equation.3">
                  <p:embed/>
                </p:oleObj>
              </mc:Choice>
              <mc:Fallback>
                <p:oleObj name="公式" r:id="rId27" imgW="2933725" imgH="685800" progId="Equation.3">
                  <p:embed/>
                  <p:pic>
                    <p:nvPicPr>
                      <p:cNvPr id="339993" name="Object 11">
                        <a:extLst>
                          <a:ext uri="{FF2B5EF4-FFF2-40B4-BE49-F238E27FC236}">
                            <a16:creationId xmlns:a16="http://schemas.microsoft.com/office/drawing/2014/main" id="{CFDA1C72-B78C-4015-9EDF-4D8C8EBF2DC1}"/>
                          </a:ext>
                        </a:extLst>
                      </p:cNvPr>
                      <p:cNvPicPr>
                        <a:picLocks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3122613" y="4770438"/>
                        <a:ext cx="2957512" cy="723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39994" name="Text Box 26">
            <a:extLst>
              <a:ext uri="{FF2B5EF4-FFF2-40B4-BE49-F238E27FC236}">
                <a16:creationId xmlns:a16="http://schemas.microsoft.com/office/drawing/2014/main" id="{A79EE2FC-033B-4761-B5FA-023A0EB972BA}"/>
              </a:ext>
            </a:extLst>
          </p:cNvPr>
          <p:cNvSpPr txBox="1">
            <a:spLocks noChangeArrowheads="1"/>
          </p:cNvSpPr>
          <p:nvPr/>
        </p:nvSpPr>
        <p:spPr bwMode="auto">
          <a:xfrm>
            <a:off x="1166813" y="5734050"/>
            <a:ext cx="23256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latin typeface="仿宋_GB2312" pitchFamily="49" charset="-122"/>
                <a:ea typeface="仿宋_GB2312" pitchFamily="49" charset="-122"/>
              </a:rPr>
              <a:t>信号减弱的位置</a:t>
            </a:r>
          </a:p>
        </p:txBody>
      </p:sp>
      <p:sp>
        <p:nvSpPr>
          <p:cNvPr id="339995" name="Text Box 27">
            <a:extLst>
              <a:ext uri="{FF2B5EF4-FFF2-40B4-BE49-F238E27FC236}">
                <a16:creationId xmlns:a16="http://schemas.microsoft.com/office/drawing/2014/main" id="{70E9D807-3BBF-4ECB-B47D-84CB5542F7F7}"/>
              </a:ext>
            </a:extLst>
          </p:cNvPr>
          <p:cNvSpPr txBox="1">
            <a:spLocks noChangeArrowheads="1"/>
          </p:cNvSpPr>
          <p:nvPr/>
        </p:nvSpPr>
        <p:spPr bwMode="auto">
          <a:xfrm>
            <a:off x="644525" y="792163"/>
            <a:ext cx="5786438"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just" eaLnBrk="1" hangingPunct="1">
              <a:lnSpc>
                <a:spcPct val="125000"/>
              </a:lnSpc>
            </a:pPr>
            <a:r>
              <a:rPr lang="en-US" altLang="zh-CN" i="1">
                <a:solidFill>
                  <a:srgbClr val="66FFFF"/>
                </a:solidFill>
                <a:cs typeface="Times New Roman" panose="02020603050405020304" pitchFamily="18" charset="0"/>
              </a:rPr>
              <a:t> </a:t>
            </a:r>
            <a:r>
              <a:rPr lang="zh-CN" altLang="en-US">
                <a:solidFill>
                  <a:schemeClr val="bg1"/>
                </a:solidFill>
                <a:ea typeface="仿宋_GB2312" pitchFamily="49" charset="-122"/>
              </a:rPr>
              <a:t>的光信号</a:t>
            </a:r>
            <a:r>
              <a:rPr lang="zh-CN" altLang="en-US">
                <a:solidFill>
                  <a:schemeClr val="bg1"/>
                </a:solidFill>
              </a:rPr>
              <a:t>，</a:t>
            </a:r>
            <a:r>
              <a:rPr lang="zh-CN" altLang="en-US">
                <a:solidFill>
                  <a:schemeClr val="bg1"/>
                </a:solidFill>
                <a:ea typeface="仿宋_GB2312" pitchFamily="49" charset="-122"/>
                <a:cs typeface="Times New Roman" panose="02020603050405020304" pitchFamily="18" charset="0"/>
              </a:rPr>
              <a:t>如图所示</a:t>
            </a:r>
            <a:r>
              <a:rPr lang="en-US" altLang="zh-CN">
                <a:solidFill>
                  <a:schemeClr val="bg1"/>
                </a:solidFill>
                <a:latin typeface="仿宋_GB2312" pitchFamily="49" charset="-122"/>
                <a:ea typeface="仿宋_GB2312" pitchFamily="49" charset="-122"/>
                <a:cs typeface="Times New Roman" panose="02020603050405020304" pitchFamily="18" charset="0"/>
              </a:rPr>
              <a:t>.</a:t>
            </a:r>
            <a:r>
              <a:rPr lang="zh-CN" altLang="en-US">
                <a:solidFill>
                  <a:schemeClr val="bg1"/>
                </a:solidFill>
                <a:ea typeface="仿宋_GB2312" pitchFamily="49" charset="-122"/>
              </a:rPr>
              <a:t>不考虑衰减</a:t>
            </a:r>
            <a:r>
              <a:rPr lang="zh-CN" altLang="en-US" i="1">
                <a:solidFill>
                  <a:schemeClr val="bg1"/>
                </a:solidFill>
                <a:cs typeface="Times New Roman" panose="02020603050405020304" pitchFamily="18" charset="0"/>
              </a:rPr>
              <a:t> </a:t>
            </a:r>
          </a:p>
        </p:txBody>
      </p:sp>
      <p:sp>
        <p:nvSpPr>
          <p:cNvPr id="339996" name="Text Box 28">
            <a:extLst>
              <a:ext uri="{FF2B5EF4-FFF2-40B4-BE49-F238E27FC236}">
                <a16:creationId xmlns:a16="http://schemas.microsoft.com/office/drawing/2014/main" id="{EC0E76CF-AA3F-430E-8487-75C5C44205A1}"/>
              </a:ext>
            </a:extLst>
          </p:cNvPr>
          <p:cNvSpPr txBox="1">
            <a:spLocks noChangeArrowheads="1"/>
          </p:cNvSpPr>
          <p:nvPr/>
        </p:nvSpPr>
        <p:spPr bwMode="auto">
          <a:xfrm>
            <a:off x="214313" y="262255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a:solidFill>
                  <a:srgbClr val="FFFF00"/>
                </a:solidFill>
              </a:rPr>
              <a:t>解</a:t>
            </a:r>
            <a:r>
              <a:rPr lang="zh-CN" altLang="en-US">
                <a:solidFill>
                  <a:srgbClr val="EDFE4A"/>
                </a:solidFill>
              </a:rPr>
              <a:t> </a:t>
            </a:r>
          </a:p>
        </p:txBody>
      </p:sp>
      <p:sp>
        <p:nvSpPr>
          <p:cNvPr id="339997" name="Text Box 29">
            <a:extLst>
              <a:ext uri="{FF2B5EF4-FFF2-40B4-BE49-F238E27FC236}">
                <a16:creationId xmlns:a16="http://schemas.microsoft.com/office/drawing/2014/main" id="{8482A8F3-6082-4D8B-9BCE-108745616592}"/>
              </a:ext>
            </a:extLst>
          </p:cNvPr>
          <p:cNvSpPr txBox="1">
            <a:spLocks noChangeArrowheads="1"/>
          </p:cNvSpPr>
          <p:nvPr/>
        </p:nvSpPr>
        <p:spPr bwMode="auto">
          <a:xfrm>
            <a:off x="207963" y="400050"/>
            <a:ext cx="7921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a:solidFill>
                  <a:srgbClr val="FFFF00"/>
                </a:solidFill>
              </a:rPr>
              <a:t>例</a:t>
            </a:r>
          </a:p>
        </p:txBody>
      </p:sp>
      <p:sp>
        <p:nvSpPr>
          <p:cNvPr id="339998" name="Text Box 30">
            <a:extLst>
              <a:ext uri="{FF2B5EF4-FFF2-40B4-BE49-F238E27FC236}">
                <a16:creationId xmlns:a16="http://schemas.microsoft.com/office/drawing/2014/main" id="{B6E5CD78-4225-45B4-A848-562C2CC06DFD}"/>
              </a:ext>
            </a:extLst>
          </p:cNvPr>
          <p:cNvSpPr txBox="1">
            <a:spLocks noChangeArrowheads="1"/>
          </p:cNvSpPr>
          <p:nvPr/>
        </p:nvSpPr>
        <p:spPr bwMode="auto">
          <a:xfrm>
            <a:off x="214313" y="1428750"/>
            <a:ext cx="5651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just" eaLnBrk="1" hangingPunct="1">
              <a:lnSpc>
                <a:spcPct val="125000"/>
              </a:lnSpc>
              <a:spcBef>
                <a:spcPct val="50000"/>
              </a:spcBef>
            </a:pPr>
            <a:r>
              <a:rPr lang="zh-CN" altLang="en-US">
                <a:solidFill>
                  <a:srgbClr val="FFFF00"/>
                </a:solidFill>
              </a:rPr>
              <a:t>求</a:t>
            </a:r>
            <a:endParaRPr lang="zh-CN" altLang="en-US" i="1">
              <a:solidFill>
                <a:srgbClr val="66FFFF"/>
              </a:solidFill>
            </a:endParaRPr>
          </a:p>
        </p:txBody>
      </p:sp>
      <p:graphicFrame>
        <p:nvGraphicFramePr>
          <p:cNvPr id="339999" name="Object 12">
            <a:extLst>
              <a:ext uri="{FF2B5EF4-FFF2-40B4-BE49-F238E27FC236}">
                <a16:creationId xmlns:a16="http://schemas.microsoft.com/office/drawing/2014/main" id="{F08637C8-F195-4E9B-9008-EE9533136283}"/>
              </a:ext>
            </a:extLst>
          </p:cNvPr>
          <p:cNvGraphicFramePr>
            <a:graphicFrameLocks noChangeAspect="1"/>
          </p:cNvGraphicFramePr>
          <p:nvPr/>
        </p:nvGraphicFramePr>
        <p:xfrm>
          <a:off x="8172450" y="3054350"/>
          <a:ext cx="139700" cy="169863"/>
        </p:xfrm>
        <a:graphic>
          <a:graphicData uri="http://schemas.openxmlformats.org/presentationml/2006/ole">
            <mc:AlternateContent xmlns:mc="http://schemas.openxmlformats.org/markup-compatibility/2006">
              <mc:Choice xmlns:v="urn:schemas-microsoft-com:vml" Requires="v">
                <p:oleObj spid="_x0000_s131183" name="Equation" r:id="rId29" imgW="114376" imgH="114198" progId="Equation.3">
                  <p:embed/>
                </p:oleObj>
              </mc:Choice>
              <mc:Fallback>
                <p:oleObj name="Equation" r:id="rId29" imgW="114376" imgH="114198" progId="Equation.3">
                  <p:embed/>
                  <p:pic>
                    <p:nvPicPr>
                      <p:cNvPr id="339999" name="Object 12">
                        <a:extLst>
                          <a:ext uri="{FF2B5EF4-FFF2-40B4-BE49-F238E27FC236}">
                            <a16:creationId xmlns:a16="http://schemas.microsoft.com/office/drawing/2014/main" id="{F08637C8-F195-4E9B-9008-EE9533136283}"/>
                          </a:ext>
                        </a:extLst>
                      </p:cNvPr>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8172450" y="3054350"/>
                        <a:ext cx="139700" cy="16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00"/>
                            </a:solidFill>
                            <a:miter lim="800000"/>
                            <a:headEnd/>
                            <a:tailEnd/>
                          </a14:hiddenLine>
                        </a:ext>
                      </a:extLst>
                    </p:spPr>
                  </p:pic>
                </p:oleObj>
              </mc:Fallback>
            </mc:AlternateContent>
          </a:graphicData>
        </a:graphic>
      </p:graphicFrame>
      <p:sp>
        <p:nvSpPr>
          <p:cNvPr id="340000" name="Rectangle 32">
            <a:extLst>
              <a:ext uri="{FF2B5EF4-FFF2-40B4-BE49-F238E27FC236}">
                <a16:creationId xmlns:a16="http://schemas.microsoft.com/office/drawing/2014/main" id="{B9E277AC-A237-460A-A265-D6B1BFBF4079}"/>
              </a:ext>
            </a:extLst>
          </p:cNvPr>
          <p:cNvSpPr>
            <a:spLocks noChangeArrowheads="1"/>
          </p:cNvSpPr>
          <p:nvPr/>
        </p:nvSpPr>
        <p:spPr bwMode="auto">
          <a:xfrm>
            <a:off x="735013" y="4843463"/>
            <a:ext cx="539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rgbClr val="FFFFFF"/>
                </a:solidFill>
                <a:ea typeface="仿宋_GB2312" pitchFamily="49" charset="-122"/>
              </a:rPr>
              <a:t>(2)</a:t>
            </a:r>
          </a:p>
        </p:txBody>
      </p:sp>
      <p:graphicFrame>
        <p:nvGraphicFramePr>
          <p:cNvPr id="340001" name="Object 13">
            <a:extLst>
              <a:ext uri="{FF2B5EF4-FFF2-40B4-BE49-F238E27FC236}">
                <a16:creationId xmlns:a16="http://schemas.microsoft.com/office/drawing/2014/main" id="{86829931-9326-4F88-98A7-9E0ADACC5C12}"/>
              </a:ext>
            </a:extLst>
          </p:cNvPr>
          <p:cNvGraphicFramePr>
            <a:graphicFrameLocks noChangeAspect="1"/>
          </p:cNvGraphicFramePr>
          <p:nvPr/>
        </p:nvGraphicFramePr>
        <p:xfrm>
          <a:off x="6097588" y="2047875"/>
          <a:ext cx="139700" cy="169863"/>
        </p:xfrm>
        <a:graphic>
          <a:graphicData uri="http://schemas.openxmlformats.org/presentationml/2006/ole">
            <mc:AlternateContent xmlns:mc="http://schemas.openxmlformats.org/markup-compatibility/2006">
              <mc:Choice xmlns:v="urn:schemas-microsoft-com:vml" Requires="v">
                <p:oleObj spid="_x0000_s131184" name="Equation" r:id="rId31" imgW="114376" imgH="114198" progId="Equation.3">
                  <p:embed/>
                </p:oleObj>
              </mc:Choice>
              <mc:Fallback>
                <p:oleObj name="Equation" r:id="rId31" imgW="114376" imgH="114198" progId="Equation.3">
                  <p:embed/>
                  <p:pic>
                    <p:nvPicPr>
                      <p:cNvPr id="340001" name="Object 13">
                        <a:extLst>
                          <a:ext uri="{FF2B5EF4-FFF2-40B4-BE49-F238E27FC236}">
                            <a16:creationId xmlns:a16="http://schemas.microsoft.com/office/drawing/2014/main" id="{86829931-9326-4F88-98A7-9E0ADACC5C12}"/>
                          </a:ext>
                        </a:extLst>
                      </p:cNvPr>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6097588" y="2047875"/>
                        <a:ext cx="139700" cy="16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00"/>
                            </a:solidFill>
                            <a:miter lim="800000"/>
                            <a:headEnd/>
                            <a:tailEnd/>
                          </a14:hiddenLine>
                        </a:ext>
                      </a:extLst>
                    </p:spPr>
                  </p:pic>
                </p:oleObj>
              </mc:Fallback>
            </mc:AlternateContent>
          </a:graphicData>
        </a:graphic>
      </p:graphicFrame>
      <p:graphicFrame>
        <p:nvGraphicFramePr>
          <p:cNvPr id="340002" name="Object 14">
            <a:extLst>
              <a:ext uri="{FF2B5EF4-FFF2-40B4-BE49-F238E27FC236}">
                <a16:creationId xmlns:a16="http://schemas.microsoft.com/office/drawing/2014/main" id="{A7510534-57C4-4160-B365-FE8DEB74D2C1}"/>
              </a:ext>
            </a:extLst>
          </p:cNvPr>
          <p:cNvGraphicFramePr>
            <a:graphicFrameLocks noChangeAspect="1"/>
          </p:cNvGraphicFramePr>
          <p:nvPr/>
        </p:nvGraphicFramePr>
        <p:xfrm>
          <a:off x="6084888" y="3055938"/>
          <a:ext cx="139700" cy="169862"/>
        </p:xfrm>
        <a:graphic>
          <a:graphicData uri="http://schemas.openxmlformats.org/presentationml/2006/ole">
            <mc:AlternateContent xmlns:mc="http://schemas.openxmlformats.org/markup-compatibility/2006">
              <mc:Choice xmlns:v="urn:schemas-microsoft-com:vml" Requires="v">
                <p:oleObj spid="_x0000_s131185" name="Equation" r:id="rId33" imgW="114376" imgH="114198" progId="Equation.3">
                  <p:embed/>
                </p:oleObj>
              </mc:Choice>
              <mc:Fallback>
                <p:oleObj name="Equation" r:id="rId33" imgW="114376" imgH="114198" progId="Equation.3">
                  <p:embed/>
                  <p:pic>
                    <p:nvPicPr>
                      <p:cNvPr id="340002" name="Object 14">
                        <a:extLst>
                          <a:ext uri="{FF2B5EF4-FFF2-40B4-BE49-F238E27FC236}">
                            <a16:creationId xmlns:a16="http://schemas.microsoft.com/office/drawing/2014/main" id="{A7510534-57C4-4160-B365-FE8DEB74D2C1}"/>
                          </a:ext>
                        </a:extLst>
                      </p:cNvPr>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6084888" y="3055938"/>
                        <a:ext cx="139700" cy="169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00"/>
                            </a:solidFill>
                            <a:miter lim="800000"/>
                            <a:headEnd/>
                            <a:tailEnd/>
                          </a14:hiddenLine>
                        </a:ext>
                      </a:extLst>
                    </p:spPr>
                  </p:pic>
                </p:oleObj>
              </mc:Fallback>
            </mc:AlternateContent>
          </a:graphicData>
        </a:graphic>
      </p:graphicFrame>
      <p:sp>
        <p:nvSpPr>
          <p:cNvPr id="18462" name="灯片编号占位符 1">
            <a:extLst>
              <a:ext uri="{FF2B5EF4-FFF2-40B4-BE49-F238E27FC236}">
                <a16:creationId xmlns:a16="http://schemas.microsoft.com/office/drawing/2014/main" id="{305D73C0-CEA6-4F73-9FAD-4E6E780FB338}"/>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E71E8F02-ACF8-427E-B3F8-AC35E96EC055}" type="slidenum">
              <a:rPr lang="en-US" altLang="zh-CN" b="0">
                <a:solidFill>
                  <a:srgbClr val="FF00FF"/>
                </a:solidFill>
              </a:rPr>
              <a:pPr eaLnBrk="1" hangingPunct="1"/>
              <a:t>25</a:t>
            </a:fld>
            <a:r>
              <a:rPr lang="en-US" altLang="zh-CN" b="0">
                <a:solidFill>
                  <a:srgbClr val="FF00FF"/>
                </a:solidFill>
              </a:rPr>
              <a:t>/24</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339997"/>
                                        </p:tgtEl>
                                        <p:attrNameLst>
                                          <p:attrName>style.visibility</p:attrName>
                                        </p:attrNameLst>
                                      </p:cBhvr>
                                      <p:to>
                                        <p:strVal val="visible"/>
                                      </p:to>
                                    </p:set>
                                    <p:animEffect transition="in" filter="blinds(horizontal)">
                                      <p:cBhvr>
                                        <p:cTn id="7" dur="500"/>
                                        <p:tgtEl>
                                          <p:spTgt spid="339997"/>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339974"/>
                                        </p:tgtEl>
                                        <p:attrNameLst>
                                          <p:attrName>style.visibility</p:attrName>
                                        </p:attrNameLst>
                                      </p:cBhvr>
                                      <p:to>
                                        <p:strVal val="visible"/>
                                      </p:to>
                                    </p:set>
                                    <p:animEffect transition="in" filter="blinds(horizontal)">
                                      <p:cBhvr>
                                        <p:cTn id="10" dur="500"/>
                                        <p:tgtEl>
                                          <p:spTgt spid="339974"/>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339995"/>
                                        </p:tgtEl>
                                        <p:attrNameLst>
                                          <p:attrName>style.visibility</p:attrName>
                                        </p:attrNameLst>
                                      </p:cBhvr>
                                      <p:to>
                                        <p:strVal val="visible"/>
                                      </p:to>
                                    </p:set>
                                    <p:animEffect transition="in" filter="blinds(horizontal)">
                                      <p:cBhvr>
                                        <p:cTn id="13" dur="500"/>
                                        <p:tgtEl>
                                          <p:spTgt spid="339995"/>
                                        </p:tgtEl>
                                      </p:cBhvr>
                                    </p:animEffect>
                                  </p:childTnLst>
                                </p:cTn>
                              </p:par>
                              <p:par>
                                <p:cTn id="14" presetID="3" presetClass="entr" presetSubtype="10" fill="hold" nodeType="withEffect">
                                  <p:stCondLst>
                                    <p:cond delay="0"/>
                                  </p:stCondLst>
                                  <p:childTnLst>
                                    <p:set>
                                      <p:cBhvr>
                                        <p:cTn id="15" dur="1" fill="hold">
                                          <p:stCondLst>
                                            <p:cond delay="0"/>
                                          </p:stCondLst>
                                        </p:cTn>
                                        <p:tgtEl>
                                          <p:spTgt spid="339981"/>
                                        </p:tgtEl>
                                        <p:attrNameLst>
                                          <p:attrName>style.visibility</p:attrName>
                                        </p:attrNameLst>
                                      </p:cBhvr>
                                      <p:to>
                                        <p:strVal val="visible"/>
                                      </p:to>
                                    </p:set>
                                    <p:animEffect transition="in" filter="blinds(horizontal)">
                                      <p:cBhvr>
                                        <p:cTn id="16" dur="500"/>
                                        <p:tgtEl>
                                          <p:spTgt spid="339981"/>
                                        </p:tgtEl>
                                      </p:cBhvr>
                                    </p:animEffect>
                                  </p:childTnLst>
                                </p:cTn>
                              </p:par>
                              <p:par>
                                <p:cTn id="17" presetID="3" presetClass="entr" presetSubtype="10" fill="hold" nodeType="withEffect">
                                  <p:stCondLst>
                                    <p:cond delay="0"/>
                                  </p:stCondLst>
                                  <p:childTnLst>
                                    <p:set>
                                      <p:cBhvr>
                                        <p:cTn id="18" dur="1" fill="hold">
                                          <p:stCondLst>
                                            <p:cond delay="0"/>
                                          </p:stCondLst>
                                        </p:cTn>
                                        <p:tgtEl>
                                          <p:spTgt spid="340001"/>
                                        </p:tgtEl>
                                        <p:attrNameLst>
                                          <p:attrName>style.visibility</p:attrName>
                                        </p:attrNameLst>
                                      </p:cBhvr>
                                      <p:to>
                                        <p:strVal val="visible"/>
                                      </p:to>
                                    </p:set>
                                    <p:animEffect transition="in" filter="blinds(horizontal)">
                                      <p:cBhvr>
                                        <p:cTn id="19" dur="500"/>
                                        <p:tgtEl>
                                          <p:spTgt spid="340001"/>
                                        </p:tgtEl>
                                      </p:cBhvr>
                                    </p:animEffect>
                                  </p:childTnLst>
                                </p:cTn>
                              </p:par>
                              <p:par>
                                <p:cTn id="20" presetID="3" presetClass="entr" presetSubtype="10" fill="hold" nodeType="withEffect">
                                  <p:stCondLst>
                                    <p:cond delay="0"/>
                                  </p:stCondLst>
                                  <p:childTnLst>
                                    <p:set>
                                      <p:cBhvr>
                                        <p:cTn id="21" dur="1" fill="hold">
                                          <p:stCondLst>
                                            <p:cond delay="0"/>
                                          </p:stCondLst>
                                        </p:cTn>
                                        <p:tgtEl>
                                          <p:spTgt spid="340002"/>
                                        </p:tgtEl>
                                        <p:attrNameLst>
                                          <p:attrName>style.visibility</p:attrName>
                                        </p:attrNameLst>
                                      </p:cBhvr>
                                      <p:to>
                                        <p:strVal val="visible"/>
                                      </p:to>
                                    </p:set>
                                    <p:animEffect transition="in" filter="blinds(horizontal)">
                                      <p:cBhvr>
                                        <p:cTn id="22" dur="500"/>
                                        <p:tgtEl>
                                          <p:spTgt spid="340002"/>
                                        </p:tgtEl>
                                      </p:cBhvr>
                                    </p:animEffect>
                                  </p:childTnLst>
                                </p:cTn>
                              </p:par>
                              <p:par>
                                <p:cTn id="23" presetID="3" presetClass="entr" presetSubtype="10" fill="hold" nodeType="withEffect">
                                  <p:stCondLst>
                                    <p:cond delay="0"/>
                                  </p:stCondLst>
                                  <p:childTnLst>
                                    <p:set>
                                      <p:cBhvr>
                                        <p:cTn id="24" dur="1" fill="hold">
                                          <p:stCondLst>
                                            <p:cond delay="0"/>
                                          </p:stCondLst>
                                        </p:cTn>
                                        <p:tgtEl>
                                          <p:spTgt spid="339982"/>
                                        </p:tgtEl>
                                        <p:attrNameLst>
                                          <p:attrName>style.visibility</p:attrName>
                                        </p:attrNameLst>
                                      </p:cBhvr>
                                      <p:to>
                                        <p:strVal val="visible"/>
                                      </p:to>
                                    </p:set>
                                    <p:animEffect transition="in" filter="blinds(horizontal)">
                                      <p:cBhvr>
                                        <p:cTn id="25" dur="500"/>
                                        <p:tgtEl>
                                          <p:spTgt spid="339982"/>
                                        </p:tgtEl>
                                      </p:cBhvr>
                                    </p:animEffect>
                                  </p:childTnLst>
                                </p:cTn>
                              </p:par>
                              <p:par>
                                <p:cTn id="26" presetID="3" presetClass="entr" presetSubtype="10" fill="hold" nodeType="withEffect">
                                  <p:stCondLst>
                                    <p:cond delay="0"/>
                                  </p:stCondLst>
                                  <p:childTnLst>
                                    <p:set>
                                      <p:cBhvr>
                                        <p:cTn id="27" dur="1" fill="hold">
                                          <p:stCondLst>
                                            <p:cond delay="0"/>
                                          </p:stCondLst>
                                        </p:cTn>
                                        <p:tgtEl>
                                          <p:spTgt spid="339984"/>
                                        </p:tgtEl>
                                        <p:attrNameLst>
                                          <p:attrName>style.visibility</p:attrName>
                                        </p:attrNameLst>
                                      </p:cBhvr>
                                      <p:to>
                                        <p:strVal val="visible"/>
                                      </p:to>
                                    </p:set>
                                    <p:animEffect transition="in" filter="blinds(horizontal)">
                                      <p:cBhvr>
                                        <p:cTn id="28" dur="500"/>
                                        <p:tgtEl>
                                          <p:spTgt spid="339984"/>
                                        </p:tgtEl>
                                      </p:cBhvr>
                                    </p:animEffect>
                                  </p:childTnLst>
                                </p:cTn>
                              </p:par>
                              <p:par>
                                <p:cTn id="29" presetID="3" presetClass="entr" presetSubtype="10" fill="hold" nodeType="with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blinds(horizontal)">
                                      <p:cBhvr>
                                        <p:cTn id="31" dur="500"/>
                                        <p:tgtEl>
                                          <p:spTgt spid="2"/>
                                        </p:tgtEl>
                                      </p:cBhvr>
                                    </p:animEffect>
                                  </p:childTnLst>
                                </p:cTn>
                              </p:par>
                              <p:par>
                                <p:cTn id="32" presetID="3" presetClass="entr" presetSubtype="10" fill="hold" nodeType="withEffect">
                                  <p:stCondLst>
                                    <p:cond delay="0"/>
                                  </p:stCondLst>
                                  <p:childTnLst>
                                    <p:set>
                                      <p:cBhvr>
                                        <p:cTn id="33" dur="1" fill="hold">
                                          <p:stCondLst>
                                            <p:cond delay="0"/>
                                          </p:stCondLst>
                                        </p:cTn>
                                        <p:tgtEl>
                                          <p:spTgt spid="339999"/>
                                        </p:tgtEl>
                                        <p:attrNameLst>
                                          <p:attrName>style.visibility</p:attrName>
                                        </p:attrNameLst>
                                      </p:cBhvr>
                                      <p:to>
                                        <p:strVal val="visible"/>
                                      </p:to>
                                    </p:set>
                                    <p:animEffect transition="in" filter="blinds(horizontal)">
                                      <p:cBhvr>
                                        <p:cTn id="34" dur="500"/>
                                        <p:tgtEl>
                                          <p:spTgt spid="339999"/>
                                        </p:tgtEl>
                                      </p:cBhvr>
                                    </p:animEffect>
                                  </p:childTnLst>
                                </p:cTn>
                              </p:par>
                              <p:par>
                                <p:cTn id="35" presetID="3" presetClass="entr" presetSubtype="10" fill="hold" nodeType="withEffect">
                                  <p:stCondLst>
                                    <p:cond delay="0"/>
                                  </p:stCondLst>
                                  <p:childTnLst>
                                    <p:set>
                                      <p:cBhvr>
                                        <p:cTn id="36" dur="1" fill="hold">
                                          <p:stCondLst>
                                            <p:cond delay="0"/>
                                          </p:stCondLst>
                                        </p:cTn>
                                        <p:tgtEl>
                                          <p:spTgt spid="339975"/>
                                        </p:tgtEl>
                                        <p:attrNameLst>
                                          <p:attrName>style.visibility</p:attrName>
                                        </p:attrNameLst>
                                      </p:cBhvr>
                                      <p:to>
                                        <p:strVal val="visible"/>
                                      </p:to>
                                    </p:set>
                                    <p:animEffect transition="in" filter="blinds(horizontal)">
                                      <p:cBhvr>
                                        <p:cTn id="37" dur="500"/>
                                        <p:tgtEl>
                                          <p:spTgt spid="339975"/>
                                        </p:tgtEl>
                                      </p:cBhvr>
                                    </p:animEffect>
                                  </p:childTnLst>
                                </p:cTn>
                              </p:par>
                              <p:par>
                                <p:cTn id="38" presetID="3" presetClass="entr" presetSubtype="10" fill="hold" nodeType="withEffect">
                                  <p:stCondLst>
                                    <p:cond delay="0"/>
                                  </p:stCondLst>
                                  <p:childTnLst>
                                    <p:set>
                                      <p:cBhvr>
                                        <p:cTn id="39" dur="1" fill="hold">
                                          <p:stCondLst>
                                            <p:cond delay="0"/>
                                          </p:stCondLst>
                                        </p:cTn>
                                        <p:tgtEl>
                                          <p:spTgt spid="339976"/>
                                        </p:tgtEl>
                                        <p:attrNameLst>
                                          <p:attrName>style.visibility</p:attrName>
                                        </p:attrNameLst>
                                      </p:cBhvr>
                                      <p:to>
                                        <p:strVal val="visible"/>
                                      </p:to>
                                    </p:set>
                                    <p:animEffect transition="in" filter="blinds(horizontal)">
                                      <p:cBhvr>
                                        <p:cTn id="40" dur="500"/>
                                        <p:tgtEl>
                                          <p:spTgt spid="339976"/>
                                        </p:tgtEl>
                                      </p:cBhvr>
                                    </p:animEffect>
                                  </p:childTnLst>
                                </p:cTn>
                              </p:par>
                              <p:par>
                                <p:cTn id="41" presetID="3" presetClass="entr" presetSubtype="10" fill="hold" nodeType="withEffect">
                                  <p:stCondLst>
                                    <p:cond delay="0"/>
                                  </p:stCondLst>
                                  <p:childTnLst>
                                    <p:set>
                                      <p:cBhvr>
                                        <p:cTn id="42" dur="1" fill="hold">
                                          <p:stCondLst>
                                            <p:cond delay="0"/>
                                          </p:stCondLst>
                                        </p:cTn>
                                        <p:tgtEl>
                                          <p:spTgt spid="339977"/>
                                        </p:tgtEl>
                                        <p:attrNameLst>
                                          <p:attrName>style.visibility</p:attrName>
                                        </p:attrNameLst>
                                      </p:cBhvr>
                                      <p:to>
                                        <p:strVal val="visible"/>
                                      </p:to>
                                    </p:set>
                                    <p:animEffect transition="in" filter="blinds(horizontal)">
                                      <p:cBhvr>
                                        <p:cTn id="43" dur="500"/>
                                        <p:tgtEl>
                                          <p:spTgt spid="339977"/>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3" presetClass="entr" presetSubtype="10" fill="hold" grpId="0" nodeType="clickEffect">
                                  <p:stCondLst>
                                    <p:cond delay="0"/>
                                  </p:stCondLst>
                                  <p:childTnLst>
                                    <p:set>
                                      <p:cBhvr>
                                        <p:cTn id="47" dur="1" fill="hold">
                                          <p:stCondLst>
                                            <p:cond delay="0"/>
                                          </p:stCondLst>
                                        </p:cTn>
                                        <p:tgtEl>
                                          <p:spTgt spid="339998"/>
                                        </p:tgtEl>
                                        <p:attrNameLst>
                                          <p:attrName>style.visibility</p:attrName>
                                        </p:attrNameLst>
                                      </p:cBhvr>
                                      <p:to>
                                        <p:strVal val="visible"/>
                                      </p:to>
                                    </p:set>
                                    <p:animEffect transition="in" filter="blinds(horizontal)">
                                      <p:cBhvr>
                                        <p:cTn id="48" dur="500"/>
                                        <p:tgtEl>
                                          <p:spTgt spid="339998"/>
                                        </p:tgtEl>
                                      </p:cBhvr>
                                    </p:animEffect>
                                  </p:childTnLst>
                                </p:cTn>
                              </p:par>
                              <p:par>
                                <p:cTn id="49" presetID="3" presetClass="entr" presetSubtype="10" fill="hold" grpId="0" nodeType="withEffect">
                                  <p:stCondLst>
                                    <p:cond delay="0"/>
                                  </p:stCondLst>
                                  <p:childTnLst>
                                    <p:set>
                                      <p:cBhvr>
                                        <p:cTn id="50" dur="1" fill="hold">
                                          <p:stCondLst>
                                            <p:cond delay="0"/>
                                          </p:stCondLst>
                                        </p:cTn>
                                        <p:tgtEl>
                                          <p:spTgt spid="339978"/>
                                        </p:tgtEl>
                                        <p:attrNameLst>
                                          <p:attrName>style.visibility</p:attrName>
                                        </p:attrNameLst>
                                      </p:cBhvr>
                                      <p:to>
                                        <p:strVal val="visible"/>
                                      </p:to>
                                    </p:set>
                                    <p:animEffect transition="in" filter="blinds(horizontal)">
                                      <p:cBhvr>
                                        <p:cTn id="51" dur="500"/>
                                        <p:tgtEl>
                                          <p:spTgt spid="339978"/>
                                        </p:tgtEl>
                                      </p:cBhvr>
                                    </p:animEffect>
                                  </p:childTnLst>
                                </p:cTn>
                              </p:par>
                              <p:par>
                                <p:cTn id="52" presetID="3" presetClass="entr" presetSubtype="10" fill="hold" grpId="0" nodeType="withEffect">
                                  <p:stCondLst>
                                    <p:cond delay="0"/>
                                  </p:stCondLst>
                                  <p:childTnLst>
                                    <p:set>
                                      <p:cBhvr>
                                        <p:cTn id="53" dur="1" fill="hold">
                                          <p:stCondLst>
                                            <p:cond delay="0"/>
                                          </p:stCondLst>
                                        </p:cTn>
                                        <p:tgtEl>
                                          <p:spTgt spid="339983"/>
                                        </p:tgtEl>
                                        <p:attrNameLst>
                                          <p:attrName>style.visibility</p:attrName>
                                        </p:attrNameLst>
                                      </p:cBhvr>
                                      <p:to>
                                        <p:strVal val="visible"/>
                                      </p:to>
                                    </p:set>
                                    <p:animEffect transition="in" filter="blinds(horizontal)">
                                      <p:cBhvr>
                                        <p:cTn id="54" dur="500"/>
                                        <p:tgtEl>
                                          <p:spTgt spid="339983"/>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339996"/>
                                        </p:tgtEl>
                                        <p:attrNameLst>
                                          <p:attrName>style.visibility</p:attrName>
                                        </p:attrNameLst>
                                      </p:cBhvr>
                                      <p:to>
                                        <p:strVal val="visible"/>
                                      </p:to>
                                    </p:set>
                                    <p:animEffect transition="in" filter="wipe(left)">
                                      <p:cBhvr>
                                        <p:cTn id="59" dur="500"/>
                                        <p:tgtEl>
                                          <p:spTgt spid="339996"/>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339979"/>
                                        </p:tgtEl>
                                        <p:attrNameLst>
                                          <p:attrName>style.visibility</p:attrName>
                                        </p:attrNameLst>
                                      </p:cBhvr>
                                      <p:to>
                                        <p:strVal val="visible"/>
                                      </p:to>
                                    </p:set>
                                    <p:animEffect transition="in" filter="wipe(left)">
                                      <p:cBhvr>
                                        <p:cTn id="64" dur="500"/>
                                        <p:tgtEl>
                                          <p:spTgt spid="339979"/>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8" fill="hold" nodeType="clickEffect">
                                  <p:stCondLst>
                                    <p:cond delay="0"/>
                                  </p:stCondLst>
                                  <p:childTnLst>
                                    <p:set>
                                      <p:cBhvr>
                                        <p:cTn id="68" dur="1" fill="hold">
                                          <p:stCondLst>
                                            <p:cond delay="0"/>
                                          </p:stCondLst>
                                        </p:cTn>
                                        <p:tgtEl>
                                          <p:spTgt spid="339973"/>
                                        </p:tgtEl>
                                        <p:attrNameLst>
                                          <p:attrName>style.visibility</p:attrName>
                                        </p:attrNameLst>
                                      </p:cBhvr>
                                      <p:to>
                                        <p:strVal val="visible"/>
                                      </p:to>
                                    </p:set>
                                    <p:animEffect transition="in" filter="wipe(left)">
                                      <p:cBhvr>
                                        <p:cTn id="69" dur="500"/>
                                        <p:tgtEl>
                                          <p:spTgt spid="339973"/>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22" presetClass="entr" presetSubtype="8" fill="hold" grpId="0" nodeType="clickEffect">
                                  <p:stCondLst>
                                    <p:cond delay="0"/>
                                  </p:stCondLst>
                                  <p:childTnLst>
                                    <p:set>
                                      <p:cBhvr>
                                        <p:cTn id="73" dur="1" fill="hold">
                                          <p:stCondLst>
                                            <p:cond delay="0"/>
                                          </p:stCondLst>
                                        </p:cTn>
                                        <p:tgtEl>
                                          <p:spTgt spid="339972"/>
                                        </p:tgtEl>
                                        <p:attrNameLst>
                                          <p:attrName>style.visibility</p:attrName>
                                        </p:attrNameLst>
                                      </p:cBhvr>
                                      <p:to>
                                        <p:strVal val="visible"/>
                                      </p:to>
                                    </p:set>
                                    <p:animEffect transition="in" filter="wipe(left)">
                                      <p:cBhvr>
                                        <p:cTn id="74" dur="500"/>
                                        <p:tgtEl>
                                          <p:spTgt spid="339972"/>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22" presetClass="entr" presetSubtype="8" fill="hold" nodeType="clickEffect">
                                  <p:stCondLst>
                                    <p:cond delay="0"/>
                                  </p:stCondLst>
                                  <p:childTnLst>
                                    <p:set>
                                      <p:cBhvr>
                                        <p:cTn id="78" dur="1" fill="hold">
                                          <p:stCondLst>
                                            <p:cond delay="0"/>
                                          </p:stCondLst>
                                        </p:cTn>
                                        <p:tgtEl>
                                          <p:spTgt spid="339991"/>
                                        </p:tgtEl>
                                        <p:attrNameLst>
                                          <p:attrName>style.visibility</p:attrName>
                                        </p:attrNameLst>
                                      </p:cBhvr>
                                      <p:to>
                                        <p:strVal val="visible"/>
                                      </p:to>
                                    </p:set>
                                    <p:animEffect transition="in" filter="wipe(left)">
                                      <p:cBhvr>
                                        <p:cTn id="79" dur="500"/>
                                        <p:tgtEl>
                                          <p:spTgt spid="339991"/>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22" presetClass="entr" presetSubtype="8" fill="hold" grpId="0" nodeType="clickEffect">
                                  <p:stCondLst>
                                    <p:cond delay="0"/>
                                  </p:stCondLst>
                                  <p:childTnLst>
                                    <p:set>
                                      <p:cBhvr>
                                        <p:cTn id="83" dur="1" fill="hold">
                                          <p:stCondLst>
                                            <p:cond delay="0"/>
                                          </p:stCondLst>
                                        </p:cTn>
                                        <p:tgtEl>
                                          <p:spTgt spid="339980"/>
                                        </p:tgtEl>
                                        <p:attrNameLst>
                                          <p:attrName>style.visibility</p:attrName>
                                        </p:attrNameLst>
                                      </p:cBhvr>
                                      <p:to>
                                        <p:strVal val="visible"/>
                                      </p:to>
                                    </p:set>
                                    <p:animEffect transition="in" filter="wipe(left)">
                                      <p:cBhvr>
                                        <p:cTn id="84" dur="500"/>
                                        <p:tgtEl>
                                          <p:spTgt spid="339980"/>
                                        </p:tgtEl>
                                      </p:cBhvr>
                                    </p:animEffect>
                                  </p:childTnLst>
                                </p:cTn>
                              </p:par>
                            </p:childTnLst>
                          </p:cTn>
                        </p:par>
                        <p:par>
                          <p:cTn id="85" fill="hold" nodeType="afterGroup">
                            <p:stCondLst>
                              <p:cond delay="500"/>
                            </p:stCondLst>
                            <p:childTnLst>
                              <p:par>
                                <p:cTn id="86" presetID="22" presetClass="entr" presetSubtype="8" fill="hold" nodeType="afterEffect">
                                  <p:stCondLst>
                                    <p:cond delay="0"/>
                                  </p:stCondLst>
                                  <p:childTnLst>
                                    <p:set>
                                      <p:cBhvr>
                                        <p:cTn id="87" dur="1" fill="hold">
                                          <p:stCondLst>
                                            <p:cond delay="0"/>
                                          </p:stCondLst>
                                        </p:cTn>
                                        <p:tgtEl>
                                          <p:spTgt spid="339970"/>
                                        </p:tgtEl>
                                        <p:attrNameLst>
                                          <p:attrName>style.visibility</p:attrName>
                                        </p:attrNameLst>
                                      </p:cBhvr>
                                      <p:to>
                                        <p:strVal val="visible"/>
                                      </p:to>
                                    </p:set>
                                    <p:animEffect transition="in" filter="wipe(left)">
                                      <p:cBhvr>
                                        <p:cTn id="88" dur="500"/>
                                        <p:tgtEl>
                                          <p:spTgt spid="339970"/>
                                        </p:tgtEl>
                                      </p:cBhvr>
                                    </p:animEffect>
                                  </p:childTnLst>
                                </p:cTn>
                              </p:par>
                            </p:childTnLst>
                          </p:cTn>
                        </p:par>
                      </p:childTnLst>
                    </p:cTn>
                  </p:par>
                  <p:par>
                    <p:cTn id="89" fill="hold" nodeType="clickPar">
                      <p:stCondLst>
                        <p:cond delay="indefinite"/>
                      </p:stCondLst>
                      <p:childTnLst>
                        <p:par>
                          <p:cTn id="90" fill="hold" nodeType="withGroup">
                            <p:stCondLst>
                              <p:cond delay="0"/>
                            </p:stCondLst>
                            <p:childTnLst>
                              <p:par>
                                <p:cTn id="91" presetID="22" presetClass="entr" presetSubtype="8" fill="hold" grpId="0" nodeType="clickEffect">
                                  <p:stCondLst>
                                    <p:cond delay="0"/>
                                  </p:stCondLst>
                                  <p:childTnLst>
                                    <p:set>
                                      <p:cBhvr>
                                        <p:cTn id="92" dur="1" fill="hold">
                                          <p:stCondLst>
                                            <p:cond delay="0"/>
                                          </p:stCondLst>
                                        </p:cTn>
                                        <p:tgtEl>
                                          <p:spTgt spid="340000"/>
                                        </p:tgtEl>
                                        <p:attrNameLst>
                                          <p:attrName>style.visibility</p:attrName>
                                        </p:attrNameLst>
                                      </p:cBhvr>
                                      <p:to>
                                        <p:strVal val="visible"/>
                                      </p:to>
                                    </p:set>
                                    <p:animEffect transition="in" filter="wipe(left)">
                                      <p:cBhvr>
                                        <p:cTn id="93" dur="500"/>
                                        <p:tgtEl>
                                          <p:spTgt spid="340000"/>
                                        </p:tgtEl>
                                      </p:cBhvr>
                                    </p:animEffect>
                                  </p:childTnLst>
                                </p:cTn>
                              </p:par>
                            </p:childTnLst>
                          </p:cTn>
                        </p:par>
                        <p:par>
                          <p:cTn id="94" fill="hold" nodeType="afterGroup">
                            <p:stCondLst>
                              <p:cond delay="500"/>
                            </p:stCondLst>
                            <p:childTnLst>
                              <p:par>
                                <p:cTn id="95" presetID="22" presetClass="entr" presetSubtype="8" fill="hold" grpId="0" nodeType="afterEffect">
                                  <p:stCondLst>
                                    <p:cond delay="0"/>
                                  </p:stCondLst>
                                  <p:childTnLst>
                                    <p:set>
                                      <p:cBhvr>
                                        <p:cTn id="96" dur="1" fill="hold">
                                          <p:stCondLst>
                                            <p:cond delay="0"/>
                                          </p:stCondLst>
                                        </p:cTn>
                                        <p:tgtEl>
                                          <p:spTgt spid="339992"/>
                                        </p:tgtEl>
                                        <p:attrNameLst>
                                          <p:attrName>style.visibility</p:attrName>
                                        </p:attrNameLst>
                                      </p:cBhvr>
                                      <p:to>
                                        <p:strVal val="visible"/>
                                      </p:to>
                                    </p:set>
                                    <p:animEffect transition="in" filter="wipe(left)">
                                      <p:cBhvr>
                                        <p:cTn id="97" dur="500"/>
                                        <p:tgtEl>
                                          <p:spTgt spid="339992"/>
                                        </p:tgtEl>
                                      </p:cBhvr>
                                    </p:animEffect>
                                  </p:childTnLst>
                                </p:cTn>
                              </p:par>
                            </p:childTnLst>
                          </p:cTn>
                        </p:par>
                      </p:childTnLst>
                    </p:cTn>
                  </p:par>
                  <p:par>
                    <p:cTn id="98" fill="hold" nodeType="clickPar">
                      <p:stCondLst>
                        <p:cond delay="indefinite"/>
                      </p:stCondLst>
                      <p:childTnLst>
                        <p:par>
                          <p:cTn id="99" fill="hold" nodeType="withGroup">
                            <p:stCondLst>
                              <p:cond delay="0"/>
                            </p:stCondLst>
                            <p:childTnLst>
                              <p:par>
                                <p:cTn id="100" presetID="22" presetClass="entr" presetSubtype="8" fill="hold" nodeType="clickEffect">
                                  <p:stCondLst>
                                    <p:cond delay="0"/>
                                  </p:stCondLst>
                                  <p:childTnLst>
                                    <p:set>
                                      <p:cBhvr>
                                        <p:cTn id="101" dur="1" fill="hold">
                                          <p:stCondLst>
                                            <p:cond delay="0"/>
                                          </p:stCondLst>
                                        </p:cTn>
                                        <p:tgtEl>
                                          <p:spTgt spid="339993"/>
                                        </p:tgtEl>
                                        <p:attrNameLst>
                                          <p:attrName>style.visibility</p:attrName>
                                        </p:attrNameLst>
                                      </p:cBhvr>
                                      <p:to>
                                        <p:strVal val="visible"/>
                                      </p:to>
                                    </p:set>
                                    <p:animEffect transition="in" filter="wipe(left)">
                                      <p:cBhvr>
                                        <p:cTn id="102" dur="500"/>
                                        <p:tgtEl>
                                          <p:spTgt spid="339993"/>
                                        </p:tgtEl>
                                      </p:cBhvr>
                                    </p:animEffec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22" presetClass="entr" presetSubtype="8" fill="hold" grpId="0" nodeType="clickEffect">
                                  <p:stCondLst>
                                    <p:cond delay="0"/>
                                  </p:stCondLst>
                                  <p:childTnLst>
                                    <p:set>
                                      <p:cBhvr>
                                        <p:cTn id="106" dur="1" fill="hold">
                                          <p:stCondLst>
                                            <p:cond delay="0"/>
                                          </p:stCondLst>
                                        </p:cTn>
                                        <p:tgtEl>
                                          <p:spTgt spid="339994"/>
                                        </p:tgtEl>
                                        <p:attrNameLst>
                                          <p:attrName>style.visibility</p:attrName>
                                        </p:attrNameLst>
                                      </p:cBhvr>
                                      <p:to>
                                        <p:strVal val="visible"/>
                                      </p:to>
                                    </p:set>
                                    <p:animEffect transition="in" filter="wipe(left)">
                                      <p:cBhvr>
                                        <p:cTn id="107" dur="500"/>
                                        <p:tgtEl>
                                          <p:spTgt spid="339994"/>
                                        </p:tgtEl>
                                      </p:cBhvr>
                                    </p:animEffect>
                                  </p:childTnLst>
                                </p:cTn>
                              </p:par>
                            </p:childTnLst>
                          </p:cTn>
                        </p:par>
                        <p:par>
                          <p:cTn id="108" fill="hold" nodeType="afterGroup">
                            <p:stCondLst>
                              <p:cond delay="500"/>
                            </p:stCondLst>
                            <p:childTnLst>
                              <p:par>
                                <p:cTn id="109" presetID="22" presetClass="entr" presetSubtype="8" fill="hold" nodeType="afterEffect">
                                  <p:stCondLst>
                                    <p:cond delay="0"/>
                                  </p:stCondLst>
                                  <p:childTnLst>
                                    <p:set>
                                      <p:cBhvr>
                                        <p:cTn id="110" dur="1" fill="hold">
                                          <p:stCondLst>
                                            <p:cond delay="0"/>
                                          </p:stCondLst>
                                        </p:cTn>
                                        <p:tgtEl>
                                          <p:spTgt spid="339971"/>
                                        </p:tgtEl>
                                        <p:attrNameLst>
                                          <p:attrName>style.visibility</p:attrName>
                                        </p:attrNameLst>
                                      </p:cBhvr>
                                      <p:to>
                                        <p:strVal val="visible"/>
                                      </p:to>
                                    </p:set>
                                    <p:animEffect transition="in" filter="wipe(left)">
                                      <p:cBhvr>
                                        <p:cTn id="111" dur="500"/>
                                        <p:tgtEl>
                                          <p:spTgt spid="3399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9972" grpId="0"/>
      <p:bldP spid="339974" grpId="0"/>
      <p:bldP spid="339978" grpId="0"/>
      <p:bldP spid="339979" grpId="0"/>
      <p:bldP spid="339980" grpId="0"/>
      <p:bldP spid="339983" grpId="0"/>
      <p:bldP spid="339992" grpId="0"/>
      <p:bldP spid="339994" grpId="0"/>
      <p:bldP spid="339995" grpId="0"/>
      <p:bldP spid="339996" grpId="0"/>
      <p:bldP spid="339997" grpId="0"/>
      <p:bldP spid="339998" grpId="0"/>
      <p:bldP spid="340000"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Box 2">
            <a:extLst>
              <a:ext uri="{FF2B5EF4-FFF2-40B4-BE49-F238E27FC236}">
                <a16:creationId xmlns:a16="http://schemas.microsoft.com/office/drawing/2014/main" id="{7AB5AF2F-3D63-401E-8DB3-78FAA173D83A}"/>
              </a:ext>
            </a:extLst>
          </p:cNvPr>
          <p:cNvSpPr txBox="1">
            <a:spLocks noChangeArrowheads="1"/>
          </p:cNvSpPr>
          <p:nvPr/>
        </p:nvSpPr>
        <p:spPr bwMode="auto">
          <a:xfrm>
            <a:off x="1295400" y="685800"/>
            <a:ext cx="5257800"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0" lang="zh-CN" altLang="en-US" sz="3200">
                <a:solidFill>
                  <a:srgbClr val="00FFFF"/>
                </a:solidFill>
                <a:ea typeface="楷体_GB2312" pitchFamily="49" charset="-122"/>
              </a:rPr>
              <a:t>光的干涉</a:t>
            </a:r>
          </a:p>
          <a:p>
            <a:pPr eaLnBrk="1" hangingPunct="1">
              <a:spcBef>
                <a:spcPct val="50000"/>
              </a:spcBef>
            </a:pPr>
            <a:r>
              <a:rPr kumimoji="0" lang="zh-CN" altLang="en-US" sz="3200">
                <a:solidFill>
                  <a:srgbClr val="00FFFF"/>
                </a:solidFill>
                <a:ea typeface="楷体_GB2312" pitchFamily="49" charset="-122"/>
              </a:rPr>
              <a:t>丰富多彩的干涉现象</a:t>
            </a:r>
          </a:p>
        </p:txBody>
      </p:sp>
      <p:graphicFrame>
        <p:nvGraphicFramePr>
          <p:cNvPr id="19459" name="Object 2">
            <a:extLst>
              <a:ext uri="{FF2B5EF4-FFF2-40B4-BE49-F238E27FC236}">
                <a16:creationId xmlns:a16="http://schemas.microsoft.com/office/drawing/2014/main" id="{A104E715-04D1-4A8A-A9A8-E2C0136C2BDC}"/>
              </a:ext>
            </a:extLst>
          </p:cNvPr>
          <p:cNvGraphicFramePr>
            <a:graphicFrameLocks noChangeAspect="1"/>
          </p:cNvGraphicFramePr>
          <p:nvPr/>
        </p:nvGraphicFramePr>
        <p:xfrm>
          <a:off x="762000" y="2743200"/>
          <a:ext cx="3733800" cy="3054350"/>
        </p:xfrm>
        <a:graphic>
          <a:graphicData uri="http://schemas.openxmlformats.org/presentationml/2006/ole">
            <mc:AlternateContent xmlns:mc="http://schemas.openxmlformats.org/markup-compatibility/2006">
              <mc:Choice xmlns:v="urn:schemas-microsoft-com:vml" Requires="v">
                <p:oleObj spid="_x0000_s132110" name="位图图像" r:id="rId3" imgW="3352381" imgH="2742857" progId="Paint.Picture">
                  <p:embed/>
                </p:oleObj>
              </mc:Choice>
              <mc:Fallback>
                <p:oleObj name="位图图像" r:id="rId3" imgW="3352381" imgH="2742857" progId="Paint.Picture">
                  <p:embed/>
                  <p:pic>
                    <p:nvPicPr>
                      <p:cNvPr id="19459" name="Object 2">
                        <a:extLst>
                          <a:ext uri="{FF2B5EF4-FFF2-40B4-BE49-F238E27FC236}">
                            <a16:creationId xmlns:a16="http://schemas.microsoft.com/office/drawing/2014/main" id="{A104E715-04D1-4A8A-A9A8-E2C0136C2BD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0" y="2743200"/>
                        <a:ext cx="3733800" cy="3054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800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460" name="Object 3">
            <a:extLst>
              <a:ext uri="{FF2B5EF4-FFF2-40B4-BE49-F238E27FC236}">
                <a16:creationId xmlns:a16="http://schemas.microsoft.com/office/drawing/2014/main" id="{9F275FCE-8FE0-48F5-A56C-49699A4806EB}"/>
              </a:ext>
            </a:extLst>
          </p:cNvPr>
          <p:cNvGraphicFramePr>
            <a:graphicFrameLocks noChangeAspect="1"/>
          </p:cNvGraphicFramePr>
          <p:nvPr/>
        </p:nvGraphicFramePr>
        <p:xfrm>
          <a:off x="4419600" y="2743200"/>
          <a:ext cx="3733800" cy="3054350"/>
        </p:xfrm>
        <a:graphic>
          <a:graphicData uri="http://schemas.openxmlformats.org/presentationml/2006/ole">
            <mc:AlternateContent xmlns:mc="http://schemas.openxmlformats.org/markup-compatibility/2006">
              <mc:Choice xmlns:v="urn:schemas-microsoft-com:vml" Requires="v">
                <p:oleObj spid="_x0000_s132111" name="位图图像" r:id="rId5" imgW="3352381" imgH="2742857" progId="Paint.Picture">
                  <p:embed/>
                </p:oleObj>
              </mc:Choice>
              <mc:Fallback>
                <p:oleObj name="位图图像" r:id="rId5" imgW="3352381" imgH="2742857" progId="Paint.Picture">
                  <p:embed/>
                  <p:pic>
                    <p:nvPicPr>
                      <p:cNvPr id="19460" name="Object 3">
                        <a:extLst>
                          <a:ext uri="{FF2B5EF4-FFF2-40B4-BE49-F238E27FC236}">
                            <a16:creationId xmlns:a16="http://schemas.microsoft.com/office/drawing/2014/main" id="{9F275FCE-8FE0-48F5-A56C-49699A4806E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19600" y="2743200"/>
                        <a:ext cx="3733800" cy="3054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800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461" name="Text Box 5">
            <a:extLst>
              <a:ext uri="{FF2B5EF4-FFF2-40B4-BE49-F238E27FC236}">
                <a16:creationId xmlns:a16="http://schemas.microsoft.com/office/drawing/2014/main" id="{4F85AC90-60DF-41A3-B705-B0233E272C09}"/>
              </a:ext>
            </a:extLst>
          </p:cNvPr>
          <p:cNvSpPr txBox="1">
            <a:spLocks noChangeArrowheads="1"/>
          </p:cNvSpPr>
          <p:nvPr/>
        </p:nvSpPr>
        <p:spPr bwMode="auto">
          <a:xfrm>
            <a:off x="1676400" y="594360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0" lang="zh-CN" altLang="en-US">
                <a:solidFill>
                  <a:schemeClr val="bg1"/>
                </a:solidFill>
                <a:ea typeface="楷体_GB2312" pitchFamily="49" charset="-122"/>
              </a:rPr>
              <a:t>水膜在白光下</a:t>
            </a:r>
          </a:p>
        </p:txBody>
      </p:sp>
      <p:sp>
        <p:nvSpPr>
          <p:cNvPr id="19462" name="Text Box 6">
            <a:extLst>
              <a:ext uri="{FF2B5EF4-FFF2-40B4-BE49-F238E27FC236}">
                <a16:creationId xmlns:a16="http://schemas.microsoft.com/office/drawing/2014/main" id="{B955549C-50C1-4515-A3ED-9508CCDFC856}"/>
              </a:ext>
            </a:extLst>
          </p:cNvPr>
          <p:cNvSpPr txBox="1">
            <a:spLocks noChangeArrowheads="1"/>
          </p:cNvSpPr>
          <p:nvPr/>
        </p:nvSpPr>
        <p:spPr bwMode="auto">
          <a:xfrm>
            <a:off x="5257800" y="5943600"/>
            <a:ext cx="2667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0" lang="zh-CN" altLang="en-US">
                <a:solidFill>
                  <a:schemeClr val="bg1"/>
                </a:solidFill>
                <a:ea typeface="楷体_GB2312" pitchFamily="49" charset="-122"/>
              </a:rPr>
              <a:t>白光下的肥皂膜</a:t>
            </a:r>
          </a:p>
        </p:txBody>
      </p:sp>
      <p:sp>
        <p:nvSpPr>
          <p:cNvPr id="19463" name="灯片编号占位符 1">
            <a:extLst>
              <a:ext uri="{FF2B5EF4-FFF2-40B4-BE49-F238E27FC236}">
                <a16:creationId xmlns:a16="http://schemas.microsoft.com/office/drawing/2014/main" id="{76F7A7BB-7EAC-455B-A9B8-8D151AD77D8C}"/>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ECC23DB1-D739-47FE-9758-247B5A7C58AF}" type="slidenum">
              <a:rPr lang="en-US" altLang="zh-CN" b="0">
                <a:solidFill>
                  <a:srgbClr val="FF00FF"/>
                </a:solidFill>
              </a:rPr>
              <a:pPr eaLnBrk="1" hangingPunct="1"/>
              <a:t>26</a:t>
            </a:fld>
            <a:r>
              <a:rPr lang="en-US" altLang="zh-CN" b="0">
                <a:solidFill>
                  <a:srgbClr val="FF00FF"/>
                </a:solidFill>
              </a:rPr>
              <a:t>/24</a:t>
            </a: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482" name="Group 2">
            <a:extLst>
              <a:ext uri="{FF2B5EF4-FFF2-40B4-BE49-F238E27FC236}">
                <a16:creationId xmlns:a16="http://schemas.microsoft.com/office/drawing/2014/main" id="{E4C95099-B1FF-46F6-B600-77FC01C8825F}"/>
              </a:ext>
            </a:extLst>
          </p:cNvPr>
          <p:cNvGrpSpPr>
            <a:grpSpLocks/>
          </p:cNvGrpSpPr>
          <p:nvPr/>
        </p:nvGrpSpPr>
        <p:grpSpPr bwMode="auto">
          <a:xfrm>
            <a:off x="1200150" y="608013"/>
            <a:ext cx="7481888" cy="5667375"/>
            <a:chOff x="567" y="406"/>
            <a:chExt cx="4713" cy="3664"/>
          </a:xfrm>
        </p:grpSpPr>
        <p:graphicFrame>
          <p:nvGraphicFramePr>
            <p:cNvPr id="20488" name="Object 2">
              <a:extLst>
                <a:ext uri="{FF2B5EF4-FFF2-40B4-BE49-F238E27FC236}">
                  <a16:creationId xmlns:a16="http://schemas.microsoft.com/office/drawing/2014/main" id="{E9BAE7B9-5009-4ACD-AC25-80B49E695014}"/>
                </a:ext>
              </a:extLst>
            </p:cNvPr>
            <p:cNvGraphicFramePr>
              <a:graphicFrameLocks noChangeAspect="1"/>
            </p:cNvGraphicFramePr>
            <p:nvPr/>
          </p:nvGraphicFramePr>
          <p:xfrm>
            <a:off x="2928" y="406"/>
            <a:ext cx="2304" cy="1824"/>
          </p:xfrm>
          <a:graphic>
            <a:graphicData uri="http://schemas.openxmlformats.org/presentationml/2006/ole">
              <mc:AlternateContent xmlns:mc="http://schemas.openxmlformats.org/markup-compatibility/2006">
                <mc:Choice xmlns:v="urn:schemas-microsoft-com:vml" Requires="v">
                  <p:oleObj spid="_x0000_s133146" name="位图图像" r:id="rId3" imgW="3352381" imgH="2742857" progId="Paint.Picture">
                    <p:embed/>
                  </p:oleObj>
                </mc:Choice>
                <mc:Fallback>
                  <p:oleObj name="位图图像" r:id="rId3" imgW="3352381" imgH="2742857" progId="Paint.Picture">
                    <p:embed/>
                    <p:pic>
                      <p:nvPicPr>
                        <p:cNvPr id="20488" name="Object 2">
                          <a:extLst>
                            <a:ext uri="{FF2B5EF4-FFF2-40B4-BE49-F238E27FC236}">
                              <a16:creationId xmlns:a16="http://schemas.microsoft.com/office/drawing/2014/main" id="{E9BAE7B9-5009-4ACD-AC25-80B49E69501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28" y="406"/>
                          <a:ext cx="2304" cy="18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800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489" name="Object 3">
              <a:extLst>
                <a:ext uri="{FF2B5EF4-FFF2-40B4-BE49-F238E27FC236}">
                  <a16:creationId xmlns:a16="http://schemas.microsoft.com/office/drawing/2014/main" id="{530E5106-6C2C-4593-B675-6ED75F7956A6}"/>
                </a:ext>
              </a:extLst>
            </p:cNvPr>
            <p:cNvGraphicFramePr>
              <a:graphicFrameLocks noChangeAspect="1"/>
            </p:cNvGraphicFramePr>
            <p:nvPr/>
          </p:nvGraphicFramePr>
          <p:xfrm>
            <a:off x="576" y="406"/>
            <a:ext cx="2400" cy="1824"/>
          </p:xfrm>
          <a:graphic>
            <a:graphicData uri="http://schemas.openxmlformats.org/presentationml/2006/ole">
              <mc:AlternateContent xmlns:mc="http://schemas.openxmlformats.org/markup-compatibility/2006">
                <mc:Choice xmlns:v="urn:schemas-microsoft-com:vml" Requires="v">
                  <p:oleObj spid="_x0000_s133147" name="位图图像" r:id="rId5" imgW="3352381" imgH="2742857" progId="Paint.Picture">
                    <p:embed/>
                  </p:oleObj>
                </mc:Choice>
                <mc:Fallback>
                  <p:oleObj name="位图图像" r:id="rId5" imgW="3352381" imgH="2742857" progId="Paint.Picture">
                    <p:embed/>
                    <p:pic>
                      <p:nvPicPr>
                        <p:cNvPr id="20489" name="Object 3">
                          <a:extLst>
                            <a:ext uri="{FF2B5EF4-FFF2-40B4-BE49-F238E27FC236}">
                              <a16:creationId xmlns:a16="http://schemas.microsoft.com/office/drawing/2014/main" id="{530E5106-6C2C-4593-B675-6ED75F7956A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6" y="406"/>
                          <a:ext cx="2400" cy="18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800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490" name="Object 4">
              <a:extLst>
                <a:ext uri="{FF2B5EF4-FFF2-40B4-BE49-F238E27FC236}">
                  <a16:creationId xmlns:a16="http://schemas.microsoft.com/office/drawing/2014/main" id="{FFAE140B-C254-4637-A6DF-7169FEBEF63A}"/>
                </a:ext>
              </a:extLst>
            </p:cNvPr>
            <p:cNvGraphicFramePr>
              <a:graphicFrameLocks noChangeAspect="1"/>
            </p:cNvGraphicFramePr>
            <p:nvPr/>
          </p:nvGraphicFramePr>
          <p:xfrm>
            <a:off x="567" y="2304"/>
            <a:ext cx="2304" cy="1766"/>
          </p:xfrm>
          <a:graphic>
            <a:graphicData uri="http://schemas.openxmlformats.org/presentationml/2006/ole">
              <mc:AlternateContent xmlns:mc="http://schemas.openxmlformats.org/markup-compatibility/2006">
                <mc:Choice xmlns:v="urn:schemas-microsoft-com:vml" Requires="v">
                  <p:oleObj spid="_x0000_s133148" name="位图图像" r:id="rId7" imgW="4571429" imgH="3505689" progId="Paint.Picture">
                    <p:embed/>
                  </p:oleObj>
                </mc:Choice>
                <mc:Fallback>
                  <p:oleObj name="位图图像" r:id="rId7" imgW="4571429" imgH="3505689" progId="Paint.Picture">
                    <p:embed/>
                    <p:pic>
                      <p:nvPicPr>
                        <p:cNvPr id="20490" name="Object 4">
                          <a:extLst>
                            <a:ext uri="{FF2B5EF4-FFF2-40B4-BE49-F238E27FC236}">
                              <a16:creationId xmlns:a16="http://schemas.microsoft.com/office/drawing/2014/main" id="{FFAE140B-C254-4637-A6DF-7169FEBEF63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67" y="2304"/>
                          <a:ext cx="2304" cy="17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800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491" name="Object 5">
              <a:extLst>
                <a:ext uri="{FF2B5EF4-FFF2-40B4-BE49-F238E27FC236}">
                  <a16:creationId xmlns:a16="http://schemas.microsoft.com/office/drawing/2014/main" id="{33E77E5F-226C-485E-8ECF-51854DEA6BD1}"/>
                </a:ext>
              </a:extLst>
            </p:cNvPr>
            <p:cNvGraphicFramePr>
              <a:graphicFrameLocks noChangeAspect="1"/>
            </p:cNvGraphicFramePr>
            <p:nvPr/>
          </p:nvGraphicFramePr>
          <p:xfrm>
            <a:off x="2928" y="2276"/>
            <a:ext cx="2352" cy="1776"/>
          </p:xfrm>
          <a:graphic>
            <a:graphicData uri="http://schemas.openxmlformats.org/presentationml/2006/ole">
              <mc:AlternateContent xmlns:mc="http://schemas.openxmlformats.org/markup-compatibility/2006">
                <mc:Choice xmlns:v="urn:schemas-microsoft-com:vml" Requires="v">
                  <p:oleObj spid="_x0000_s133149" name="位图图像" r:id="rId9" imgW="3352381" imgH="2742857" progId="Paint.Picture">
                    <p:embed/>
                  </p:oleObj>
                </mc:Choice>
                <mc:Fallback>
                  <p:oleObj name="位图图像" r:id="rId9" imgW="3352381" imgH="2742857" progId="Paint.Picture">
                    <p:embed/>
                    <p:pic>
                      <p:nvPicPr>
                        <p:cNvPr id="20491" name="Object 5">
                          <a:extLst>
                            <a:ext uri="{FF2B5EF4-FFF2-40B4-BE49-F238E27FC236}">
                              <a16:creationId xmlns:a16="http://schemas.microsoft.com/office/drawing/2014/main" id="{33E77E5F-226C-485E-8ECF-51854DEA6BD1}"/>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928" y="2276"/>
                          <a:ext cx="2352" cy="17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800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20483" name="Text Box 9">
            <a:extLst>
              <a:ext uri="{FF2B5EF4-FFF2-40B4-BE49-F238E27FC236}">
                <a16:creationId xmlns:a16="http://schemas.microsoft.com/office/drawing/2014/main" id="{5E3D8FB0-20EE-4BED-8F69-E5F508F6E0CF}"/>
              </a:ext>
            </a:extLst>
          </p:cNvPr>
          <p:cNvSpPr txBox="1">
            <a:spLocks noChangeArrowheads="1"/>
          </p:cNvSpPr>
          <p:nvPr/>
        </p:nvSpPr>
        <p:spPr bwMode="auto">
          <a:xfrm>
            <a:off x="2433638" y="6286500"/>
            <a:ext cx="2209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0" lang="zh-CN" altLang="en-US">
                <a:solidFill>
                  <a:srgbClr val="00FFFF"/>
                </a:solidFill>
                <a:ea typeface="楷体_GB2312" pitchFamily="49" charset="-122"/>
              </a:rPr>
              <a:t>等倾条纹</a:t>
            </a:r>
          </a:p>
        </p:txBody>
      </p:sp>
      <p:sp>
        <p:nvSpPr>
          <p:cNvPr id="20484" name="Text Box 10">
            <a:extLst>
              <a:ext uri="{FF2B5EF4-FFF2-40B4-BE49-F238E27FC236}">
                <a16:creationId xmlns:a16="http://schemas.microsoft.com/office/drawing/2014/main" id="{FFD8A0A6-BFEC-4212-8262-E7E63A30D8FC}"/>
              </a:ext>
            </a:extLst>
          </p:cNvPr>
          <p:cNvSpPr txBox="1">
            <a:spLocks noChangeArrowheads="1"/>
          </p:cNvSpPr>
          <p:nvPr/>
        </p:nvSpPr>
        <p:spPr bwMode="auto">
          <a:xfrm>
            <a:off x="5357813" y="62865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0" lang="zh-CN" altLang="en-US">
                <a:solidFill>
                  <a:srgbClr val="00FFFF"/>
                </a:solidFill>
                <a:ea typeface="楷体_GB2312" pitchFamily="49" charset="-122"/>
              </a:rPr>
              <a:t>牛顿环</a:t>
            </a:r>
            <a:r>
              <a:rPr kumimoji="0" lang="en-US" altLang="zh-CN">
                <a:solidFill>
                  <a:srgbClr val="00FFFF"/>
                </a:solidFill>
                <a:latin typeface="楷体_GB2312" pitchFamily="49" charset="-122"/>
                <a:ea typeface="楷体_GB2312" pitchFamily="49" charset="-122"/>
              </a:rPr>
              <a:t>(</a:t>
            </a:r>
            <a:r>
              <a:rPr kumimoji="0" lang="zh-CN" altLang="en-US">
                <a:solidFill>
                  <a:srgbClr val="00FFFF"/>
                </a:solidFill>
                <a:ea typeface="楷体_GB2312" pitchFamily="49" charset="-122"/>
              </a:rPr>
              <a:t>等厚条纹</a:t>
            </a:r>
            <a:r>
              <a:rPr kumimoji="0" lang="en-US" altLang="zh-CN">
                <a:solidFill>
                  <a:srgbClr val="00FFFF"/>
                </a:solidFill>
                <a:latin typeface="楷体_GB2312" pitchFamily="49" charset="-122"/>
                <a:ea typeface="楷体_GB2312" pitchFamily="49" charset="-122"/>
              </a:rPr>
              <a:t>)</a:t>
            </a:r>
          </a:p>
        </p:txBody>
      </p:sp>
      <p:sp>
        <p:nvSpPr>
          <p:cNvPr id="20485" name="Text Box 11">
            <a:extLst>
              <a:ext uri="{FF2B5EF4-FFF2-40B4-BE49-F238E27FC236}">
                <a16:creationId xmlns:a16="http://schemas.microsoft.com/office/drawing/2014/main" id="{5ADFDE45-528E-462B-9861-C02CC0152275}"/>
              </a:ext>
            </a:extLst>
          </p:cNvPr>
          <p:cNvSpPr txBox="1">
            <a:spLocks noChangeArrowheads="1"/>
          </p:cNvSpPr>
          <p:nvPr/>
        </p:nvSpPr>
        <p:spPr bwMode="auto">
          <a:xfrm>
            <a:off x="2228850" y="142875"/>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0" lang="zh-CN" altLang="en-US">
                <a:solidFill>
                  <a:srgbClr val="00FFFF"/>
                </a:solidFill>
                <a:ea typeface="楷体_GB2312" pitchFamily="49" charset="-122"/>
              </a:rPr>
              <a:t>测油膜厚度</a:t>
            </a:r>
          </a:p>
        </p:txBody>
      </p:sp>
      <p:sp>
        <p:nvSpPr>
          <p:cNvPr id="20486" name="Text Box 12">
            <a:extLst>
              <a:ext uri="{FF2B5EF4-FFF2-40B4-BE49-F238E27FC236}">
                <a16:creationId xmlns:a16="http://schemas.microsoft.com/office/drawing/2014/main" id="{A7846426-053D-40D8-95E0-7809C4DE4E04}"/>
              </a:ext>
            </a:extLst>
          </p:cNvPr>
          <p:cNvSpPr txBox="1">
            <a:spLocks noChangeArrowheads="1"/>
          </p:cNvSpPr>
          <p:nvPr/>
        </p:nvSpPr>
        <p:spPr bwMode="auto">
          <a:xfrm>
            <a:off x="4953000" y="142875"/>
            <a:ext cx="3429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0" lang="zh-CN" altLang="en-US">
                <a:solidFill>
                  <a:srgbClr val="00FFFF"/>
                </a:solidFill>
                <a:ea typeface="楷体_GB2312" pitchFamily="49" charset="-122"/>
              </a:rPr>
              <a:t>平晶间空气隙干涉条纹</a:t>
            </a:r>
          </a:p>
        </p:txBody>
      </p:sp>
      <p:sp>
        <p:nvSpPr>
          <p:cNvPr id="20487" name="灯片编号占位符 1">
            <a:extLst>
              <a:ext uri="{FF2B5EF4-FFF2-40B4-BE49-F238E27FC236}">
                <a16:creationId xmlns:a16="http://schemas.microsoft.com/office/drawing/2014/main" id="{6F5ED50D-4964-4FF0-9270-C975D219F671}"/>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79AE0A83-8844-4E72-AA75-257CE9687C66}" type="slidenum">
              <a:rPr lang="en-US" altLang="zh-CN" b="0">
                <a:solidFill>
                  <a:srgbClr val="FF00FF"/>
                </a:solidFill>
              </a:rPr>
              <a:pPr eaLnBrk="1" hangingPunct="1"/>
              <a:t>27</a:t>
            </a:fld>
            <a:r>
              <a:rPr lang="en-US" altLang="zh-CN" b="0">
                <a:solidFill>
                  <a:srgbClr val="FF00FF"/>
                </a:solidFill>
              </a:rPr>
              <a:t>/24</a:t>
            </a: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BB0B1C83-3A9E-40E5-BE38-73ABF2CCF84B}"/>
              </a:ext>
            </a:extLst>
          </p:cNvPr>
          <p:cNvPicPr>
            <a:picLocks noChangeAspect="1"/>
          </p:cNvPicPr>
          <p:nvPr/>
        </p:nvPicPr>
        <p:blipFill>
          <a:blip r:embed="rId2"/>
          <a:stretch>
            <a:fillRect/>
          </a:stretch>
        </p:blipFill>
        <p:spPr>
          <a:xfrm>
            <a:off x="0" y="445639"/>
            <a:ext cx="9144000" cy="5966721"/>
          </a:xfrm>
          <a:prstGeom prst="rect">
            <a:avLst/>
          </a:prstGeom>
        </p:spPr>
      </p:pic>
    </p:spTree>
    <p:extLst>
      <p:ext uri="{BB962C8B-B14F-4D97-AF65-F5344CB8AC3E}">
        <p14:creationId xmlns:p14="http://schemas.microsoft.com/office/powerpoint/2010/main" val="328072038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ZjkxMDYxZGYxZGIxNjIyZTIxODM5NTE1YTAzNTVjNjIifQ=="/>
</p:tagLst>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5862</TotalTime>
  <Words>1486</Words>
  <Application>Microsoft Office PowerPoint</Application>
  <PresentationFormat>全屏显示(4:3)</PresentationFormat>
  <Paragraphs>271</Paragraphs>
  <Slides>28</Slides>
  <Notes>1</Notes>
  <HiddenSlides>0</HiddenSlides>
  <MMClips>0</MMClips>
  <ScaleCrop>false</ScaleCrop>
  <HeadingPairs>
    <vt:vector size="8" baseType="variant">
      <vt:variant>
        <vt:lpstr>已用的字体</vt:lpstr>
      </vt:variant>
      <vt:variant>
        <vt:i4>16</vt:i4>
      </vt:variant>
      <vt:variant>
        <vt:lpstr>主题</vt:lpstr>
      </vt:variant>
      <vt:variant>
        <vt:i4>1</vt:i4>
      </vt:variant>
      <vt:variant>
        <vt:lpstr>嵌入 OLE 服务器</vt:lpstr>
      </vt:variant>
      <vt:variant>
        <vt:i4>4</vt:i4>
      </vt:variant>
      <vt:variant>
        <vt:lpstr>幻灯片标题</vt:lpstr>
      </vt:variant>
      <vt:variant>
        <vt:i4>28</vt:i4>
      </vt:variant>
    </vt:vector>
  </HeadingPairs>
  <TitlesOfParts>
    <vt:vector size="49" baseType="lpstr">
      <vt:lpstr>Monotype Sorts</vt:lpstr>
      <vt:lpstr>等线</vt:lpstr>
      <vt:lpstr>方正书宋简体</vt:lpstr>
      <vt:lpstr>仿宋_GB2312</vt:lpstr>
      <vt:lpstr>黑体</vt:lpstr>
      <vt:lpstr>华文仿宋</vt:lpstr>
      <vt:lpstr>华文中宋</vt:lpstr>
      <vt:lpstr>楷体_GB2312</vt:lpstr>
      <vt:lpstr>隶书</vt:lpstr>
      <vt:lpstr>宋体</vt:lpstr>
      <vt:lpstr>Arial</vt:lpstr>
      <vt:lpstr>Cambria Math</vt:lpstr>
      <vt:lpstr>Symbol</vt:lpstr>
      <vt:lpstr>Times New Roman</vt:lpstr>
      <vt:lpstr>Webdings</vt:lpstr>
      <vt:lpstr>Wingdings</vt:lpstr>
      <vt:lpstr>默认设计模板</vt:lpstr>
      <vt:lpstr>公式</vt:lpstr>
      <vt:lpstr>Equation</vt:lpstr>
      <vt:lpstr>剪辑</vt:lpstr>
      <vt:lpstr>位图图像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xian jiaotong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下册-大学物理</dc:title>
  <dc:creator>yzhang</dc:creator>
  <cp:lastModifiedBy>yzhang</cp:lastModifiedBy>
  <cp:revision>1318</cp:revision>
  <cp:lastPrinted>2025-09-28T05:24:16Z</cp:lastPrinted>
  <dcterms:created xsi:type="dcterms:W3CDTF">1998-11-21T01:35:00Z</dcterms:created>
  <dcterms:modified xsi:type="dcterms:W3CDTF">2025-09-29T13:49:46Z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E360166CB073428B8BCB01AE86F8CFCF_12</vt:lpwstr>
  </property>
  <property fmtid="{D5CDD505-2E9C-101B-9397-08002B2CF9AE}" pid="3" name="KSOProductBuildVer">
    <vt:lpwstr>2052-12.1.0.15358</vt:lpwstr>
  </property>
</Properties>
</file>