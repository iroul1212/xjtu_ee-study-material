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439" r:id="rId2"/>
    <p:sldId id="631" r:id="rId3"/>
    <p:sldId id="596" r:id="rId4"/>
    <p:sldId id="624" r:id="rId5"/>
    <p:sldId id="625" r:id="rId6"/>
    <p:sldId id="626" r:id="rId7"/>
    <p:sldId id="627" r:id="rId8"/>
    <p:sldId id="628" r:id="rId9"/>
    <p:sldId id="629" r:id="rId10"/>
    <p:sldId id="623" r:id="rId11"/>
    <p:sldId id="601" r:id="rId12"/>
    <p:sldId id="602" r:id="rId13"/>
    <p:sldId id="603" r:id="rId14"/>
    <p:sldId id="604" r:id="rId15"/>
    <p:sldId id="605" r:id="rId16"/>
    <p:sldId id="606" r:id="rId17"/>
  </p:sldIdLst>
  <p:sldSz cx="9144000" cy="6858000" type="screen4x3"/>
  <p:notesSz cx="6797675" cy="9928225"/>
  <p:custDataLst>
    <p:tags r:id="rId20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3" userDrawn="1">
          <p15:clr>
            <a:srgbClr val="A4A3A4"/>
          </p15:clr>
        </p15:guide>
        <p15:guide id="2" pos="5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00"/>
    <a:srgbClr val="0000FF"/>
    <a:srgbClr val="800000"/>
    <a:srgbClr val="FFCC99"/>
    <a:srgbClr val="CC6600"/>
    <a:srgbClr val="009999"/>
    <a:srgbClr val="FF00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32" autoAdjust="0"/>
    <p:restoredTop sz="94830" autoAdjust="0"/>
  </p:normalViewPr>
  <p:slideViewPr>
    <p:cSldViewPr showGuides="1">
      <p:cViewPr varScale="1">
        <p:scale>
          <a:sx n="110" d="100"/>
          <a:sy n="110" d="100"/>
        </p:scale>
        <p:origin x="1482" y="78"/>
      </p:cViewPr>
      <p:guideLst>
        <p:guide orient="horz" pos="2523"/>
        <p:guide pos="5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1764" y="-84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image" Target="../media/image2.emf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image" Target="../media/image11.emf"/><Relationship Id="rId7" Type="http://schemas.openxmlformats.org/officeDocument/2006/relationships/image" Target="../media/image15.emf"/><Relationship Id="rId2" Type="http://schemas.openxmlformats.org/officeDocument/2006/relationships/image" Target="../media/image10.emf"/><Relationship Id="rId1" Type="http://schemas.openxmlformats.org/officeDocument/2006/relationships/image" Target="../media/image9.emf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image" Target="../media/image19.emf"/><Relationship Id="rId7" Type="http://schemas.openxmlformats.org/officeDocument/2006/relationships/image" Target="../media/image23.emf"/><Relationship Id="rId12" Type="http://schemas.openxmlformats.org/officeDocument/2006/relationships/image" Target="../media/image28.emf"/><Relationship Id="rId2" Type="http://schemas.openxmlformats.org/officeDocument/2006/relationships/image" Target="../media/image18.emf"/><Relationship Id="rId1" Type="http://schemas.openxmlformats.org/officeDocument/2006/relationships/image" Target="../media/image17.emf"/><Relationship Id="rId6" Type="http://schemas.openxmlformats.org/officeDocument/2006/relationships/image" Target="../media/image22.emf"/><Relationship Id="rId11" Type="http://schemas.openxmlformats.org/officeDocument/2006/relationships/image" Target="../media/image27.emf"/><Relationship Id="rId5" Type="http://schemas.openxmlformats.org/officeDocument/2006/relationships/image" Target="../media/image21.emf"/><Relationship Id="rId10" Type="http://schemas.openxmlformats.org/officeDocument/2006/relationships/image" Target="../media/image26.emf"/><Relationship Id="rId4" Type="http://schemas.openxmlformats.org/officeDocument/2006/relationships/image" Target="../media/image20.emf"/><Relationship Id="rId9" Type="http://schemas.openxmlformats.org/officeDocument/2006/relationships/image" Target="../media/image25.e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13" Type="http://schemas.openxmlformats.org/officeDocument/2006/relationships/image" Target="../media/image41.emf"/><Relationship Id="rId3" Type="http://schemas.openxmlformats.org/officeDocument/2006/relationships/image" Target="../media/image31.emf"/><Relationship Id="rId7" Type="http://schemas.openxmlformats.org/officeDocument/2006/relationships/image" Target="../media/image35.emf"/><Relationship Id="rId12" Type="http://schemas.openxmlformats.org/officeDocument/2006/relationships/image" Target="../media/image40.emf"/><Relationship Id="rId2" Type="http://schemas.openxmlformats.org/officeDocument/2006/relationships/image" Target="../media/image30.emf"/><Relationship Id="rId16" Type="http://schemas.openxmlformats.org/officeDocument/2006/relationships/image" Target="../media/image44.emf"/><Relationship Id="rId1" Type="http://schemas.openxmlformats.org/officeDocument/2006/relationships/image" Target="../media/image29.emf"/><Relationship Id="rId6" Type="http://schemas.openxmlformats.org/officeDocument/2006/relationships/image" Target="../media/image34.emf"/><Relationship Id="rId11" Type="http://schemas.openxmlformats.org/officeDocument/2006/relationships/image" Target="../media/image39.emf"/><Relationship Id="rId5" Type="http://schemas.openxmlformats.org/officeDocument/2006/relationships/image" Target="../media/image33.emf"/><Relationship Id="rId15" Type="http://schemas.openxmlformats.org/officeDocument/2006/relationships/image" Target="../media/image43.emf"/><Relationship Id="rId10" Type="http://schemas.openxmlformats.org/officeDocument/2006/relationships/image" Target="../media/image38.emf"/><Relationship Id="rId4" Type="http://schemas.openxmlformats.org/officeDocument/2006/relationships/image" Target="../media/image32.emf"/><Relationship Id="rId9" Type="http://schemas.openxmlformats.org/officeDocument/2006/relationships/image" Target="../media/image37.emf"/><Relationship Id="rId14" Type="http://schemas.openxmlformats.org/officeDocument/2006/relationships/image" Target="../media/image42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7" Type="http://schemas.openxmlformats.org/officeDocument/2006/relationships/image" Target="../media/image51.emf"/><Relationship Id="rId2" Type="http://schemas.openxmlformats.org/officeDocument/2006/relationships/image" Target="../media/image46.emf"/><Relationship Id="rId1" Type="http://schemas.openxmlformats.org/officeDocument/2006/relationships/image" Target="../media/image45.emf"/><Relationship Id="rId6" Type="http://schemas.openxmlformats.org/officeDocument/2006/relationships/image" Target="../media/image50.emf"/><Relationship Id="rId5" Type="http://schemas.openxmlformats.org/officeDocument/2006/relationships/image" Target="../media/image49.emf"/><Relationship Id="rId4" Type="http://schemas.openxmlformats.org/officeDocument/2006/relationships/image" Target="../media/image48.e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60.emf"/><Relationship Id="rId13" Type="http://schemas.openxmlformats.org/officeDocument/2006/relationships/image" Target="../media/image65.emf"/><Relationship Id="rId3" Type="http://schemas.openxmlformats.org/officeDocument/2006/relationships/image" Target="../media/image55.emf"/><Relationship Id="rId7" Type="http://schemas.openxmlformats.org/officeDocument/2006/relationships/image" Target="../media/image59.emf"/><Relationship Id="rId12" Type="http://schemas.openxmlformats.org/officeDocument/2006/relationships/image" Target="../media/image64.emf"/><Relationship Id="rId2" Type="http://schemas.openxmlformats.org/officeDocument/2006/relationships/image" Target="../media/image54.emf"/><Relationship Id="rId1" Type="http://schemas.openxmlformats.org/officeDocument/2006/relationships/image" Target="../media/image53.emf"/><Relationship Id="rId6" Type="http://schemas.openxmlformats.org/officeDocument/2006/relationships/image" Target="../media/image58.emf"/><Relationship Id="rId11" Type="http://schemas.openxmlformats.org/officeDocument/2006/relationships/image" Target="../media/image63.emf"/><Relationship Id="rId5" Type="http://schemas.openxmlformats.org/officeDocument/2006/relationships/image" Target="../media/image57.emf"/><Relationship Id="rId10" Type="http://schemas.openxmlformats.org/officeDocument/2006/relationships/image" Target="../media/image62.emf"/><Relationship Id="rId4" Type="http://schemas.openxmlformats.org/officeDocument/2006/relationships/image" Target="../media/image56.emf"/><Relationship Id="rId9" Type="http://schemas.openxmlformats.org/officeDocument/2006/relationships/image" Target="../media/image61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emf"/><Relationship Id="rId2" Type="http://schemas.openxmlformats.org/officeDocument/2006/relationships/image" Target="../media/image67.emf"/><Relationship Id="rId1" Type="http://schemas.openxmlformats.org/officeDocument/2006/relationships/image" Target="../media/image66.emf"/><Relationship Id="rId4" Type="http://schemas.openxmlformats.org/officeDocument/2006/relationships/image" Target="../media/image69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emf"/><Relationship Id="rId2" Type="http://schemas.openxmlformats.org/officeDocument/2006/relationships/image" Target="../media/image73.emf"/><Relationship Id="rId1" Type="http://schemas.openxmlformats.org/officeDocument/2006/relationships/image" Target="../media/image72.emf"/><Relationship Id="rId6" Type="http://schemas.openxmlformats.org/officeDocument/2006/relationships/image" Target="../media/image77.emf"/><Relationship Id="rId5" Type="http://schemas.openxmlformats.org/officeDocument/2006/relationships/image" Target="../media/image76.emf"/><Relationship Id="rId4" Type="http://schemas.openxmlformats.org/officeDocument/2006/relationships/image" Target="../media/image75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80.emf"/><Relationship Id="rId7" Type="http://schemas.openxmlformats.org/officeDocument/2006/relationships/image" Target="../media/image84.emf"/><Relationship Id="rId2" Type="http://schemas.openxmlformats.org/officeDocument/2006/relationships/image" Target="../media/image79.emf"/><Relationship Id="rId1" Type="http://schemas.openxmlformats.org/officeDocument/2006/relationships/image" Target="../media/image78.emf"/><Relationship Id="rId6" Type="http://schemas.openxmlformats.org/officeDocument/2006/relationships/image" Target="../media/image83.emf"/><Relationship Id="rId5" Type="http://schemas.openxmlformats.org/officeDocument/2006/relationships/image" Target="../media/image82.emf"/><Relationship Id="rId4" Type="http://schemas.openxmlformats.org/officeDocument/2006/relationships/image" Target="../media/image81.e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92.emf"/><Relationship Id="rId3" Type="http://schemas.openxmlformats.org/officeDocument/2006/relationships/image" Target="../media/image87.emf"/><Relationship Id="rId7" Type="http://schemas.openxmlformats.org/officeDocument/2006/relationships/image" Target="../media/image91.emf"/><Relationship Id="rId2" Type="http://schemas.openxmlformats.org/officeDocument/2006/relationships/image" Target="../media/image86.emf"/><Relationship Id="rId1" Type="http://schemas.openxmlformats.org/officeDocument/2006/relationships/image" Target="../media/image85.emf"/><Relationship Id="rId6" Type="http://schemas.openxmlformats.org/officeDocument/2006/relationships/image" Target="../media/image90.emf"/><Relationship Id="rId5" Type="http://schemas.openxmlformats.org/officeDocument/2006/relationships/image" Target="../media/image89.emf"/><Relationship Id="rId4" Type="http://schemas.openxmlformats.org/officeDocument/2006/relationships/image" Target="../media/image88.emf"/><Relationship Id="rId9" Type="http://schemas.openxmlformats.org/officeDocument/2006/relationships/image" Target="../media/image93.e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emf"/><Relationship Id="rId13" Type="http://schemas.openxmlformats.org/officeDocument/2006/relationships/image" Target="../media/image106.emf"/><Relationship Id="rId18" Type="http://schemas.openxmlformats.org/officeDocument/2006/relationships/image" Target="../media/image111.emf"/><Relationship Id="rId3" Type="http://schemas.openxmlformats.org/officeDocument/2006/relationships/image" Target="../media/image96.emf"/><Relationship Id="rId7" Type="http://schemas.openxmlformats.org/officeDocument/2006/relationships/image" Target="../media/image100.emf"/><Relationship Id="rId12" Type="http://schemas.openxmlformats.org/officeDocument/2006/relationships/image" Target="../media/image105.emf"/><Relationship Id="rId17" Type="http://schemas.openxmlformats.org/officeDocument/2006/relationships/image" Target="../media/image110.emf"/><Relationship Id="rId2" Type="http://schemas.openxmlformats.org/officeDocument/2006/relationships/image" Target="../media/image95.emf"/><Relationship Id="rId16" Type="http://schemas.openxmlformats.org/officeDocument/2006/relationships/image" Target="../media/image109.emf"/><Relationship Id="rId1" Type="http://schemas.openxmlformats.org/officeDocument/2006/relationships/image" Target="../media/image94.emf"/><Relationship Id="rId6" Type="http://schemas.openxmlformats.org/officeDocument/2006/relationships/image" Target="../media/image99.emf"/><Relationship Id="rId11" Type="http://schemas.openxmlformats.org/officeDocument/2006/relationships/image" Target="../media/image104.emf"/><Relationship Id="rId5" Type="http://schemas.openxmlformats.org/officeDocument/2006/relationships/image" Target="../media/image98.emf"/><Relationship Id="rId15" Type="http://schemas.openxmlformats.org/officeDocument/2006/relationships/image" Target="../media/image108.emf"/><Relationship Id="rId10" Type="http://schemas.openxmlformats.org/officeDocument/2006/relationships/image" Target="../media/image103.emf"/><Relationship Id="rId19" Type="http://schemas.openxmlformats.org/officeDocument/2006/relationships/image" Target="../media/image112.emf"/><Relationship Id="rId4" Type="http://schemas.openxmlformats.org/officeDocument/2006/relationships/image" Target="../media/image97.emf"/><Relationship Id="rId9" Type="http://schemas.openxmlformats.org/officeDocument/2006/relationships/image" Target="../media/image102.emf"/><Relationship Id="rId14" Type="http://schemas.openxmlformats.org/officeDocument/2006/relationships/image" Target="../media/image107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3.e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emf"/><Relationship Id="rId3" Type="http://schemas.openxmlformats.org/officeDocument/2006/relationships/image" Target="../media/image116.emf"/><Relationship Id="rId7" Type="http://schemas.openxmlformats.org/officeDocument/2006/relationships/image" Target="../media/image120.emf"/><Relationship Id="rId2" Type="http://schemas.openxmlformats.org/officeDocument/2006/relationships/image" Target="../media/image115.emf"/><Relationship Id="rId1" Type="http://schemas.openxmlformats.org/officeDocument/2006/relationships/image" Target="../media/image114.emf"/><Relationship Id="rId6" Type="http://schemas.openxmlformats.org/officeDocument/2006/relationships/image" Target="../media/image119.emf"/><Relationship Id="rId11" Type="http://schemas.openxmlformats.org/officeDocument/2006/relationships/image" Target="../media/image124.emf"/><Relationship Id="rId5" Type="http://schemas.openxmlformats.org/officeDocument/2006/relationships/image" Target="../media/image118.emf"/><Relationship Id="rId10" Type="http://schemas.openxmlformats.org/officeDocument/2006/relationships/image" Target="../media/image123.emf"/><Relationship Id="rId4" Type="http://schemas.openxmlformats.org/officeDocument/2006/relationships/image" Target="../media/image117.emf"/><Relationship Id="rId9" Type="http://schemas.openxmlformats.org/officeDocument/2006/relationships/image" Target="../media/image122.e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emf"/><Relationship Id="rId3" Type="http://schemas.openxmlformats.org/officeDocument/2006/relationships/image" Target="../media/image127.emf"/><Relationship Id="rId7" Type="http://schemas.openxmlformats.org/officeDocument/2006/relationships/image" Target="../media/image131.emf"/><Relationship Id="rId2" Type="http://schemas.openxmlformats.org/officeDocument/2006/relationships/image" Target="../media/image126.emf"/><Relationship Id="rId1" Type="http://schemas.openxmlformats.org/officeDocument/2006/relationships/image" Target="../media/image125.emf"/><Relationship Id="rId6" Type="http://schemas.openxmlformats.org/officeDocument/2006/relationships/image" Target="../media/image130.emf"/><Relationship Id="rId11" Type="http://schemas.openxmlformats.org/officeDocument/2006/relationships/image" Target="../media/image135.emf"/><Relationship Id="rId5" Type="http://schemas.openxmlformats.org/officeDocument/2006/relationships/image" Target="../media/image129.emf"/><Relationship Id="rId10" Type="http://schemas.openxmlformats.org/officeDocument/2006/relationships/image" Target="../media/image134.emf"/><Relationship Id="rId4" Type="http://schemas.openxmlformats.org/officeDocument/2006/relationships/image" Target="../media/image128.emf"/><Relationship Id="rId9" Type="http://schemas.openxmlformats.org/officeDocument/2006/relationships/image" Target="../media/image133.e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emf"/><Relationship Id="rId3" Type="http://schemas.openxmlformats.org/officeDocument/2006/relationships/image" Target="../media/image138.emf"/><Relationship Id="rId7" Type="http://schemas.openxmlformats.org/officeDocument/2006/relationships/image" Target="../media/image142.emf"/><Relationship Id="rId2" Type="http://schemas.openxmlformats.org/officeDocument/2006/relationships/image" Target="../media/image137.emf"/><Relationship Id="rId1" Type="http://schemas.openxmlformats.org/officeDocument/2006/relationships/image" Target="../media/image136.emf"/><Relationship Id="rId6" Type="http://schemas.openxmlformats.org/officeDocument/2006/relationships/image" Target="../media/image141.emf"/><Relationship Id="rId5" Type="http://schemas.openxmlformats.org/officeDocument/2006/relationships/image" Target="../media/image140.emf"/><Relationship Id="rId4" Type="http://schemas.openxmlformats.org/officeDocument/2006/relationships/image" Target="../media/image13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7FF4DE6-1985-490C-B7E0-EDBA30F6E0FB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8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6463"/>
            <a:ext cx="4984750" cy="4467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48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6216DFA-5E0B-4E3C-A3A7-5CFDC691FED5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182F"/>
            </a:gs>
            <a:gs pos="100000">
              <a:srgbClr val="00336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7"/>
          <p:cNvSpPr>
            <a:spLocks noChangeArrowheads="1"/>
          </p:cNvSpPr>
          <p:nvPr/>
        </p:nvSpPr>
        <p:spPr bwMode="auto">
          <a:xfrm>
            <a:off x="-25400" y="0"/>
            <a:ext cx="9204325" cy="6858000"/>
          </a:xfrm>
          <a:prstGeom prst="bevel">
            <a:avLst>
              <a:gd name="adj" fmla="val 1273"/>
            </a:avLst>
          </a:prstGeom>
          <a:solidFill>
            <a:srgbClr val="006699"/>
          </a:solidFill>
          <a:ln w="9525">
            <a:solidFill>
              <a:srgbClr val="006699"/>
            </a:solidFill>
            <a:miter lim="800000"/>
          </a:ln>
        </p:spPr>
        <p:txBody>
          <a:bodyPr wrap="none" anchor="ctr"/>
          <a:lstStyle>
            <a:lvl1pPr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Rectangle 8"/>
          <p:cNvSpPr>
            <a:spLocks noChangeArrowheads="1"/>
          </p:cNvSpPr>
          <p:nvPr/>
        </p:nvSpPr>
        <p:spPr bwMode="auto">
          <a:xfrm>
            <a:off x="250825" y="265113"/>
            <a:ext cx="8626475" cy="633095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13" Type="http://schemas.openxmlformats.org/officeDocument/2006/relationships/oleObject" Target="../embeddings/oleObject5.bin"/><Relationship Id="rId3" Type="http://schemas.openxmlformats.org/officeDocument/2006/relationships/tags" Target="../tags/tag3.xml"/><Relationship Id="rId7" Type="http://schemas.openxmlformats.org/officeDocument/2006/relationships/oleObject" Target="../embeddings/oleObject2.bin"/><Relationship Id="rId12" Type="http://schemas.openxmlformats.org/officeDocument/2006/relationships/image" Target="../media/image5.emf"/><Relationship Id="rId17" Type="http://schemas.openxmlformats.org/officeDocument/2006/relationships/image" Target="../media/image8.png"/><Relationship Id="rId2" Type="http://schemas.openxmlformats.org/officeDocument/2006/relationships/tags" Target="../tags/tag2.xml"/><Relationship Id="rId16" Type="http://schemas.openxmlformats.org/officeDocument/2006/relationships/image" Target="../media/image7.e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emf"/><Relationship Id="rId11" Type="http://schemas.openxmlformats.org/officeDocument/2006/relationships/oleObject" Target="../embeddings/oleObject4.bin"/><Relationship Id="rId5" Type="http://schemas.openxmlformats.org/officeDocument/2006/relationships/oleObject" Target="../embeddings/oleObject1.bin"/><Relationship Id="rId15" Type="http://schemas.openxmlformats.org/officeDocument/2006/relationships/oleObject" Target="../embeddings/oleObject6.bin"/><Relationship Id="rId10" Type="http://schemas.openxmlformats.org/officeDocument/2006/relationships/image" Target="../media/image4.emf"/><Relationship Id="rId4" Type="http://schemas.openxmlformats.org/officeDocument/2006/relationships/slideLayout" Target="../slideLayouts/slideLayout7.xml"/><Relationship Id="rId9" Type="http://schemas.openxmlformats.org/officeDocument/2006/relationships/oleObject" Target="../embeddings/oleObject3.bin"/><Relationship Id="rId1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13" Type="http://schemas.openxmlformats.org/officeDocument/2006/relationships/oleObject" Target="../embeddings/oleObject12.bin"/><Relationship Id="rId18" Type="http://schemas.openxmlformats.org/officeDocument/2006/relationships/image" Target="../media/image16.e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3.emf"/><Relationship Id="rId17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.e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e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5" Type="http://schemas.openxmlformats.org/officeDocument/2006/relationships/oleObject" Target="../embeddings/oleObject13.bin"/><Relationship Id="rId10" Type="http://schemas.openxmlformats.org/officeDocument/2006/relationships/image" Target="../media/image12.emf"/><Relationship Id="rId4" Type="http://schemas.openxmlformats.org/officeDocument/2006/relationships/image" Target="../media/image9.e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14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13" Type="http://schemas.openxmlformats.org/officeDocument/2006/relationships/oleObject" Target="../embeddings/oleObject20.bin"/><Relationship Id="rId18" Type="http://schemas.openxmlformats.org/officeDocument/2006/relationships/image" Target="../media/image24.emf"/><Relationship Id="rId26" Type="http://schemas.openxmlformats.org/officeDocument/2006/relationships/image" Target="../media/image28.emf"/><Relationship Id="rId3" Type="http://schemas.openxmlformats.org/officeDocument/2006/relationships/oleObject" Target="../embeddings/oleObject15.bin"/><Relationship Id="rId21" Type="http://schemas.openxmlformats.org/officeDocument/2006/relationships/oleObject" Target="../embeddings/oleObject24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21.emf"/><Relationship Id="rId17" Type="http://schemas.openxmlformats.org/officeDocument/2006/relationships/oleObject" Target="../embeddings/oleObject22.bin"/><Relationship Id="rId25" Type="http://schemas.openxmlformats.org/officeDocument/2006/relationships/oleObject" Target="../embeddings/oleObject26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23.emf"/><Relationship Id="rId20" Type="http://schemas.openxmlformats.org/officeDocument/2006/relationships/image" Target="../media/image25.e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8.emf"/><Relationship Id="rId11" Type="http://schemas.openxmlformats.org/officeDocument/2006/relationships/oleObject" Target="../embeddings/oleObject19.bin"/><Relationship Id="rId24" Type="http://schemas.openxmlformats.org/officeDocument/2006/relationships/image" Target="../media/image27.emf"/><Relationship Id="rId5" Type="http://schemas.openxmlformats.org/officeDocument/2006/relationships/oleObject" Target="../embeddings/oleObject16.bin"/><Relationship Id="rId15" Type="http://schemas.openxmlformats.org/officeDocument/2006/relationships/oleObject" Target="../embeddings/oleObject21.bin"/><Relationship Id="rId23" Type="http://schemas.openxmlformats.org/officeDocument/2006/relationships/oleObject" Target="../embeddings/oleObject25.bin"/><Relationship Id="rId10" Type="http://schemas.openxmlformats.org/officeDocument/2006/relationships/image" Target="../media/image20.emf"/><Relationship Id="rId19" Type="http://schemas.openxmlformats.org/officeDocument/2006/relationships/oleObject" Target="../embeddings/oleObject23.bin"/><Relationship Id="rId4" Type="http://schemas.openxmlformats.org/officeDocument/2006/relationships/image" Target="../media/image17.emf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22.emf"/><Relationship Id="rId22" Type="http://schemas.openxmlformats.org/officeDocument/2006/relationships/image" Target="../media/image26.emf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2.bin"/><Relationship Id="rId18" Type="http://schemas.openxmlformats.org/officeDocument/2006/relationships/image" Target="../media/image36.emf"/><Relationship Id="rId26" Type="http://schemas.openxmlformats.org/officeDocument/2006/relationships/image" Target="../media/image40.emf"/><Relationship Id="rId3" Type="http://schemas.openxmlformats.org/officeDocument/2006/relationships/oleObject" Target="../embeddings/oleObject27.bin"/><Relationship Id="rId21" Type="http://schemas.openxmlformats.org/officeDocument/2006/relationships/oleObject" Target="../embeddings/oleObject36.bin"/><Relationship Id="rId34" Type="http://schemas.openxmlformats.org/officeDocument/2006/relationships/image" Target="../media/image44.emf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33.emf"/><Relationship Id="rId17" Type="http://schemas.openxmlformats.org/officeDocument/2006/relationships/oleObject" Target="../embeddings/oleObject34.bin"/><Relationship Id="rId25" Type="http://schemas.openxmlformats.org/officeDocument/2006/relationships/oleObject" Target="../embeddings/oleObject38.bin"/><Relationship Id="rId33" Type="http://schemas.openxmlformats.org/officeDocument/2006/relationships/oleObject" Target="../embeddings/oleObject4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5.emf"/><Relationship Id="rId20" Type="http://schemas.openxmlformats.org/officeDocument/2006/relationships/image" Target="../media/image37.emf"/><Relationship Id="rId29" Type="http://schemas.openxmlformats.org/officeDocument/2006/relationships/oleObject" Target="../embeddings/oleObject40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30.emf"/><Relationship Id="rId11" Type="http://schemas.openxmlformats.org/officeDocument/2006/relationships/oleObject" Target="../embeddings/oleObject31.bin"/><Relationship Id="rId24" Type="http://schemas.openxmlformats.org/officeDocument/2006/relationships/image" Target="../media/image39.emf"/><Relationship Id="rId32" Type="http://schemas.openxmlformats.org/officeDocument/2006/relationships/image" Target="../media/image43.emf"/><Relationship Id="rId5" Type="http://schemas.openxmlformats.org/officeDocument/2006/relationships/oleObject" Target="../embeddings/oleObject28.bin"/><Relationship Id="rId15" Type="http://schemas.openxmlformats.org/officeDocument/2006/relationships/oleObject" Target="../embeddings/oleObject33.bin"/><Relationship Id="rId23" Type="http://schemas.openxmlformats.org/officeDocument/2006/relationships/oleObject" Target="../embeddings/oleObject37.bin"/><Relationship Id="rId28" Type="http://schemas.openxmlformats.org/officeDocument/2006/relationships/image" Target="../media/image41.emf"/><Relationship Id="rId10" Type="http://schemas.openxmlformats.org/officeDocument/2006/relationships/image" Target="../media/image32.emf"/><Relationship Id="rId19" Type="http://schemas.openxmlformats.org/officeDocument/2006/relationships/oleObject" Target="../embeddings/oleObject35.bin"/><Relationship Id="rId31" Type="http://schemas.openxmlformats.org/officeDocument/2006/relationships/oleObject" Target="../embeddings/oleObject41.bin"/><Relationship Id="rId4" Type="http://schemas.openxmlformats.org/officeDocument/2006/relationships/image" Target="../media/image29.emf"/><Relationship Id="rId9" Type="http://schemas.openxmlformats.org/officeDocument/2006/relationships/oleObject" Target="../embeddings/oleObject30.bin"/><Relationship Id="rId14" Type="http://schemas.openxmlformats.org/officeDocument/2006/relationships/image" Target="../media/image34.emf"/><Relationship Id="rId22" Type="http://schemas.openxmlformats.org/officeDocument/2006/relationships/image" Target="../media/image38.emf"/><Relationship Id="rId27" Type="http://schemas.openxmlformats.org/officeDocument/2006/relationships/oleObject" Target="../embeddings/oleObject39.bin"/><Relationship Id="rId30" Type="http://schemas.openxmlformats.org/officeDocument/2006/relationships/image" Target="../media/image42.emf"/><Relationship Id="rId8" Type="http://schemas.openxmlformats.org/officeDocument/2006/relationships/image" Target="../media/image31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.bin"/><Relationship Id="rId13" Type="http://schemas.openxmlformats.org/officeDocument/2006/relationships/image" Target="../media/image49.emf"/><Relationship Id="rId3" Type="http://schemas.openxmlformats.org/officeDocument/2006/relationships/image" Target="../media/image52.png"/><Relationship Id="rId7" Type="http://schemas.openxmlformats.org/officeDocument/2006/relationships/image" Target="../media/image46.emf"/><Relationship Id="rId12" Type="http://schemas.openxmlformats.org/officeDocument/2006/relationships/oleObject" Target="../embeddings/oleObject47.bin"/><Relationship Id="rId17" Type="http://schemas.openxmlformats.org/officeDocument/2006/relationships/image" Target="../media/image51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9.bin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44.bin"/><Relationship Id="rId11" Type="http://schemas.openxmlformats.org/officeDocument/2006/relationships/image" Target="../media/image48.emf"/><Relationship Id="rId5" Type="http://schemas.openxmlformats.org/officeDocument/2006/relationships/image" Target="../media/image45.emf"/><Relationship Id="rId15" Type="http://schemas.openxmlformats.org/officeDocument/2006/relationships/image" Target="../media/image50.emf"/><Relationship Id="rId10" Type="http://schemas.openxmlformats.org/officeDocument/2006/relationships/oleObject" Target="../embeddings/oleObject46.bin"/><Relationship Id="rId4" Type="http://schemas.openxmlformats.org/officeDocument/2006/relationships/oleObject" Target="../embeddings/oleObject43.bin"/><Relationship Id="rId9" Type="http://schemas.openxmlformats.org/officeDocument/2006/relationships/image" Target="../media/image47.emf"/><Relationship Id="rId14" Type="http://schemas.openxmlformats.org/officeDocument/2006/relationships/oleObject" Target="../embeddings/oleObject48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emf"/><Relationship Id="rId13" Type="http://schemas.openxmlformats.org/officeDocument/2006/relationships/oleObject" Target="../embeddings/oleObject55.bin"/><Relationship Id="rId18" Type="http://schemas.openxmlformats.org/officeDocument/2006/relationships/image" Target="../media/image60.emf"/><Relationship Id="rId26" Type="http://schemas.openxmlformats.org/officeDocument/2006/relationships/image" Target="../media/image64.emf"/><Relationship Id="rId3" Type="http://schemas.openxmlformats.org/officeDocument/2006/relationships/oleObject" Target="../embeddings/oleObject50.bin"/><Relationship Id="rId21" Type="http://schemas.openxmlformats.org/officeDocument/2006/relationships/oleObject" Target="../embeddings/oleObject59.bin"/><Relationship Id="rId7" Type="http://schemas.openxmlformats.org/officeDocument/2006/relationships/oleObject" Target="../embeddings/oleObject52.bin"/><Relationship Id="rId12" Type="http://schemas.openxmlformats.org/officeDocument/2006/relationships/image" Target="../media/image57.emf"/><Relationship Id="rId17" Type="http://schemas.openxmlformats.org/officeDocument/2006/relationships/oleObject" Target="../embeddings/oleObject57.bin"/><Relationship Id="rId25" Type="http://schemas.openxmlformats.org/officeDocument/2006/relationships/oleObject" Target="../embeddings/oleObject61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59.emf"/><Relationship Id="rId20" Type="http://schemas.openxmlformats.org/officeDocument/2006/relationships/image" Target="../media/image61.e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54.emf"/><Relationship Id="rId11" Type="http://schemas.openxmlformats.org/officeDocument/2006/relationships/oleObject" Target="../embeddings/oleObject54.bin"/><Relationship Id="rId24" Type="http://schemas.openxmlformats.org/officeDocument/2006/relationships/image" Target="../media/image63.emf"/><Relationship Id="rId5" Type="http://schemas.openxmlformats.org/officeDocument/2006/relationships/oleObject" Target="../embeddings/oleObject51.bin"/><Relationship Id="rId15" Type="http://schemas.openxmlformats.org/officeDocument/2006/relationships/oleObject" Target="../embeddings/oleObject56.bin"/><Relationship Id="rId23" Type="http://schemas.openxmlformats.org/officeDocument/2006/relationships/oleObject" Target="../embeddings/oleObject60.bin"/><Relationship Id="rId28" Type="http://schemas.openxmlformats.org/officeDocument/2006/relationships/image" Target="../media/image65.emf"/><Relationship Id="rId10" Type="http://schemas.openxmlformats.org/officeDocument/2006/relationships/image" Target="../media/image56.emf"/><Relationship Id="rId19" Type="http://schemas.openxmlformats.org/officeDocument/2006/relationships/oleObject" Target="../embeddings/oleObject58.bin"/><Relationship Id="rId4" Type="http://schemas.openxmlformats.org/officeDocument/2006/relationships/image" Target="../media/image53.emf"/><Relationship Id="rId9" Type="http://schemas.openxmlformats.org/officeDocument/2006/relationships/oleObject" Target="../embeddings/oleObject53.bin"/><Relationship Id="rId14" Type="http://schemas.openxmlformats.org/officeDocument/2006/relationships/image" Target="../media/image58.emf"/><Relationship Id="rId22" Type="http://schemas.openxmlformats.org/officeDocument/2006/relationships/image" Target="../media/image62.emf"/><Relationship Id="rId27" Type="http://schemas.openxmlformats.org/officeDocument/2006/relationships/oleObject" Target="../embeddings/oleObject62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emf"/><Relationship Id="rId3" Type="http://schemas.openxmlformats.org/officeDocument/2006/relationships/image" Target="../media/image70.png"/><Relationship Id="rId7" Type="http://schemas.openxmlformats.org/officeDocument/2006/relationships/oleObject" Target="../embeddings/oleObject64.bin"/><Relationship Id="rId12" Type="http://schemas.openxmlformats.org/officeDocument/2006/relationships/image" Target="../media/image69.e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66.emf"/><Relationship Id="rId11" Type="http://schemas.openxmlformats.org/officeDocument/2006/relationships/oleObject" Target="../embeddings/oleObject66.bin"/><Relationship Id="rId5" Type="http://schemas.openxmlformats.org/officeDocument/2006/relationships/oleObject" Target="../embeddings/oleObject63.bin"/><Relationship Id="rId10" Type="http://schemas.openxmlformats.org/officeDocument/2006/relationships/image" Target="../media/image68.emf"/><Relationship Id="rId4" Type="http://schemas.openxmlformats.org/officeDocument/2006/relationships/image" Target="../media/image71.png"/><Relationship Id="rId9" Type="http://schemas.openxmlformats.org/officeDocument/2006/relationships/oleObject" Target="../embeddings/oleObject65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emf"/><Relationship Id="rId13" Type="http://schemas.openxmlformats.org/officeDocument/2006/relationships/oleObject" Target="../embeddings/oleObject72.bin"/><Relationship Id="rId3" Type="http://schemas.openxmlformats.org/officeDocument/2006/relationships/oleObject" Target="../embeddings/oleObject67.bin"/><Relationship Id="rId7" Type="http://schemas.openxmlformats.org/officeDocument/2006/relationships/oleObject" Target="../embeddings/oleObject69.bin"/><Relationship Id="rId12" Type="http://schemas.openxmlformats.org/officeDocument/2006/relationships/image" Target="../media/image76.e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73.emf"/><Relationship Id="rId11" Type="http://schemas.openxmlformats.org/officeDocument/2006/relationships/oleObject" Target="../embeddings/oleObject71.bin"/><Relationship Id="rId5" Type="http://schemas.openxmlformats.org/officeDocument/2006/relationships/oleObject" Target="../embeddings/oleObject68.bin"/><Relationship Id="rId15" Type="http://schemas.openxmlformats.org/officeDocument/2006/relationships/image" Target="../media/image71.png"/><Relationship Id="rId10" Type="http://schemas.openxmlformats.org/officeDocument/2006/relationships/image" Target="../media/image75.emf"/><Relationship Id="rId4" Type="http://schemas.openxmlformats.org/officeDocument/2006/relationships/image" Target="../media/image72.emf"/><Relationship Id="rId9" Type="http://schemas.openxmlformats.org/officeDocument/2006/relationships/oleObject" Target="../embeddings/oleObject70.bin"/><Relationship Id="rId14" Type="http://schemas.openxmlformats.org/officeDocument/2006/relationships/image" Target="../media/image77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emf"/><Relationship Id="rId13" Type="http://schemas.openxmlformats.org/officeDocument/2006/relationships/oleObject" Target="../embeddings/oleObject78.bin"/><Relationship Id="rId3" Type="http://schemas.openxmlformats.org/officeDocument/2006/relationships/oleObject" Target="../embeddings/oleObject73.bin"/><Relationship Id="rId7" Type="http://schemas.openxmlformats.org/officeDocument/2006/relationships/oleObject" Target="../embeddings/oleObject75.bin"/><Relationship Id="rId12" Type="http://schemas.openxmlformats.org/officeDocument/2006/relationships/image" Target="../media/image82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4.e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79.emf"/><Relationship Id="rId11" Type="http://schemas.openxmlformats.org/officeDocument/2006/relationships/oleObject" Target="../embeddings/oleObject77.bin"/><Relationship Id="rId5" Type="http://schemas.openxmlformats.org/officeDocument/2006/relationships/oleObject" Target="../embeddings/oleObject74.bin"/><Relationship Id="rId15" Type="http://schemas.openxmlformats.org/officeDocument/2006/relationships/oleObject" Target="../embeddings/oleObject79.bin"/><Relationship Id="rId10" Type="http://schemas.openxmlformats.org/officeDocument/2006/relationships/image" Target="../media/image81.emf"/><Relationship Id="rId4" Type="http://schemas.openxmlformats.org/officeDocument/2006/relationships/image" Target="../media/image78.emf"/><Relationship Id="rId9" Type="http://schemas.openxmlformats.org/officeDocument/2006/relationships/oleObject" Target="../embeddings/oleObject76.bin"/><Relationship Id="rId14" Type="http://schemas.openxmlformats.org/officeDocument/2006/relationships/image" Target="../media/image83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emf"/><Relationship Id="rId13" Type="http://schemas.openxmlformats.org/officeDocument/2006/relationships/oleObject" Target="../embeddings/oleObject85.bin"/><Relationship Id="rId18" Type="http://schemas.openxmlformats.org/officeDocument/2006/relationships/image" Target="../media/image92.emf"/><Relationship Id="rId3" Type="http://schemas.openxmlformats.org/officeDocument/2006/relationships/oleObject" Target="../embeddings/oleObject80.bin"/><Relationship Id="rId7" Type="http://schemas.openxmlformats.org/officeDocument/2006/relationships/oleObject" Target="../embeddings/oleObject82.bin"/><Relationship Id="rId12" Type="http://schemas.openxmlformats.org/officeDocument/2006/relationships/image" Target="../media/image89.emf"/><Relationship Id="rId17" Type="http://schemas.openxmlformats.org/officeDocument/2006/relationships/oleObject" Target="../embeddings/oleObject8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1.emf"/><Relationship Id="rId20" Type="http://schemas.openxmlformats.org/officeDocument/2006/relationships/image" Target="../media/image93.e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86.emf"/><Relationship Id="rId11" Type="http://schemas.openxmlformats.org/officeDocument/2006/relationships/oleObject" Target="../embeddings/oleObject84.bin"/><Relationship Id="rId5" Type="http://schemas.openxmlformats.org/officeDocument/2006/relationships/oleObject" Target="../embeddings/oleObject81.bin"/><Relationship Id="rId15" Type="http://schemas.openxmlformats.org/officeDocument/2006/relationships/oleObject" Target="../embeddings/oleObject86.bin"/><Relationship Id="rId10" Type="http://schemas.openxmlformats.org/officeDocument/2006/relationships/image" Target="../media/image88.emf"/><Relationship Id="rId19" Type="http://schemas.openxmlformats.org/officeDocument/2006/relationships/oleObject" Target="../embeddings/oleObject88.bin"/><Relationship Id="rId4" Type="http://schemas.openxmlformats.org/officeDocument/2006/relationships/image" Target="../media/image85.emf"/><Relationship Id="rId9" Type="http://schemas.openxmlformats.org/officeDocument/2006/relationships/oleObject" Target="../embeddings/oleObject83.bin"/><Relationship Id="rId14" Type="http://schemas.openxmlformats.org/officeDocument/2006/relationships/image" Target="../media/image90.emf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94.bin"/><Relationship Id="rId18" Type="http://schemas.openxmlformats.org/officeDocument/2006/relationships/image" Target="../media/image101.emf"/><Relationship Id="rId26" Type="http://schemas.openxmlformats.org/officeDocument/2006/relationships/image" Target="../media/image105.emf"/><Relationship Id="rId39" Type="http://schemas.openxmlformats.org/officeDocument/2006/relationships/oleObject" Target="../embeddings/oleObject107.bin"/><Relationship Id="rId21" Type="http://schemas.openxmlformats.org/officeDocument/2006/relationships/oleObject" Target="../embeddings/oleObject98.bin"/><Relationship Id="rId34" Type="http://schemas.openxmlformats.org/officeDocument/2006/relationships/image" Target="../media/image109.emf"/><Relationship Id="rId7" Type="http://schemas.openxmlformats.org/officeDocument/2006/relationships/oleObject" Target="../embeddings/oleObject9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0.emf"/><Relationship Id="rId20" Type="http://schemas.openxmlformats.org/officeDocument/2006/relationships/image" Target="../media/image102.emf"/><Relationship Id="rId29" Type="http://schemas.openxmlformats.org/officeDocument/2006/relationships/oleObject" Target="../embeddings/oleObject102.bin"/><Relationship Id="rId41" Type="http://schemas.openxmlformats.org/officeDocument/2006/relationships/hyperlink" Target="file:///H:\FLASH&#36164;&#26009;\7%20&#26059;&#36716;&#30690;&#37327;&#22270;&#27861;(xva).swf" TargetMode="Externa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95.emf"/><Relationship Id="rId11" Type="http://schemas.openxmlformats.org/officeDocument/2006/relationships/oleObject" Target="../embeddings/oleObject93.bin"/><Relationship Id="rId24" Type="http://schemas.openxmlformats.org/officeDocument/2006/relationships/image" Target="../media/image104.emf"/><Relationship Id="rId32" Type="http://schemas.openxmlformats.org/officeDocument/2006/relationships/image" Target="../media/image108.emf"/><Relationship Id="rId37" Type="http://schemas.openxmlformats.org/officeDocument/2006/relationships/oleObject" Target="../embeddings/oleObject106.bin"/><Relationship Id="rId40" Type="http://schemas.openxmlformats.org/officeDocument/2006/relationships/image" Target="../media/image112.emf"/><Relationship Id="rId5" Type="http://schemas.openxmlformats.org/officeDocument/2006/relationships/oleObject" Target="../embeddings/oleObject90.bin"/><Relationship Id="rId15" Type="http://schemas.openxmlformats.org/officeDocument/2006/relationships/oleObject" Target="../embeddings/oleObject95.bin"/><Relationship Id="rId23" Type="http://schemas.openxmlformats.org/officeDocument/2006/relationships/oleObject" Target="../embeddings/oleObject99.bin"/><Relationship Id="rId28" Type="http://schemas.openxmlformats.org/officeDocument/2006/relationships/image" Target="../media/image106.emf"/><Relationship Id="rId36" Type="http://schemas.openxmlformats.org/officeDocument/2006/relationships/image" Target="../media/image110.emf"/><Relationship Id="rId10" Type="http://schemas.openxmlformats.org/officeDocument/2006/relationships/image" Target="../media/image97.emf"/><Relationship Id="rId19" Type="http://schemas.openxmlformats.org/officeDocument/2006/relationships/oleObject" Target="../embeddings/oleObject97.bin"/><Relationship Id="rId31" Type="http://schemas.openxmlformats.org/officeDocument/2006/relationships/oleObject" Target="../embeddings/oleObject103.bin"/><Relationship Id="rId4" Type="http://schemas.openxmlformats.org/officeDocument/2006/relationships/image" Target="../media/image94.emf"/><Relationship Id="rId9" Type="http://schemas.openxmlformats.org/officeDocument/2006/relationships/oleObject" Target="../embeddings/oleObject92.bin"/><Relationship Id="rId14" Type="http://schemas.openxmlformats.org/officeDocument/2006/relationships/image" Target="../media/image99.emf"/><Relationship Id="rId22" Type="http://schemas.openxmlformats.org/officeDocument/2006/relationships/image" Target="../media/image103.emf"/><Relationship Id="rId27" Type="http://schemas.openxmlformats.org/officeDocument/2006/relationships/oleObject" Target="../embeddings/oleObject101.bin"/><Relationship Id="rId30" Type="http://schemas.openxmlformats.org/officeDocument/2006/relationships/image" Target="../media/image107.emf"/><Relationship Id="rId35" Type="http://schemas.openxmlformats.org/officeDocument/2006/relationships/oleObject" Target="../embeddings/oleObject105.bin"/><Relationship Id="rId8" Type="http://schemas.openxmlformats.org/officeDocument/2006/relationships/image" Target="../media/image96.emf"/><Relationship Id="rId3" Type="http://schemas.openxmlformats.org/officeDocument/2006/relationships/oleObject" Target="../embeddings/oleObject89.bin"/><Relationship Id="rId12" Type="http://schemas.openxmlformats.org/officeDocument/2006/relationships/image" Target="../media/image98.emf"/><Relationship Id="rId17" Type="http://schemas.openxmlformats.org/officeDocument/2006/relationships/oleObject" Target="../embeddings/oleObject96.bin"/><Relationship Id="rId25" Type="http://schemas.openxmlformats.org/officeDocument/2006/relationships/oleObject" Target="../embeddings/oleObject100.bin"/><Relationship Id="rId33" Type="http://schemas.openxmlformats.org/officeDocument/2006/relationships/oleObject" Target="../embeddings/oleObject104.bin"/><Relationship Id="rId38" Type="http://schemas.openxmlformats.org/officeDocument/2006/relationships/image" Target="../media/image111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113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emf"/><Relationship Id="rId13" Type="http://schemas.openxmlformats.org/officeDocument/2006/relationships/oleObject" Target="../embeddings/oleObject114.bin"/><Relationship Id="rId18" Type="http://schemas.openxmlformats.org/officeDocument/2006/relationships/image" Target="../media/image121.emf"/><Relationship Id="rId3" Type="http://schemas.openxmlformats.org/officeDocument/2006/relationships/oleObject" Target="../embeddings/oleObject109.bin"/><Relationship Id="rId21" Type="http://schemas.openxmlformats.org/officeDocument/2006/relationships/oleObject" Target="../embeddings/oleObject118.bin"/><Relationship Id="rId7" Type="http://schemas.openxmlformats.org/officeDocument/2006/relationships/oleObject" Target="../embeddings/oleObject111.bin"/><Relationship Id="rId12" Type="http://schemas.openxmlformats.org/officeDocument/2006/relationships/image" Target="../media/image118.emf"/><Relationship Id="rId17" Type="http://schemas.openxmlformats.org/officeDocument/2006/relationships/oleObject" Target="../embeddings/oleObject11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0.emf"/><Relationship Id="rId20" Type="http://schemas.openxmlformats.org/officeDocument/2006/relationships/image" Target="../media/image122.e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15.emf"/><Relationship Id="rId11" Type="http://schemas.openxmlformats.org/officeDocument/2006/relationships/oleObject" Target="../embeddings/oleObject113.bin"/><Relationship Id="rId24" Type="http://schemas.openxmlformats.org/officeDocument/2006/relationships/image" Target="../media/image124.emf"/><Relationship Id="rId5" Type="http://schemas.openxmlformats.org/officeDocument/2006/relationships/oleObject" Target="../embeddings/oleObject110.bin"/><Relationship Id="rId15" Type="http://schemas.openxmlformats.org/officeDocument/2006/relationships/oleObject" Target="../embeddings/oleObject115.bin"/><Relationship Id="rId23" Type="http://schemas.openxmlformats.org/officeDocument/2006/relationships/oleObject" Target="../embeddings/oleObject119.bin"/><Relationship Id="rId10" Type="http://schemas.openxmlformats.org/officeDocument/2006/relationships/image" Target="../media/image117.emf"/><Relationship Id="rId19" Type="http://schemas.openxmlformats.org/officeDocument/2006/relationships/oleObject" Target="../embeddings/oleObject117.bin"/><Relationship Id="rId4" Type="http://schemas.openxmlformats.org/officeDocument/2006/relationships/image" Target="../media/image114.emf"/><Relationship Id="rId9" Type="http://schemas.openxmlformats.org/officeDocument/2006/relationships/oleObject" Target="../embeddings/oleObject112.bin"/><Relationship Id="rId14" Type="http://schemas.openxmlformats.org/officeDocument/2006/relationships/image" Target="../media/image119.emf"/><Relationship Id="rId22" Type="http://schemas.openxmlformats.org/officeDocument/2006/relationships/image" Target="../media/image123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emf"/><Relationship Id="rId13" Type="http://schemas.openxmlformats.org/officeDocument/2006/relationships/oleObject" Target="../embeddings/oleObject125.bin"/><Relationship Id="rId18" Type="http://schemas.openxmlformats.org/officeDocument/2006/relationships/image" Target="../media/image132.emf"/><Relationship Id="rId3" Type="http://schemas.openxmlformats.org/officeDocument/2006/relationships/oleObject" Target="../embeddings/oleObject120.bin"/><Relationship Id="rId21" Type="http://schemas.openxmlformats.org/officeDocument/2006/relationships/oleObject" Target="../embeddings/oleObject129.bin"/><Relationship Id="rId7" Type="http://schemas.openxmlformats.org/officeDocument/2006/relationships/oleObject" Target="../embeddings/oleObject122.bin"/><Relationship Id="rId12" Type="http://schemas.openxmlformats.org/officeDocument/2006/relationships/image" Target="../media/image129.emf"/><Relationship Id="rId17" Type="http://schemas.openxmlformats.org/officeDocument/2006/relationships/oleObject" Target="../embeddings/oleObject12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1.emf"/><Relationship Id="rId20" Type="http://schemas.openxmlformats.org/officeDocument/2006/relationships/image" Target="../media/image133.e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26.emf"/><Relationship Id="rId11" Type="http://schemas.openxmlformats.org/officeDocument/2006/relationships/oleObject" Target="../embeddings/oleObject124.bin"/><Relationship Id="rId24" Type="http://schemas.openxmlformats.org/officeDocument/2006/relationships/image" Target="../media/image135.emf"/><Relationship Id="rId5" Type="http://schemas.openxmlformats.org/officeDocument/2006/relationships/oleObject" Target="../embeddings/oleObject121.bin"/><Relationship Id="rId15" Type="http://schemas.openxmlformats.org/officeDocument/2006/relationships/oleObject" Target="../embeddings/oleObject126.bin"/><Relationship Id="rId23" Type="http://schemas.openxmlformats.org/officeDocument/2006/relationships/oleObject" Target="../embeddings/oleObject130.bin"/><Relationship Id="rId10" Type="http://schemas.openxmlformats.org/officeDocument/2006/relationships/image" Target="../media/image128.emf"/><Relationship Id="rId19" Type="http://schemas.openxmlformats.org/officeDocument/2006/relationships/oleObject" Target="../embeddings/oleObject128.bin"/><Relationship Id="rId4" Type="http://schemas.openxmlformats.org/officeDocument/2006/relationships/image" Target="../media/image125.emf"/><Relationship Id="rId9" Type="http://schemas.openxmlformats.org/officeDocument/2006/relationships/oleObject" Target="../embeddings/oleObject123.bin"/><Relationship Id="rId14" Type="http://schemas.openxmlformats.org/officeDocument/2006/relationships/image" Target="../media/image130.emf"/><Relationship Id="rId22" Type="http://schemas.openxmlformats.org/officeDocument/2006/relationships/image" Target="../media/image134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emf"/><Relationship Id="rId13" Type="http://schemas.openxmlformats.org/officeDocument/2006/relationships/oleObject" Target="../embeddings/oleObject136.bin"/><Relationship Id="rId18" Type="http://schemas.openxmlformats.org/officeDocument/2006/relationships/image" Target="../media/image143.emf"/><Relationship Id="rId3" Type="http://schemas.openxmlformats.org/officeDocument/2006/relationships/oleObject" Target="../embeddings/oleObject131.bin"/><Relationship Id="rId7" Type="http://schemas.openxmlformats.org/officeDocument/2006/relationships/oleObject" Target="../embeddings/oleObject133.bin"/><Relationship Id="rId12" Type="http://schemas.openxmlformats.org/officeDocument/2006/relationships/image" Target="../media/image140.emf"/><Relationship Id="rId17" Type="http://schemas.openxmlformats.org/officeDocument/2006/relationships/oleObject" Target="../embeddings/oleObject13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2.e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37.emf"/><Relationship Id="rId11" Type="http://schemas.openxmlformats.org/officeDocument/2006/relationships/oleObject" Target="../embeddings/oleObject135.bin"/><Relationship Id="rId5" Type="http://schemas.openxmlformats.org/officeDocument/2006/relationships/oleObject" Target="../embeddings/oleObject132.bin"/><Relationship Id="rId15" Type="http://schemas.openxmlformats.org/officeDocument/2006/relationships/oleObject" Target="../embeddings/oleObject137.bin"/><Relationship Id="rId10" Type="http://schemas.openxmlformats.org/officeDocument/2006/relationships/image" Target="../media/image139.emf"/><Relationship Id="rId4" Type="http://schemas.openxmlformats.org/officeDocument/2006/relationships/image" Target="../media/image136.emf"/><Relationship Id="rId9" Type="http://schemas.openxmlformats.org/officeDocument/2006/relationships/oleObject" Target="../embeddings/oleObject134.bin"/><Relationship Id="rId14" Type="http://schemas.openxmlformats.org/officeDocument/2006/relationships/image" Target="../media/image14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>
            <a:extLst>
              <a:ext uri="{FF2B5EF4-FFF2-40B4-BE49-F238E27FC236}">
                <a16:creationId xmlns:a16="http://schemas.microsoft.com/office/drawing/2014/main" id="{07E43EF3-D066-4373-A94E-07BA3884BEF6}"/>
              </a:ext>
            </a:extLst>
          </p:cNvPr>
          <p:cNvGrpSpPr>
            <a:grpSpLocks/>
          </p:cNvGrpSpPr>
          <p:nvPr/>
        </p:nvGrpSpPr>
        <p:grpSpPr bwMode="auto">
          <a:xfrm>
            <a:off x="-571500" y="0"/>
            <a:ext cx="10293350" cy="6858000"/>
            <a:chOff x="-571500" y="0"/>
            <a:chExt cx="10293350" cy="68580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454AEDA-DF76-464B-B275-DA37D0B06A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571500" y="0"/>
              <a:ext cx="1029335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矩形 4">
              <a:extLst>
                <a:ext uri="{FF2B5EF4-FFF2-40B4-BE49-F238E27FC236}">
                  <a16:creationId xmlns:a16="http://schemas.microsoft.com/office/drawing/2014/main" id="{957412E8-7F55-49AC-9415-861153D00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4208" y="6457914"/>
              <a:ext cx="26196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0" dirty="0">
                  <a:solidFill>
                    <a:srgbClr val="FF0000"/>
                  </a:solidFill>
                </a:rPr>
                <a:t>Yosemite National Park</a:t>
              </a:r>
              <a:endParaRPr lang="zh-CN" altLang="en-US" sz="2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7" name="Text Box 1039"/>
          <p:cNvSpPr txBox="1">
            <a:spLocks noChangeArrowheads="1"/>
          </p:cNvSpPr>
          <p:nvPr/>
        </p:nvSpPr>
        <p:spPr bwMode="auto">
          <a:xfrm>
            <a:off x="1295400" y="3705225"/>
            <a:ext cx="6705600" cy="175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 eaLnBrk="1" hangingPunct="1">
              <a:lnSpc>
                <a:spcPct val="75000"/>
              </a:lnSpc>
              <a:defRPr/>
            </a:pPr>
            <a:r>
              <a:rPr lang="en-US" altLang="zh-CN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Xi’an  </a:t>
            </a:r>
            <a:r>
              <a:rPr lang="en-US" altLang="zh-CN" sz="40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Jiaotong</a:t>
            </a:r>
            <a:r>
              <a:rPr lang="en-US" altLang="zh-CN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University</a:t>
            </a:r>
          </a:p>
          <a:p>
            <a:pPr algn="ctr" eaLnBrk="1" hangingPunct="1">
              <a:lnSpc>
                <a:spcPct val="75000"/>
              </a:lnSpc>
              <a:defRPr/>
            </a:pPr>
            <a:endParaRPr lang="zh-CN" altLang="en-US" sz="40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  <a:p>
            <a:pPr algn="ctr" eaLnBrk="1" hangingPunct="1">
              <a:lnSpc>
                <a:spcPct val="75000"/>
              </a:lnSpc>
              <a:defRPr/>
            </a:pPr>
            <a:endParaRPr lang="en-US" altLang="zh-CN" sz="28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华文仿宋" panose="02010600040101010101" pitchFamily="17" charset="-122"/>
            </a:endParaRPr>
          </a:p>
          <a:p>
            <a:pPr algn="ctr" eaLnBrk="1" hangingPunct="1">
              <a:lnSpc>
                <a:spcPct val="75000"/>
              </a:lnSpc>
              <a:defRPr/>
            </a:pPr>
            <a:r>
              <a:rPr lang="en-US" altLang="zh-CN" sz="36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仿宋" panose="02010600040101010101" pitchFamily="17" charset="-122"/>
              </a:rPr>
              <a:t>Sep. 11, 2025</a:t>
            </a:r>
          </a:p>
        </p:txBody>
      </p:sp>
      <p:sp>
        <p:nvSpPr>
          <p:cNvPr id="4099" name="WordArt 1044"/>
          <p:cNvSpPr>
            <a:spLocks noChangeArrowheads="1" noChangeShapeType="1" noTextEdit="1"/>
          </p:cNvSpPr>
          <p:nvPr/>
        </p:nvSpPr>
        <p:spPr bwMode="auto">
          <a:xfrm>
            <a:off x="539750" y="1268413"/>
            <a:ext cx="8077200" cy="1296987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4800" i="1" kern="10" dirty="0">
                <a:solidFill>
                  <a:srgbClr val="FF0000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cs typeface="Times New Roman" panose="02020603050405020304" pitchFamily="18" charset="0"/>
              </a:rPr>
              <a:t>University Physics</a:t>
            </a:r>
            <a:endParaRPr lang="zh-CN" altLang="en-US" sz="4800" i="1" kern="10" dirty="0">
              <a:solidFill>
                <a:srgbClr val="FF0000"/>
              </a:solidFill>
              <a:effectLst>
                <a:outerShdw dist="35921" dir="2700000" algn="ctr" rotWithShape="0">
                  <a:srgbClr val="808080"/>
                </a:outerShdw>
              </a:effectLst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2"/>
          <p:cNvSpPr txBox="1">
            <a:spLocks noChangeArrowheads="1"/>
          </p:cNvSpPr>
          <p:nvPr/>
        </p:nvSpPr>
        <p:spPr bwMode="auto">
          <a:xfrm>
            <a:off x="323528" y="404813"/>
            <a:ext cx="571182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回顾：机械振动   简谐振动</a:t>
            </a:r>
          </a:p>
        </p:txBody>
      </p:sp>
      <p:sp>
        <p:nvSpPr>
          <p:cNvPr id="56323" name="Text Box 3"/>
          <p:cNvSpPr txBox="1">
            <a:spLocks noChangeArrowheads="1"/>
          </p:cNvSpPr>
          <p:nvPr/>
        </p:nvSpPr>
        <p:spPr bwMode="auto">
          <a:xfrm>
            <a:off x="3337155" y="1558234"/>
            <a:ext cx="2022475" cy="430213"/>
          </a:xfrm>
          <a:prstGeom prst="rect">
            <a:avLst/>
          </a:prstGeom>
          <a:noFill/>
          <a:ln w="22225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200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谐振动系统</a:t>
            </a:r>
          </a:p>
        </p:txBody>
      </p:sp>
      <p:sp>
        <p:nvSpPr>
          <p:cNvPr id="56328" name="Text Box 8"/>
          <p:cNvSpPr txBox="1">
            <a:spLocks noChangeArrowheads="1"/>
          </p:cNvSpPr>
          <p:nvPr/>
        </p:nvSpPr>
        <p:spPr bwMode="auto">
          <a:xfrm>
            <a:off x="636954" y="2132856"/>
            <a:ext cx="272732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dirty="0">
                <a:solidFill>
                  <a:srgbClr val="99FF66"/>
                </a:solidFill>
                <a:ea typeface="楷体_GB2312" pitchFamily="49" charset="-122"/>
              </a:rPr>
              <a:t>•</a:t>
            </a:r>
            <a:r>
              <a:rPr lang="en-US" altLang="zh-CN" sz="2200" dirty="0">
                <a:solidFill>
                  <a:srgbClr val="99FF66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200" dirty="0">
                <a:solidFill>
                  <a:srgbClr val="99FF66"/>
                </a:solidFill>
                <a:latin typeface="楷体_GB2312" pitchFamily="49" charset="-122"/>
                <a:ea typeface="楷体_GB2312" pitchFamily="49" charset="-122"/>
              </a:rPr>
              <a:t>动力学特征</a:t>
            </a:r>
          </a:p>
        </p:txBody>
      </p:sp>
      <p:sp>
        <p:nvSpPr>
          <p:cNvPr id="56329" name="Text Box 9"/>
          <p:cNvSpPr txBox="1">
            <a:spLocks noChangeArrowheads="1"/>
          </p:cNvSpPr>
          <p:nvPr/>
        </p:nvSpPr>
        <p:spPr bwMode="auto">
          <a:xfrm>
            <a:off x="3284904" y="2132856"/>
            <a:ext cx="303212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>
                <a:solidFill>
                  <a:srgbClr val="99FF66"/>
                </a:solidFill>
                <a:ea typeface="楷体_GB2312" pitchFamily="49" charset="-122"/>
              </a:rPr>
              <a:t>•</a:t>
            </a:r>
            <a:r>
              <a:rPr lang="en-US" altLang="zh-CN" sz="2200">
                <a:solidFill>
                  <a:srgbClr val="99FF66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200">
                <a:solidFill>
                  <a:srgbClr val="99FF66"/>
                </a:solidFill>
                <a:latin typeface="楷体_GB2312" pitchFamily="49" charset="-122"/>
                <a:ea typeface="楷体_GB2312" pitchFamily="49" charset="-122"/>
              </a:rPr>
              <a:t>运动学特征</a:t>
            </a:r>
          </a:p>
        </p:txBody>
      </p:sp>
      <p:graphicFrame>
        <p:nvGraphicFramePr>
          <p:cNvPr id="5633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2013716"/>
              </p:ext>
            </p:extLst>
          </p:nvPr>
        </p:nvGraphicFramePr>
        <p:xfrm>
          <a:off x="687388" y="2748037"/>
          <a:ext cx="1905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71" name="公式" r:id="rId5" imgW="431165" imgH="128905" progId="Equation.3">
                  <p:embed/>
                </p:oleObj>
              </mc:Choice>
              <mc:Fallback>
                <p:oleObj name="公式" r:id="rId5" imgW="431165" imgH="128905" progId="Equation.3">
                  <p:embed/>
                  <p:pic>
                    <p:nvPicPr>
                      <p:cNvPr id="5633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388" y="2748037"/>
                        <a:ext cx="1905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3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0629079"/>
              </p:ext>
            </p:extLst>
          </p:nvPr>
        </p:nvGraphicFramePr>
        <p:xfrm>
          <a:off x="3448050" y="2636912"/>
          <a:ext cx="17367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72" name="公式" r:id="rId7" imgW="514985" imgH="147955" progId="Equation.3">
                  <p:embed/>
                </p:oleObj>
              </mc:Choice>
              <mc:Fallback>
                <p:oleObj name="公式" r:id="rId7" imgW="514985" imgH="147955" progId="Equation.3">
                  <p:embed/>
                  <p:pic>
                    <p:nvPicPr>
                      <p:cNvPr id="5633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8050" y="2636912"/>
                        <a:ext cx="173672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52" name="Rectangle 32"/>
          <p:cNvSpPr>
            <a:spLocks noRot="1" noChangeArrowheads="1"/>
          </p:cNvSpPr>
          <p:nvPr/>
        </p:nvSpPr>
        <p:spPr bwMode="auto">
          <a:xfrm>
            <a:off x="323528" y="836712"/>
            <a:ext cx="8678862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ts val="3800"/>
              </a:lnSpc>
              <a:spcBef>
                <a:spcPct val="20000"/>
              </a:spcBef>
            </a:pPr>
            <a:r>
              <a:rPr lang="zh-CN" altLang="en-US" sz="2200" dirty="0">
                <a:solidFill>
                  <a:schemeClr val="bg1"/>
                </a:solidFill>
                <a:latin typeface="幼圆" panose="02010509060101010101" pitchFamily="49" charset="-122"/>
                <a:ea typeface="楷体_GB2312" pitchFamily="49" charset="-122"/>
              </a:rPr>
              <a:t>机械振动</a:t>
            </a:r>
            <a:r>
              <a:rPr lang="zh-CN" altLang="en-US" sz="2200" dirty="0">
                <a:solidFill>
                  <a:schemeClr val="bg1"/>
                </a:solidFill>
                <a:ea typeface="楷体_GB2312" pitchFamily="49" charset="-122"/>
              </a:rPr>
              <a:t>是一种运动形态，</a:t>
            </a:r>
            <a:r>
              <a:rPr lang="zh-CN" altLang="en-US" sz="2200" dirty="0">
                <a:solidFill>
                  <a:schemeClr val="bg1"/>
                </a:solidFill>
                <a:latin typeface="宋体" panose="02010600030101010101" pitchFamily="2" charset="-122"/>
                <a:ea typeface="楷体_GB2312" pitchFamily="49" charset="-122"/>
              </a:rPr>
              <a:t>物体在其平衡位置附近所作的往复运动</a:t>
            </a:r>
            <a:endParaRPr lang="zh-CN" altLang="en-US" sz="2200" dirty="0">
              <a:solidFill>
                <a:schemeClr val="bg1"/>
              </a:solidFill>
              <a:ea typeface="楷体_GB2312" pitchFamily="49" charset="-122"/>
            </a:endParaRPr>
          </a:p>
        </p:txBody>
      </p:sp>
      <p:sp>
        <p:nvSpPr>
          <p:cNvPr id="5129" name="灯片编号占位符 1"/>
          <p:cNvSpPr txBox="1"/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628582D-9AFD-4F57-A513-52627A4E5B7C}" type="slidenum">
              <a:rPr lang="en-US" altLang="zh-CN" b="0">
                <a:solidFill>
                  <a:srgbClr val="FF00FF"/>
                </a:solidFill>
              </a:rPr>
              <a:t>2</a:t>
            </a:fld>
            <a:r>
              <a:rPr lang="en-US" altLang="zh-CN" b="0">
                <a:solidFill>
                  <a:srgbClr val="FF00FF"/>
                </a:solidFill>
              </a:rPr>
              <a:t>/25</a:t>
            </a:r>
          </a:p>
        </p:txBody>
      </p:sp>
      <p:graphicFrame>
        <p:nvGraphicFramePr>
          <p:cNvPr id="64541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2499483"/>
              </p:ext>
            </p:extLst>
          </p:nvPr>
        </p:nvGraphicFramePr>
        <p:xfrm>
          <a:off x="5927725" y="2702000"/>
          <a:ext cx="285750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73" name="公式" r:id="rId9" imgW="953135" imgH="167640" progId="Equation.3">
                  <p:embed/>
                </p:oleObj>
              </mc:Choice>
              <mc:Fallback>
                <p:oleObj name="公式" r:id="rId9" imgW="953135" imgH="167640" progId="Equation.3">
                  <p:embed/>
                  <p:pic>
                    <p:nvPicPr>
                      <p:cNvPr id="64541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7725" y="2702000"/>
                        <a:ext cx="285750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 Box 9"/>
          <p:cNvSpPr txBox="1">
            <a:spLocks noChangeArrowheads="1"/>
          </p:cNvSpPr>
          <p:nvPr/>
        </p:nvSpPr>
        <p:spPr bwMode="auto">
          <a:xfrm>
            <a:off x="5769341" y="2132856"/>
            <a:ext cx="303212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>
                <a:solidFill>
                  <a:srgbClr val="99FF66"/>
                </a:solidFill>
                <a:ea typeface="楷体_GB2312" pitchFamily="49" charset="-122"/>
              </a:rPr>
              <a:t>•</a:t>
            </a:r>
            <a:r>
              <a:rPr lang="en-US" altLang="zh-CN" sz="2200">
                <a:solidFill>
                  <a:srgbClr val="99FF66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200">
                <a:solidFill>
                  <a:srgbClr val="99FF66"/>
                </a:solidFill>
                <a:latin typeface="楷体_GB2312" pitchFamily="49" charset="-122"/>
                <a:ea typeface="楷体_GB2312" pitchFamily="49" charset="-122"/>
              </a:rPr>
              <a:t>运动学方程</a:t>
            </a:r>
          </a:p>
        </p:txBody>
      </p:sp>
      <p:sp>
        <p:nvSpPr>
          <p:cNvPr id="36" name="Text Box 4"/>
          <p:cNvSpPr txBox="1">
            <a:spLocks noChangeArrowheads="1"/>
          </p:cNvSpPr>
          <p:nvPr/>
        </p:nvSpPr>
        <p:spPr bwMode="auto">
          <a:xfrm>
            <a:off x="446880" y="3330534"/>
            <a:ext cx="598646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dirty="0">
                <a:solidFill>
                  <a:schemeClr val="bg1"/>
                </a:solidFill>
                <a:ea typeface="楷体_GB2312" pitchFamily="49" charset="-122"/>
              </a:rPr>
              <a:t>1.  </a:t>
            </a:r>
            <a:r>
              <a:rPr lang="zh-CN" altLang="en-US" sz="2200" dirty="0">
                <a:solidFill>
                  <a:srgbClr val="FFFF00"/>
                </a:solidFill>
                <a:ea typeface="楷体_GB2312" pitchFamily="49" charset="-122"/>
              </a:rPr>
              <a:t>初始条件法</a:t>
            </a:r>
            <a:endParaRPr lang="zh-CN" altLang="en-US" sz="2200" dirty="0">
              <a:solidFill>
                <a:schemeClr val="bg1"/>
              </a:solidFill>
              <a:ea typeface="楷体_GB2312" pitchFamily="49" charset="-122"/>
            </a:endParaRPr>
          </a:p>
        </p:txBody>
      </p:sp>
      <p:graphicFrame>
        <p:nvGraphicFramePr>
          <p:cNvPr id="44" name="Object 67"/>
          <p:cNvGraphicFramePr/>
          <p:nvPr>
            <p:extLst>
              <p:ext uri="{D42A27DB-BD31-4B8C-83A1-F6EECF244321}">
                <p14:modId xmlns:p14="http://schemas.microsoft.com/office/powerpoint/2010/main" val="3841911702"/>
              </p:ext>
            </p:extLst>
          </p:nvPr>
        </p:nvGraphicFramePr>
        <p:xfrm>
          <a:off x="1171575" y="3985493"/>
          <a:ext cx="2076450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74" name="公式" r:id="rId11" imgW="1674495" imgH="695325" progId="Equation.3">
                  <p:embed/>
                </p:oleObj>
              </mc:Choice>
              <mc:Fallback>
                <p:oleObj name="公式" r:id="rId11" imgW="1674495" imgH="695325" progId="Equation.3">
                  <p:embed/>
                  <p:pic>
                    <p:nvPicPr>
                      <p:cNvPr id="44" name="Object 67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1575" y="3985493"/>
                        <a:ext cx="2076450" cy="928688"/>
                      </a:xfrm>
                      <a:prstGeom prst="rect">
                        <a:avLst/>
                      </a:prstGeom>
                      <a:noFill/>
                      <a:ln w="63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68"/>
          <p:cNvGraphicFramePr/>
          <p:nvPr>
            <p:extLst>
              <p:ext uri="{D42A27DB-BD31-4B8C-83A1-F6EECF244321}">
                <p14:modId xmlns:p14="http://schemas.microsoft.com/office/powerpoint/2010/main" val="2065081514"/>
              </p:ext>
            </p:extLst>
          </p:nvPr>
        </p:nvGraphicFramePr>
        <p:xfrm>
          <a:off x="3440112" y="4029943"/>
          <a:ext cx="2263775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75" name="公式" r:id="rId13" imgW="1816100" imgH="682625" progId="Equation.3">
                  <p:embed/>
                </p:oleObj>
              </mc:Choice>
              <mc:Fallback>
                <p:oleObj name="公式" r:id="rId13" imgW="1816100" imgH="682625" progId="Equation.3">
                  <p:embed/>
                  <p:pic>
                    <p:nvPicPr>
                      <p:cNvPr id="45" name="Object 68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0112" y="4029943"/>
                        <a:ext cx="2263775" cy="91122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Text Box 11"/>
          <p:cNvSpPr txBox="1">
            <a:spLocks noChangeArrowheads="1"/>
          </p:cNvSpPr>
          <p:nvPr/>
        </p:nvSpPr>
        <p:spPr bwMode="auto">
          <a:xfrm>
            <a:off x="5998210" y="4086438"/>
            <a:ext cx="2075815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FF00"/>
                </a:solidFill>
              </a:rPr>
              <a:t>注意</a:t>
            </a:r>
            <a:r>
              <a:rPr lang="en-US" altLang="zh-CN" dirty="0">
                <a:solidFill>
                  <a:srgbClr val="FFFF00"/>
                </a:solidFill>
              </a:rPr>
              <a:t>:</a:t>
            </a:r>
            <a:r>
              <a:rPr lang="en-US" altLang="zh-CN" dirty="0">
                <a:solidFill>
                  <a:srgbClr val="00FFFF"/>
                </a:solidFill>
              </a:rPr>
              <a:t>  </a:t>
            </a:r>
            <a:r>
              <a:rPr lang="zh-CN" altLang="en-US" dirty="0">
                <a:solidFill>
                  <a:schemeClr val="bg1"/>
                </a:solidFill>
              </a:rPr>
              <a:t>如何</a:t>
            </a:r>
          </a:p>
          <a:p>
            <a:pPr eaLnBrk="1" hangingPunct="1"/>
            <a:r>
              <a:rPr lang="zh-CN" altLang="en-US" dirty="0">
                <a:solidFill>
                  <a:schemeClr val="bg1"/>
                </a:solidFill>
              </a:rPr>
              <a:t>最后确定</a:t>
            </a:r>
            <a:r>
              <a:rPr lang="zh-CN" altLang="en-US" dirty="0"/>
              <a:t> </a:t>
            </a:r>
            <a:r>
              <a:rPr lang="zh-CN" altLang="en-US" i="1" dirty="0">
                <a:solidFill>
                  <a:srgbClr val="FFFF00"/>
                </a:solidFill>
                <a:latin typeface="Bookman Old Style" panose="02050604050505020204" pitchFamily="18" charset="0"/>
                <a:sym typeface="Symbol" panose="05050102010706020507" pitchFamily="18" charset="2"/>
              </a:rPr>
              <a:t></a:t>
            </a:r>
            <a:r>
              <a:rPr lang="zh-CN" altLang="en-US" i="1" dirty="0">
                <a:solidFill>
                  <a:srgbClr val="FFFF00"/>
                </a:solidFill>
                <a:sym typeface="Symbol" panose="05050102010706020507" pitchFamily="18" charset="2"/>
              </a:rPr>
              <a:t> </a:t>
            </a:r>
            <a:endParaRPr lang="en-US" altLang="zh-CN" dirty="0">
              <a:solidFill>
                <a:srgbClr val="FFFF00"/>
              </a:solidFill>
            </a:endParaRPr>
          </a:p>
        </p:txBody>
      </p:sp>
      <p:sp>
        <p:nvSpPr>
          <p:cNvPr id="2" name="Text 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28625" y="5085184"/>
            <a:ext cx="6223194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dirty="0">
                <a:solidFill>
                  <a:schemeClr val="bg1"/>
                </a:solidFill>
                <a:ea typeface="楷体_GB2312" pitchFamily="49" charset="-122"/>
              </a:rPr>
              <a:t>2.  </a:t>
            </a:r>
            <a:r>
              <a:rPr lang="zh-CN" altLang="en-US" sz="2200" dirty="0">
                <a:solidFill>
                  <a:srgbClr val="FFFF00"/>
                </a:solidFill>
                <a:ea typeface="楷体_GB2312" pitchFamily="49" charset="-122"/>
              </a:rPr>
              <a:t>振动曲线法     </a:t>
            </a:r>
            <a:endParaRPr lang="zh-CN" altLang="en-US" sz="2200" dirty="0">
              <a:solidFill>
                <a:schemeClr val="bg1"/>
              </a:solidFill>
              <a:ea typeface="楷体_GB2312" pitchFamily="49" charset="-122"/>
            </a:endParaRPr>
          </a:p>
        </p:txBody>
      </p:sp>
      <p:sp>
        <p:nvSpPr>
          <p:cNvPr id="3" name="Text Box 4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12115" y="5589240"/>
            <a:ext cx="3295789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dirty="0">
                <a:solidFill>
                  <a:schemeClr val="bg1"/>
                </a:solidFill>
                <a:ea typeface="楷体_GB2312" pitchFamily="49" charset="-122"/>
              </a:rPr>
              <a:t>3.  </a:t>
            </a:r>
            <a:r>
              <a:rPr lang="zh-CN" altLang="en-US" sz="2200" dirty="0">
                <a:solidFill>
                  <a:srgbClr val="FFFF00"/>
                </a:solidFill>
                <a:ea typeface="楷体_GB2312" pitchFamily="49" charset="-122"/>
              </a:rPr>
              <a:t>旋转矢量法</a:t>
            </a:r>
            <a:r>
              <a:rPr lang="en-US" altLang="zh-CN" sz="2200" dirty="0">
                <a:solidFill>
                  <a:srgbClr val="FFFF00"/>
                </a:solidFill>
                <a:ea typeface="楷体_GB2312" pitchFamily="49" charset="-122"/>
              </a:rPr>
              <a:t>       </a:t>
            </a:r>
            <a:endParaRPr lang="zh-CN" altLang="en-US" sz="2200" dirty="0">
              <a:solidFill>
                <a:schemeClr val="bg1"/>
              </a:solidFill>
              <a:ea typeface="楷体_GB2312" pitchFamily="49" charset="-122"/>
            </a:endParaRPr>
          </a:p>
        </p:txBody>
      </p:sp>
      <p:graphicFrame>
        <p:nvGraphicFramePr>
          <p:cNvPr id="18" name="Object 53">
            <a:extLst>
              <a:ext uri="{FF2B5EF4-FFF2-40B4-BE49-F238E27FC236}">
                <a16:creationId xmlns:a16="http://schemas.microsoft.com/office/drawing/2014/main" id="{332695C6-FCAC-426D-8736-97DA724569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0427941"/>
              </p:ext>
            </p:extLst>
          </p:nvPr>
        </p:nvGraphicFramePr>
        <p:xfrm>
          <a:off x="821283" y="6071890"/>
          <a:ext cx="5622925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76" name="公式" r:id="rId15" imgW="3702050" imgH="234315" progId="Equation.3">
                  <p:embed/>
                </p:oleObj>
              </mc:Choice>
              <mc:Fallback>
                <p:oleObj name="公式" r:id="rId15" imgW="3702050" imgH="234315" progId="Equation.3">
                  <p:embed/>
                  <p:pic>
                    <p:nvPicPr>
                      <p:cNvPr id="53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1283" y="6071890"/>
                        <a:ext cx="5622925" cy="525462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D3728B8D-56F9-4F03-BA7A-72C62B7D628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51818" y="5087970"/>
            <a:ext cx="2024638" cy="157306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6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6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63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6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63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6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4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2" grpId="0" build="p" autoUpdateAnimBg="0"/>
      <p:bldP spid="56323" grpId="0" bldLvl="0" animBg="1" autoUpdateAnimBg="0"/>
      <p:bldP spid="56328" grpId="0" build="p" autoUpdateAnimBg="0"/>
      <p:bldP spid="56329" grpId="0" build="p" autoUpdateAnimBg="0"/>
      <p:bldP spid="56352" grpId="0"/>
      <p:bldP spid="38" grpId="0" build="p" autoUpdateAnimBg="0"/>
      <p:bldP spid="36" grpId="0" autoUpdateAnimBg="0"/>
      <p:bldP spid="46" grpId="0"/>
      <p:bldP spid="2" grpId="0" autoUpdateAnimBg="0"/>
      <p:bldP spid="3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/>
          <p:cNvSpPr>
            <a:spLocks noChangeArrowheads="1"/>
          </p:cNvSpPr>
          <p:nvPr/>
        </p:nvSpPr>
        <p:spPr bwMode="auto">
          <a:xfrm>
            <a:off x="644525" y="477838"/>
            <a:ext cx="803116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例：</a:t>
            </a:r>
            <a:r>
              <a:rPr lang="zh-CN" altLang="en-US">
                <a:solidFill>
                  <a:schemeClr val="bg1"/>
                </a:solidFill>
              </a:rPr>
              <a:t>已知简谐振动，</a:t>
            </a:r>
            <a:r>
              <a:rPr lang="en-US" altLang="zh-CN" i="1">
                <a:solidFill>
                  <a:srgbClr val="FFFF66"/>
                </a:solidFill>
              </a:rPr>
              <a:t>A</a:t>
            </a:r>
            <a:r>
              <a:rPr lang="en-US" altLang="zh-CN">
                <a:solidFill>
                  <a:srgbClr val="FFFF66"/>
                </a:solidFill>
              </a:rPr>
              <a:t>=4cm</a:t>
            </a:r>
            <a:r>
              <a:rPr lang="zh-CN" altLang="en-US">
                <a:solidFill>
                  <a:srgbClr val="FFFF66"/>
                </a:solidFill>
              </a:rPr>
              <a:t>，</a:t>
            </a:r>
            <a:r>
              <a:rPr lang="en-US" altLang="zh-CN">
                <a:solidFill>
                  <a:srgbClr val="FFFF66"/>
                </a:solidFill>
                <a:sym typeface="Symbol" panose="05050102010706020507" pitchFamily="18" charset="2"/>
              </a:rPr>
              <a:t>T</a:t>
            </a:r>
            <a:r>
              <a:rPr lang="en-US" altLang="zh-CN">
                <a:solidFill>
                  <a:srgbClr val="FFFF66"/>
                </a:solidFill>
              </a:rPr>
              <a:t>=2s</a:t>
            </a:r>
            <a:r>
              <a:rPr lang="zh-CN" altLang="en-US">
                <a:solidFill>
                  <a:schemeClr val="bg1"/>
                </a:solidFill>
              </a:rPr>
              <a:t>；</a:t>
            </a:r>
            <a:r>
              <a:rPr lang="en-US" altLang="zh-CN" i="1">
                <a:solidFill>
                  <a:srgbClr val="FFFF66"/>
                </a:solidFill>
              </a:rPr>
              <a:t>t </a:t>
            </a:r>
            <a:r>
              <a:rPr lang="en-US" altLang="zh-CN">
                <a:solidFill>
                  <a:srgbClr val="FFFF66"/>
                </a:solidFill>
              </a:rPr>
              <a:t>=1s</a:t>
            </a:r>
            <a:r>
              <a:rPr lang="zh-CN" altLang="en-US">
                <a:solidFill>
                  <a:schemeClr val="bg1"/>
                </a:solidFill>
              </a:rPr>
              <a:t>时，</a:t>
            </a:r>
            <a:r>
              <a:rPr lang="en-US" altLang="zh-CN" i="1">
                <a:solidFill>
                  <a:srgbClr val="FFFF66"/>
                </a:solidFill>
              </a:rPr>
              <a:t>x </a:t>
            </a:r>
            <a:r>
              <a:rPr lang="en-US" altLang="zh-CN">
                <a:solidFill>
                  <a:srgbClr val="FFFF66"/>
                </a:solidFill>
              </a:rPr>
              <a:t>= -2cm</a:t>
            </a:r>
            <a:r>
              <a:rPr lang="zh-CN" altLang="en-US">
                <a:solidFill>
                  <a:schemeClr val="bg1"/>
                </a:solidFill>
              </a:rPr>
              <a:t>且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        向 </a:t>
            </a:r>
            <a:r>
              <a:rPr lang="en-US" altLang="zh-CN" i="1">
                <a:solidFill>
                  <a:srgbClr val="FFFF00"/>
                </a:solidFill>
              </a:rPr>
              <a:t>x</a:t>
            </a:r>
            <a:r>
              <a:rPr lang="en-US" altLang="zh-CN" i="1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正向运动，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写出振动表达式？</a:t>
            </a:r>
          </a:p>
        </p:txBody>
      </p:sp>
      <p:grpSp>
        <p:nvGrpSpPr>
          <p:cNvPr id="8" name="Group 41"/>
          <p:cNvGrpSpPr/>
          <p:nvPr/>
        </p:nvGrpSpPr>
        <p:grpSpPr bwMode="auto">
          <a:xfrm>
            <a:off x="5749925" y="3252788"/>
            <a:ext cx="1036638" cy="1577975"/>
            <a:chOff x="3622" y="2049"/>
            <a:chExt cx="653" cy="994"/>
          </a:xfrm>
        </p:grpSpPr>
        <p:sp>
          <p:nvSpPr>
            <p:cNvPr id="9252" name="Line 8"/>
            <p:cNvSpPr>
              <a:spLocks noChangeAspect="1" noChangeShapeType="1"/>
            </p:cNvSpPr>
            <p:nvPr/>
          </p:nvSpPr>
          <p:spPr bwMode="auto">
            <a:xfrm>
              <a:off x="3915" y="2340"/>
              <a:ext cx="0" cy="703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prstDash val="sysDot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3" name="Text Box 17"/>
            <p:cNvSpPr txBox="1">
              <a:spLocks noChangeArrowheads="1"/>
            </p:cNvSpPr>
            <p:nvPr/>
          </p:nvSpPr>
          <p:spPr bwMode="auto">
            <a:xfrm>
              <a:off x="3622" y="2049"/>
              <a:ext cx="65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FF66"/>
                  </a:solidFill>
                </a:rPr>
                <a:t>-0.02</a:t>
              </a:r>
              <a:endParaRPr lang="en-US" altLang="zh-CN" i="1">
                <a:solidFill>
                  <a:srgbClr val="FFFF66"/>
                </a:solidFill>
              </a:endParaRPr>
            </a:p>
          </p:txBody>
        </p:sp>
      </p:grpSp>
      <p:sp>
        <p:nvSpPr>
          <p:cNvPr id="214034" name="Text Box 18"/>
          <p:cNvSpPr txBox="1">
            <a:spLocks noChangeArrowheads="1"/>
          </p:cNvSpPr>
          <p:nvPr/>
        </p:nvSpPr>
        <p:spPr bwMode="auto">
          <a:xfrm>
            <a:off x="1500188" y="5199063"/>
            <a:ext cx="3786187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i="1" dirty="0">
                <a:solidFill>
                  <a:srgbClr val="FFFF00"/>
                </a:solidFill>
                <a:latin typeface="+mn-lt"/>
                <a:sym typeface="Symbol" panose="05050102010706020507" pitchFamily="18" charset="2"/>
              </a:rPr>
              <a:t></a:t>
            </a:r>
            <a:r>
              <a:rPr lang="en-US" altLang="zh-CN" dirty="0">
                <a:solidFill>
                  <a:srgbClr val="FFFF00"/>
                </a:solidFill>
                <a:latin typeface="+mn-lt"/>
                <a:sym typeface="Symbol" panose="05050102010706020507" pitchFamily="18" charset="2"/>
              </a:rPr>
              <a:t> = /3</a:t>
            </a:r>
            <a:r>
              <a:rPr lang="en-US" altLang="zh-CN" dirty="0">
                <a:solidFill>
                  <a:srgbClr val="FFFF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或者</a:t>
            </a:r>
            <a:r>
              <a:rPr lang="zh-CN" altLang="en-US" dirty="0">
                <a:solidFill>
                  <a:srgbClr val="FFFF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FFFF00"/>
                </a:solidFill>
                <a:latin typeface="+mn-lt"/>
              </a:rPr>
              <a:t>-</a:t>
            </a:r>
            <a:r>
              <a:rPr lang="en-US" altLang="zh-CN" dirty="0">
                <a:solidFill>
                  <a:srgbClr val="FFFF00"/>
                </a:solidFill>
                <a:latin typeface="+mn-lt"/>
                <a:sym typeface="Symbol" panose="05050102010706020507" pitchFamily="18" charset="2"/>
              </a:rPr>
              <a:t>/</a:t>
            </a:r>
            <a:r>
              <a:rPr lang="en-US" altLang="zh-CN" dirty="0">
                <a:solidFill>
                  <a:srgbClr val="FFFF00"/>
                </a:solidFill>
                <a:latin typeface="+mn-lt"/>
              </a:rPr>
              <a:t>3</a:t>
            </a:r>
            <a:endParaRPr lang="zh-CN" altLang="en-US" dirty="0">
              <a:solidFill>
                <a:srgbClr val="FFFF00"/>
              </a:solidFill>
              <a:latin typeface="+mn-lt"/>
            </a:endParaRPr>
          </a:p>
        </p:txBody>
      </p:sp>
      <p:sp>
        <p:nvSpPr>
          <p:cNvPr id="20" name="Text Box 22"/>
          <p:cNvSpPr txBox="1">
            <a:spLocks noChangeArrowheads="1"/>
          </p:cNvSpPr>
          <p:nvPr/>
        </p:nvSpPr>
        <p:spPr bwMode="auto">
          <a:xfrm>
            <a:off x="684213" y="1562100"/>
            <a:ext cx="334327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solidFill>
                  <a:schemeClr val="bg1"/>
                </a:solidFill>
              </a:rPr>
              <a:t>解：设运动学方程</a:t>
            </a:r>
          </a:p>
        </p:txBody>
      </p:sp>
      <p:graphicFrame>
        <p:nvGraphicFramePr>
          <p:cNvPr id="213026" name="Object 9"/>
          <p:cNvGraphicFramePr/>
          <p:nvPr/>
        </p:nvGraphicFramePr>
        <p:xfrm>
          <a:off x="1460500" y="2173288"/>
          <a:ext cx="2824163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12" name="公式" r:id="rId3" imgW="3188970" imgH="334645" progId="Equation.3">
                  <p:embed/>
                </p:oleObj>
              </mc:Choice>
              <mc:Fallback>
                <p:oleObj name="公式" r:id="rId3" imgW="3188970" imgH="334645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500" y="2173288"/>
                        <a:ext cx="2824163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31"/>
          <p:cNvSpPr txBox="1">
            <a:spLocks noChangeArrowheads="1"/>
          </p:cNvSpPr>
          <p:nvPr/>
        </p:nvSpPr>
        <p:spPr bwMode="auto">
          <a:xfrm>
            <a:off x="1285875" y="2708275"/>
            <a:ext cx="3500438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solidFill>
                  <a:schemeClr val="bg1"/>
                </a:solidFill>
              </a:rPr>
              <a:t>已知：</a:t>
            </a:r>
            <a:r>
              <a:rPr lang="en-US" altLang="zh-CN" sz="2200" i="1">
                <a:solidFill>
                  <a:srgbClr val="FFFF66"/>
                </a:solidFill>
              </a:rPr>
              <a:t>A</a:t>
            </a:r>
            <a:r>
              <a:rPr lang="en-US" altLang="zh-CN" sz="2200">
                <a:solidFill>
                  <a:srgbClr val="FFFF66"/>
                </a:solidFill>
              </a:rPr>
              <a:t>=4cm</a:t>
            </a:r>
            <a:r>
              <a:rPr lang="zh-CN" altLang="en-US" sz="2200">
                <a:solidFill>
                  <a:srgbClr val="FFFF66"/>
                </a:solidFill>
              </a:rPr>
              <a:t>，</a:t>
            </a:r>
            <a:r>
              <a:rPr lang="en-US" altLang="zh-CN" sz="2200">
                <a:solidFill>
                  <a:srgbClr val="FFFF66"/>
                </a:solidFill>
                <a:sym typeface="Symbol" panose="05050102010706020507" pitchFamily="18" charset="2"/>
              </a:rPr>
              <a:t>T</a:t>
            </a:r>
            <a:r>
              <a:rPr lang="en-US" altLang="zh-CN" sz="2200">
                <a:solidFill>
                  <a:srgbClr val="FFFF66"/>
                </a:solidFill>
              </a:rPr>
              <a:t>=2s</a:t>
            </a:r>
            <a:endParaRPr lang="en-US" altLang="zh-CN" sz="2200">
              <a:solidFill>
                <a:schemeClr val="bg1"/>
              </a:solidFill>
            </a:endParaRPr>
          </a:p>
        </p:txBody>
      </p:sp>
      <p:graphicFrame>
        <p:nvGraphicFramePr>
          <p:cNvPr id="3" name="Object 21"/>
          <p:cNvGraphicFramePr>
            <a:graphicFrameLocks noChangeAspect="1"/>
          </p:cNvGraphicFramePr>
          <p:nvPr/>
        </p:nvGraphicFramePr>
        <p:xfrm>
          <a:off x="1500188" y="3357563"/>
          <a:ext cx="314325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13" name="公式" r:id="rId5" imgW="1483360" imgH="111760" progId="Equation.3">
                  <p:embed/>
                </p:oleObj>
              </mc:Choice>
              <mc:Fallback>
                <p:oleObj name="公式" r:id="rId5" imgW="1483360" imgH="11176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0188" y="3357563"/>
                        <a:ext cx="3143250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5" name="右箭头 23"/>
          <p:cNvSpPr>
            <a:spLocks noChangeArrowheads="1"/>
          </p:cNvSpPr>
          <p:nvPr/>
        </p:nvSpPr>
        <p:spPr bwMode="auto">
          <a:xfrm>
            <a:off x="4143375" y="2851150"/>
            <a:ext cx="571500" cy="214313"/>
          </a:xfrm>
          <a:prstGeom prst="rightArrow">
            <a:avLst>
              <a:gd name="adj1" fmla="val 50000"/>
              <a:gd name="adj2" fmla="val 96975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" name="Object 22"/>
          <p:cNvGraphicFramePr>
            <a:graphicFrameLocks noChangeAspect="1"/>
          </p:cNvGraphicFramePr>
          <p:nvPr/>
        </p:nvGraphicFramePr>
        <p:xfrm>
          <a:off x="4786313" y="2779713"/>
          <a:ext cx="952500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14" name="公式" r:id="rId7" imgW="356870" imgH="44450" progId="Equation.3">
                  <p:embed/>
                </p:oleObj>
              </mc:Choice>
              <mc:Fallback>
                <p:oleObj name="公式" r:id="rId7" imgW="356870" imgH="4445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6313" y="2779713"/>
                        <a:ext cx="952500" cy="328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6" name="矩形 25"/>
          <p:cNvSpPr>
            <a:spLocks noChangeArrowheads="1"/>
          </p:cNvSpPr>
          <p:nvPr/>
        </p:nvSpPr>
        <p:spPr bwMode="auto">
          <a:xfrm>
            <a:off x="1258888" y="3978275"/>
            <a:ext cx="3673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已知：</a:t>
            </a:r>
            <a:r>
              <a:rPr lang="en-US" altLang="zh-CN"/>
              <a:t> </a:t>
            </a:r>
            <a:r>
              <a:rPr lang="en-US" altLang="zh-CN" i="1">
                <a:solidFill>
                  <a:srgbClr val="FFFF66"/>
                </a:solidFill>
              </a:rPr>
              <a:t>t </a:t>
            </a:r>
            <a:r>
              <a:rPr lang="en-US" altLang="zh-CN">
                <a:solidFill>
                  <a:srgbClr val="FFFF66"/>
                </a:solidFill>
              </a:rPr>
              <a:t>=1s</a:t>
            </a:r>
            <a:r>
              <a:rPr lang="zh-CN" altLang="en-US">
                <a:solidFill>
                  <a:schemeClr val="bg1"/>
                </a:solidFill>
              </a:rPr>
              <a:t>时，</a:t>
            </a:r>
            <a:r>
              <a:rPr lang="en-US" altLang="zh-CN" i="1">
                <a:solidFill>
                  <a:srgbClr val="FFFF66"/>
                </a:solidFill>
              </a:rPr>
              <a:t>x </a:t>
            </a:r>
            <a:r>
              <a:rPr lang="en-US" altLang="zh-CN">
                <a:solidFill>
                  <a:srgbClr val="FFFF66"/>
                </a:solidFill>
              </a:rPr>
              <a:t>= -2cm</a:t>
            </a:r>
            <a:endParaRPr lang="zh-CN" altLang="en-US">
              <a:solidFill>
                <a:srgbClr val="FFFF66"/>
              </a:solidFill>
            </a:endParaRPr>
          </a:p>
        </p:txBody>
      </p:sp>
      <p:graphicFrame>
        <p:nvGraphicFramePr>
          <p:cNvPr id="5" name="Object 23"/>
          <p:cNvGraphicFramePr>
            <a:graphicFrameLocks noChangeAspect="1"/>
          </p:cNvGraphicFramePr>
          <p:nvPr/>
        </p:nvGraphicFramePr>
        <p:xfrm>
          <a:off x="1547813" y="4583113"/>
          <a:ext cx="26193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15" name="公式" r:id="rId9" imgW="1215390" imgH="111760" progId="Equation.3">
                  <p:embed/>
                </p:oleObj>
              </mc:Choice>
              <mc:Fallback>
                <p:oleObj name="公式" r:id="rId9" imgW="1215390" imgH="11176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4583113"/>
                        <a:ext cx="2619375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4"/>
          <p:cNvGraphicFramePr>
            <a:graphicFrameLocks noChangeAspect="1"/>
          </p:cNvGraphicFramePr>
          <p:nvPr/>
        </p:nvGraphicFramePr>
        <p:xfrm>
          <a:off x="1495425" y="5659438"/>
          <a:ext cx="3363913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16" name="公式" r:id="rId11" imgW="1527810" imgH="334645" progId="Equation.3">
                  <p:embed/>
                </p:oleObj>
              </mc:Choice>
              <mc:Fallback>
                <p:oleObj name="公式" r:id="rId11" imgW="1527810" imgH="334645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5425" y="5659438"/>
                        <a:ext cx="3363913" cy="938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25" name="Rectangle 10"/>
          <p:cNvSpPr>
            <a:spLocks noChangeAspect="1" noChangeArrowheads="1"/>
          </p:cNvSpPr>
          <p:nvPr/>
        </p:nvSpPr>
        <p:spPr bwMode="auto">
          <a:xfrm>
            <a:off x="7173913" y="3143250"/>
            <a:ext cx="827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rgbClr val="FFFF00"/>
                </a:solidFill>
                <a:sym typeface="Symbol" panose="05050102010706020507" pitchFamily="18" charset="2"/>
              </a:rPr>
              <a:t>/3</a:t>
            </a:r>
            <a:endParaRPr lang="en-US" altLang="zh-CN" sz="1000" b="0"/>
          </a:p>
        </p:txBody>
      </p:sp>
      <p:grpSp>
        <p:nvGrpSpPr>
          <p:cNvPr id="9" name="组合 37"/>
          <p:cNvGrpSpPr/>
          <p:nvPr/>
        </p:nvGrpSpPr>
        <p:grpSpPr bwMode="auto">
          <a:xfrm>
            <a:off x="5492750" y="2071688"/>
            <a:ext cx="3068638" cy="1860550"/>
            <a:chOff x="5492750" y="2071688"/>
            <a:chExt cx="3068638" cy="1860551"/>
          </a:xfrm>
        </p:grpSpPr>
        <p:sp>
          <p:nvSpPr>
            <p:cNvPr id="9246" name="Line 3"/>
            <p:cNvSpPr>
              <a:spLocks noChangeAspect="1" noChangeShapeType="1"/>
            </p:cNvSpPr>
            <p:nvPr/>
          </p:nvSpPr>
          <p:spPr bwMode="auto">
            <a:xfrm>
              <a:off x="5492750" y="3727451"/>
              <a:ext cx="2649538" cy="1588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7" name="Line 6"/>
            <p:cNvSpPr>
              <a:spLocks noChangeAspect="1" noChangeShapeType="1"/>
            </p:cNvSpPr>
            <p:nvPr/>
          </p:nvSpPr>
          <p:spPr bwMode="auto">
            <a:xfrm flipV="1">
              <a:off x="6788150" y="2544763"/>
              <a:ext cx="592138" cy="1144588"/>
            </a:xfrm>
            <a:prstGeom prst="line">
              <a:avLst/>
            </a:prstGeom>
            <a:noFill/>
            <a:ln w="38100">
              <a:solidFill>
                <a:srgbClr val="FFFF66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8" name="Arc 9"/>
            <p:cNvSpPr>
              <a:spLocks noChangeAspect="1"/>
            </p:cNvSpPr>
            <p:nvPr/>
          </p:nvSpPr>
          <p:spPr bwMode="auto">
            <a:xfrm>
              <a:off x="6902450" y="3389313"/>
              <a:ext cx="241300" cy="32543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FF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9" name="Rectangle 11"/>
            <p:cNvSpPr>
              <a:spLocks noChangeAspect="1" noChangeArrowheads="1"/>
            </p:cNvSpPr>
            <p:nvPr/>
          </p:nvSpPr>
          <p:spPr bwMode="auto">
            <a:xfrm>
              <a:off x="7572375" y="2571751"/>
              <a:ext cx="801688" cy="515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66"/>
                  </a:solidFill>
                </a:rPr>
                <a:t>t</a:t>
              </a:r>
              <a:r>
                <a:rPr lang="en-US" altLang="zh-CN">
                  <a:solidFill>
                    <a:srgbClr val="FFFF66"/>
                  </a:solidFill>
                </a:rPr>
                <a:t> = 0</a:t>
              </a:r>
              <a:endParaRPr lang="en-US" altLang="zh-CN" b="0">
                <a:solidFill>
                  <a:srgbClr val="FFFF66"/>
                </a:solidFill>
              </a:endParaRPr>
            </a:p>
          </p:txBody>
        </p:sp>
        <p:sp>
          <p:nvSpPr>
            <p:cNvPr id="9250" name="Rectangle 12"/>
            <p:cNvSpPr>
              <a:spLocks noChangeAspect="1" noChangeArrowheads="1"/>
            </p:cNvSpPr>
            <p:nvPr/>
          </p:nvSpPr>
          <p:spPr bwMode="auto">
            <a:xfrm>
              <a:off x="8197850" y="3492501"/>
              <a:ext cx="363538" cy="43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chemeClr val="bg1"/>
                  </a:solidFill>
                </a:rPr>
                <a:t>x</a:t>
              </a:r>
              <a:endParaRPr lang="en-US" altLang="zh-CN" sz="1000" b="0">
                <a:solidFill>
                  <a:schemeClr val="bg1"/>
                </a:solidFill>
              </a:endParaRPr>
            </a:p>
          </p:txBody>
        </p:sp>
        <p:graphicFrame>
          <p:nvGraphicFramePr>
            <p:cNvPr id="9251" name="Object 25"/>
            <p:cNvGraphicFramePr>
              <a:graphicFrameLocks noChangeAspect="1"/>
            </p:cNvGraphicFramePr>
            <p:nvPr/>
          </p:nvGraphicFramePr>
          <p:xfrm>
            <a:off x="7234238" y="2071688"/>
            <a:ext cx="338138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17" name="公式" r:id="rId13" imgW="222885" imgH="312420" progId="Equation.3">
                    <p:embed/>
                  </p:oleObj>
                </mc:Choice>
                <mc:Fallback>
                  <p:oleObj name="公式" r:id="rId13" imgW="222885" imgH="31242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34238" y="2071688"/>
                          <a:ext cx="338138" cy="4286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40"/>
          <p:cNvGrpSpPr/>
          <p:nvPr/>
        </p:nvGrpSpPr>
        <p:grpSpPr bwMode="auto">
          <a:xfrm>
            <a:off x="5572125" y="3500438"/>
            <a:ext cx="2714625" cy="2071687"/>
            <a:chOff x="3510" y="2205"/>
            <a:chExt cx="1710" cy="1305"/>
          </a:xfrm>
        </p:grpSpPr>
        <p:sp>
          <p:nvSpPr>
            <p:cNvPr id="9240" name="Line 5"/>
            <p:cNvSpPr>
              <a:spLocks noChangeAspect="1" noChangeShapeType="1"/>
            </p:cNvSpPr>
            <p:nvPr/>
          </p:nvSpPr>
          <p:spPr bwMode="auto">
            <a:xfrm flipH="1">
              <a:off x="3904" y="2336"/>
              <a:ext cx="373" cy="721"/>
            </a:xfrm>
            <a:prstGeom prst="line">
              <a:avLst/>
            </a:prstGeom>
            <a:noFill/>
            <a:ln w="38100">
              <a:solidFill>
                <a:srgbClr val="66FF33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1" name="Rectangle 11"/>
            <p:cNvSpPr>
              <a:spLocks noChangeAspect="1" noChangeArrowheads="1"/>
            </p:cNvSpPr>
            <p:nvPr/>
          </p:nvSpPr>
          <p:spPr bwMode="auto">
            <a:xfrm>
              <a:off x="3510" y="3240"/>
              <a:ext cx="505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66"/>
                  </a:solidFill>
                </a:rPr>
                <a:t>t</a:t>
              </a:r>
              <a:r>
                <a:rPr lang="en-US" altLang="zh-CN">
                  <a:solidFill>
                    <a:srgbClr val="FFFF66"/>
                  </a:solidFill>
                </a:rPr>
                <a:t> = 1s</a:t>
              </a:r>
              <a:endParaRPr lang="en-US" altLang="zh-CN" b="0">
                <a:solidFill>
                  <a:srgbClr val="FFFF66"/>
                </a:solidFill>
              </a:endParaRPr>
            </a:p>
          </p:txBody>
        </p:sp>
        <p:graphicFrame>
          <p:nvGraphicFramePr>
            <p:cNvPr id="9242" name="Object 26"/>
            <p:cNvGraphicFramePr>
              <a:graphicFrameLocks noChangeAspect="1"/>
            </p:cNvGraphicFramePr>
            <p:nvPr/>
          </p:nvGraphicFramePr>
          <p:xfrm>
            <a:off x="3555" y="2925"/>
            <a:ext cx="213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18" name="公式" r:id="rId15" imgW="222885" imgH="312420" progId="Equation.3">
                    <p:embed/>
                  </p:oleObj>
                </mc:Choice>
                <mc:Fallback>
                  <p:oleObj name="公式" r:id="rId15" imgW="222885" imgH="312420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5" y="2925"/>
                          <a:ext cx="213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" name="弧形 32"/>
            <p:cNvSpPr/>
            <p:nvPr/>
          </p:nvSpPr>
          <p:spPr bwMode="auto">
            <a:xfrm>
              <a:off x="4140" y="2205"/>
              <a:ext cx="270" cy="270"/>
            </a:xfrm>
            <a:prstGeom prst="arc">
              <a:avLst>
                <a:gd name="adj1" fmla="val 7241106"/>
                <a:gd name="adj2" fmla="val 0"/>
              </a:avLst>
            </a:prstGeom>
            <a:noFill/>
            <a:ln w="25400" cap="flat" cmpd="sng" algn="ctr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244" name="任意多边形 33"/>
            <p:cNvSpPr>
              <a:spLocks noChangeArrowheads="1"/>
            </p:cNvSpPr>
            <p:nvPr/>
          </p:nvSpPr>
          <p:spPr bwMode="auto">
            <a:xfrm>
              <a:off x="4017" y="2385"/>
              <a:ext cx="491" cy="359"/>
            </a:xfrm>
            <a:custGeom>
              <a:avLst/>
              <a:gdLst>
                <a:gd name="T0" fmla="*/ 0 w 778778"/>
                <a:gd name="T1" fmla="*/ 0 h 570451"/>
                <a:gd name="T2" fmla="*/ 0 w 778778"/>
                <a:gd name="T3" fmla="*/ 0 h 570451"/>
                <a:gd name="T4" fmla="*/ 0 w 778778"/>
                <a:gd name="T5" fmla="*/ 0 h 570451"/>
                <a:gd name="T6" fmla="*/ 0 w 778778"/>
                <a:gd name="T7" fmla="*/ 0 h 57045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78778"/>
                <a:gd name="T13" fmla="*/ 0 h 570451"/>
                <a:gd name="T14" fmla="*/ 778778 w 778778"/>
                <a:gd name="T15" fmla="*/ 570451 h 57045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78778" h="570451">
                  <a:moveTo>
                    <a:pt x="191549" y="0"/>
                  </a:moveTo>
                  <a:cubicBezTo>
                    <a:pt x="143312" y="32857"/>
                    <a:pt x="95076" y="65714"/>
                    <a:pt x="82492" y="134224"/>
                  </a:cubicBezTo>
                  <a:cubicBezTo>
                    <a:pt x="69908" y="202734"/>
                    <a:pt x="0" y="338356"/>
                    <a:pt x="116048" y="411060"/>
                  </a:cubicBezTo>
                  <a:cubicBezTo>
                    <a:pt x="232096" y="483764"/>
                    <a:pt x="505437" y="527107"/>
                    <a:pt x="778778" y="570451"/>
                  </a:cubicBezTo>
                </a:path>
              </a:pathLst>
            </a:custGeom>
            <a:noFill/>
            <a:ln w="25400" algn="ctr">
              <a:solidFill>
                <a:srgbClr val="00FF00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45" name="Rectangle 10"/>
            <p:cNvSpPr>
              <a:spLocks noChangeAspect="1" noChangeArrowheads="1"/>
            </p:cNvSpPr>
            <p:nvPr/>
          </p:nvSpPr>
          <p:spPr bwMode="auto">
            <a:xfrm>
              <a:off x="4590" y="2589"/>
              <a:ext cx="630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dirty="0">
                  <a:solidFill>
                    <a:schemeClr val="accent1"/>
                  </a:solidFill>
                  <a:sym typeface="Symbol" panose="05050102010706020507" pitchFamily="18" charset="2"/>
                </a:rPr>
                <a:t>4/3</a:t>
              </a:r>
              <a:endParaRPr lang="en-US" altLang="zh-CN" sz="1000" b="0" dirty="0">
                <a:solidFill>
                  <a:schemeClr val="accent1"/>
                </a:solidFill>
              </a:endParaRPr>
            </a:p>
          </p:txBody>
        </p:sp>
      </p:grpSp>
      <p:cxnSp>
        <p:nvCxnSpPr>
          <p:cNvPr id="13341" name="直接连接符 30"/>
          <p:cNvCxnSpPr>
            <a:cxnSpLocks noChangeShapeType="1"/>
          </p:cNvCxnSpPr>
          <p:nvPr/>
        </p:nvCxnSpPr>
        <p:spPr bwMode="auto">
          <a:xfrm>
            <a:off x="3429000" y="5232400"/>
            <a:ext cx="500063" cy="428625"/>
          </a:xfrm>
          <a:prstGeom prst="line">
            <a:avLst/>
          </a:prstGeom>
          <a:noFill/>
          <a:ln w="2540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34" name="灯片编号占位符 1"/>
          <p:cNvSpPr txBox="1"/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E2A0906-CD66-4B9B-86E6-6BDA38DEB953}" type="slidenum">
              <a:rPr lang="en-US" altLang="zh-CN" b="0">
                <a:solidFill>
                  <a:srgbClr val="FF00FF"/>
                </a:solidFill>
              </a:rPr>
              <a:t>3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  <p:sp>
        <p:nvSpPr>
          <p:cNvPr id="44" name="任意多边形 43"/>
          <p:cNvSpPr>
            <a:spLocks noChangeArrowheads="1"/>
          </p:cNvSpPr>
          <p:nvPr/>
        </p:nvSpPr>
        <p:spPr bwMode="auto">
          <a:xfrm>
            <a:off x="4787900" y="3573463"/>
            <a:ext cx="360363" cy="685800"/>
          </a:xfrm>
          <a:custGeom>
            <a:avLst/>
            <a:gdLst>
              <a:gd name="T0" fmla="*/ 0 w 360726"/>
              <a:gd name="T1" fmla="*/ 1814 h 830510"/>
              <a:gd name="T2" fmla="*/ 259937 w 360726"/>
              <a:gd name="T3" fmla="*/ 1374 h 830510"/>
              <a:gd name="T4" fmla="*/ 349289 w 360726"/>
              <a:gd name="T5" fmla="*/ 660 h 830510"/>
              <a:gd name="T6" fmla="*/ 259937 w 360726"/>
              <a:gd name="T7" fmla="*/ 201 h 830510"/>
              <a:gd name="T8" fmla="*/ 32492 w 360726"/>
              <a:gd name="T9" fmla="*/ 0 h 8305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0726"/>
              <a:gd name="T16" fmla="*/ 0 h 830510"/>
              <a:gd name="T17" fmla="*/ 360726 w 360726"/>
              <a:gd name="T18" fmla="*/ 830510 h 83051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0726" h="830510">
                <a:moveTo>
                  <a:pt x="0" y="830510"/>
                </a:moveTo>
                <a:cubicBezTo>
                  <a:pt x="104163" y="773884"/>
                  <a:pt x="208326" y="717258"/>
                  <a:pt x="268447" y="629174"/>
                </a:cubicBezTo>
                <a:cubicBezTo>
                  <a:pt x="328568" y="541090"/>
                  <a:pt x="360726" y="391486"/>
                  <a:pt x="360726" y="302004"/>
                </a:cubicBezTo>
                <a:cubicBezTo>
                  <a:pt x="360726" y="212522"/>
                  <a:pt x="322975" y="142613"/>
                  <a:pt x="268447" y="92279"/>
                </a:cubicBezTo>
                <a:cubicBezTo>
                  <a:pt x="213919" y="41945"/>
                  <a:pt x="123737" y="20972"/>
                  <a:pt x="33556" y="0"/>
                </a:cubicBezTo>
              </a:path>
            </a:pathLst>
          </a:custGeom>
          <a:noFill/>
          <a:ln w="25400" algn="ctr">
            <a:solidFill>
              <a:srgbClr val="FF0000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" name="任意多边形 44"/>
          <p:cNvSpPr>
            <a:spLocks noChangeArrowheads="1"/>
          </p:cNvSpPr>
          <p:nvPr/>
        </p:nvSpPr>
        <p:spPr bwMode="auto">
          <a:xfrm>
            <a:off x="874713" y="3573463"/>
            <a:ext cx="601662" cy="1223962"/>
          </a:xfrm>
          <a:custGeom>
            <a:avLst/>
            <a:gdLst>
              <a:gd name="T0" fmla="*/ 346 w 760601"/>
              <a:gd name="T1" fmla="*/ 0 h 1510018"/>
              <a:gd name="T2" fmla="*/ 78 w 760601"/>
              <a:gd name="T3" fmla="*/ 228 h 1510018"/>
              <a:gd name="T4" fmla="*/ 8 w 760601"/>
              <a:gd name="T5" fmla="*/ 812 h 1510018"/>
              <a:gd name="T6" fmla="*/ 40 w 760601"/>
              <a:gd name="T7" fmla="*/ 1416 h 1510018"/>
              <a:gd name="T8" fmla="*/ 248 w 760601"/>
              <a:gd name="T9" fmla="*/ 1722 h 1510018"/>
              <a:gd name="T10" fmla="*/ 421 w 760601"/>
              <a:gd name="T11" fmla="*/ 1772 h 151001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60601"/>
              <a:gd name="T19" fmla="*/ 0 h 1510018"/>
              <a:gd name="T20" fmla="*/ 760601 w 760601"/>
              <a:gd name="T21" fmla="*/ 1510018 h 151001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60601" h="1510018">
                <a:moveTo>
                  <a:pt x="626377" y="0"/>
                </a:moveTo>
                <a:cubicBezTo>
                  <a:pt x="434129" y="39149"/>
                  <a:pt x="241881" y="78298"/>
                  <a:pt x="139815" y="192947"/>
                </a:cubicBezTo>
                <a:cubicBezTo>
                  <a:pt x="37749" y="307596"/>
                  <a:pt x="25166" y="520117"/>
                  <a:pt x="13981" y="687897"/>
                </a:cubicBezTo>
                <a:cubicBezTo>
                  <a:pt x="2796" y="855677"/>
                  <a:pt x="0" y="1070995"/>
                  <a:pt x="72704" y="1199626"/>
                </a:cubicBezTo>
                <a:cubicBezTo>
                  <a:pt x="145408" y="1328257"/>
                  <a:pt x="335559" y="1409350"/>
                  <a:pt x="450208" y="1459684"/>
                </a:cubicBezTo>
                <a:cubicBezTo>
                  <a:pt x="564857" y="1510018"/>
                  <a:pt x="662729" y="1505823"/>
                  <a:pt x="760601" y="1501629"/>
                </a:cubicBezTo>
              </a:path>
            </a:pathLst>
          </a:custGeom>
          <a:noFill/>
          <a:ln w="25400" algn="ctr">
            <a:solidFill>
              <a:srgbClr val="FF0000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1" name="Group 39"/>
          <p:cNvGrpSpPr/>
          <p:nvPr/>
        </p:nvGrpSpPr>
        <p:grpSpPr bwMode="auto">
          <a:xfrm>
            <a:off x="6084888" y="1916113"/>
            <a:ext cx="1168400" cy="576262"/>
            <a:chOff x="3833" y="1162"/>
            <a:chExt cx="736" cy="363"/>
          </a:xfrm>
        </p:grpSpPr>
        <p:sp>
          <p:nvSpPr>
            <p:cNvPr id="9238" name="Arc 43"/>
            <p:cNvSpPr/>
            <p:nvPr/>
          </p:nvSpPr>
          <p:spPr bwMode="auto">
            <a:xfrm>
              <a:off x="3833" y="1389"/>
              <a:ext cx="635" cy="136"/>
            </a:xfrm>
            <a:custGeom>
              <a:avLst/>
              <a:gdLst>
                <a:gd name="T0" fmla="*/ 0 w 21214"/>
                <a:gd name="T1" fmla="*/ 0 h 16681"/>
                <a:gd name="T2" fmla="*/ 0 w 21214"/>
                <a:gd name="T3" fmla="*/ 0 h 16681"/>
                <a:gd name="T4" fmla="*/ 0 w 21214"/>
                <a:gd name="T5" fmla="*/ 0 h 16681"/>
                <a:gd name="T6" fmla="*/ 0 60000 65536"/>
                <a:gd name="T7" fmla="*/ 0 60000 65536"/>
                <a:gd name="T8" fmla="*/ 0 60000 65536"/>
                <a:gd name="T9" fmla="*/ 0 w 21214"/>
                <a:gd name="T10" fmla="*/ 0 h 16681"/>
                <a:gd name="T11" fmla="*/ 21214 w 21214"/>
                <a:gd name="T12" fmla="*/ 16681 h 166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214" h="16681" fill="none" extrusionOk="0">
                  <a:moveTo>
                    <a:pt x="13722" y="0"/>
                  </a:moveTo>
                  <a:cubicBezTo>
                    <a:pt x="17615" y="3202"/>
                    <a:pt x="20265" y="7666"/>
                    <a:pt x="21214" y="12616"/>
                  </a:cubicBezTo>
                </a:path>
                <a:path w="21214" h="16681" stroke="0" extrusionOk="0">
                  <a:moveTo>
                    <a:pt x="13722" y="0"/>
                  </a:moveTo>
                  <a:cubicBezTo>
                    <a:pt x="17615" y="3202"/>
                    <a:pt x="20265" y="7666"/>
                    <a:pt x="21214" y="12616"/>
                  </a:cubicBezTo>
                  <a:lnTo>
                    <a:pt x="0" y="16681"/>
                  </a:lnTo>
                  <a:lnTo>
                    <a:pt x="13722" y="0"/>
                  </a:lnTo>
                  <a:close/>
                </a:path>
              </a:pathLst>
            </a:custGeom>
            <a:noFill/>
            <a:ln w="38100">
              <a:solidFill>
                <a:srgbClr val="FF9900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239" name="Object 38"/>
            <p:cNvGraphicFramePr>
              <a:graphicFrameLocks noChangeAspect="1"/>
            </p:cNvGraphicFramePr>
            <p:nvPr/>
          </p:nvGraphicFramePr>
          <p:xfrm>
            <a:off x="3969" y="1162"/>
            <a:ext cx="600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19" name="公式" r:id="rId17" imgW="356870" imgH="44450" progId="Equation.3">
                    <p:embed/>
                  </p:oleObj>
                </mc:Choice>
                <mc:Fallback>
                  <p:oleObj name="公式" r:id="rId17" imgW="356870" imgH="44450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9" y="1162"/>
                          <a:ext cx="600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4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13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3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3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770" decel="100000"/>
                                        <p:tgtEl>
                                          <p:spTgt spid="82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1" dur="770" decel="100000"/>
                                        <p:tgtEl>
                                          <p:spTgt spid="8225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8225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93" dur="770" fill="hold"/>
                                        <p:tgtEl>
                                          <p:spTgt spid="8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9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8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95" dur="770" fill="hold"/>
                                        <p:tgtEl>
                                          <p:spTgt spid="8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9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8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18" grpId="0" autoUpdateAnimBg="0"/>
      <p:bldP spid="214034" grpId="0" autoUpdateAnimBg="0"/>
      <p:bldP spid="20" grpId="0" build="p" autoUpdateAnimBg="0"/>
      <p:bldP spid="22" grpId="0"/>
      <p:bldP spid="13335" grpId="0" animBg="1"/>
      <p:bldP spid="13336" grpId="0"/>
      <p:bldP spid="82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54" name="Freeform 18"/>
          <p:cNvSpPr/>
          <p:nvPr/>
        </p:nvSpPr>
        <p:spPr bwMode="auto">
          <a:xfrm>
            <a:off x="1185863" y="4086225"/>
            <a:ext cx="1246187" cy="557213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2147483646 h 20000"/>
              <a:gd name="T6" fmla="*/ 2147483646 w 20000"/>
              <a:gd name="T7" fmla="*/ 2147483646 h 20000"/>
              <a:gd name="T8" fmla="*/ 2147483646 w 20000"/>
              <a:gd name="T9" fmla="*/ 2147483646 h 20000"/>
              <a:gd name="T10" fmla="*/ 2147483646 w 20000"/>
              <a:gd name="T11" fmla="*/ 2147483646 h 20000"/>
              <a:gd name="T12" fmla="*/ 2147483646 w 20000"/>
              <a:gd name="T13" fmla="*/ 2147483646 h 20000"/>
              <a:gd name="T14" fmla="*/ 2147483646 w 20000"/>
              <a:gd name="T15" fmla="*/ 2147483646 h 20000"/>
              <a:gd name="T16" fmla="*/ 2147483646 w 20000"/>
              <a:gd name="T17" fmla="*/ 2147483646 h 20000"/>
              <a:gd name="T18" fmla="*/ 2147483646 w 20000"/>
              <a:gd name="T19" fmla="*/ 2147483646 h 20000"/>
              <a:gd name="T20" fmla="*/ 2147483646 w 20000"/>
              <a:gd name="T21" fmla="*/ 2147483646 h 20000"/>
              <a:gd name="T22" fmla="*/ 2147483646 w 20000"/>
              <a:gd name="T23" fmla="*/ 2147483646 h 20000"/>
              <a:gd name="T24" fmla="*/ 2147483646 w 20000"/>
              <a:gd name="T25" fmla="*/ 2147483646 h 20000"/>
              <a:gd name="T26" fmla="*/ 2147483646 w 20000"/>
              <a:gd name="T27" fmla="*/ 2147483646 h 20000"/>
              <a:gd name="T28" fmla="*/ 2147483646 w 20000"/>
              <a:gd name="T29" fmla="*/ 2147483646 h 20000"/>
              <a:gd name="T30" fmla="*/ 2147483646 w 20000"/>
              <a:gd name="T31" fmla="*/ 2147483646 h 20000"/>
              <a:gd name="T32" fmla="*/ 2147483646 w 20000"/>
              <a:gd name="T33" fmla="*/ 2147483646 h 20000"/>
              <a:gd name="T34" fmla="*/ 2147483646 w 20000"/>
              <a:gd name="T35" fmla="*/ 2147483646 h 20000"/>
              <a:gd name="T36" fmla="*/ 2147483646 w 20000"/>
              <a:gd name="T37" fmla="*/ 2147483646 h 20000"/>
              <a:gd name="T38" fmla="*/ 2147483646 w 20000"/>
              <a:gd name="T39" fmla="*/ 2147483646 h 20000"/>
              <a:gd name="T40" fmla="*/ 2147483646 w 20000"/>
              <a:gd name="T41" fmla="*/ 2147483646 h 20000"/>
              <a:gd name="T42" fmla="*/ 2147483646 w 20000"/>
              <a:gd name="T43" fmla="*/ 2147483646 h 20000"/>
              <a:gd name="T44" fmla="*/ 2147483646 w 20000"/>
              <a:gd name="T45" fmla="*/ 2147483646 h 20000"/>
              <a:gd name="T46" fmla="*/ 2147483646 w 20000"/>
              <a:gd name="T47" fmla="*/ 2147483646 h 20000"/>
              <a:gd name="T48" fmla="*/ 2147483646 w 20000"/>
              <a:gd name="T49" fmla="*/ 2147483646 h 20000"/>
              <a:gd name="T50" fmla="*/ 2147483646 w 20000"/>
              <a:gd name="T51" fmla="*/ 2147483646 h 20000"/>
              <a:gd name="T52" fmla="*/ 2147483646 w 20000"/>
              <a:gd name="T53" fmla="*/ 2147483646 h 20000"/>
              <a:gd name="T54" fmla="*/ 2147483646 w 20000"/>
              <a:gd name="T55" fmla="*/ 2147483646 h 20000"/>
              <a:gd name="T56" fmla="*/ 2147483646 w 20000"/>
              <a:gd name="T57" fmla="*/ 2147483646 h 20000"/>
              <a:gd name="T58" fmla="*/ 2147483646 w 20000"/>
              <a:gd name="T59" fmla="*/ 2147483646 h 20000"/>
              <a:gd name="T60" fmla="*/ 2147483646 w 20000"/>
              <a:gd name="T61" fmla="*/ 2147483646 h 20000"/>
              <a:gd name="T62" fmla="*/ 2147483646 w 20000"/>
              <a:gd name="T63" fmla="*/ 2147483646 h 20000"/>
              <a:gd name="T64" fmla="*/ 2147483646 w 20000"/>
              <a:gd name="T65" fmla="*/ 2147483646 h 20000"/>
              <a:gd name="T66" fmla="*/ 2147483646 w 20000"/>
              <a:gd name="T67" fmla="*/ 2147483646 h 20000"/>
              <a:gd name="T68" fmla="*/ 2147483646 w 20000"/>
              <a:gd name="T69" fmla="*/ 2147483646 h 20000"/>
              <a:gd name="T70" fmla="*/ 2147483646 w 20000"/>
              <a:gd name="T71" fmla="*/ 2147483646 h 20000"/>
              <a:gd name="T72" fmla="*/ 2147483646 w 20000"/>
              <a:gd name="T73" fmla="*/ 2147483646 h 20000"/>
              <a:gd name="T74" fmla="*/ 2147483646 w 20000"/>
              <a:gd name="T75" fmla="*/ 2147483646 h 20000"/>
              <a:gd name="T76" fmla="*/ 2147483646 w 20000"/>
              <a:gd name="T77" fmla="*/ 2147483646 h 20000"/>
              <a:gd name="T78" fmla="*/ 2147483646 w 20000"/>
              <a:gd name="T79" fmla="*/ 2147483646 h 20000"/>
              <a:gd name="T80" fmla="*/ 2147483646 w 20000"/>
              <a:gd name="T81" fmla="*/ 2147483646 h 20000"/>
              <a:gd name="T82" fmla="*/ 2147483646 w 20000"/>
              <a:gd name="T83" fmla="*/ 2147483646 h 20000"/>
              <a:gd name="T84" fmla="*/ 2147483646 w 20000"/>
              <a:gd name="T85" fmla="*/ 2147483646 h 20000"/>
              <a:gd name="T86" fmla="*/ 2147483646 w 20000"/>
              <a:gd name="T87" fmla="*/ 2147483646 h 20000"/>
              <a:gd name="T88" fmla="*/ 2147483646 w 20000"/>
              <a:gd name="T89" fmla="*/ 2147483646 h 20000"/>
              <a:gd name="T90" fmla="*/ 2147483646 w 20000"/>
              <a:gd name="T91" fmla="*/ 2147483646 h 20000"/>
              <a:gd name="T92" fmla="*/ 2147483646 w 20000"/>
              <a:gd name="T93" fmla="*/ 2147483646 h 20000"/>
              <a:gd name="T94" fmla="*/ 2147483646 w 20000"/>
              <a:gd name="T95" fmla="*/ 2147483646 h 20000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w 20000"/>
              <a:gd name="T145" fmla="*/ 0 h 20000"/>
              <a:gd name="T146" fmla="*/ 20000 w 20000"/>
              <a:gd name="T147" fmla="*/ 20000 h 20000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T144" t="T145" r="T146" b="T147"/>
            <a:pathLst>
              <a:path w="20000" h="20000">
                <a:moveTo>
                  <a:pt x="0" y="896"/>
                </a:moveTo>
                <a:lnTo>
                  <a:pt x="241" y="1485"/>
                </a:lnTo>
                <a:lnTo>
                  <a:pt x="422" y="2101"/>
                </a:lnTo>
                <a:lnTo>
                  <a:pt x="663" y="2689"/>
                </a:lnTo>
                <a:lnTo>
                  <a:pt x="884" y="3333"/>
                </a:lnTo>
                <a:lnTo>
                  <a:pt x="1104" y="3922"/>
                </a:lnTo>
                <a:lnTo>
                  <a:pt x="1305" y="4482"/>
                </a:lnTo>
                <a:lnTo>
                  <a:pt x="1546" y="5098"/>
                </a:lnTo>
                <a:lnTo>
                  <a:pt x="1767" y="5686"/>
                </a:lnTo>
                <a:lnTo>
                  <a:pt x="1988" y="6246"/>
                </a:lnTo>
                <a:lnTo>
                  <a:pt x="2229" y="6835"/>
                </a:lnTo>
                <a:lnTo>
                  <a:pt x="2430" y="7395"/>
                </a:lnTo>
                <a:lnTo>
                  <a:pt x="2671" y="7955"/>
                </a:lnTo>
                <a:lnTo>
                  <a:pt x="2892" y="8543"/>
                </a:lnTo>
                <a:lnTo>
                  <a:pt x="3112" y="9104"/>
                </a:lnTo>
                <a:lnTo>
                  <a:pt x="3333" y="9636"/>
                </a:lnTo>
                <a:lnTo>
                  <a:pt x="3554" y="10168"/>
                </a:lnTo>
                <a:lnTo>
                  <a:pt x="3775" y="10700"/>
                </a:lnTo>
                <a:lnTo>
                  <a:pt x="3996" y="11232"/>
                </a:lnTo>
                <a:lnTo>
                  <a:pt x="4217" y="11765"/>
                </a:lnTo>
                <a:lnTo>
                  <a:pt x="4438" y="12241"/>
                </a:lnTo>
                <a:lnTo>
                  <a:pt x="4659" y="12745"/>
                </a:lnTo>
                <a:lnTo>
                  <a:pt x="4880" y="13193"/>
                </a:lnTo>
                <a:lnTo>
                  <a:pt x="5100" y="13641"/>
                </a:lnTo>
                <a:lnTo>
                  <a:pt x="5341" y="14090"/>
                </a:lnTo>
                <a:lnTo>
                  <a:pt x="5542" y="14566"/>
                </a:lnTo>
                <a:lnTo>
                  <a:pt x="5763" y="14986"/>
                </a:lnTo>
                <a:lnTo>
                  <a:pt x="5964" y="15406"/>
                </a:lnTo>
                <a:lnTo>
                  <a:pt x="6185" y="15826"/>
                </a:lnTo>
                <a:lnTo>
                  <a:pt x="6426" y="16218"/>
                </a:lnTo>
                <a:lnTo>
                  <a:pt x="6606" y="16583"/>
                </a:lnTo>
                <a:lnTo>
                  <a:pt x="6847" y="16919"/>
                </a:lnTo>
                <a:lnTo>
                  <a:pt x="7088" y="17255"/>
                </a:lnTo>
                <a:lnTo>
                  <a:pt x="7269" y="17563"/>
                </a:lnTo>
                <a:lnTo>
                  <a:pt x="7510" y="17899"/>
                </a:lnTo>
                <a:lnTo>
                  <a:pt x="7731" y="18151"/>
                </a:lnTo>
                <a:lnTo>
                  <a:pt x="7952" y="18431"/>
                </a:lnTo>
                <a:lnTo>
                  <a:pt x="8153" y="18683"/>
                </a:lnTo>
                <a:lnTo>
                  <a:pt x="8353" y="18936"/>
                </a:lnTo>
                <a:lnTo>
                  <a:pt x="8574" y="19132"/>
                </a:lnTo>
                <a:lnTo>
                  <a:pt x="8795" y="19328"/>
                </a:lnTo>
                <a:lnTo>
                  <a:pt x="9016" y="19496"/>
                </a:lnTo>
                <a:lnTo>
                  <a:pt x="9217" y="19608"/>
                </a:lnTo>
                <a:lnTo>
                  <a:pt x="9438" y="19748"/>
                </a:lnTo>
                <a:lnTo>
                  <a:pt x="9639" y="19860"/>
                </a:lnTo>
                <a:lnTo>
                  <a:pt x="9839" y="19888"/>
                </a:lnTo>
                <a:lnTo>
                  <a:pt x="10060" y="19972"/>
                </a:lnTo>
                <a:lnTo>
                  <a:pt x="10281" y="19972"/>
                </a:lnTo>
                <a:lnTo>
                  <a:pt x="10502" y="19972"/>
                </a:lnTo>
                <a:lnTo>
                  <a:pt x="10683" y="19972"/>
                </a:lnTo>
                <a:lnTo>
                  <a:pt x="10904" y="19888"/>
                </a:lnTo>
                <a:lnTo>
                  <a:pt x="11124" y="19776"/>
                </a:lnTo>
                <a:lnTo>
                  <a:pt x="11305" y="19664"/>
                </a:lnTo>
                <a:lnTo>
                  <a:pt x="11546" y="19468"/>
                </a:lnTo>
                <a:lnTo>
                  <a:pt x="11767" y="19216"/>
                </a:lnTo>
                <a:lnTo>
                  <a:pt x="11988" y="18992"/>
                </a:lnTo>
                <a:lnTo>
                  <a:pt x="12229" y="18739"/>
                </a:lnTo>
                <a:lnTo>
                  <a:pt x="12430" y="18431"/>
                </a:lnTo>
                <a:lnTo>
                  <a:pt x="12671" y="18067"/>
                </a:lnTo>
                <a:lnTo>
                  <a:pt x="12892" y="17731"/>
                </a:lnTo>
                <a:lnTo>
                  <a:pt x="13133" y="17283"/>
                </a:lnTo>
                <a:lnTo>
                  <a:pt x="13353" y="16891"/>
                </a:lnTo>
                <a:lnTo>
                  <a:pt x="13594" y="16471"/>
                </a:lnTo>
                <a:lnTo>
                  <a:pt x="13835" y="15994"/>
                </a:lnTo>
                <a:lnTo>
                  <a:pt x="14056" y="15546"/>
                </a:lnTo>
                <a:lnTo>
                  <a:pt x="14277" y="15042"/>
                </a:lnTo>
                <a:lnTo>
                  <a:pt x="14498" y="14510"/>
                </a:lnTo>
                <a:lnTo>
                  <a:pt x="14739" y="13978"/>
                </a:lnTo>
                <a:lnTo>
                  <a:pt x="14980" y="13473"/>
                </a:lnTo>
                <a:lnTo>
                  <a:pt x="15201" y="12913"/>
                </a:lnTo>
                <a:lnTo>
                  <a:pt x="15422" y="12353"/>
                </a:lnTo>
                <a:lnTo>
                  <a:pt x="15663" y="11793"/>
                </a:lnTo>
                <a:lnTo>
                  <a:pt x="15884" y="11204"/>
                </a:lnTo>
                <a:lnTo>
                  <a:pt x="16084" y="10616"/>
                </a:lnTo>
                <a:lnTo>
                  <a:pt x="16285" y="10084"/>
                </a:lnTo>
                <a:lnTo>
                  <a:pt x="16506" y="9524"/>
                </a:lnTo>
                <a:lnTo>
                  <a:pt x="16727" y="8936"/>
                </a:lnTo>
                <a:lnTo>
                  <a:pt x="16948" y="8347"/>
                </a:lnTo>
                <a:lnTo>
                  <a:pt x="17129" y="7815"/>
                </a:lnTo>
                <a:lnTo>
                  <a:pt x="17329" y="7227"/>
                </a:lnTo>
                <a:lnTo>
                  <a:pt x="17550" y="6695"/>
                </a:lnTo>
                <a:lnTo>
                  <a:pt x="17711" y="6134"/>
                </a:lnTo>
                <a:lnTo>
                  <a:pt x="17912" y="5602"/>
                </a:lnTo>
                <a:lnTo>
                  <a:pt x="18112" y="5042"/>
                </a:lnTo>
                <a:lnTo>
                  <a:pt x="18273" y="4538"/>
                </a:lnTo>
                <a:lnTo>
                  <a:pt x="18454" y="4034"/>
                </a:lnTo>
                <a:lnTo>
                  <a:pt x="18614" y="3557"/>
                </a:lnTo>
                <a:lnTo>
                  <a:pt x="18775" y="3137"/>
                </a:lnTo>
                <a:lnTo>
                  <a:pt x="18936" y="2661"/>
                </a:lnTo>
                <a:lnTo>
                  <a:pt x="19076" y="2241"/>
                </a:lnTo>
                <a:lnTo>
                  <a:pt x="19217" y="1849"/>
                </a:lnTo>
                <a:lnTo>
                  <a:pt x="19378" y="1429"/>
                </a:lnTo>
                <a:lnTo>
                  <a:pt x="19498" y="1092"/>
                </a:lnTo>
                <a:lnTo>
                  <a:pt x="19618" y="812"/>
                </a:lnTo>
                <a:lnTo>
                  <a:pt x="19739" y="476"/>
                </a:lnTo>
                <a:lnTo>
                  <a:pt x="19839" y="224"/>
                </a:lnTo>
                <a:lnTo>
                  <a:pt x="19980" y="0"/>
                </a:lnTo>
              </a:path>
            </a:pathLst>
          </a:custGeom>
          <a:noFill/>
          <a:ln w="381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3955" name="Freeform 19"/>
          <p:cNvSpPr/>
          <p:nvPr/>
        </p:nvSpPr>
        <p:spPr bwMode="auto">
          <a:xfrm>
            <a:off x="2438400" y="3446463"/>
            <a:ext cx="1295400" cy="609600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2147483646 h 20000"/>
              <a:gd name="T6" fmla="*/ 2147483646 w 20000"/>
              <a:gd name="T7" fmla="*/ 2147483646 h 20000"/>
              <a:gd name="T8" fmla="*/ 2147483646 w 20000"/>
              <a:gd name="T9" fmla="*/ 2147483646 h 20000"/>
              <a:gd name="T10" fmla="*/ 2147483646 w 20000"/>
              <a:gd name="T11" fmla="*/ 2147483646 h 20000"/>
              <a:gd name="T12" fmla="*/ 2147483646 w 20000"/>
              <a:gd name="T13" fmla="*/ 2147483646 h 20000"/>
              <a:gd name="T14" fmla="*/ 2147483646 w 20000"/>
              <a:gd name="T15" fmla="*/ 2147483646 h 20000"/>
              <a:gd name="T16" fmla="*/ 2147483646 w 20000"/>
              <a:gd name="T17" fmla="*/ 2147483646 h 20000"/>
              <a:gd name="T18" fmla="*/ 2147483646 w 20000"/>
              <a:gd name="T19" fmla="*/ 2147483646 h 20000"/>
              <a:gd name="T20" fmla="*/ 2147483646 w 20000"/>
              <a:gd name="T21" fmla="*/ 2147483646 h 20000"/>
              <a:gd name="T22" fmla="*/ 2147483646 w 20000"/>
              <a:gd name="T23" fmla="*/ 2147483646 h 20000"/>
              <a:gd name="T24" fmla="*/ 2147483646 w 20000"/>
              <a:gd name="T25" fmla="*/ 2147483646 h 20000"/>
              <a:gd name="T26" fmla="*/ 2147483646 w 20000"/>
              <a:gd name="T27" fmla="*/ 2147483646 h 20000"/>
              <a:gd name="T28" fmla="*/ 2147483646 w 20000"/>
              <a:gd name="T29" fmla="*/ 2147483646 h 20000"/>
              <a:gd name="T30" fmla="*/ 2147483646 w 20000"/>
              <a:gd name="T31" fmla="*/ 2147483646 h 20000"/>
              <a:gd name="T32" fmla="*/ 2147483646 w 20000"/>
              <a:gd name="T33" fmla="*/ 2147483646 h 20000"/>
              <a:gd name="T34" fmla="*/ 2147483646 w 20000"/>
              <a:gd name="T35" fmla="*/ 2147483646 h 20000"/>
              <a:gd name="T36" fmla="*/ 2147483646 w 20000"/>
              <a:gd name="T37" fmla="*/ 2147483646 h 20000"/>
              <a:gd name="T38" fmla="*/ 2147483646 w 20000"/>
              <a:gd name="T39" fmla="*/ 2147483646 h 20000"/>
              <a:gd name="T40" fmla="*/ 2147483646 w 20000"/>
              <a:gd name="T41" fmla="*/ 2147483646 h 20000"/>
              <a:gd name="T42" fmla="*/ 2147483646 w 20000"/>
              <a:gd name="T43" fmla="*/ 2147483646 h 20000"/>
              <a:gd name="T44" fmla="*/ 2147483646 w 20000"/>
              <a:gd name="T45" fmla="*/ 2147483646 h 20000"/>
              <a:gd name="T46" fmla="*/ 2147483646 w 20000"/>
              <a:gd name="T47" fmla="*/ 2147483646 h 20000"/>
              <a:gd name="T48" fmla="*/ 2147483646 w 20000"/>
              <a:gd name="T49" fmla="*/ 0 h 20000"/>
              <a:gd name="T50" fmla="*/ 2147483646 w 20000"/>
              <a:gd name="T51" fmla="*/ 2147483646 h 20000"/>
              <a:gd name="T52" fmla="*/ 2147483646 w 20000"/>
              <a:gd name="T53" fmla="*/ 2147483646 h 20000"/>
              <a:gd name="T54" fmla="*/ 2147483646 w 20000"/>
              <a:gd name="T55" fmla="*/ 2147483646 h 20000"/>
              <a:gd name="T56" fmla="*/ 2147483646 w 20000"/>
              <a:gd name="T57" fmla="*/ 2147483646 h 20000"/>
              <a:gd name="T58" fmla="*/ 2147483646 w 20000"/>
              <a:gd name="T59" fmla="*/ 2147483646 h 20000"/>
              <a:gd name="T60" fmla="*/ 2147483646 w 20000"/>
              <a:gd name="T61" fmla="*/ 2147483646 h 20000"/>
              <a:gd name="T62" fmla="*/ 2147483646 w 20000"/>
              <a:gd name="T63" fmla="*/ 2147483646 h 20000"/>
              <a:gd name="T64" fmla="*/ 2147483646 w 20000"/>
              <a:gd name="T65" fmla="*/ 2147483646 h 20000"/>
              <a:gd name="T66" fmla="*/ 2147483646 w 20000"/>
              <a:gd name="T67" fmla="*/ 2147483646 h 20000"/>
              <a:gd name="T68" fmla="*/ 2147483646 w 20000"/>
              <a:gd name="T69" fmla="*/ 2147483646 h 20000"/>
              <a:gd name="T70" fmla="*/ 2147483646 w 20000"/>
              <a:gd name="T71" fmla="*/ 2147483646 h 20000"/>
              <a:gd name="T72" fmla="*/ 2147483646 w 20000"/>
              <a:gd name="T73" fmla="*/ 2147483646 h 20000"/>
              <a:gd name="T74" fmla="*/ 2147483646 w 20000"/>
              <a:gd name="T75" fmla="*/ 2147483646 h 20000"/>
              <a:gd name="T76" fmla="*/ 2147483646 w 20000"/>
              <a:gd name="T77" fmla="*/ 2147483646 h 20000"/>
              <a:gd name="T78" fmla="*/ 2147483646 w 20000"/>
              <a:gd name="T79" fmla="*/ 2147483646 h 20000"/>
              <a:gd name="T80" fmla="*/ 2147483646 w 20000"/>
              <a:gd name="T81" fmla="*/ 2147483646 h 20000"/>
              <a:gd name="T82" fmla="*/ 2147483646 w 20000"/>
              <a:gd name="T83" fmla="*/ 2147483646 h 20000"/>
              <a:gd name="T84" fmla="*/ 2147483646 w 20000"/>
              <a:gd name="T85" fmla="*/ 2147483646 h 20000"/>
              <a:gd name="T86" fmla="*/ 2147483646 w 20000"/>
              <a:gd name="T87" fmla="*/ 2147483646 h 20000"/>
              <a:gd name="T88" fmla="*/ 2147483646 w 20000"/>
              <a:gd name="T89" fmla="*/ 2147483646 h 20000"/>
              <a:gd name="T90" fmla="*/ 2147483646 w 20000"/>
              <a:gd name="T91" fmla="*/ 2147483646 h 20000"/>
              <a:gd name="T92" fmla="*/ 2147483646 w 20000"/>
              <a:gd name="T93" fmla="*/ 2147483646 h 20000"/>
              <a:gd name="T94" fmla="*/ 2147483646 w 20000"/>
              <a:gd name="T95" fmla="*/ 2147483646 h 20000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w 20000"/>
              <a:gd name="T145" fmla="*/ 0 h 20000"/>
              <a:gd name="T146" fmla="*/ 20000 w 20000"/>
              <a:gd name="T147" fmla="*/ 20000 h 20000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T144" t="T145" r="T146" b="T147"/>
            <a:pathLst>
              <a:path w="20000" h="20000">
                <a:moveTo>
                  <a:pt x="0" y="19971"/>
                </a:moveTo>
                <a:lnTo>
                  <a:pt x="208" y="19362"/>
                </a:lnTo>
                <a:lnTo>
                  <a:pt x="397" y="18725"/>
                </a:lnTo>
                <a:lnTo>
                  <a:pt x="586" y="18116"/>
                </a:lnTo>
                <a:lnTo>
                  <a:pt x="794" y="17449"/>
                </a:lnTo>
                <a:lnTo>
                  <a:pt x="983" y="16841"/>
                </a:lnTo>
                <a:lnTo>
                  <a:pt x="1191" y="16261"/>
                </a:lnTo>
                <a:lnTo>
                  <a:pt x="1380" y="15623"/>
                </a:lnTo>
                <a:lnTo>
                  <a:pt x="1588" y="15014"/>
                </a:lnTo>
                <a:lnTo>
                  <a:pt x="1777" y="14435"/>
                </a:lnTo>
                <a:lnTo>
                  <a:pt x="1985" y="13826"/>
                </a:lnTo>
                <a:lnTo>
                  <a:pt x="2174" y="13246"/>
                </a:lnTo>
                <a:lnTo>
                  <a:pt x="2382" y="12696"/>
                </a:lnTo>
                <a:lnTo>
                  <a:pt x="2552" y="12087"/>
                </a:lnTo>
                <a:lnTo>
                  <a:pt x="2760" y="11507"/>
                </a:lnTo>
                <a:lnTo>
                  <a:pt x="2968" y="10957"/>
                </a:lnTo>
                <a:lnTo>
                  <a:pt x="3157" y="10377"/>
                </a:lnTo>
                <a:lnTo>
                  <a:pt x="3365" y="9855"/>
                </a:lnTo>
                <a:lnTo>
                  <a:pt x="3573" y="9304"/>
                </a:lnTo>
                <a:lnTo>
                  <a:pt x="3762" y="8783"/>
                </a:lnTo>
                <a:lnTo>
                  <a:pt x="3951" y="8261"/>
                </a:lnTo>
                <a:lnTo>
                  <a:pt x="4159" y="7739"/>
                </a:lnTo>
                <a:lnTo>
                  <a:pt x="4367" y="7275"/>
                </a:lnTo>
                <a:lnTo>
                  <a:pt x="4556" y="6783"/>
                </a:lnTo>
                <a:lnTo>
                  <a:pt x="4783" y="6319"/>
                </a:lnTo>
                <a:lnTo>
                  <a:pt x="4972" y="5855"/>
                </a:lnTo>
                <a:lnTo>
                  <a:pt x="5180" y="5391"/>
                </a:lnTo>
                <a:lnTo>
                  <a:pt x="5350" y="4986"/>
                </a:lnTo>
                <a:lnTo>
                  <a:pt x="5558" y="4551"/>
                </a:lnTo>
                <a:lnTo>
                  <a:pt x="5784" y="4145"/>
                </a:lnTo>
                <a:lnTo>
                  <a:pt x="5955" y="3768"/>
                </a:lnTo>
                <a:lnTo>
                  <a:pt x="6181" y="3391"/>
                </a:lnTo>
                <a:lnTo>
                  <a:pt x="6371" y="3014"/>
                </a:lnTo>
                <a:lnTo>
                  <a:pt x="6578" y="2696"/>
                </a:lnTo>
                <a:lnTo>
                  <a:pt x="6767" y="2377"/>
                </a:lnTo>
                <a:lnTo>
                  <a:pt x="6975" y="2058"/>
                </a:lnTo>
                <a:lnTo>
                  <a:pt x="7202" y="1797"/>
                </a:lnTo>
                <a:lnTo>
                  <a:pt x="7391" y="1507"/>
                </a:lnTo>
                <a:lnTo>
                  <a:pt x="7599" y="1246"/>
                </a:lnTo>
                <a:lnTo>
                  <a:pt x="7807" y="1043"/>
                </a:lnTo>
                <a:lnTo>
                  <a:pt x="8015" y="841"/>
                </a:lnTo>
                <a:lnTo>
                  <a:pt x="8242" y="638"/>
                </a:lnTo>
                <a:lnTo>
                  <a:pt x="8431" y="493"/>
                </a:lnTo>
                <a:lnTo>
                  <a:pt x="8639" y="348"/>
                </a:lnTo>
                <a:lnTo>
                  <a:pt x="8847" y="232"/>
                </a:lnTo>
                <a:lnTo>
                  <a:pt x="9055" y="116"/>
                </a:lnTo>
                <a:lnTo>
                  <a:pt x="9263" y="87"/>
                </a:lnTo>
                <a:lnTo>
                  <a:pt x="9471" y="29"/>
                </a:lnTo>
                <a:lnTo>
                  <a:pt x="9679" y="29"/>
                </a:lnTo>
                <a:lnTo>
                  <a:pt x="9905" y="0"/>
                </a:lnTo>
                <a:lnTo>
                  <a:pt x="10095" y="58"/>
                </a:lnTo>
                <a:lnTo>
                  <a:pt x="10321" y="174"/>
                </a:lnTo>
                <a:lnTo>
                  <a:pt x="10548" y="261"/>
                </a:lnTo>
                <a:lnTo>
                  <a:pt x="10794" y="435"/>
                </a:lnTo>
                <a:lnTo>
                  <a:pt x="11021" y="638"/>
                </a:lnTo>
                <a:lnTo>
                  <a:pt x="11229" y="870"/>
                </a:lnTo>
                <a:lnTo>
                  <a:pt x="11456" y="1130"/>
                </a:lnTo>
                <a:lnTo>
                  <a:pt x="11701" y="1420"/>
                </a:lnTo>
                <a:lnTo>
                  <a:pt x="11947" y="1739"/>
                </a:lnTo>
                <a:lnTo>
                  <a:pt x="12193" y="2087"/>
                </a:lnTo>
                <a:lnTo>
                  <a:pt x="12457" y="2464"/>
                </a:lnTo>
                <a:lnTo>
                  <a:pt x="12703" y="2841"/>
                </a:lnTo>
                <a:lnTo>
                  <a:pt x="12949" y="3246"/>
                </a:lnTo>
                <a:lnTo>
                  <a:pt x="13176" y="3710"/>
                </a:lnTo>
                <a:lnTo>
                  <a:pt x="13422" y="4174"/>
                </a:lnTo>
                <a:lnTo>
                  <a:pt x="13686" y="4638"/>
                </a:lnTo>
                <a:lnTo>
                  <a:pt x="13932" y="5159"/>
                </a:lnTo>
                <a:lnTo>
                  <a:pt x="14197" y="5623"/>
                </a:lnTo>
                <a:lnTo>
                  <a:pt x="14423" y="6145"/>
                </a:lnTo>
                <a:lnTo>
                  <a:pt x="14688" y="6667"/>
                </a:lnTo>
                <a:lnTo>
                  <a:pt x="14953" y="7217"/>
                </a:lnTo>
                <a:lnTo>
                  <a:pt x="15198" y="7739"/>
                </a:lnTo>
                <a:lnTo>
                  <a:pt x="15444" y="8319"/>
                </a:lnTo>
                <a:lnTo>
                  <a:pt x="15671" y="8870"/>
                </a:lnTo>
                <a:lnTo>
                  <a:pt x="15898" y="9391"/>
                </a:lnTo>
                <a:lnTo>
                  <a:pt x="16125" y="9942"/>
                </a:lnTo>
                <a:lnTo>
                  <a:pt x="16371" y="10522"/>
                </a:lnTo>
                <a:lnTo>
                  <a:pt x="16597" y="11072"/>
                </a:lnTo>
                <a:lnTo>
                  <a:pt x="16843" y="11623"/>
                </a:lnTo>
                <a:lnTo>
                  <a:pt x="17051" y="12174"/>
                </a:lnTo>
                <a:lnTo>
                  <a:pt x="17259" y="12696"/>
                </a:lnTo>
                <a:lnTo>
                  <a:pt x="17486" y="13217"/>
                </a:lnTo>
                <a:lnTo>
                  <a:pt x="17713" y="13739"/>
                </a:lnTo>
                <a:lnTo>
                  <a:pt x="17902" y="14261"/>
                </a:lnTo>
                <a:lnTo>
                  <a:pt x="18091" y="14783"/>
                </a:lnTo>
                <a:lnTo>
                  <a:pt x="18299" y="15246"/>
                </a:lnTo>
                <a:lnTo>
                  <a:pt x="18488" y="15681"/>
                </a:lnTo>
                <a:lnTo>
                  <a:pt x="18658" y="16145"/>
                </a:lnTo>
                <a:lnTo>
                  <a:pt x="18828" y="16580"/>
                </a:lnTo>
                <a:lnTo>
                  <a:pt x="18998" y="17014"/>
                </a:lnTo>
                <a:lnTo>
                  <a:pt x="19149" y="17362"/>
                </a:lnTo>
                <a:lnTo>
                  <a:pt x="19319" y="17739"/>
                </a:lnTo>
                <a:lnTo>
                  <a:pt x="19471" y="18087"/>
                </a:lnTo>
                <a:lnTo>
                  <a:pt x="19603" y="18377"/>
                </a:lnTo>
                <a:lnTo>
                  <a:pt x="19735" y="18667"/>
                </a:lnTo>
                <a:lnTo>
                  <a:pt x="19849" y="18928"/>
                </a:lnTo>
                <a:lnTo>
                  <a:pt x="19981" y="19130"/>
                </a:lnTo>
              </a:path>
            </a:pathLst>
          </a:custGeom>
          <a:noFill/>
          <a:ln w="381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3956" name="Freeform 20"/>
          <p:cNvSpPr/>
          <p:nvPr/>
        </p:nvSpPr>
        <p:spPr bwMode="auto">
          <a:xfrm>
            <a:off x="3733800" y="4056063"/>
            <a:ext cx="1241425" cy="612775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2147483646 h 20000"/>
              <a:gd name="T6" fmla="*/ 2147483646 w 20000"/>
              <a:gd name="T7" fmla="*/ 2147483646 h 20000"/>
              <a:gd name="T8" fmla="*/ 2147483646 w 20000"/>
              <a:gd name="T9" fmla="*/ 2147483646 h 20000"/>
              <a:gd name="T10" fmla="*/ 2147483646 w 20000"/>
              <a:gd name="T11" fmla="*/ 2147483646 h 20000"/>
              <a:gd name="T12" fmla="*/ 2147483646 w 20000"/>
              <a:gd name="T13" fmla="*/ 2147483646 h 20000"/>
              <a:gd name="T14" fmla="*/ 2147483646 w 20000"/>
              <a:gd name="T15" fmla="*/ 2147483646 h 20000"/>
              <a:gd name="T16" fmla="*/ 2147483646 w 20000"/>
              <a:gd name="T17" fmla="*/ 2147483646 h 20000"/>
              <a:gd name="T18" fmla="*/ 2147483646 w 20000"/>
              <a:gd name="T19" fmla="*/ 2147483646 h 20000"/>
              <a:gd name="T20" fmla="*/ 2147483646 w 20000"/>
              <a:gd name="T21" fmla="*/ 2147483646 h 20000"/>
              <a:gd name="T22" fmla="*/ 2147483646 w 20000"/>
              <a:gd name="T23" fmla="*/ 2147483646 h 20000"/>
              <a:gd name="T24" fmla="*/ 2147483646 w 20000"/>
              <a:gd name="T25" fmla="*/ 2147483646 h 20000"/>
              <a:gd name="T26" fmla="*/ 2147483646 w 20000"/>
              <a:gd name="T27" fmla="*/ 2147483646 h 20000"/>
              <a:gd name="T28" fmla="*/ 2147483646 w 20000"/>
              <a:gd name="T29" fmla="*/ 2147483646 h 20000"/>
              <a:gd name="T30" fmla="*/ 2147483646 w 20000"/>
              <a:gd name="T31" fmla="*/ 2147483646 h 20000"/>
              <a:gd name="T32" fmla="*/ 2147483646 w 20000"/>
              <a:gd name="T33" fmla="*/ 2147483646 h 20000"/>
              <a:gd name="T34" fmla="*/ 2147483646 w 20000"/>
              <a:gd name="T35" fmla="*/ 2147483646 h 20000"/>
              <a:gd name="T36" fmla="*/ 2147483646 w 20000"/>
              <a:gd name="T37" fmla="*/ 2147483646 h 20000"/>
              <a:gd name="T38" fmla="*/ 2147483646 w 20000"/>
              <a:gd name="T39" fmla="*/ 2147483646 h 20000"/>
              <a:gd name="T40" fmla="*/ 2147483646 w 20000"/>
              <a:gd name="T41" fmla="*/ 2147483646 h 20000"/>
              <a:gd name="T42" fmla="*/ 2147483646 w 20000"/>
              <a:gd name="T43" fmla="*/ 2147483646 h 20000"/>
              <a:gd name="T44" fmla="*/ 2147483646 w 20000"/>
              <a:gd name="T45" fmla="*/ 2147483646 h 20000"/>
              <a:gd name="T46" fmla="*/ 2147483646 w 20000"/>
              <a:gd name="T47" fmla="*/ 2147483646 h 20000"/>
              <a:gd name="T48" fmla="*/ 2147483646 w 20000"/>
              <a:gd name="T49" fmla="*/ 2147483646 h 20000"/>
              <a:gd name="T50" fmla="*/ 2147483646 w 20000"/>
              <a:gd name="T51" fmla="*/ 2147483646 h 20000"/>
              <a:gd name="T52" fmla="*/ 2147483646 w 20000"/>
              <a:gd name="T53" fmla="*/ 2147483646 h 20000"/>
              <a:gd name="T54" fmla="*/ 2147483646 w 20000"/>
              <a:gd name="T55" fmla="*/ 2147483646 h 20000"/>
              <a:gd name="T56" fmla="*/ 2147483646 w 20000"/>
              <a:gd name="T57" fmla="*/ 2147483646 h 20000"/>
              <a:gd name="T58" fmla="*/ 2147483646 w 20000"/>
              <a:gd name="T59" fmla="*/ 2147483646 h 20000"/>
              <a:gd name="T60" fmla="*/ 2147483646 w 20000"/>
              <a:gd name="T61" fmla="*/ 2147483646 h 20000"/>
              <a:gd name="T62" fmla="*/ 2147483646 w 20000"/>
              <a:gd name="T63" fmla="*/ 2147483646 h 20000"/>
              <a:gd name="T64" fmla="*/ 2147483646 w 20000"/>
              <a:gd name="T65" fmla="*/ 2147483646 h 20000"/>
              <a:gd name="T66" fmla="*/ 2147483646 w 20000"/>
              <a:gd name="T67" fmla="*/ 2147483646 h 20000"/>
              <a:gd name="T68" fmla="*/ 2147483646 w 20000"/>
              <a:gd name="T69" fmla="*/ 2147483646 h 20000"/>
              <a:gd name="T70" fmla="*/ 2147483646 w 20000"/>
              <a:gd name="T71" fmla="*/ 2147483646 h 20000"/>
              <a:gd name="T72" fmla="*/ 2147483646 w 20000"/>
              <a:gd name="T73" fmla="*/ 2147483646 h 20000"/>
              <a:gd name="T74" fmla="*/ 2147483646 w 20000"/>
              <a:gd name="T75" fmla="*/ 2147483646 h 20000"/>
              <a:gd name="T76" fmla="*/ 2147483646 w 20000"/>
              <a:gd name="T77" fmla="*/ 2147483646 h 20000"/>
              <a:gd name="T78" fmla="*/ 2147483646 w 20000"/>
              <a:gd name="T79" fmla="*/ 2147483646 h 20000"/>
              <a:gd name="T80" fmla="*/ 2147483646 w 20000"/>
              <a:gd name="T81" fmla="*/ 2147483646 h 20000"/>
              <a:gd name="T82" fmla="*/ 2147483646 w 20000"/>
              <a:gd name="T83" fmla="*/ 2147483646 h 20000"/>
              <a:gd name="T84" fmla="*/ 2147483646 w 20000"/>
              <a:gd name="T85" fmla="*/ 2147483646 h 20000"/>
              <a:gd name="T86" fmla="*/ 2147483646 w 20000"/>
              <a:gd name="T87" fmla="*/ 2147483646 h 20000"/>
              <a:gd name="T88" fmla="*/ 2147483646 w 20000"/>
              <a:gd name="T89" fmla="*/ 2147483646 h 20000"/>
              <a:gd name="T90" fmla="*/ 2147483646 w 20000"/>
              <a:gd name="T91" fmla="*/ 2147483646 h 20000"/>
              <a:gd name="T92" fmla="*/ 2147483646 w 20000"/>
              <a:gd name="T93" fmla="*/ 2147483646 h 20000"/>
              <a:gd name="T94" fmla="*/ 2147483646 w 20000"/>
              <a:gd name="T95" fmla="*/ 2147483646 h 20000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w 20000"/>
              <a:gd name="T145" fmla="*/ 0 h 20000"/>
              <a:gd name="T146" fmla="*/ 20000 w 20000"/>
              <a:gd name="T147" fmla="*/ 20000 h 20000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T144" t="T145" r="T146" b="T147"/>
            <a:pathLst>
              <a:path w="20000" h="20000">
                <a:moveTo>
                  <a:pt x="0" y="896"/>
                </a:moveTo>
                <a:lnTo>
                  <a:pt x="242" y="1485"/>
                </a:lnTo>
                <a:lnTo>
                  <a:pt x="423" y="2101"/>
                </a:lnTo>
                <a:lnTo>
                  <a:pt x="665" y="2689"/>
                </a:lnTo>
                <a:lnTo>
                  <a:pt x="867" y="3333"/>
                </a:lnTo>
                <a:lnTo>
                  <a:pt x="1089" y="3922"/>
                </a:lnTo>
                <a:lnTo>
                  <a:pt x="1331" y="4482"/>
                </a:lnTo>
                <a:lnTo>
                  <a:pt x="1552" y="5098"/>
                </a:lnTo>
                <a:lnTo>
                  <a:pt x="1774" y="5686"/>
                </a:lnTo>
                <a:lnTo>
                  <a:pt x="1976" y="6246"/>
                </a:lnTo>
                <a:lnTo>
                  <a:pt x="2218" y="6835"/>
                </a:lnTo>
                <a:lnTo>
                  <a:pt x="2440" y="7395"/>
                </a:lnTo>
                <a:lnTo>
                  <a:pt x="2661" y="7955"/>
                </a:lnTo>
                <a:lnTo>
                  <a:pt x="2883" y="8543"/>
                </a:lnTo>
                <a:lnTo>
                  <a:pt x="3105" y="9104"/>
                </a:lnTo>
                <a:lnTo>
                  <a:pt x="3347" y="9636"/>
                </a:lnTo>
                <a:lnTo>
                  <a:pt x="3569" y="10168"/>
                </a:lnTo>
                <a:lnTo>
                  <a:pt x="3770" y="10700"/>
                </a:lnTo>
                <a:lnTo>
                  <a:pt x="3992" y="11232"/>
                </a:lnTo>
                <a:lnTo>
                  <a:pt x="4234" y="11765"/>
                </a:lnTo>
                <a:lnTo>
                  <a:pt x="4435" y="12241"/>
                </a:lnTo>
                <a:lnTo>
                  <a:pt x="4657" y="12745"/>
                </a:lnTo>
                <a:lnTo>
                  <a:pt x="4859" y="13193"/>
                </a:lnTo>
                <a:lnTo>
                  <a:pt x="5101" y="13641"/>
                </a:lnTo>
                <a:lnTo>
                  <a:pt x="5343" y="14090"/>
                </a:lnTo>
                <a:lnTo>
                  <a:pt x="5524" y="14566"/>
                </a:lnTo>
                <a:lnTo>
                  <a:pt x="5766" y="14986"/>
                </a:lnTo>
                <a:lnTo>
                  <a:pt x="5968" y="15406"/>
                </a:lnTo>
                <a:lnTo>
                  <a:pt x="6190" y="15826"/>
                </a:lnTo>
                <a:lnTo>
                  <a:pt x="6431" y="16218"/>
                </a:lnTo>
                <a:lnTo>
                  <a:pt x="6613" y="16583"/>
                </a:lnTo>
                <a:lnTo>
                  <a:pt x="6855" y="16919"/>
                </a:lnTo>
                <a:lnTo>
                  <a:pt x="7077" y="17255"/>
                </a:lnTo>
                <a:lnTo>
                  <a:pt x="7258" y="17563"/>
                </a:lnTo>
                <a:lnTo>
                  <a:pt x="7500" y="17899"/>
                </a:lnTo>
                <a:lnTo>
                  <a:pt x="7722" y="18151"/>
                </a:lnTo>
                <a:lnTo>
                  <a:pt x="7964" y="18431"/>
                </a:lnTo>
                <a:lnTo>
                  <a:pt x="8145" y="18683"/>
                </a:lnTo>
                <a:lnTo>
                  <a:pt x="8367" y="18936"/>
                </a:lnTo>
                <a:lnTo>
                  <a:pt x="8589" y="19132"/>
                </a:lnTo>
                <a:lnTo>
                  <a:pt x="8790" y="19328"/>
                </a:lnTo>
                <a:lnTo>
                  <a:pt x="9012" y="19496"/>
                </a:lnTo>
                <a:lnTo>
                  <a:pt x="9214" y="19608"/>
                </a:lnTo>
                <a:lnTo>
                  <a:pt x="9435" y="19748"/>
                </a:lnTo>
                <a:lnTo>
                  <a:pt x="9617" y="19860"/>
                </a:lnTo>
                <a:lnTo>
                  <a:pt x="9839" y="19888"/>
                </a:lnTo>
                <a:lnTo>
                  <a:pt x="10081" y="19972"/>
                </a:lnTo>
                <a:lnTo>
                  <a:pt x="10282" y="19972"/>
                </a:lnTo>
                <a:lnTo>
                  <a:pt x="10504" y="19972"/>
                </a:lnTo>
                <a:lnTo>
                  <a:pt x="10685" y="19972"/>
                </a:lnTo>
                <a:lnTo>
                  <a:pt x="10907" y="19888"/>
                </a:lnTo>
                <a:lnTo>
                  <a:pt x="11129" y="19776"/>
                </a:lnTo>
                <a:lnTo>
                  <a:pt x="11310" y="19664"/>
                </a:lnTo>
                <a:lnTo>
                  <a:pt x="11552" y="19468"/>
                </a:lnTo>
                <a:lnTo>
                  <a:pt x="11754" y="19216"/>
                </a:lnTo>
                <a:lnTo>
                  <a:pt x="11976" y="18992"/>
                </a:lnTo>
                <a:lnTo>
                  <a:pt x="12238" y="18739"/>
                </a:lnTo>
                <a:lnTo>
                  <a:pt x="12440" y="18431"/>
                </a:lnTo>
                <a:lnTo>
                  <a:pt x="12681" y="18067"/>
                </a:lnTo>
                <a:lnTo>
                  <a:pt x="12883" y="17731"/>
                </a:lnTo>
                <a:lnTo>
                  <a:pt x="13125" y="17283"/>
                </a:lnTo>
                <a:lnTo>
                  <a:pt x="13367" y="16891"/>
                </a:lnTo>
                <a:lnTo>
                  <a:pt x="13589" y="16471"/>
                </a:lnTo>
                <a:lnTo>
                  <a:pt x="13831" y="15994"/>
                </a:lnTo>
                <a:lnTo>
                  <a:pt x="14052" y="15546"/>
                </a:lnTo>
                <a:lnTo>
                  <a:pt x="14254" y="15042"/>
                </a:lnTo>
                <a:lnTo>
                  <a:pt x="14516" y="14510"/>
                </a:lnTo>
                <a:lnTo>
                  <a:pt x="14758" y="13978"/>
                </a:lnTo>
                <a:lnTo>
                  <a:pt x="14980" y="13473"/>
                </a:lnTo>
                <a:lnTo>
                  <a:pt x="15202" y="12913"/>
                </a:lnTo>
                <a:lnTo>
                  <a:pt x="15423" y="12353"/>
                </a:lnTo>
                <a:lnTo>
                  <a:pt x="15665" y="11793"/>
                </a:lnTo>
                <a:lnTo>
                  <a:pt x="15887" y="11204"/>
                </a:lnTo>
                <a:lnTo>
                  <a:pt x="16069" y="10616"/>
                </a:lnTo>
                <a:lnTo>
                  <a:pt x="16290" y="10084"/>
                </a:lnTo>
                <a:lnTo>
                  <a:pt x="16492" y="9524"/>
                </a:lnTo>
                <a:lnTo>
                  <a:pt x="16734" y="8936"/>
                </a:lnTo>
                <a:lnTo>
                  <a:pt x="16956" y="8347"/>
                </a:lnTo>
                <a:lnTo>
                  <a:pt x="17137" y="7815"/>
                </a:lnTo>
                <a:lnTo>
                  <a:pt x="17339" y="7227"/>
                </a:lnTo>
                <a:lnTo>
                  <a:pt x="17540" y="6695"/>
                </a:lnTo>
                <a:lnTo>
                  <a:pt x="17722" y="6134"/>
                </a:lnTo>
                <a:lnTo>
                  <a:pt x="17903" y="5602"/>
                </a:lnTo>
                <a:lnTo>
                  <a:pt x="18105" y="5042"/>
                </a:lnTo>
                <a:lnTo>
                  <a:pt x="18266" y="4538"/>
                </a:lnTo>
                <a:lnTo>
                  <a:pt x="18448" y="4034"/>
                </a:lnTo>
                <a:lnTo>
                  <a:pt x="18609" y="3557"/>
                </a:lnTo>
                <a:lnTo>
                  <a:pt x="18770" y="3137"/>
                </a:lnTo>
                <a:lnTo>
                  <a:pt x="18952" y="2661"/>
                </a:lnTo>
                <a:lnTo>
                  <a:pt x="19073" y="2241"/>
                </a:lnTo>
                <a:lnTo>
                  <a:pt x="19234" y="1849"/>
                </a:lnTo>
                <a:lnTo>
                  <a:pt x="19375" y="1429"/>
                </a:lnTo>
                <a:lnTo>
                  <a:pt x="19516" y="1092"/>
                </a:lnTo>
                <a:lnTo>
                  <a:pt x="19617" y="812"/>
                </a:lnTo>
                <a:lnTo>
                  <a:pt x="19738" y="476"/>
                </a:lnTo>
                <a:lnTo>
                  <a:pt x="19859" y="224"/>
                </a:lnTo>
                <a:lnTo>
                  <a:pt x="19980" y="0"/>
                </a:lnTo>
              </a:path>
            </a:pathLst>
          </a:custGeom>
          <a:noFill/>
          <a:ln w="381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3957" name="Freeform 21"/>
          <p:cNvSpPr/>
          <p:nvPr/>
        </p:nvSpPr>
        <p:spPr bwMode="auto">
          <a:xfrm>
            <a:off x="4922838" y="3446463"/>
            <a:ext cx="1401762" cy="685800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2147483646 h 20000"/>
              <a:gd name="T6" fmla="*/ 2147483646 w 20000"/>
              <a:gd name="T7" fmla="*/ 2147483646 h 20000"/>
              <a:gd name="T8" fmla="*/ 2147483646 w 20000"/>
              <a:gd name="T9" fmla="*/ 2147483646 h 20000"/>
              <a:gd name="T10" fmla="*/ 2147483646 w 20000"/>
              <a:gd name="T11" fmla="*/ 2147483646 h 20000"/>
              <a:gd name="T12" fmla="*/ 2147483646 w 20000"/>
              <a:gd name="T13" fmla="*/ 2147483646 h 20000"/>
              <a:gd name="T14" fmla="*/ 2147483646 w 20000"/>
              <a:gd name="T15" fmla="*/ 2147483646 h 20000"/>
              <a:gd name="T16" fmla="*/ 2147483646 w 20000"/>
              <a:gd name="T17" fmla="*/ 2147483646 h 20000"/>
              <a:gd name="T18" fmla="*/ 2147483646 w 20000"/>
              <a:gd name="T19" fmla="*/ 2147483646 h 20000"/>
              <a:gd name="T20" fmla="*/ 2147483646 w 20000"/>
              <a:gd name="T21" fmla="*/ 2147483646 h 20000"/>
              <a:gd name="T22" fmla="*/ 2147483646 w 20000"/>
              <a:gd name="T23" fmla="*/ 2147483646 h 20000"/>
              <a:gd name="T24" fmla="*/ 2147483646 w 20000"/>
              <a:gd name="T25" fmla="*/ 2147483646 h 20000"/>
              <a:gd name="T26" fmla="*/ 2147483646 w 20000"/>
              <a:gd name="T27" fmla="*/ 2147483646 h 20000"/>
              <a:gd name="T28" fmla="*/ 2147483646 w 20000"/>
              <a:gd name="T29" fmla="*/ 2147483646 h 20000"/>
              <a:gd name="T30" fmla="*/ 2147483646 w 20000"/>
              <a:gd name="T31" fmla="*/ 2147483646 h 20000"/>
              <a:gd name="T32" fmla="*/ 2147483646 w 20000"/>
              <a:gd name="T33" fmla="*/ 2147483646 h 20000"/>
              <a:gd name="T34" fmla="*/ 2147483646 w 20000"/>
              <a:gd name="T35" fmla="*/ 2147483646 h 20000"/>
              <a:gd name="T36" fmla="*/ 2147483646 w 20000"/>
              <a:gd name="T37" fmla="*/ 2147483646 h 20000"/>
              <a:gd name="T38" fmla="*/ 2147483646 w 20000"/>
              <a:gd name="T39" fmla="*/ 2147483646 h 20000"/>
              <a:gd name="T40" fmla="*/ 2147483646 w 20000"/>
              <a:gd name="T41" fmla="*/ 2147483646 h 20000"/>
              <a:gd name="T42" fmla="*/ 2147483646 w 20000"/>
              <a:gd name="T43" fmla="*/ 2147483646 h 20000"/>
              <a:gd name="T44" fmla="*/ 2147483646 w 20000"/>
              <a:gd name="T45" fmla="*/ 2147483646 h 20000"/>
              <a:gd name="T46" fmla="*/ 2147483646 w 20000"/>
              <a:gd name="T47" fmla="*/ 2147483646 h 20000"/>
              <a:gd name="T48" fmla="*/ 2147483646 w 20000"/>
              <a:gd name="T49" fmla="*/ 0 h 20000"/>
              <a:gd name="T50" fmla="*/ 2147483646 w 20000"/>
              <a:gd name="T51" fmla="*/ 2147483646 h 20000"/>
              <a:gd name="T52" fmla="*/ 2147483646 w 20000"/>
              <a:gd name="T53" fmla="*/ 2147483646 h 20000"/>
              <a:gd name="T54" fmla="*/ 2147483646 w 20000"/>
              <a:gd name="T55" fmla="*/ 2147483646 h 20000"/>
              <a:gd name="T56" fmla="*/ 2147483646 w 20000"/>
              <a:gd name="T57" fmla="*/ 2147483646 h 20000"/>
              <a:gd name="T58" fmla="*/ 2147483646 w 20000"/>
              <a:gd name="T59" fmla="*/ 2147483646 h 20000"/>
              <a:gd name="T60" fmla="*/ 2147483646 w 20000"/>
              <a:gd name="T61" fmla="*/ 2147483646 h 20000"/>
              <a:gd name="T62" fmla="*/ 2147483646 w 20000"/>
              <a:gd name="T63" fmla="*/ 2147483646 h 20000"/>
              <a:gd name="T64" fmla="*/ 2147483646 w 20000"/>
              <a:gd name="T65" fmla="*/ 2147483646 h 20000"/>
              <a:gd name="T66" fmla="*/ 2147483646 w 20000"/>
              <a:gd name="T67" fmla="*/ 2147483646 h 20000"/>
              <a:gd name="T68" fmla="*/ 2147483646 w 20000"/>
              <a:gd name="T69" fmla="*/ 2147483646 h 20000"/>
              <a:gd name="T70" fmla="*/ 2147483646 w 20000"/>
              <a:gd name="T71" fmla="*/ 2147483646 h 20000"/>
              <a:gd name="T72" fmla="*/ 2147483646 w 20000"/>
              <a:gd name="T73" fmla="*/ 2147483646 h 20000"/>
              <a:gd name="T74" fmla="*/ 2147483646 w 20000"/>
              <a:gd name="T75" fmla="*/ 2147483646 h 20000"/>
              <a:gd name="T76" fmla="*/ 2147483646 w 20000"/>
              <a:gd name="T77" fmla="*/ 2147483646 h 20000"/>
              <a:gd name="T78" fmla="*/ 2147483646 w 20000"/>
              <a:gd name="T79" fmla="*/ 2147483646 h 20000"/>
              <a:gd name="T80" fmla="*/ 2147483646 w 20000"/>
              <a:gd name="T81" fmla="*/ 2147483646 h 20000"/>
              <a:gd name="T82" fmla="*/ 2147483646 w 20000"/>
              <a:gd name="T83" fmla="*/ 2147483646 h 20000"/>
              <a:gd name="T84" fmla="*/ 2147483646 w 20000"/>
              <a:gd name="T85" fmla="*/ 2147483646 h 20000"/>
              <a:gd name="T86" fmla="*/ 2147483646 w 20000"/>
              <a:gd name="T87" fmla="*/ 2147483646 h 20000"/>
              <a:gd name="T88" fmla="*/ 2147483646 w 20000"/>
              <a:gd name="T89" fmla="*/ 2147483646 h 20000"/>
              <a:gd name="T90" fmla="*/ 2147483646 w 20000"/>
              <a:gd name="T91" fmla="*/ 2147483646 h 20000"/>
              <a:gd name="T92" fmla="*/ 2147483646 w 20000"/>
              <a:gd name="T93" fmla="*/ 2147483646 h 20000"/>
              <a:gd name="T94" fmla="*/ 2147483646 w 20000"/>
              <a:gd name="T95" fmla="*/ 2147483646 h 20000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w 20000"/>
              <a:gd name="T145" fmla="*/ 0 h 20000"/>
              <a:gd name="T146" fmla="*/ 20000 w 20000"/>
              <a:gd name="T147" fmla="*/ 20000 h 20000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T144" t="T145" r="T146" b="T147"/>
            <a:pathLst>
              <a:path w="20000" h="20000">
                <a:moveTo>
                  <a:pt x="0" y="19971"/>
                </a:moveTo>
                <a:lnTo>
                  <a:pt x="209" y="19362"/>
                </a:lnTo>
                <a:lnTo>
                  <a:pt x="399" y="18725"/>
                </a:lnTo>
                <a:lnTo>
                  <a:pt x="589" y="18116"/>
                </a:lnTo>
                <a:lnTo>
                  <a:pt x="779" y="17449"/>
                </a:lnTo>
                <a:lnTo>
                  <a:pt x="969" y="16841"/>
                </a:lnTo>
                <a:lnTo>
                  <a:pt x="1197" y="16261"/>
                </a:lnTo>
                <a:lnTo>
                  <a:pt x="1387" y="15623"/>
                </a:lnTo>
                <a:lnTo>
                  <a:pt x="1595" y="15014"/>
                </a:lnTo>
                <a:lnTo>
                  <a:pt x="1785" y="14435"/>
                </a:lnTo>
                <a:lnTo>
                  <a:pt x="1994" y="13826"/>
                </a:lnTo>
                <a:lnTo>
                  <a:pt x="2165" y="13246"/>
                </a:lnTo>
                <a:lnTo>
                  <a:pt x="2374" y="12696"/>
                </a:lnTo>
                <a:lnTo>
                  <a:pt x="2545" y="12087"/>
                </a:lnTo>
                <a:lnTo>
                  <a:pt x="2754" y="11507"/>
                </a:lnTo>
                <a:lnTo>
                  <a:pt x="2963" y="10957"/>
                </a:lnTo>
                <a:lnTo>
                  <a:pt x="3153" y="10377"/>
                </a:lnTo>
                <a:lnTo>
                  <a:pt x="3381" y="9855"/>
                </a:lnTo>
                <a:lnTo>
                  <a:pt x="3571" y="9304"/>
                </a:lnTo>
                <a:lnTo>
                  <a:pt x="3761" y="8783"/>
                </a:lnTo>
                <a:lnTo>
                  <a:pt x="3951" y="8261"/>
                </a:lnTo>
                <a:lnTo>
                  <a:pt x="4160" y="7739"/>
                </a:lnTo>
                <a:lnTo>
                  <a:pt x="4368" y="7275"/>
                </a:lnTo>
                <a:lnTo>
                  <a:pt x="4558" y="6783"/>
                </a:lnTo>
                <a:lnTo>
                  <a:pt x="4786" y="6319"/>
                </a:lnTo>
                <a:lnTo>
                  <a:pt x="4957" y="5855"/>
                </a:lnTo>
                <a:lnTo>
                  <a:pt x="5166" y="5391"/>
                </a:lnTo>
                <a:lnTo>
                  <a:pt x="5356" y="4986"/>
                </a:lnTo>
                <a:lnTo>
                  <a:pt x="5565" y="4551"/>
                </a:lnTo>
                <a:lnTo>
                  <a:pt x="5793" y="4145"/>
                </a:lnTo>
                <a:lnTo>
                  <a:pt x="5964" y="3768"/>
                </a:lnTo>
                <a:lnTo>
                  <a:pt x="6192" y="3391"/>
                </a:lnTo>
                <a:lnTo>
                  <a:pt x="6363" y="3014"/>
                </a:lnTo>
                <a:lnTo>
                  <a:pt x="6572" y="2696"/>
                </a:lnTo>
                <a:lnTo>
                  <a:pt x="6781" y="2377"/>
                </a:lnTo>
                <a:lnTo>
                  <a:pt x="6971" y="2058"/>
                </a:lnTo>
                <a:lnTo>
                  <a:pt x="7198" y="1797"/>
                </a:lnTo>
                <a:lnTo>
                  <a:pt x="7369" y="1507"/>
                </a:lnTo>
                <a:lnTo>
                  <a:pt x="7597" y="1246"/>
                </a:lnTo>
                <a:lnTo>
                  <a:pt x="7825" y="1043"/>
                </a:lnTo>
                <a:lnTo>
                  <a:pt x="8015" y="841"/>
                </a:lnTo>
                <a:lnTo>
                  <a:pt x="8243" y="638"/>
                </a:lnTo>
                <a:lnTo>
                  <a:pt x="8433" y="493"/>
                </a:lnTo>
                <a:lnTo>
                  <a:pt x="8642" y="348"/>
                </a:lnTo>
                <a:lnTo>
                  <a:pt x="8851" y="232"/>
                </a:lnTo>
                <a:lnTo>
                  <a:pt x="9041" y="116"/>
                </a:lnTo>
                <a:lnTo>
                  <a:pt x="9269" y="87"/>
                </a:lnTo>
                <a:lnTo>
                  <a:pt x="9459" y="29"/>
                </a:lnTo>
                <a:lnTo>
                  <a:pt x="9668" y="29"/>
                </a:lnTo>
                <a:lnTo>
                  <a:pt x="9896" y="0"/>
                </a:lnTo>
                <a:lnTo>
                  <a:pt x="10104" y="58"/>
                </a:lnTo>
                <a:lnTo>
                  <a:pt x="10332" y="174"/>
                </a:lnTo>
                <a:lnTo>
                  <a:pt x="10560" y="261"/>
                </a:lnTo>
                <a:lnTo>
                  <a:pt x="10788" y="435"/>
                </a:lnTo>
                <a:lnTo>
                  <a:pt x="11016" y="638"/>
                </a:lnTo>
                <a:lnTo>
                  <a:pt x="11244" y="870"/>
                </a:lnTo>
                <a:lnTo>
                  <a:pt x="11453" y="1130"/>
                </a:lnTo>
                <a:lnTo>
                  <a:pt x="11700" y="1420"/>
                </a:lnTo>
                <a:lnTo>
                  <a:pt x="11947" y="1739"/>
                </a:lnTo>
                <a:lnTo>
                  <a:pt x="12175" y="2087"/>
                </a:lnTo>
                <a:lnTo>
                  <a:pt x="12460" y="2464"/>
                </a:lnTo>
                <a:lnTo>
                  <a:pt x="12707" y="2841"/>
                </a:lnTo>
                <a:lnTo>
                  <a:pt x="12953" y="3246"/>
                </a:lnTo>
                <a:lnTo>
                  <a:pt x="13181" y="3710"/>
                </a:lnTo>
                <a:lnTo>
                  <a:pt x="13428" y="4174"/>
                </a:lnTo>
                <a:lnTo>
                  <a:pt x="13694" y="4638"/>
                </a:lnTo>
                <a:lnTo>
                  <a:pt x="13922" y="5159"/>
                </a:lnTo>
                <a:lnTo>
                  <a:pt x="14188" y="5623"/>
                </a:lnTo>
                <a:lnTo>
                  <a:pt x="14416" y="6145"/>
                </a:lnTo>
                <a:lnTo>
                  <a:pt x="14701" y="6667"/>
                </a:lnTo>
                <a:lnTo>
                  <a:pt x="14948" y="7217"/>
                </a:lnTo>
                <a:lnTo>
                  <a:pt x="15195" y="7739"/>
                </a:lnTo>
                <a:lnTo>
                  <a:pt x="15442" y="8319"/>
                </a:lnTo>
                <a:lnTo>
                  <a:pt x="15670" y="8870"/>
                </a:lnTo>
                <a:lnTo>
                  <a:pt x="15897" y="9391"/>
                </a:lnTo>
                <a:lnTo>
                  <a:pt x="16125" y="9942"/>
                </a:lnTo>
                <a:lnTo>
                  <a:pt x="16353" y="10522"/>
                </a:lnTo>
                <a:lnTo>
                  <a:pt x="16581" y="11072"/>
                </a:lnTo>
                <a:lnTo>
                  <a:pt x="16847" y="11623"/>
                </a:lnTo>
                <a:lnTo>
                  <a:pt x="17056" y="12174"/>
                </a:lnTo>
                <a:lnTo>
                  <a:pt x="17265" y="12696"/>
                </a:lnTo>
                <a:lnTo>
                  <a:pt x="17493" y="13217"/>
                </a:lnTo>
                <a:lnTo>
                  <a:pt x="17702" y="13739"/>
                </a:lnTo>
                <a:lnTo>
                  <a:pt x="17911" y="14261"/>
                </a:lnTo>
                <a:lnTo>
                  <a:pt x="18082" y="14783"/>
                </a:lnTo>
                <a:lnTo>
                  <a:pt x="18291" y="15246"/>
                </a:lnTo>
                <a:lnTo>
                  <a:pt x="18481" y="15681"/>
                </a:lnTo>
                <a:lnTo>
                  <a:pt x="18651" y="16145"/>
                </a:lnTo>
                <a:lnTo>
                  <a:pt x="18822" y="16580"/>
                </a:lnTo>
                <a:lnTo>
                  <a:pt x="19012" y="17014"/>
                </a:lnTo>
                <a:lnTo>
                  <a:pt x="19164" y="17362"/>
                </a:lnTo>
                <a:lnTo>
                  <a:pt x="19316" y="17739"/>
                </a:lnTo>
                <a:lnTo>
                  <a:pt x="19468" y="18087"/>
                </a:lnTo>
                <a:lnTo>
                  <a:pt x="19601" y="18377"/>
                </a:lnTo>
                <a:lnTo>
                  <a:pt x="19734" y="18667"/>
                </a:lnTo>
                <a:lnTo>
                  <a:pt x="19867" y="18928"/>
                </a:lnTo>
                <a:lnTo>
                  <a:pt x="19981" y="19130"/>
                </a:lnTo>
              </a:path>
            </a:pathLst>
          </a:custGeom>
          <a:noFill/>
          <a:ln w="381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3958" name="Freeform 22"/>
          <p:cNvSpPr/>
          <p:nvPr/>
        </p:nvSpPr>
        <p:spPr bwMode="auto">
          <a:xfrm>
            <a:off x="6324600" y="4056063"/>
            <a:ext cx="1241425" cy="609600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2147483646 h 20000"/>
              <a:gd name="T6" fmla="*/ 2147483646 w 20000"/>
              <a:gd name="T7" fmla="*/ 2147483646 h 20000"/>
              <a:gd name="T8" fmla="*/ 2147483646 w 20000"/>
              <a:gd name="T9" fmla="*/ 2147483646 h 20000"/>
              <a:gd name="T10" fmla="*/ 2147483646 w 20000"/>
              <a:gd name="T11" fmla="*/ 2147483646 h 20000"/>
              <a:gd name="T12" fmla="*/ 2147483646 w 20000"/>
              <a:gd name="T13" fmla="*/ 2147483646 h 20000"/>
              <a:gd name="T14" fmla="*/ 2147483646 w 20000"/>
              <a:gd name="T15" fmla="*/ 2147483646 h 20000"/>
              <a:gd name="T16" fmla="*/ 2147483646 w 20000"/>
              <a:gd name="T17" fmla="*/ 2147483646 h 20000"/>
              <a:gd name="T18" fmla="*/ 2147483646 w 20000"/>
              <a:gd name="T19" fmla="*/ 2147483646 h 20000"/>
              <a:gd name="T20" fmla="*/ 2147483646 w 20000"/>
              <a:gd name="T21" fmla="*/ 2147483646 h 20000"/>
              <a:gd name="T22" fmla="*/ 2147483646 w 20000"/>
              <a:gd name="T23" fmla="*/ 2147483646 h 20000"/>
              <a:gd name="T24" fmla="*/ 2147483646 w 20000"/>
              <a:gd name="T25" fmla="*/ 2147483646 h 20000"/>
              <a:gd name="T26" fmla="*/ 2147483646 w 20000"/>
              <a:gd name="T27" fmla="*/ 2147483646 h 20000"/>
              <a:gd name="T28" fmla="*/ 2147483646 w 20000"/>
              <a:gd name="T29" fmla="*/ 2147483646 h 20000"/>
              <a:gd name="T30" fmla="*/ 2147483646 w 20000"/>
              <a:gd name="T31" fmla="*/ 2147483646 h 20000"/>
              <a:gd name="T32" fmla="*/ 2147483646 w 20000"/>
              <a:gd name="T33" fmla="*/ 2147483646 h 20000"/>
              <a:gd name="T34" fmla="*/ 2147483646 w 20000"/>
              <a:gd name="T35" fmla="*/ 2147483646 h 20000"/>
              <a:gd name="T36" fmla="*/ 2147483646 w 20000"/>
              <a:gd name="T37" fmla="*/ 2147483646 h 20000"/>
              <a:gd name="T38" fmla="*/ 2147483646 w 20000"/>
              <a:gd name="T39" fmla="*/ 2147483646 h 20000"/>
              <a:gd name="T40" fmla="*/ 2147483646 w 20000"/>
              <a:gd name="T41" fmla="*/ 2147483646 h 20000"/>
              <a:gd name="T42" fmla="*/ 2147483646 w 20000"/>
              <a:gd name="T43" fmla="*/ 2147483646 h 20000"/>
              <a:gd name="T44" fmla="*/ 2147483646 w 20000"/>
              <a:gd name="T45" fmla="*/ 2147483646 h 20000"/>
              <a:gd name="T46" fmla="*/ 2147483646 w 20000"/>
              <a:gd name="T47" fmla="*/ 2147483646 h 20000"/>
              <a:gd name="T48" fmla="*/ 2147483646 w 20000"/>
              <a:gd name="T49" fmla="*/ 2147483646 h 20000"/>
              <a:gd name="T50" fmla="*/ 2147483646 w 20000"/>
              <a:gd name="T51" fmla="*/ 2147483646 h 20000"/>
              <a:gd name="T52" fmla="*/ 2147483646 w 20000"/>
              <a:gd name="T53" fmla="*/ 2147483646 h 20000"/>
              <a:gd name="T54" fmla="*/ 2147483646 w 20000"/>
              <a:gd name="T55" fmla="*/ 2147483646 h 20000"/>
              <a:gd name="T56" fmla="*/ 2147483646 w 20000"/>
              <a:gd name="T57" fmla="*/ 2147483646 h 20000"/>
              <a:gd name="T58" fmla="*/ 2147483646 w 20000"/>
              <a:gd name="T59" fmla="*/ 2147483646 h 20000"/>
              <a:gd name="T60" fmla="*/ 2147483646 w 20000"/>
              <a:gd name="T61" fmla="*/ 2147483646 h 20000"/>
              <a:gd name="T62" fmla="*/ 2147483646 w 20000"/>
              <a:gd name="T63" fmla="*/ 2147483646 h 20000"/>
              <a:gd name="T64" fmla="*/ 2147483646 w 20000"/>
              <a:gd name="T65" fmla="*/ 2147483646 h 20000"/>
              <a:gd name="T66" fmla="*/ 2147483646 w 20000"/>
              <a:gd name="T67" fmla="*/ 2147483646 h 20000"/>
              <a:gd name="T68" fmla="*/ 2147483646 w 20000"/>
              <a:gd name="T69" fmla="*/ 2147483646 h 20000"/>
              <a:gd name="T70" fmla="*/ 2147483646 w 20000"/>
              <a:gd name="T71" fmla="*/ 2147483646 h 20000"/>
              <a:gd name="T72" fmla="*/ 2147483646 w 20000"/>
              <a:gd name="T73" fmla="*/ 2147483646 h 20000"/>
              <a:gd name="T74" fmla="*/ 2147483646 w 20000"/>
              <a:gd name="T75" fmla="*/ 2147483646 h 20000"/>
              <a:gd name="T76" fmla="*/ 2147483646 w 20000"/>
              <a:gd name="T77" fmla="*/ 2147483646 h 20000"/>
              <a:gd name="T78" fmla="*/ 2147483646 w 20000"/>
              <a:gd name="T79" fmla="*/ 2147483646 h 20000"/>
              <a:gd name="T80" fmla="*/ 2147483646 w 20000"/>
              <a:gd name="T81" fmla="*/ 2147483646 h 20000"/>
              <a:gd name="T82" fmla="*/ 2147483646 w 20000"/>
              <a:gd name="T83" fmla="*/ 2147483646 h 20000"/>
              <a:gd name="T84" fmla="*/ 2147483646 w 20000"/>
              <a:gd name="T85" fmla="*/ 2147483646 h 20000"/>
              <a:gd name="T86" fmla="*/ 2147483646 w 20000"/>
              <a:gd name="T87" fmla="*/ 2147483646 h 20000"/>
              <a:gd name="T88" fmla="*/ 2147483646 w 20000"/>
              <a:gd name="T89" fmla="*/ 2147483646 h 20000"/>
              <a:gd name="T90" fmla="*/ 2147483646 w 20000"/>
              <a:gd name="T91" fmla="*/ 2147483646 h 20000"/>
              <a:gd name="T92" fmla="*/ 2147483646 w 20000"/>
              <a:gd name="T93" fmla="*/ 2147483646 h 20000"/>
              <a:gd name="T94" fmla="*/ 2147483646 w 20000"/>
              <a:gd name="T95" fmla="*/ 2147483646 h 20000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w 20000"/>
              <a:gd name="T145" fmla="*/ 0 h 20000"/>
              <a:gd name="T146" fmla="*/ 20000 w 20000"/>
              <a:gd name="T147" fmla="*/ 20000 h 20000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T144" t="T145" r="T146" b="T147"/>
            <a:pathLst>
              <a:path w="20000" h="20000">
                <a:moveTo>
                  <a:pt x="0" y="896"/>
                </a:moveTo>
                <a:lnTo>
                  <a:pt x="242" y="1485"/>
                </a:lnTo>
                <a:lnTo>
                  <a:pt x="423" y="2101"/>
                </a:lnTo>
                <a:lnTo>
                  <a:pt x="665" y="2689"/>
                </a:lnTo>
                <a:lnTo>
                  <a:pt x="867" y="3333"/>
                </a:lnTo>
                <a:lnTo>
                  <a:pt x="1089" y="3922"/>
                </a:lnTo>
                <a:lnTo>
                  <a:pt x="1331" y="4482"/>
                </a:lnTo>
                <a:lnTo>
                  <a:pt x="1552" y="5098"/>
                </a:lnTo>
                <a:lnTo>
                  <a:pt x="1774" y="5686"/>
                </a:lnTo>
                <a:lnTo>
                  <a:pt x="1976" y="6246"/>
                </a:lnTo>
                <a:lnTo>
                  <a:pt x="2218" y="6835"/>
                </a:lnTo>
                <a:lnTo>
                  <a:pt x="2440" y="7395"/>
                </a:lnTo>
                <a:lnTo>
                  <a:pt x="2661" y="7955"/>
                </a:lnTo>
                <a:lnTo>
                  <a:pt x="2883" y="8543"/>
                </a:lnTo>
                <a:lnTo>
                  <a:pt x="3105" y="9104"/>
                </a:lnTo>
                <a:lnTo>
                  <a:pt x="3347" y="9636"/>
                </a:lnTo>
                <a:lnTo>
                  <a:pt x="3569" y="10168"/>
                </a:lnTo>
                <a:lnTo>
                  <a:pt x="3770" y="10700"/>
                </a:lnTo>
                <a:lnTo>
                  <a:pt x="3992" y="11232"/>
                </a:lnTo>
                <a:lnTo>
                  <a:pt x="4234" y="11765"/>
                </a:lnTo>
                <a:lnTo>
                  <a:pt x="4435" y="12241"/>
                </a:lnTo>
                <a:lnTo>
                  <a:pt x="4657" y="12745"/>
                </a:lnTo>
                <a:lnTo>
                  <a:pt x="4859" y="13193"/>
                </a:lnTo>
                <a:lnTo>
                  <a:pt x="5101" y="13641"/>
                </a:lnTo>
                <a:lnTo>
                  <a:pt x="5343" y="14090"/>
                </a:lnTo>
                <a:lnTo>
                  <a:pt x="5524" y="14566"/>
                </a:lnTo>
                <a:lnTo>
                  <a:pt x="5766" y="14986"/>
                </a:lnTo>
                <a:lnTo>
                  <a:pt x="5968" y="15406"/>
                </a:lnTo>
                <a:lnTo>
                  <a:pt x="6190" y="15826"/>
                </a:lnTo>
                <a:lnTo>
                  <a:pt x="6431" y="16218"/>
                </a:lnTo>
                <a:lnTo>
                  <a:pt x="6613" y="16583"/>
                </a:lnTo>
                <a:lnTo>
                  <a:pt x="6855" y="16919"/>
                </a:lnTo>
                <a:lnTo>
                  <a:pt x="7077" y="17255"/>
                </a:lnTo>
                <a:lnTo>
                  <a:pt x="7258" y="17563"/>
                </a:lnTo>
                <a:lnTo>
                  <a:pt x="7500" y="17899"/>
                </a:lnTo>
                <a:lnTo>
                  <a:pt x="7722" y="18151"/>
                </a:lnTo>
                <a:lnTo>
                  <a:pt x="7964" y="18431"/>
                </a:lnTo>
                <a:lnTo>
                  <a:pt x="8145" y="18683"/>
                </a:lnTo>
                <a:lnTo>
                  <a:pt x="8367" y="18936"/>
                </a:lnTo>
                <a:lnTo>
                  <a:pt x="8589" y="19132"/>
                </a:lnTo>
                <a:lnTo>
                  <a:pt x="8790" y="19328"/>
                </a:lnTo>
                <a:lnTo>
                  <a:pt x="9012" y="19496"/>
                </a:lnTo>
                <a:lnTo>
                  <a:pt x="9214" y="19608"/>
                </a:lnTo>
                <a:lnTo>
                  <a:pt x="9435" y="19748"/>
                </a:lnTo>
                <a:lnTo>
                  <a:pt x="9617" y="19860"/>
                </a:lnTo>
                <a:lnTo>
                  <a:pt x="9839" y="19888"/>
                </a:lnTo>
                <a:lnTo>
                  <a:pt x="10081" y="19972"/>
                </a:lnTo>
                <a:lnTo>
                  <a:pt x="10282" y="19972"/>
                </a:lnTo>
                <a:lnTo>
                  <a:pt x="10504" y="19972"/>
                </a:lnTo>
                <a:lnTo>
                  <a:pt x="10685" y="19972"/>
                </a:lnTo>
                <a:lnTo>
                  <a:pt x="10907" y="19888"/>
                </a:lnTo>
                <a:lnTo>
                  <a:pt x="11129" y="19776"/>
                </a:lnTo>
                <a:lnTo>
                  <a:pt x="11310" y="19664"/>
                </a:lnTo>
                <a:lnTo>
                  <a:pt x="11552" y="19468"/>
                </a:lnTo>
                <a:lnTo>
                  <a:pt x="11754" y="19216"/>
                </a:lnTo>
                <a:lnTo>
                  <a:pt x="11976" y="18992"/>
                </a:lnTo>
                <a:lnTo>
                  <a:pt x="12238" y="18739"/>
                </a:lnTo>
                <a:lnTo>
                  <a:pt x="12440" y="18431"/>
                </a:lnTo>
                <a:lnTo>
                  <a:pt x="12681" y="18067"/>
                </a:lnTo>
                <a:lnTo>
                  <a:pt x="12883" y="17731"/>
                </a:lnTo>
                <a:lnTo>
                  <a:pt x="13125" y="17283"/>
                </a:lnTo>
                <a:lnTo>
                  <a:pt x="13367" y="16891"/>
                </a:lnTo>
                <a:lnTo>
                  <a:pt x="13589" y="16471"/>
                </a:lnTo>
                <a:lnTo>
                  <a:pt x="13831" y="15994"/>
                </a:lnTo>
                <a:lnTo>
                  <a:pt x="14052" y="15546"/>
                </a:lnTo>
                <a:lnTo>
                  <a:pt x="14254" y="15042"/>
                </a:lnTo>
                <a:lnTo>
                  <a:pt x="14516" y="14510"/>
                </a:lnTo>
                <a:lnTo>
                  <a:pt x="14758" y="13978"/>
                </a:lnTo>
                <a:lnTo>
                  <a:pt x="14980" y="13473"/>
                </a:lnTo>
                <a:lnTo>
                  <a:pt x="15202" y="12913"/>
                </a:lnTo>
                <a:lnTo>
                  <a:pt x="15423" y="12353"/>
                </a:lnTo>
                <a:lnTo>
                  <a:pt x="15665" y="11793"/>
                </a:lnTo>
                <a:lnTo>
                  <a:pt x="15887" y="11204"/>
                </a:lnTo>
                <a:lnTo>
                  <a:pt x="16069" y="10616"/>
                </a:lnTo>
                <a:lnTo>
                  <a:pt x="16290" y="10084"/>
                </a:lnTo>
                <a:lnTo>
                  <a:pt x="16492" y="9524"/>
                </a:lnTo>
                <a:lnTo>
                  <a:pt x="16734" y="8936"/>
                </a:lnTo>
                <a:lnTo>
                  <a:pt x="16956" y="8347"/>
                </a:lnTo>
                <a:lnTo>
                  <a:pt x="17137" y="7815"/>
                </a:lnTo>
                <a:lnTo>
                  <a:pt x="17339" y="7227"/>
                </a:lnTo>
                <a:lnTo>
                  <a:pt x="17540" y="6695"/>
                </a:lnTo>
                <a:lnTo>
                  <a:pt x="17722" y="6134"/>
                </a:lnTo>
                <a:lnTo>
                  <a:pt x="17903" y="5602"/>
                </a:lnTo>
                <a:lnTo>
                  <a:pt x="18105" y="5042"/>
                </a:lnTo>
                <a:lnTo>
                  <a:pt x="18266" y="4538"/>
                </a:lnTo>
                <a:lnTo>
                  <a:pt x="18448" y="4034"/>
                </a:lnTo>
                <a:lnTo>
                  <a:pt x="18609" y="3557"/>
                </a:lnTo>
                <a:lnTo>
                  <a:pt x="18770" y="3137"/>
                </a:lnTo>
                <a:lnTo>
                  <a:pt x="18952" y="2661"/>
                </a:lnTo>
                <a:lnTo>
                  <a:pt x="19073" y="2241"/>
                </a:lnTo>
                <a:lnTo>
                  <a:pt x="19234" y="1849"/>
                </a:lnTo>
                <a:lnTo>
                  <a:pt x="19375" y="1429"/>
                </a:lnTo>
                <a:lnTo>
                  <a:pt x="19516" y="1092"/>
                </a:lnTo>
                <a:lnTo>
                  <a:pt x="19617" y="812"/>
                </a:lnTo>
                <a:lnTo>
                  <a:pt x="19738" y="476"/>
                </a:lnTo>
                <a:lnTo>
                  <a:pt x="19859" y="224"/>
                </a:lnTo>
                <a:lnTo>
                  <a:pt x="19980" y="0"/>
                </a:lnTo>
              </a:path>
            </a:pathLst>
          </a:custGeom>
          <a:noFill/>
          <a:ln w="381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7" name="Rectangle 23"/>
          <p:cNvSpPr>
            <a:spLocks noChangeArrowheads="1"/>
          </p:cNvSpPr>
          <p:nvPr/>
        </p:nvSpPr>
        <p:spPr bwMode="auto">
          <a:xfrm>
            <a:off x="1036638" y="3386138"/>
            <a:ext cx="700087" cy="701675"/>
          </a:xfrm>
          <a:prstGeom prst="rect">
            <a:avLst/>
          </a:prstGeom>
          <a:solidFill>
            <a:srgbClr val="002B56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23960" name="Rectangle 24"/>
          <p:cNvSpPr>
            <a:spLocks noChangeArrowheads="1"/>
          </p:cNvSpPr>
          <p:nvPr/>
        </p:nvSpPr>
        <p:spPr bwMode="auto">
          <a:xfrm>
            <a:off x="4643438" y="4724400"/>
            <a:ext cx="303212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i="1">
                <a:solidFill>
                  <a:srgbClr val="FF9933"/>
                </a:solidFill>
              </a:rPr>
              <a:t>x</a:t>
            </a:r>
            <a:endParaRPr lang="en-US" altLang="zh-CN" sz="2200" i="1"/>
          </a:p>
        </p:txBody>
      </p:sp>
      <p:sp>
        <p:nvSpPr>
          <p:cNvPr id="423961" name="Rectangle 25"/>
          <p:cNvSpPr>
            <a:spLocks noChangeArrowheads="1"/>
          </p:cNvSpPr>
          <p:nvPr/>
        </p:nvSpPr>
        <p:spPr bwMode="auto">
          <a:xfrm>
            <a:off x="7786688" y="4441825"/>
            <a:ext cx="566737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i="1">
                <a:solidFill>
                  <a:srgbClr val="FFFF00"/>
                </a:solidFill>
              </a:rPr>
              <a:t>t</a:t>
            </a:r>
          </a:p>
        </p:txBody>
      </p:sp>
      <p:sp>
        <p:nvSpPr>
          <p:cNvPr id="423963" name="Line 27"/>
          <p:cNvSpPr>
            <a:spLocks noChangeShapeType="1"/>
          </p:cNvSpPr>
          <p:nvPr/>
        </p:nvSpPr>
        <p:spPr bwMode="auto">
          <a:xfrm>
            <a:off x="1828800" y="4056063"/>
            <a:ext cx="5715000" cy="0"/>
          </a:xfrm>
          <a:prstGeom prst="line">
            <a:avLst/>
          </a:prstGeom>
          <a:noFill/>
          <a:ln w="6350">
            <a:solidFill>
              <a:schemeClr val="bg1"/>
            </a:solidFill>
            <a:prstDash val="sysDash"/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3964" name="Line 28"/>
          <p:cNvSpPr>
            <a:spLocks noChangeShapeType="1"/>
          </p:cNvSpPr>
          <p:nvPr/>
        </p:nvSpPr>
        <p:spPr bwMode="auto">
          <a:xfrm>
            <a:off x="1752600" y="3446463"/>
            <a:ext cx="51562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3966" name="Freeform 30"/>
          <p:cNvSpPr/>
          <p:nvPr/>
        </p:nvSpPr>
        <p:spPr bwMode="auto">
          <a:xfrm>
            <a:off x="1836738" y="4391025"/>
            <a:ext cx="2514600" cy="273050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2147483646 h 20000"/>
              <a:gd name="T6" fmla="*/ 2147483646 w 20000"/>
              <a:gd name="T7" fmla="*/ 2147483646 h 20000"/>
              <a:gd name="T8" fmla="*/ 2147483646 w 20000"/>
              <a:gd name="T9" fmla="*/ 2147483646 h 20000"/>
              <a:gd name="T10" fmla="*/ 2147483646 w 20000"/>
              <a:gd name="T11" fmla="*/ 2147483646 h 20000"/>
              <a:gd name="T12" fmla="*/ 2147483646 w 20000"/>
              <a:gd name="T13" fmla="*/ 2147483646 h 20000"/>
              <a:gd name="T14" fmla="*/ 2147483646 w 20000"/>
              <a:gd name="T15" fmla="*/ 2147483646 h 20000"/>
              <a:gd name="T16" fmla="*/ 2147483646 w 20000"/>
              <a:gd name="T17" fmla="*/ 2147483646 h 20000"/>
              <a:gd name="T18" fmla="*/ 2147483646 w 20000"/>
              <a:gd name="T19" fmla="*/ 2147483646 h 20000"/>
              <a:gd name="T20" fmla="*/ 2147483646 w 20000"/>
              <a:gd name="T21" fmla="*/ 2147483646 h 20000"/>
              <a:gd name="T22" fmla="*/ 2147483646 w 20000"/>
              <a:gd name="T23" fmla="*/ 2147483646 h 20000"/>
              <a:gd name="T24" fmla="*/ 2147483646 w 20000"/>
              <a:gd name="T25" fmla="*/ 2147483646 h 20000"/>
              <a:gd name="T26" fmla="*/ 2147483646 w 20000"/>
              <a:gd name="T27" fmla="*/ 2147483646 h 20000"/>
              <a:gd name="T28" fmla="*/ 2147483646 w 20000"/>
              <a:gd name="T29" fmla="*/ 2147483646 h 20000"/>
              <a:gd name="T30" fmla="*/ 2147483646 w 20000"/>
              <a:gd name="T31" fmla="*/ 2147483646 h 20000"/>
              <a:gd name="T32" fmla="*/ 2147483646 w 20000"/>
              <a:gd name="T33" fmla="*/ 2147483646 h 20000"/>
              <a:gd name="T34" fmla="*/ 2147483646 w 20000"/>
              <a:gd name="T35" fmla="*/ 2147483646 h 20000"/>
              <a:gd name="T36" fmla="*/ 2147483646 w 20000"/>
              <a:gd name="T37" fmla="*/ 2147483646 h 20000"/>
              <a:gd name="T38" fmla="*/ 2147483646 w 20000"/>
              <a:gd name="T39" fmla="*/ 2147483646 h 20000"/>
              <a:gd name="T40" fmla="*/ 2147483646 w 20000"/>
              <a:gd name="T41" fmla="*/ 2147483646 h 20000"/>
              <a:gd name="T42" fmla="*/ 2147483646 w 20000"/>
              <a:gd name="T43" fmla="*/ 2147483646 h 20000"/>
              <a:gd name="T44" fmla="*/ 2147483646 w 20000"/>
              <a:gd name="T45" fmla="*/ 2147483646 h 20000"/>
              <a:gd name="T46" fmla="*/ 2147483646 w 20000"/>
              <a:gd name="T47" fmla="*/ 0 h 20000"/>
              <a:gd name="T48" fmla="*/ 2147483646 w 20000"/>
              <a:gd name="T49" fmla="*/ 2147483646 h 20000"/>
              <a:gd name="T50" fmla="*/ 2147483646 w 20000"/>
              <a:gd name="T51" fmla="*/ 2147483646 h 20000"/>
              <a:gd name="T52" fmla="*/ 2147483646 w 20000"/>
              <a:gd name="T53" fmla="*/ 2147483646 h 20000"/>
              <a:gd name="T54" fmla="*/ 2147483646 w 20000"/>
              <a:gd name="T55" fmla="*/ 2147483646 h 20000"/>
              <a:gd name="T56" fmla="*/ 2147483646 w 20000"/>
              <a:gd name="T57" fmla="*/ 2147483646 h 20000"/>
              <a:gd name="T58" fmla="*/ 2147483646 w 20000"/>
              <a:gd name="T59" fmla="*/ 2147483646 h 20000"/>
              <a:gd name="T60" fmla="*/ 2147483646 w 20000"/>
              <a:gd name="T61" fmla="*/ 2147483646 h 20000"/>
              <a:gd name="T62" fmla="*/ 2147483646 w 20000"/>
              <a:gd name="T63" fmla="*/ 2147483646 h 20000"/>
              <a:gd name="T64" fmla="*/ 2147483646 w 20000"/>
              <a:gd name="T65" fmla="*/ 2147483646 h 20000"/>
              <a:gd name="T66" fmla="*/ 2147483646 w 20000"/>
              <a:gd name="T67" fmla="*/ 2147483646 h 20000"/>
              <a:gd name="T68" fmla="*/ 2147483646 w 20000"/>
              <a:gd name="T69" fmla="*/ 2147483646 h 20000"/>
              <a:gd name="T70" fmla="*/ 2147483646 w 20000"/>
              <a:gd name="T71" fmla="*/ 2147483646 h 20000"/>
              <a:gd name="T72" fmla="*/ 2147483646 w 20000"/>
              <a:gd name="T73" fmla="*/ 2147483646 h 20000"/>
              <a:gd name="T74" fmla="*/ 2147483646 w 20000"/>
              <a:gd name="T75" fmla="*/ 2147483646 h 20000"/>
              <a:gd name="T76" fmla="*/ 2147483646 w 20000"/>
              <a:gd name="T77" fmla="*/ 2147483646 h 20000"/>
              <a:gd name="T78" fmla="*/ 2147483646 w 20000"/>
              <a:gd name="T79" fmla="*/ 2147483646 h 20000"/>
              <a:gd name="T80" fmla="*/ 2147483646 w 20000"/>
              <a:gd name="T81" fmla="*/ 2147483646 h 20000"/>
              <a:gd name="T82" fmla="*/ 2147483646 w 20000"/>
              <a:gd name="T83" fmla="*/ 2147483646 h 20000"/>
              <a:gd name="T84" fmla="*/ 2147483646 w 20000"/>
              <a:gd name="T85" fmla="*/ 2147483646 h 20000"/>
              <a:gd name="T86" fmla="*/ 2147483646 w 20000"/>
              <a:gd name="T87" fmla="*/ 2147483646 h 20000"/>
              <a:gd name="T88" fmla="*/ 2147483646 w 20000"/>
              <a:gd name="T89" fmla="*/ 2147483646 h 20000"/>
              <a:gd name="T90" fmla="*/ 2147483646 w 20000"/>
              <a:gd name="T91" fmla="*/ 2147483646 h 20000"/>
              <a:gd name="T92" fmla="*/ 2147483646 w 20000"/>
              <a:gd name="T93" fmla="*/ 2147483646 h 20000"/>
              <a:gd name="T94" fmla="*/ 2147483646 w 20000"/>
              <a:gd name="T95" fmla="*/ 2147483646 h 20000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w 20000"/>
              <a:gd name="T145" fmla="*/ 0 h 20000"/>
              <a:gd name="T146" fmla="*/ 20000 w 20000"/>
              <a:gd name="T147" fmla="*/ 20000 h 20000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T144" t="T145" r="T146" b="T147"/>
            <a:pathLst>
              <a:path w="20000" h="20000">
                <a:moveTo>
                  <a:pt x="0" y="19117"/>
                </a:moveTo>
                <a:lnTo>
                  <a:pt x="229" y="18549"/>
                </a:lnTo>
                <a:lnTo>
                  <a:pt x="438" y="17855"/>
                </a:lnTo>
                <a:lnTo>
                  <a:pt x="666" y="17287"/>
                </a:lnTo>
                <a:lnTo>
                  <a:pt x="885" y="16656"/>
                </a:lnTo>
                <a:lnTo>
                  <a:pt x="1104" y="16088"/>
                </a:lnTo>
                <a:lnTo>
                  <a:pt x="1323" y="15521"/>
                </a:lnTo>
                <a:lnTo>
                  <a:pt x="1551" y="14890"/>
                </a:lnTo>
                <a:lnTo>
                  <a:pt x="1760" y="14322"/>
                </a:lnTo>
                <a:lnTo>
                  <a:pt x="1989" y="13754"/>
                </a:lnTo>
                <a:lnTo>
                  <a:pt x="2228" y="13123"/>
                </a:lnTo>
                <a:lnTo>
                  <a:pt x="2447" y="12555"/>
                </a:lnTo>
                <a:lnTo>
                  <a:pt x="2675" y="12050"/>
                </a:lnTo>
                <a:lnTo>
                  <a:pt x="2884" y="11420"/>
                </a:lnTo>
                <a:lnTo>
                  <a:pt x="3113" y="10915"/>
                </a:lnTo>
                <a:lnTo>
                  <a:pt x="3342" y="10347"/>
                </a:lnTo>
                <a:lnTo>
                  <a:pt x="3550" y="9779"/>
                </a:lnTo>
                <a:lnTo>
                  <a:pt x="3779" y="9274"/>
                </a:lnTo>
                <a:lnTo>
                  <a:pt x="3998" y="8770"/>
                </a:lnTo>
                <a:lnTo>
                  <a:pt x="4227" y="8202"/>
                </a:lnTo>
                <a:lnTo>
                  <a:pt x="4436" y="7697"/>
                </a:lnTo>
                <a:lnTo>
                  <a:pt x="4664" y="7256"/>
                </a:lnTo>
                <a:lnTo>
                  <a:pt x="4883" y="6814"/>
                </a:lnTo>
                <a:lnTo>
                  <a:pt x="5112" y="6309"/>
                </a:lnTo>
                <a:lnTo>
                  <a:pt x="5341" y="5868"/>
                </a:lnTo>
                <a:lnTo>
                  <a:pt x="5549" y="5426"/>
                </a:lnTo>
                <a:lnTo>
                  <a:pt x="5758" y="4984"/>
                </a:lnTo>
                <a:lnTo>
                  <a:pt x="5977" y="4543"/>
                </a:lnTo>
                <a:lnTo>
                  <a:pt x="6196" y="4164"/>
                </a:lnTo>
                <a:lnTo>
                  <a:pt x="6425" y="3785"/>
                </a:lnTo>
                <a:lnTo>
                  <a:pt x="6634" y="3407"/>
                </a:lnTo>
                <a:lnTo>
                  <a:pt x="6862" y="3028"/>
                </a:lnTo>
                <a:lnTo>
                  <a:pt x="7091" y="2713"/>
                </a:lnTo>
                <a:lnTo>
                  <a:pt x="7280" y="2397"/>
                </a:lnTo>
                <a:lnTo>
                  <a:pt x="7509" y="2082"/>
                </a:lnTo>
                <a:lnTo>
                  <a:pt x="7737" y="1830"/>
                </a:lnTo>
                <a:lnTo>
                  <a:pt x="7956" y="1514"/>
                </a:lnTo>
                <a:lnTo>
                  <a:pt x="8155" y="1262"/>
                </a:lnTo>
                <a:lnTo>
                  <a:pt x="8374" y="1073"/>
                </a:lnTo>
                <a:lnTo>
                  <a:pt x="8583" y="820"/>
                </a:lnTo>
                <a:lnTo>
                  <a:pt x="8812" y="694"/>
                </a:lnTo>
                <a:lnTo>
                  <a:pt x="9020" y="505"/>
                </a:lnTo>
                <a:lnTo>
                  <a:pt x="9229" y="379"/>
                </a:lnTo>
                <a:lnTo>
                  <a:pt x="9448" y="252"/>
                </a:lnTo>
                <a:lnTo>
                  <a:pt x="9647" y="126"/>
                </a:lnTo>
                <a:lnTo>
                  <a:pt x="9856" y="63"/>
                </a:lnTo>
                <a:lnTo>
                  <a:pt x="10075" y="63"/>
                </a:lnTo>
                <a:lnTo>
                  <a:pt x="10293" y="0"/>
                </a:lnTo>
                <a:lnTo>
                  <a:pt x="10502" y="63"/>
                </a:lnTo>
                <a:lnTo>
                  <a:pt x="10701" y="63"/>
                </a:lnTo>
                <a:lnTo>
                  <a:pt x="10910" y="63"/>
                </a:lnTo>
                <a:lnTo>
                  <a:pt x="11129" y="252"/>
                </a:lnTo>
                <a:lnTo>
                  <a:pt x="11338" y="315"/>
                </a:lnTo>
                <a:lnTo>
                  <a:pt x="11566" y="505"/>
                </a:lnTo>
                <a:lnTo>
                  <a:pt x="11785" y="757"/>
                </a:lnTo>
                <a:lnTo>
                  <a:pt x="12004" y="1009"/>
                </a:lnTo>
                <a:lnTo>
                  <a:pt x="12223" y="1262"/>
                </a:lnTo>
                <a:lnTo>
                  <a:pt x="12452" y="1514"/>
                </a:lnTo>
                <a:lnTo>
                  <a:pt x="12690" y="1893"/>
                </a:lnTo>
                <a:lnTo>
                  <a:pt x="12909" y="2271"/>
                </a:lnTo>
                <a:lnTo>
                  <a:pt x="13148" y="2713"/>
                </a:lnTo>
                <a:lnTo>
                  <a:pt x="13376" y="3091"/>
                </a:lnTo>
                <a:lnTo>
                  <a:pt x="13615" y="3533"/>
                </a:lnTo>
                <a:lnTo>
                  <a:pt x="13844" y="3975"/>
                </a:lnTo>
                <a:lnTo>
                  <a:pt x="14063" y="4479"/>
                </a:lnTo>
                <a:lnTo>
                  <a:pt x="14291" y="4921"/>
                </a:lnTo>
                <a:lnTo>
                  <a:pt x="14530" y="5489"/>
                </a:lnTo>
                <a:lnTo>
                  <a:pt x="14759" y="5994"/>
                </a:lnTo>
                <a:lnTo>
                  <a:pt x="14998" y="6498"/>
                </a:lnTo>
                <a:lnTo>
                  <a:pt x="15216" y="7066"/>
                </a:lnTo>
                <a:lnTo>
                  <a:pt x="15445" y="7634"/>
                </a:lnTo>
                <a:lnTo>
                  <a:pt x="15684" y="8202"/>
                </a:lnTo>
                <a:lnTo>
                  <a:pt x="15893" y="8770"/>
                </a:lnTo>
                <a:lnTo>
                  <a:pt x="16101" y="9338"/>
                </a:lnTo>
                <a:lnTo>
                  <a:pt x="16320" y="9905"/>
                </a:lnTo>
                <a:lnTo>
                  <a:pt x="16529" y="10473"/>
                </a:lnTo>
                <a:lnTo>
                  <a:pt x="16738" y="11041"/>
                </a:lnTo>
                <a:lnTo>
                  <a:pt x="16957" y="11609"/>
                </a:lnTo>
                <a:lnTo>
                  <a:pt x="17156" y="12177"/>
                </a:lnTo>
                <a:lnTo>
                  <a:pt x="17355" y="12744"/>
                </a:lnTo>
                <a:lnTo>
                  <a:pt x="17553" y="13249"/>
                </a:lnTo>
                <a:lnTo>
                  <a:pt x="17732" y="13880"/>
                </a:lnTo>
                <a:lnTo>
                  <a:pt x="17931" y="14385"/>
                </a:lnTo>
                <a:lnTo>
                  <a:pt x="18120" y="14953"/>
                </a:lnTo>
                <a:lnTo>
                  <a:pt x="18289" y="15457"/>
                </a:lnTo>
                <a:lnTo>
                  <a:pt x="18468" y="15962"/>
                </a:lnTo>
                <a:lnTo>
                  <a:pt x="18637" y="16404"/>
                </a:lnTo>
                <a:lnTo>
                  <a:pt x="18797" y="16845"/>
                </a:lnTo>
                <a:lnTo>
                  <a:pt x="18956" y="17350"/>
                </a:lnTo>
                <a:lnTo>
                  <a:pt x="19095" y="17729"/>
                </a:lnTo>
                <a:lnTo>
                  <a:pt x="19254" y="18170"/>
                </a:lnTo>
                <a:lnTo>
                  <a:pt x="19393" y="18549"/>
                </a:lnTo>
                <a:lnTo>
                  <a:pt x="19523" y="18864"/>
                </a:lnTo>
                <a:lnTo>
                  <a:pt x="19642" y="19180"/>
                </a:lnTo>
                <a:lnTo>
                  <a:pt x="19771" y="19495"/>
                </a:lnTo>
                <a:lnTo>
                  <a:pt x="19881" y="19748"/>
                </a:lnTo>
                <a:lnTo>
                  <a:pt x="19990" y="19937"/>
                </a:lnTo>
              </a:path>
            </a:pathLst>
          </a:custGeom>
          <a:noFill/>
          <a:ln w="28575">
            <a:solidFill>
              <a:srgbClr val="FF9933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3967" name="Freeform 31"/>
          <p:cNvSpPr/>
          <p:nvPr/>
        </p:nvSpPr>
        <p:spPr bwMode="auto">
          <a:xfrm>
            <a:off x="4322763" y="4652963"/>
            <a:ext cx="2674937" cy="260350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2147483646 h 20000"/>
              <a:gd name="T6" fmla="*/ 2147483646 w 20000"/>
              <a:gd name="T7" fmla="*/ 2147483646 h 20000"/>
              <a:gd name="T8" fmla="*/ 2147483646 w 20000"/>
              <a:gd name="T9" fmla="*/ 2147483646 h 20000"/>
              <a:gd name="T10" fmla="*/ 2147483646 w 20000"/>
              <a:gd name="T11" fmla="*/ 2147483646 h 20000"/>
              <a:gd name="T12" fmla="*/ 2147483646 w 20000"/>
              <a:gd name="T13" fmla="*/ 2147483646 h 20000"/>
              <a:gd name="T14" fmla="*/ 2147483646 w 20000"/>
              <a:gd name="T15" fmla="*/ 2147483646 h 20000"/>
              <a:gd name="T16" fmla="*/ 2147483646 w 20000"/>
              <a:gd name="T17" fmla="*/ 2147483646 h 20000"/>
              <a:gd name="T18" fmla="*/ 2147483646 w 20000"/>
              <a:gd name="T19" fmla="*/ 2147483646 h 20000"/>
              <a:gd name="T20" fmla="*/ 2147483646 w 20000"/>
              <a:gd name="T21" fmla="*/ 2147483646 h 20000"/>
              <a:gd name="T22" fmla="*/ 2147483646 w 20000"/>
              <a:gd name="T23" fmla="*/ 2147483646 h 20000"/>
              <a:gd name="T24" fmla="*/ 2147483646 w 20000"/>
              <a:gd name="T25" fmla="*/ 2147483646 h 20000"/>
              <a:gd name="T26" fmla="*/ 2147483646 w 20000"/>
              <a:gd name="T27" fmla="*/ 2147483646 h 20000"/>
              <a:gd name="T28" fmla="*/ 2147483646 w 20000"/>
              <a:gd name="T29" fmla="*/ 2147483646 h 20000"/>
              <a:gd name="T30" fmla="*/ 2147483646 w 20000"/>
              <a:gd name="T31" fmla="*/ 2147483646 h 20000"/>
              <a:gd name="T32" fmla="*/ 2147483646 w 20000"/>
              <a:gd name="T33" fmla="*/ 2147483646 h 20000"/>
              <a:gd name="T34" fmla="*/ 2147483646 w 20000"/>
              <a:gd name="T35" fmla="*/ 2147483646 h 20000"/>
              <a:gd name="T36" fmla="*/ 2147483646 w 20000"/>
              <a:gd name="T37" fmla="*/ 2147483646 h 20000"/>
              <a:gd name="T38" fmla="*/ 2147483646 w 20000"/>
              <a:gd name="T39" fmla="*/ 2147483646 h 20000"/>
              <a:gd name="T40" fmla="*/ 2147483646 w 20000"/>
              <a:gd name="T41" fmla="*/ 2147483646 h 20000"/>
              <a:gd name="T42" fmla="*/ 2147483646 w 20000"/>
              <a:gd name="T43" fmla="*/ 2147483646 h 20000"/>
              <a:gd name="T44" fmla="*/ 2147483646 w 20000"/>
              <a:gd name="T45" fmla="*/ 2147483646 h 20000"/>
              <a:gd name="T46" fmla="*/ 2147483646 w 20000"/>
              <a:gd name="T47" fmla="*/ 2147483646 h 20000"/>
              <a:gd name="T48" fmla="*/ 2147483646 w 20000"/>
              <a:gd name="T49" fmla="*/ 2147483646 h 20000"/>
              <a:gd name="T50" fmla="*/ 2147483646 w 20000"/>
              <a:gd name="T51" fmla="*/ 2147483646 h 20000"/>
              <a:gd name="T52" fmla="*/ 2147483646 w 20000"/>
              <a:gd name="T53" fmla="*/ 2147483646 h 20000"/>
              <a:gd name="T54" fmla="*/ 2147483646 w 20000"/>
              <a:gd name="T55" fmla="*/ 2147483646 h 20000"/>
              <a:gd name="T56" fmla="*/ 2147483646 w 20000"/>
              <a:gd name="T57" fmla="*/ 2147483646 h 20000"/>
              <a:gd name="T58" fmla="*/ 2147483646 w 20000"/>
              <a:gd name="T59" fmla="*/ 2147483646 h 20000"/>
              <a:gd name="T60" fmla="*/ 2147483646 w 20000"/>
              <a:gd name="T61" fmla="*/ 2147483646 h 20000"/>
              <a:gd name="T62" fmla="*/ 2147483646 w 20000"/>
              <a:gd name="T63" fmla="*/ 2147483646 h 20000"/>
              <a:gd name="T64" fmla="*/ 2147483646 w 20000"/>
              <a:gd name="T65" fmla="*/ 2147483646 h 20000"/>
              <a:gd name="T66" fmla="*/ 2147483646 w 20000"/>
              <a:gd name="T67" fmla="*/ 2147483646 h 20000"/>
              <a:gd name="T68" fmla="*/ 2147483646 w 20000"/>
              <a:gd name="T69" fmla="*/ 2147483646 h 20000"/>
              <a:gd name="T70" fmla="*/ 2147483646 w 20000"/>
              <a:gd name="T71" fmla="*/ 2147483646 h 20000"/>
              <a:gd name="T72" fmla="*/ 2147483646 w 20000"/>
              <a:gd name="T73" fmla="*/ 2147483646 h 20000"/>
              <a:gd name="T74" fmla="*/ 2147483646 w 20000"/>
              <a:gd name="T75" fmla="*/ 2147483646 h 20000"/>
              <a:gd name="T76" fmla="*/ 2147483646 w 20000"/>
              <a:gd name="T77" fmla="*/ 2147483646 h 20000"/>
              <a:gd name="T78" fmla="*/ 2147483646 w 20000"/>
              <a:gd name="T79" fmla="*/ 2147483646 h 20000"/>
              <a:gd name="T80" fmla="*/ 2147483646 w 20000"/>
              <a:gd name="T81" fmla="*/ 2147483646 h 20000"/>
              <a:gd name="T82" fmla="*/ 2147483646 w 20000"/>
              <a:gd name="T83" fmla="*/ 2147483646 h 20000"/>
              <a:gd name="T84" fmla="*/ 2147483646 w 20000"/>
              <a:gd name="T85" fmla="*/ 2147483646 h 20000"/>
              <a:gd name="T86" fmla="*/ 2147483646 w 20000"/>
              <a:gd name="T87" fmla="*/ 2147483646 h 20000"/>
              <a:gd name="T88" fmla="*/ 2147483646 w 20000"/>
              <a:gd name="T89" fmla="*/ 2147483646 h 20000"/>
              <a:gd name="T90" fmla="*/ 2147483646 w 20000"/>
              <a:gd name="T91" fmla="*/ 2147483646 h 20000"/>
              <a:gd name="T92" fmla="*/ 2147483646 w 20000"/>
              <a:gd name="T93" fmla="*/ 2147483646 h 20000"/>
              <a:gd name="T94" fmla="*/ 2147483646 w 20000"/>
              <a:gd name="T95" fmla="*/ 2147483646 h 20000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w 20000"/>
              <a:gd name="T145" fmla="*/ 0 h 20000"/>
              <a:gd name="T146" fmla="*/ 20000 w 20000"/>
              <a:gd name="T147" fmla="*/ 20000 h 20000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T144" t="T145" r="T146" b="T147"/>
            <a:pathLst>
              <a:path w="20000" h="20000">
                <a:moveTo>
                  <a:pt x="0" y="0"/>
                </a:moveTo>
                <a:lnTo>
                  <a:pt x="196" y="654"/>
                </a:lnTo>
                <a:lnTo>
                  <a:pt x="402" y="1242"/>
                </a:lnTo>
                <a:lnTo>
                  <a:pt x="599" y="1895"/>
                </a:lnTo>
                <a:lnTo>
                  <a:pt x="795" y="2549"/>
                </a:lnTo>
                <a:lnTo>
                  <a:pt x="982" y="3137"/>
                </a:lnTo>
                <a:lnTo>
                  <a:pt x="1188" y="3725"/>
                </a:lnTo>
                <a:lnTo>
                  <a:pt x="1384" y="4379"/>
                </a:lnTo>
                <a:lnTo>
                  <a:pt x="1581" y="4967"/>
                </a:lnTo>
                <a:lnTo>
                  <a:pt x="1777" y="5556"/>
                </a:lnTo>
                <a:lnTo>
                  <a:pt x="1983" y="6144"/>
                </a:lnTo>
                <a:lnTo>
                  <a:pt x="2180" y="6732"/>
                </a:lnTo>
                <a:lnTo>
                  <a:pt x="2376" y="7320"/>
                </a:lnTo>
                <a:lnTo>
                  <a:pt x="2563" y="7908"/>
                </a:lnTo>
                <a:lnTo>
                  <a:pt x="2769" y="8497"/>
                </a:lnTo>
                <a:lnTo>
                  <a:pt x="2965" y="9020"/>
                </a:lnTo>
                <a:lnTo>
                  <a:pt x="3162" y="9608"/>
                </a:lnTo>
                <a:lnTo>
                  <a:pt x="3368" y="10131"/>
                </a:lnTo>
                <a:lnTo>
                  <a:pt x="3564" y="10654"/>
                </a:lnTo>
                <a:lnTo>
                  <a:pt x="3761" y="11242"/>
                </a:lnTo>
                <a:lnTo>
                  <a:pt x="3966" y="11699"/>
                </a:lnTo>
                <a:lnTo>
                  <a:pt x="4163" y="12222"/>
                </a:lnTo>
                <a:lnTo>
                  <a:pt x="4359" y="12680"/>
                </a:lnTo>
                <a:lnTo>
                  <a:pt x="4574" y="13203"/>
                </a:lnTo>
                <a:lnTo>
                  <a:pt x="4790" y="13660"/>
                </a:lnTo>
                <a:lnTo>
                  <a:pt x="4977" y="14118"/>
                </a:lnTo>
                <a:lnTo>
                  <a:pt x="5173" y="14575"/>
                </a:lnTo>
                <a:lnTo>
                  <a:pt x="5370" y="15033"/>
                </a:lnTo>
                <a:lnTo>
                  <a:pt x="5566" y="15425"/>
                </a:lnTo>
                <a:lnTo>
                  <a:pt x="5781" y="15817"/>
                </a:lnTo>
                <a:lnTo>
                  <a:pt x="5978" y="16209"/>
                </a:lnTo>
                <a:lnTo>
                  <a:pt x="6183" y="16601"/>
                </a:lnTo>
                <a:lnTo>
                  <a:pt x="6380" y="16928"/>
                </a:lnTo>
                <a:lnTo>
                  <a:pt x="6576" y="17320"/>
                </a:lnTo>
                <a:lnTo>
                  <a:pt x="6791" y="17582"/>
                </a:lnTo>
                <a:lnTo>
                  <a:pt x="6988" y="17908"/>
                </a:lnTo>
                <a:lnTo>
                  <a:pt x="7203" y="18235"/>
                </a:lnTo>
                <a:lnTo>
                  <a:pt x="7399" y="18497"/>
                </a:lnTo>
                <a:lnTo>
                  <a:pt x="7615" y="18758"/>
                </a:lnTo>
                <a:lnTo>
                  <a:pt x="7811" y="18954"/>
                </a:lnTo>
                <a:lnTo>
                  <a:pt x="8026" y="19150"/>
                </a:lnTo>
                <a:lnTo>
                  <a:pt x="8241" y="19346"/>
                </a:lnTo>
                <a:lnTo>
                  <a:pt x="8438" y="19477"/>
                </a:lnTo>
                <a:lnTo>
                  <a:pt x="8644" y="19673"/>
                </a:lnTo>
                <a:lnTo>
                  <a:pt x="8859" y="19739"/>
                </a:lnTo>
                <a:lnTo>
                  <a:pt x="9055" y="19869"/>
                </a:lnTo>
                <a:lnTo>
                  <a:pt x="9270" y="19935"/>
                </a:lnTo>
                <a:lnTo>
                  <a:pt x="9486" y="19935"/>
                </a:lnTo>
                <a:lnTo>
                  <a:pt x="9691" y="19935"/>
                </a:lnTo>
                <a:lnTo>
                  <a:pt x="9906" y="19935"/>
                </a:lnTo>
                <a:lnTo>
                  <a:pt x="10122" y="19935"/>
                </a:lnTo>
                <a:lnTo>
                  <a:pt x="10327" y="19804"/>
                </a:lnTo>
                <a:lnTo>
                  <a:pt x="10552" y="19673"/>
                </a:lnTo>
                <a:lnTo>
                  <a:pt x="10795" y="19542"/>
                </a:lnTo>
                <a:lnTo>
                  <a:pt x="11020" y="19346"/>
                </a:lnTo>
                <a:lnTo>
                  <a:pt x="11244" y="19150"/>
                </a:lnTo>
                <a:lnTo>
                  <a:pt x="11478" y="18824"/>
                </a:lnTo>
                <a:lnTo>
                  <a:pt x="11712" y="18562"/>
                </a:lnTo>
                <a:lnTo>
                  <a:pt x="11964" y="18235"/>
                </a:lnTo>
                <a:lnTo>
                  <a:pt x="12208" y="17908"/>
                </a:lnTo>
                <a:lnTo>
                  <a:pt x="12460" y="17516"/>
                </a:lnTo>
                <a:lnTo>
                  <a:pt x="12713" y="17124"/>
                </a:lnTo>
                <a:lnTo>
                  <a:pt x="12956" y="16732"/>
                </a:lnTo>
                <a:lnTo>
                  <a:pt x="13199" y="16275"/>
                </a:lnTo>
                <a:lnTo>
                  <a:pt x="13442" y="15817"/>
                </a:lnTo>
                <a:lnTo>
                  <a:pt x="13704" y="15359"/>
                </a:lnTo>
                <a:lnTo>
                  <a:pt x="13957" y="14837"/>
                </a:lnTo>
                <a:lnTo>
                  <a:pt x="14210" y="14379"/>
                </a:lnTo>
                <a:lnTo>
                  <a:pt x="14443" y="13791"/>
                </a:lnTo>
                <a:lnTo>
                  <a:pt x="14696" y="13333"/>
                </a:lnTo>
                <a:lnTo>
                  <a:pt x="14958" y="12810"/>
                </a:lnTo>
                <a:lnTo>
                  <a:pt x="15201" y="12222"/>
                </a:lnTo>
                <a:lnTo>
                  <a:pt x="15454" y="11699"/>
                </a:lnTo>
                <a:lnTo>
                  <a:pt x="15688" y="11111"/>
                </a:lnTo>
                <a:lnTo>
                  <a:pt x="15921" y="10588"/>
                </a:lnTo>
                <a:lnTo>
                  <a:pt x="16146" y="10065"/>
                </a:lnTo>
                <a:lnTo>
                  <a:pt x="16389" y="9477"/>
                </a:lnTo>
                <a:lnTo>
                  <a:pt x="16614" y="8889"/>
                </a:lnTo>
                <a:lnTo>
                  <a:pt x="16848" y="8366"/>
                </a:lnTo>
                <a:lnTo>
                  <a:pt x="17072" y="7843"/>
                </a:lnTo>
                <a:lnTo>
                  <a:pt x="17287" y="7320"/>
                </a:lnTo>
                <a:lnTo>
                  <a:pt x="17493" y="6732"/>
                </a:lnTo>
                <a:lnTo>
                  <a:pt x="17717" y="6275"/>
                </a:lnTo>
                <a:lnTo>
                  <a:pt x="17923" y="5752"/>
                </a:lnTo>
                <a:lnTo>
                  <a:pt x="18120" y="5163"/>
                </a:lnTo>
                <a:lnTo>
                  <a:pt x="18307" y="4706"/>
                </a:lnTo>
                <a:lnTo>
                  <a:pt x="18494" y="4314"/>
                </a:lnTo>
                <a:lnTo>
                  <a:pt x="18681" y="3856"/>
                </a:lnTo>
                <a:lnTo>
                  <a:pt x="18849" y="3399"/>
                </a:lnTo>
                <a:lnTo>
                  <a:pt x="19018" y="3007"/>
                </a:lnTo>
                <a:lnTo>
                  <a:pt x="19177" y="2614"/>
                </a:lnTo>
                <a:lnTo>
                  <a:pt x="19336" y="2222"/>
                </a:lnTo>
                <a:lnTo>
                  <a:pt x="19486" y="1895"/>
                </a:lnTo>
                <a:lnTo>
                  <a:pt x="19616" y="1569"/>
                </a:lnTo>
                <a:lnTo>
                  <a:pt x="19747" y="1307"/>
                </a:lnTo>
                <a:lnTo>
                  <a:pt x="19878" y="1046"/>
                </a:lnTo>
                <a:lnTo>
                  <a:pt x="19991" y="850"/>
                </a:lnTo>
              </a:path>
            </a:pathLst>
          </a:custGeom>
          <a:noFill/>
          <a:ln w="28575">
            <a:solidFill>
              <a:srgbClr val="FF9933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3968" name="Rectangle 32"/>
          <p:cNvSpPr>
            <a:spLocks noChangeArrowheads="1"/>
          </p:cNvSpPr>
          <p:nvPr/>
        </p:nvSpPr>
        <p:spPr bwMode="auto">
          <a:xfrm>
            <a:off x="5715000" y="3086100"/>
            <a:ext cx="677863" cy="41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i="1">
                <a:solidFill>
                  <a:srgbClr val="FF0000"/>
                </a:solidFill>
              </a:rPr>
              <a:t>E</a:t>
            </a:r>
            <a:endParaRPr lang="en-US" altLang="zh-CN" sz="2200" i="1"/>
          </a:p>
        </p:txBody>
      </p:sp>
      <p:sp>
        <p:nvSpPr>
          <p:cNvPr id="423970" name="Freeform 34"/>
          <p:cNvSpPr/>
          <p:nvPr/>
        </p:nvSpPr>
        <p:spPr bwMode="auto">
          <a:xfrm>
            <a:off x="2411413" y="4070350"/>
            <a:ext cx="1316037" cy="569913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2147483646 h 20000"/>
              <a:gd name="T6" fmla="*/ 2147483646 w 20000"/>
              <a:gd name="T7" fmla="*/ 2147483646 h 20000"/>
              <a:gd name="T8" fmla="*/ 2147483646 w 20000"/>
              <a:gd name="T9" fmla="*/ 2147483646 h 20000"/>
              <a:gd name="T10" fmla="*/ 2147483646 w 20000"/>
              <a:gd name="T11" fmla="*/ 2147483646 h 20000"/>
              <a:gd name="T12" fmla="*/ 2147483646 w 20000"/>
              <a:gd name="T13" fmla="*/ 2147483646 h 20000"/>
              <a:gd name="T14" fmla="*/ 2147483646 w 20000"/>
              <a:gd name="T15" fmla="*/ 2147483646 h 20000"/>
              <a:gd name="T16" fmla="*/ 2147483646 w 20000"/>
              <a:gd name="T17" fmla="*/ 2147483646 h 20000"/>
              <a:gd name="T18" fmla="*/ 2147483646 w 20000"/>
              <a:gd name="T19" fmla="*/ 2147483646 h 20000"/>
              <a:gd name="T20" fmla="*/ 2147483646 w 20000"/>
              <a:gd name="T21" fmla="*/ 2147483646 h 20000"/>
              <a:gd name="T22" fmla="*/ 2147483646 w 20000"/>
              <a:gd name="T23" fmla="*/ 2147483646 h 20000"/>
              <a:gd name="T24" fmla="*/ 2147483646 w 20000"/>
              <a:gd name="T25" fmla="*/ 2147483646 h 20000"/>
              <a:gd name="T26" fmla="*/ 2147483646 w 20000"/>
              <a:gd name="T27" fmla="*/ 2147483646 h 20000"/>
              <a:gd name="T28" fmla="*/ 2147483646 w 20000"/>
              <a:gd name="T29" fmla="*/ 2147483646 h 20000"/>
              <a:gd name="T30" fmla="*/ 2147483646 w 20000"/>
              <a:gd name="T31" fmla="*/ 2147483646 h 20000"/>
              <a:gd name="T32" fmla="*/ 2147483646 w 20000"/>
              <a:gd name="T33" fmla="*/ 2147483646 h 20000"/>
              <a:gd name="T34" fmla="*/ 2147483646 w 20000"/>
              <a:gd name="T35" fmla="*/ 2147483646 h 20000"/>
              <a:gd name="T36" fmla="*/ 2147483646 w 20000"/>
              <a:gd name="T37" fmla="*/ 2147483646 h 20000"/>
              <a:gd name="T38" fmla="*/ 2147483646 w 20000"/>
              <a:gd name="T39" fmla="*/ 2147483646 h 20000"/>
              <a:gd name="T40" fmla="*/ 2147483646 w 20000"/>
              <a:gd name="T41" fmla="*/ 2147483646 h 20000"/>
              <a:gd name="T42" fmla="*/ 2147483646 w 20000"/>
              <a:gd name="T43" fmla="*/ 2147483646 h 20000"/>
              <a:gd name="T44" fmla="*/ 2147483646 w 20000"/>
              <a:gd name="T45" fmla="*/ 2147483646 h 20000"/>
              <a:gd name="T46" fmla="*/ 2147483646 w 20000"/>
              <a:gd name="T47" fmla="*/ 2147483646 h 20000"/>
              <a:gd name="T48" fmla="*/ 2147483646 w 20000"/>
              <a:gd name="T49" fmla="*/ 2147483646 h 20000"/>
              <a:gd name="T50" fmla="*/ 2147483646 w 20000"/>
              <a:gd name="T51" fmla="*/ 2147483646 h 20000"/>
              <a:gd name="T52" fmla="*/ 2147483646 w 20000"/>
              <a:gd name="T53" fmla="*/ 2147483646 h 20000"/>
              <a:gd name="T54" fmla="*/ 2147483646 w 20000"/>
              <a:gd name="T55" fmla="*/ 2147483646 h 20000"/>
              <a:gd name="T56" fmla="*/ 2147483646 w 20000"/>
              <a:gd name="T57" fmla="*/ 2147483646 h 20000"/>
              <a:gd name="T58" fmla="*/ 2147483646 w 20000"/>
              <a:gd name="T59" fmla="*/ 2147483646 h 20000"/>
              <a:gd name="T60" fmla="*/ 2147483646 w 20000"/>
              <a:gd name="T61" fmla="*/ 2147483646 h 20000"/>
              <a:gd name="T62" fmla="*/ 2147483646 w 20000"/>
              <a:gd name="T63" fmla="*/ 2147483646 h 20000"/>
              <a:gd name="T64" fmla="*/ 2147483646 w 20000"/>
              <a:gd name="T65" fmla="*/ 2147483646 h 20000"/>
              <a:gd name="T66" fmla="*/ 2147483646 w 20000"/>
              <a:gd name="T67" fmla="*/ 2147483646 h 20000"/>
              <a:gd name="T68" fmla="*/ 2147483646 w 20000"/>
              <a:gd name="T69" fmla="*/ 2147483646 h 20000"/>
              <a:gd name="T70" fmla="*/ 2147483646 w 20000"/>
              <a:gd name="T71" fmla="*/ 2147483646 h 20000"/>
              <a:gd name="T72" fmla="*/ 2147483646 w 20000"/>
              <a:gd name="T73" fmla="*/ 2147483646 h 20000"/>
              <a:gd name="T74" fmla="*/ 2147483646 w 20000"/>
              <a:gd name="T75" fmla="*/ 2147483646 h 20000"/>
              <a:gd name="T76" fmla="*/ 2147483646 w 20000"/>
              <a:gd name="T77" fmla="*/ 2147483646 h 20000"/>
              <a:gd name="T78" fmla="*/ 2147483646 w 20000"/>
              <a:gd name="T79" fmla="*/ 2147483646 h 20000"/>
              <a:gd name="T80" fmla="*/ 2147483646 w 20000"/>
              <a:gd name="T81" fmla="*/ 2147483646 h 20000"/>
              <a:gd name="T82" fmla="*/ 2147483646 w 20000"/>
              <a:gd name="T83" fmla="*/ 2147483646 h 20000"/>
              <a:gd name="T84" fmla="*/ 2147483646 w 20000"/>
              <a:gd name="T85" fmla="*/ 2147483646 h 20000"/>
              <a:gd name="T86" fmla="*/ 2147483646 w 20000"/>
              <a:gd name="T87" fmla="*/ 2147483646 h 20000"/>
              <a:gd name="T88" fmla="*/ 2147483646 w 20000"/>
              <a:gd name="T89" fmla="*/ 2147483646 h 20000"/>
              <a:gd name="T90" fmla="*/ 2147483646 w 20000"/>
              <a:gd name="T91" fmla="*/ 2147483646 h 20000"/>
              <a:gd name="T92" fmla="*/ 2147483646 w 20000"/>
              <a:gd name="T93" fmla="*/ 2147483646 h 20000"/>
              <a:gd name="T94" fmla="*/ 2147483646 w 20000"/>
              <a:gd name="T95" fmla="*/ 2147483646 h 20000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w 20000"/>
              <a:gd name="T145" fmla="*/ 0 h 20000"/>
              <a:gd name="T146" fmla="*/ 20000 w 20000"/>
              <a:gd name="T147" fmla="*/ 20000 h 20000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T144" t="T145" r="T146" b="T147"/>
            <a:pathLst>
              <a:path w="20000" h="20000">
                <a:moveTo>
                  <a:pt x="0" y="0"/>
                </a:moveTo>
                <a:lnTo>
                  <a:pt x="209" y="659"/>
                </a:lnTo>
                <a:lnTo>
                  <a:pt x="399" y="1287"/>
                </a:lnTo>
                <a:lnTo>
                  <a:pt x="589" y="1856"/>
                </a:lnTo>
                <a:lnTo>
                  <a:pt x="798" y="2485"/>
                </a:lnTo>
                <a:lnTo>
                  <a:pt x="988" y="3174"/>
                </a:lnTo>
                <a:lnTo>
                  <a:pt x="1197" y="3802"/>
                </a:lnTo>
                <a:lnTo>
                  <a:pt x="1387" y="4311"/>
                </a:lnTo>
                <a:lnTo>
                  <a:pt x="1576" y="4940"/>
                </a:lnTo>
                <a:lnTo>
                  <a:pt x="1785" y="5569"/>
                </a:lnTo>
                <a:lnTo>
                  <a:pt x="1994" y="6198"/>
                </a:lnTo>
                <a:lnTo>
                  <a:pt x="2165" y="6707"/>
                </a:lnTo>
                <a:lnTo>
                  <a:pt x="2393" y="7275"/>
                </a:lnTo>
                <a:lnTo>
                  <a:pt x="2583" y="7844"/>
                </a:lnTo>
                <a:lnTo>
                  <a:pt x="2773" y="8503"/>
                </a:lnTo>
                <a:lnTo>
                  <a:pt x="2963" y="9042"/>
                </a:lnTo>
                <a:lnTo>
                  <a:pt x="3153" y="9611"/>
                </a:lnTo>
                <a:lnTo>
                  <a:pt x="3362" y="10150"/>
                </a:lnTo>
                <a:lnTo>
                  <a:pt x="3571" y="10629"/>
                </a:lnTo>
                <a:lnTo>
                  <a:pt x="3742" y="11228"/>
                </a:lnTo>
                <a:lnTo>
                  <a:pt x="3970" y="11707"/>
                </a:lnTo>
                <a:lnTo>
                  <a:pt x="4179" y="12275"/>
                </a:lnTo>
                <a:lnTo>
                  <a:pt x="4349" y="12725"/>
                </a:lnTo>
                <a:lnTo>
                  <a:pt x="4577" y="13204"/>
                </a:lnTo>
                <a:lnTo>
                  <a:pt x="4805" y="13683"/>
                </a:lnTo>
                <a:lnTo>
                  <a:pt x="4976" y="14102"/>
                </a:lnTo>
                <a:lnTo>
                  <a:pt x="5166" y="14551"/>
                </a:lnTo>
                <a:lnTo>
                  <a:pt x="5375" y="15030"/>
                </a:lnTo>
                <a:lnTo>
                  <a:pt x="5565" y="15389"/>
                </a:lnTo>
                <a:lnTo>
                  <a:pt x="5793" y="15808"/>
                </a:lnTo>
                <a:lnTo>
                  <a:pt x="5983" y="16168"/>
                </a:lnTo>
                <a:lnTo>
                  <a:pt x="6192" y="16617"/>
                </a:lnTo>
                <a:lnTo>
                  <a:pt x="6382" y="16976"/>
                </a:lnTo>
                <a:lnTo>
                  <a:pt x="6572" y="17246"/>
                </a:lnTo>
                <a:lnTo>
                  <a:pt x="6781" y="17605"/>
                </a:lnTo>
                <a:lnTo>
                  <a:pt x="6990" y="17934"/>
                </a:lnTo>
                <a:lnTo>
                  <a:pt x="7198" y="18204"/>
                </a:lnTo>
                <a:lnTo>
                  <a:pt x="7388" y="18473"/>
                </a:lnTo>
                <a:lnTo>
                  <a:pt x="7616" y="18713"/>
                </a:lnTo>
                <a:lnTo>
                  <a:pt x="7806" y="18922"/>
                </a:lnTo>
                <a:lnTo>
                  <a:pt x="8034" y="19162"/>
                </a:lnTo>
                <a:lnTo>
                  <a:pt x="8262" y="19341"/>
                </a:lnTo>
                <a:lnTo>
                  <a:pt x="8433" y="19521"/>
                </a:lnTo>
                <a:lnTo>
                  <a:pt x="8642" y="19641"/>
                </a:lnTo>
                <a:lnTo>
                  <a:pt x="8851" y="19760"/>
                </a:lnTo>
                <a:lnTo>
                  <a:pt x="9041" y="19850"/>
                </a:lnTo>
                <a:lnTo>
                  <a:pt x="9269" y="19850"/>
                </a:lnTo>
                <a:lnTo>
                  <a:pt x="9478" y="19970"/>
                </a:lnTo>
                <a:lnTo>
                  <a:pt x="9687" y="19970"/>
                </a:lnTo>
                <a:lnTo>
                  <a:pt x="9896" y="19970"/>
                </a:lnTo>
                <a:lnTo>
                  <a:pt x="10104" y="19940"/>
                </a:lnTo>
                <a:lnTo>
                  <a:pt x="10332" y="19820"/>
                </a:lnTo>
                <a:lnTo>
                  <a:pt x="10560" y="19731"/>
                </a:lnTo>
                <a:lnTo>
                  <a:pt x="10788" y="19581"/>
                </a:lnTo>
                <a:lnTo>
                  <a:pt x="11016" y="19341"/>
                </a:lnTo>
                <a:lnTo>
                  <a:pt x="11244" y="19132"/>
                </a:lnTo>
                <a:lnTo>
                  <a:pt x="11472" y="18862"/>
                </a:lnTo>
                <a:lnTo>
                  <a:pt x="11700" y="18563"/>
                </a:lnTo>
                <a:lnTo>
                  <a:pt x="11966" y="18234"/>
                </a:lnTo>
                <a:lnTo>
                  <a:pt x="12213" y="17904"/>
                </a:lnTo>
                <a:lnTo>
                  <a:pt x="12460" y="17515"/>
                </a:lnTo>
                <a:lnTo>
                  <a:pt x="12726" y="17096"/>
                </a:lnTo>
                <a:lnTo>
                  <a:pt x="12953" y="16766"/>
                </a:lnTo>
                <a:lnTo>
                  <a:pt x="13200" y="16198"/>
                </a:lnTo>
                <a:lnTo>
                  <a:pt x="13428" y="15778"/>
                </a:lnTo>
                <a:lnTo>
                  <a:pt x="13713" y="15359"/>
                </a:lnTo>
                <a:lnTo>
                  <a:pt x="13979" y="14850"/>
                </a:lnTo>
                <a:lnTo>
                  <a:pt x="14207" y="14401"/>
                </a:lnTo>
                <a:lnTo>
                  <a:pt x="14435" y="13802"/>
                </a:lnTo>
                <a:lnTo>
                  <a:pt x="14682" y="13293"/>
                </a:lnTo>
                <a:lnTo>
                  <a:pt x="14967" y="12754"/>
                </a:lnTo>
                <a:lnTo>
                  <a:pt x="15195" y="12275"/>
                </a:lnTo>
                <a:lnTo>
                  <a:pt x="15461" y="11647"/>
                </a:lnTo>
                <a:lnTo>
                  <a:pt x="15689" y="11108"/>
                </a:lnTo>
                <a:lnTo>
                  <a:pt x="15916" y="10599"/>
                </a:lnTo>
                <a:lnTo>
                  <a:pt x="16144" y="10060"/>
                </a:lnTo>
                <a:lnTo>
                  <a:pt x="16391" y="9491"/>
                </a:lnTo>
                <a:lnTo>
                  <a:pt x="16619" y="8892"/>
                </a:lnTo>
                <a:lnTo>
                  <a:pt x="16866" y="8353"/>
                </a:lnTo>
                <a:lnTo>
                  <a:pt x="17075" y="7814"/>
                </a:lnTo>
                <a:lnTo>
                  <a:pt x="17284" y="7275"/>
                </a:lnTo>
                <a:lnTo>
                  <a:pt x="17493" y="6737"/>
                </a:lnTo>
                <a:lnTo>
                  <a:pt x="17721" y="6257"/>
                </a:lnTo>
                <a:lnTo>
                  <a:pt x="17930" y="5749"/>
                </a:lnTo>
                <a:lnTo>
                  <a:pt x="18101" y="5240"/>
                </a:lnTo>
                <a:lnTo>
                  <a:pt x="18291" y="4701"/>
                </a:lnTo>
                <a:lnTo>
                  <a:pt x="18500" y="4281"/>
                </a:lnTo>
                <a:lnTo>
                  <a:pt x="18670" y="3862"/>
                </a:lnTo>
                <a:lnTo>
                  <a:pt x="18841" y="3383"/>
                </a:lnTo>
                <a:lnTo>
                  <a:pt x="19012" y="2964"/>
                </a:lnTo>
                <a:lnTo>
                  <a:pt x="19183" y="2605"/>
                </a:lnTo>
                <a:lnTo>
                  <a:pt x="19335" y="2275"/>
                </a:lnTo>
                <a:lnTo>
                  <a:pt x="19487" y="1886"/>
                </a:lnTo>
                <a:lnTo>
                  <a:pt x="19620" y="1677"/>
                </a:lnTo>
                <a:lnTo>
                  <a:pt x="19734" y="1347"/>
                </a:lnTo>
                <a:lnTo>
                  <a:pt x="19886" y="1078"/>
                </a:lnTo>
                <a:lnTo>
                  <a:pt x="19981" y="838"/>
                </a:lnTo>
              </a:path>
            </a:pathLst>
          </a:custGeom>
          <a:noFill/>
          <a:ln w="28575">
            <a:solidFill>
              <a:srgbClr val="FFFF66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3971" name="Freeform 35"/>
          <p:cNvSpPr/>
          <p:nvPr/>
        </p:nvSpPr>
        <p:spPr bwMode="auto">
          <a:xfrm>
            <a:off x="1204913" y="3429000"/>
            <a:ext cx="1238250" cy="657225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2147483646 h 20000"/>
              <a:gd name="T6" fmla="*/ 2147483646 w 20000"/>
              <a:gd name="T7" fmla="*/ 2147483646 h 20000"/>
              <a:gd name="T8" fmla="*/ 2147483646 w 20000"/>
              <a:gd name="T9" fmla="*/ 2147483646 h 20000"/>
              <a:gd name="T10" fmla="*/ 2147483646 w 20000"/>
              <a:gd name="T11" fmla="*/ 2147483646 h 20000"/>
              <a:gd name="T12" fmla="*/ 2147483646 w 20000"/>
              <a:gd name="T13" fmla="*/ 2147483646 h 20000"/>
              <a:gd name="T14" fmla="*/ 2147483646 w 20000"/>
              <a:gd name="T15" fmla="*/ 2147483646 h 20000"/>
              <a:gd name="T16" fmla="*/ 2147483646 w 20000"/>
              <a:gd name="T17" fmla="*/ 2147483646 h 20000"/>
              <a:gd name="T18" fmla="*/ 2147483646 w 20000"/>
              <a:gd name="T19" fmla="*/ 2147483646 h 20000"/>
              <a:gd name="T20" fmla="*/ 2147483646 w 20000"/>
              <a:gd name="T21" fmla="*/ 2147483646 h 20000"/>
              <a:gd name="T22" fmla="*/ 2147483646 w 20000"/>
              <a:gd name="T23" fmla="*/ 2147483646 h 20000"/>
              <a:gd name="T24" fmla="*/ 2147483646 w 20000"/>
              <a:gd name="T25" fmla="*/ 2147483646 h 20000"/>
              <a:gd name="T26" fmla="*/ 2147483646 w 20000"/>
              <a:gd name="T27" fmla="*/ 2147483646 h 20000"/>
              <a:gd name="T28" fmla="*/ 2147483646 w 20000"/>
              <a:gd name="T29" fmla="*/ 2147483646 h 20000"/>
              <a:gd name="T30" fmla="*/ 2147483646 w 20000"/>
              <a:gd name="T31" fmla="*/ 2147483646 h 20000"/>
              <a:gd name="T32" fmla="*/ 2147483646 w 20000"/>
              <a:gd name="T33" fmla="*/ 2147483646 h 20000"/>
              <a:gd name="T34" fmla="*/ 2147483646 w 20000"/>
              <a:gd name="T35" fmla="*/ 2147483646 h 20000"/>
              <a:gd name="T36" fmla="*/ 2147483646 w 20000"/>
              <a:gd name="T37" fmla="*/ 2147483646 h 20000"/>
              <a:gd name="T38" fmla="*/ 2147483646 w 20000"/>
              <a:gd name="T39" fmla="*/ 2147483646 h 20000"/>
              <a:gd name="T40" fmla="*/ 2147483646 w 20000"/>
              <a:gd name="T41" fmla="*/ 2147483646 h 20000"/>
              <a:gd name="T42" fmla="*/ 2147483646 w 20000"/>
              <a:gd name="T43" fmla="*/ 2147483646 h 20000"/>
              <a:gd name="T44" fmla="*/ 2147483646 w 20000"/>
              <a:gd name="T45" fmla="*/ 2147483646 h 20000"/>
              <a:gd name="T46" fmla="*/ 2147483646 w 20000"/>
              <a:gd name="T47" fmla="*/ 0 h 20000"/>
              <a:gd name="T48" fmla="*/ 2147483646 w 20000"/>
              <a:gd name="T49" fmla="*/ 2147483646 h 20000"/>
              <a:gd name="T50" fmla="*/ 2147483646 w 20000"/>
              <a:gd name="T51" fmla="*/ 2147483646 h 20000"/>
              <a:gd name="T52" fmla="*/ 2147483646 w 20000"/>
              <a:gd name="T53" fmla="*/ 2147483646 h 20000"/>
              <a:gd name="T54" fmla="*/ 2147483646 w 20000"/>
              <a:gd name="T55" fmla="*/ 2147483646 h 20000"/>
              <a:gd name="T56" fmla="*/ 2147483646 w 20000"/>
              <a:gd name="T57" fmla="*/ 2147483646 h 20000"/>
              <a:gd name="T58" fmla="*/ 2147483646 w 20000"/>
              <a:gd name="T59" fmla="*/ 2147483646 h 20000"/>
              <a:gd name="T60" fmla="*/ 2147483646 w 20000"/>
              <a:gd name="T61" fmla="*/ 2147483646 h 20000"/>
              <a:gd name="T62" fmla="*/ 2147483646 w 20000"/>
              <a:gd name="T63" fmla="*/ 2147483646 h 20000"/>
              <a:gd name="T64" fmla="*/ 2147483646 w 20000"/>
              <a:gd name="T65" fmla="*/ 2147483646 h 20000"/>
              <a:gd name="T66" fmla="*/ 2147483646 w 20000"/>
              <a:gd name="T67" fmla="*/ 2147483646 h 20000"/>
              <a:gd name="T68" fmla="*/ 2147483646 w 20000"/>
              <a:gd name="T69" fmla="*/ 2147483646 h 20000"/>
              <a:gd name="T70" fmla="*/ 2147483646 w 20000"/>
              <a:gd name="T71" fmla="*/ 2147483646 h 20000"/>
              <a:gd name="T72" fmla="*/ 2147483646 w 20000"/>
              <a:gd name="T73" fmla="*/ 2147483646 h 20000"/>
              <a:gd name="T74" fmla="*/ 2147483646 w 20000"/>
              <a:gd name="T75" fmla="*/ 2147483646 h 20000"/>
              <a:gd name="T76" fmla="*/ 2147483646 w 20000"/>
              <a:gd name="T77" fmla="*/ 2147483646 h 20000"/>
              <a:gd name="T78" fmla="*/ 2147483646 w 20000"/>
              <a:gd name="T79" fmla="*/ 2147483646 h 20000"/>
              <a:gd name="T80" fmla="*/ 2147483646 w 20000"/>
              <a:gd name="T81" fmla="*/ 2147483646 h 20000"/>
              <a:gd name="T82" fmla="*/ 2147483646 w 20000"/>
              <a:gd name="T83" fmla="*/ 2147483646 h 20000"/>
              <a:gd name="T84" fmla="*/ 2147483646 w 20000"/>
              <a:gd name="T85" fmla="*/ 2147483646 h 20000"/>
              <a:gd name="T86" fmla="*/ 2147483646 w 20000"/>
              <a:gd name="T87" fmla="*/ 2147483646 h 20000"/>
              <a:gd name="T88" fmla="*/ 2147483646 w 20000"/>
              <a:gd name="T89" fmla="*/ 2147483646 h 20000"/>
              <a:gd name="T90" fmla="*/ 2147483646 w 20000"/>
              <a:gd name="T91" fmla="*/ 2147483646 h 20000"/>
              <a:gd name="T92" fmla="*/ 2147483646 w 20000"/>
              <a:gd name="T93" fmla="*/ 2147483646 h 20000"/>
              <a:gd name="T94" fmla="*/ 2147483646 w 20000"/>
              <a:gd name="T95" fmla="*/ 2147483646 h 20000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w 20000"/>
              <a:gd name="T145" fmla="*/ 0 h 20000"/>
              <a:gd name="T146" fmla="*/ 20000 w 20000"/>
              <a:gd name="T147" fmla="*/ 20000 h 20000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T144" t="T145" r="T146" b="T147"/>
            <a:pathLst>
              <a:path w="20000" h="20000">
                <a:moveTo>
                  <a:pt x="0" y="19074"/>
                </a:moveTo>
                <a:lnTo>
                  <a:pt x="242" y="18466"/>
                </a:lnTo>
                <a:lnTo>
                  <a:pt x="424" y="17887"/>
                </a:lnTo>
                <a:lnTo>
                  <a:pt x="666" y="17250"/>
                </a:lnTo>
                <a:lnTo>
                  <a:pt x="888" y="16700"/>
                </a:lnTo>
                <a:lnTo>
                  <a:pt x="1090" y="16064"/>
                </a:lnTo>
                <a:lnTo>
                  <a:pt x="1332" y="15456"/>
                </a:lnTo>
                <a:lnTo>
                  <a:pt x="1554" y="14848"/>
                </a:lnTo>
                <a:lnTo>
                  <a:pt x="1756" y="14269"/>
                </a:lnTo>
                <a:lnTo>
                  <a:pt x="1998" y="13690"/>
                </a:lnTo>
                <a:lnTo>
                  <a:pt x="2220" y="13140"/>
                </a:lnTo>
                <a:lnTo>
                  <a:pt x="2442" y="12590"/>
                </a:lnTo>
                <a:lnTo>
                  <a:pt x="2684" y="12012"/>
                </a:lnTo>
                <a:lnTo>
                  <a:pt x="2886" y="11520"/>
                </a:lnTo>
                <a:lnTo>
                  <a:pt x="3108" y="10854"/>
                </a:lnTo>
                <a:lnTo>
                  <a:pt x="3330" y="10362"/>
                </a:lnTo>
                <a:lnTo>
                  <a:pt x="3552" y="9783"/>
                </a:lnTo>
                <a:lnTo>
                  <a:pt x="3774" y="9291"/>
                </a:lnTo>
                <a:lnTo>
                  <a:pt x="3976" y="8770"/>
                </a:lnTo>
                <a:lnTo>
                  <a:pt x="4218" y="8220"/>
                </a:lnTo>
                <a:lnTo>
                  <a:pt x="4460" y="7699"/>
                </a:lnTo>
                <a:lnTo>
                  <a:pt x="4662" y="7236"/>
                </a:lnTo>
                <a:lnTo>
                  <a:pt x="4884" y="6773"/>
                </a:lnTo>
                <a:lnTo>
                  <a:pt x="5126" y="6339"/>
                </a:lnTo>
                <a:lnTo>
                  <a:pt x="5348" y="5904"/>
                </a:lnTo>
                <a:lnTo>
                  <a:pt x="5550" y="5412"/>
                </a:lnTo>
                <a:lnTo>
                  <a:pt x="5752" y="4978"/>
                </a:lnTo>
                <a:lnTo>
                  <a:pt x="5974" y="4573"/>
                </a:lnTo>
                <a:lnTo>
                  <a:pt x="6196" y="4139"/>
                </a:lnTo>
                <a:lnTo>
                  <a:pt x="6418" y="3763"/>
                </a:lnTo>
                <a:lnTo>
                  <a:pt x="6620" y="3386"/>
                </a:lnTo>
                <a:lnTo>
                  <a:pt x="6862" y="3068"/>
                </a:lnTo>
                <a:lnTo>
                  <a:pt x="7084" y="2692"/>
                </a:lnTo>
                <a:lnTo>
                  <a:pt x="7286" y="2431"/>
                </a:lnTo>
                <a:lnTo>
                  <a:pt x="7528" y="2113"/>
                </a:lnTo>
                <a:lnTo>
                  <a:pt x="7730" y="1795"/>
                </a:lnTo>
                <a:lnTo>
                  <a:pt x="7952" y="1621"/>
                </a:lnTo>
                <a:lnTo>
                  <a:pt x="8153" y="1302"/>
                </a:lnTo>
                <a:lnTo>
                  <a:pt x="8355" y="1071"/>
                </a:lnTo>
                <a:lnTo>
                  <a:pt x="8577" y="839"/>
                </a:lnTo>
                <a:lnTo>
                  <a:pt x="8799" y="666"/>
                </a:lnTo>
                <a:lnTo>
                  <a:pt x="9021" y="463"/>
                </a:lnTo>
                <a:lnTo>
                  <a:pt x="9243" y="376"/>
                </a:lnTo>
                <a:lnTo>
                  <a:pt x="9445" y="260"/>
                </a:lnTo>
                <a:lnTo>
                  <a:pt x="9647" y="145"/>
                </a:lnTo>
                <a:lnTo>
                  <a:pt x="9869" y="145"/>
                </a:lnTo>
                <a:lnTo>
                  <a:pt x="10071" y="29"/>
                </a:lnTo>
                <a:lnTo>
                  <a:pt x="10293" y="0"/>
                </a:lnTo>
                <a:lnTo>
                  <a:pt x="10494" y="29"/>
                </a:lnTo>
                <a:lnTo>
                  <a:pt x="10696" y="29"/>
                </a:lnTo>
                <a:lnTo>
                  <a:pt x="10918" y="145"/>
                </a:lnTo>
                <a:lnTo>
                  <a:pt x="11140" y="203"/>
                </a:lnTo>
                <a:lnTo>
                  <a:pt x="11342" y="260"/>
                </a:lnTo>
                <a:lnTo>
                  <a:pt x="11564" y="579"/>
                </a:lnTo>
                <a:lnTo>
                  <a:pt x="11786" y="781"/>
                </a:lnTo>
                <a:lnTo>
                  <a:pt x="11988" y="984"/>
                </a:lnTo>
                <a:lnTo>
                  <a:pt x="12230" y="1245"/>
                </a:lnTo>
                <a:lnTo>
                  <a:pt x="12432" y="1621"/>
                </a:lnTo>
                <a:lnTo>
                  <a:pt x="12674" y="1910"/>
                </a:lnTo>
                <a:lnTo>
                  <a:pt x="12916" y="2287"/>
                </a:lnTo>
                <a:lnTo>
                  <a:pt x="13138" y="2692"/>
                </a:lnTo>
                <a:lnTo>
                  <a:pt x="13380" y="3097"/>
                </a:lnTo>
                <a:lnTo>
                  <a:pt x="13623" y="3531"/>
                </a:lnTo>
                <a:lnTo>
                  <a:pt x="13845" y="3936"/>
                </a:lnTo>
                <a:lnTo>
                  <a:pt x="14067" y="4457"/>
                </a:lnTo>
                <a:lnTo>
                  <a:pt x="14289" y="4949"/>
                </a:lnTo>
                <a:lnTo>
                  <a:pt x="14531" y="5412"/>
                </a:lnTo>
                <a:lnTo>
                  <a:pt x="14773" y="5962"/>
                </a:lnTo>
                <a:lnTo>
                  <a:pt x="14995" y="6454"/>
                </a:lnTo>
                <a:lnTo>
                  <a:pt x="15217" y="7033"/>
                </a:lnTo>
                <a:lnTo>
                  <a:pt x="15459" y="7612"/>
                </a:lnTo>
                <a:lnTo>
                  <a:pt x="15681" y="8191"/>
                </a:lnTo>
                <a:lnTo>
                  <a:pt x="15903" y="8770"/>
                </a:lnTo>
                <a:lnTo>
                  <a:pt x="16085" y="9320"/>
                </a:lnTo>
                <a:lnTo>
                  <a:pt x="16307" y="9928"/>
                </a:lnTo>
                <a:lnTo>
                  <a:pt x="16529" y="10420"/>
                </a:lnTo>
                <a:lnTo>
                  <a:pt x="16731" y="11027"/>
                </a:lnTo>
                <a:lnTo>
                  <a:pt x="16973" y="11606"/>
                </a:lnTo>
                <a:lnTo>
                  <a:pt x="17175" y="12185"/>
                </a:lnTo>
                <a:lnTo>
                  <a:pt x="17356" y="12735"/>
                </a:lnTo>
                <a:lnTo>
                  <a:pt x="17558" y="13314"/>
                </a:lnTo>
                <a:lnTo>
                  <a:pt x="17719" y="13835"/>
                </a:lnTo>
                <a:lnTo>
                  <a:pt x="17941" y="14356"/>
                </a:lnTo>
                <a:lnTo>
                  <a:pt x="18123" y="14906"/>
                </a:lnTo>
                <a:lnTo>
                  <a:pt x="18285" y="15427"/>
                </a:lnTo>
                <a:lnTo>
                  <a:pt x="18466" y="15919"/>
                </a:lnTo>
                <a:lnTo>
                  <a:pt x="18648" y="16411"/>
                </a:lnTo>
                <a:lnTo>
                  <a:pt x="18789" y="16874"/>
                </a:lnTo>
                <a:lnTo>
                  <a:pt x="18951" y="17308"/>
                </a:lnTo>
                <a:lnTo>
                  <a:pt x="19092" y="17713"/>
                </a:lnTo>
                <a:lnTo>
                  <a:pt x="19253" y="18119"/>
                </a:lnTo>
                <a:lnTo>
                  <a:pt x="19395" y="18524"/>
                </a:lnTo>
                <a:lnTo>
                  <a:pt x="19536" y="18900"/>
                </a:lnTo>
                <a:lnTo>
                  <a:pt x="19637" y="19190"/>
                </a:lnTo>
                <a:lnTo>
                  <a:pt x="19758" y="19421"/>
                </a:lnTo>
                <a:lnTo>
                  <a:pt x="19879" y="19768"/>
                </a:lnTo>
                <a:lnTo>
                  <a:pt x="19980" y="19971"/>
                </a:lnTo>
              </a:path>
            </a:pathLst>
          </a:custGeom>
          <a:noFill/>
          <a:ln w="28575">
            <a:solidFill>
              <a:srgbClr val="FFFF66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3972" name="Line 36"/>
          <p:cNvSpPr>
            <a:spLocks noChangeShapeType="1"/>
          </p:cNvSpPr>
          <p:nvPr/>
        </p:nvSpPr>
        <p:spPr bwMode="auto">
          <a:xfrm flipV="1">
            <a:off x="1185863" y="3400425"/>
            <a:ext cx="625475" cy="600075"/>
          </a:xfrm>
          <a:prstGeom prst="line">
            <a:avLst/>
          </a:prstGeom>
          <a:noFill/>
          <a:ln w="123825">
            <a:solidFill>
              <a:srgbClr val="002B56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3973" name="Freeform 37"/>
          <p:cNvSpPr/>
          <p:nvPr/>
        </p:nvSpPr>
        <p:spPr bwMode="auto">
          <a:xfrm>
            <a:off x="3736975" y="3446463"/>
            <a:ext cx="1227138" cy="630237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2147483646 h 20000"/>
              <a:gd name="T6" fmla="*/ 2147483646 w 20000"/>
              <a:gd name="T7" fmla="*/ 2147483646 h 20000"/>
              <a:gd name="T8" fmla="*/ 2147483646 w 20000"/>
              <a:gd name="T9" fmla="*/ 2147483646 h 20000"/>
              <a:gd name="T10" fmla="*/ 2147483646 w 20000"/>
              <a:gd name="T11" fmla="*/ 2147483646 h 20000"/>
              <a:gd name="T12" fmla="*/ 2147483646 w 20000"/>
              <a:gd name="T13" fmla="*/ 2147483646 h 20000"/>
              <a:gd name="T14" fmla="*/ 2147483646 w 20000"/>
              <a:gd name="T15" fmla="*/ 2147483646 h 20000"/>
              <a:gd name="T16" fmla="*/ 2147483646 w 20000"/>
              <a:gd name="T17" fmla="*/ 2147483646 h 20000"/>
              <a:gd name="T18" fmla="*/ 2147483646 w 20000"/>
              <a:gd name="T19" fmla="*/ 2147483646 h 20000"/>
              <a:gd name="T20" fmla="*/ 2147483646 w 20000"/>
              <a:gd name="T21" fmla="*/ 2147483646 h 20000"/>
              <a:gd name="T22" fmla="*/ 2147483646 w 20000"/>
              <a:gd name="T23" fmla="*/ 2147483646 h 20000"/>
              <a:gd name="T24" fmla="*/ 2147483646 w 20000"/>
              <a:gd name="T25" fmla="*/ 2147483646 h 20000"/>
              <a:gd name="T26" fmla="*/ 2147483646 w 20000"/>
              <a:gd name="T27" fmla="*/ 2147483646 h 20000"/>
              <a:gd name="T28" fmla="*/ 2147483646 w 20000"/>
              <a:gd name="T29" fmla="*/ 2147483646 h 20000"/>
              <a:gd name="T30" fmla="*/ 2147483646 w 20000"/>
              <a:gd name="T31" fmla="*/ 2147483646 h 20000"/>
              <a:gd name="T32" fmla="*/ 2147483646 w 20000"/>
              <a:gd name="T33" fmla="*/ 2147483646 h 20000"/>
              <a:gd name="T34" fmla="*/ 2147483646 w 20000"/>
              <a:gd name="T35" fmla="*/ 2147483646 h 20000"/>
              <a:gd name="T36" fmla="*/ 2147483646 w 20000"/>
              <a:gd name="T37" fmla="*/ 2147483646 h 20000"/>
              <a:gd name="T38" fmla="*/ 2147483646 w 20000"/>
              <a:gd name="T39" fmla="*/ 2147483646 h 20000"/>
              <a:gd name="T40" fmla="*/ 2147483646 w 20000"/>
              <a:gd name="T41" fmla="*/ 2147483646 h 20000"/>
              <a:gd name="T42" fmla="*/ 2147483646 w 20000"/>
              <a:gd name="T43" fmla="*/ 2147483646 h 20000"/>
              <a:gd name="T44" fmla="*/ 2147483646 w 20000"/>
              <a:gd name="T45" fmla="*/ 2147483646 h 20000"/>
              <a:gd name="T46" fmla="*/ 2147483646 w 20000"/>
              <a:gd name="T47" fmla="*/ 0 h 20000"/>
              <a:gd name="T48" fmla="*/ 2147483646 w 20000"/>
              <a:gd name="T49" fmla="*/ 0 h 20000"/>
              <a:gd name="T50" fmla="*/ 2147483646 w 20000"/>
              <a:gd name="T51" fmla="*/ 2147483646 h 20000"/>
              <a:gd name="T52" fmla="*/ 2147483646 w 20000"/>
              <a:gd name="T53" fmla="*/ 2147483646 h 20000"/>
              <a:gd name="T54" fmla="*/ 2147483646 w 20000"/>
              <a:gd name="T55" fmla="*/ 2147483646 h 20000"/>
              <a:gd name="T56" fmla="*/ 2147483646 w 20000"/>
              <a:gd name="T57" fmla="*/ 2147483646 h 20000"/>
              <a:gd name="T58" fmla="*/ 2147483646 w 20000"/>
              <a:gd name="T59" fmla="*/ 2147483646 h 20000"/>
              <a:gd name="T60" fmla="*/ 2147483646 w 20000"/>
              <a:gd name="T61" fmla="*/ 2147483646 h 20000"/>
              <a:gd name="T62" fmla="*/ 2147483646 w 20000"/>
              <a:gd name="T63" fmla="*/ 2147483646 h 20000"/>
              <a:gd name="T64" fmla="*/ 2147483646 w 20000"/>
              <a:gd name="T65" fmla="*/ 2147483646 h 20000"/>
              <a:gd name="T66" fmla="*/ 2147483646 w 20000"/>
              <a:gd name="T67" fmla="*/ 2147483646 h 20000"/>
              <a:gd name="T68" fmla="*/ 2147483646 w 20000"/>
              <a:gd name="T69" fmla="*/ 2147483646 h 20000"/>
              <a:gd name="T70" fmla="*/ 2147483646 w 20000"/>
              <a:gd name="T71" fmla="*/ 2147483646 h 20000"/>
              <a:gd name="T72" fmla="*/ 2147483646 w 20000"/>
              <a:gd name="T73" fmla="*/ 2147483646 h 20000"/>
              <a:gd name="T74" fmla="*/ 2147483646 w 20000"/>
              <a:gd name="T75" fmla="*/ 2147483646 h 20000"/>
              <a:gd name="T76" fmla="*/ 2147483646 w 20000"/>
              <a:gd name="T77" fmla="*/ 2147483646 h 20000"/>
              <a:gd name="T78" fmla="*/ 2147483646 w 20000"/>
              <a:gd name="T79" fmla="*/ 2147483646 h 20000"/>
              <a:gd name="T80" fmla="*/ 2147483646 w 20000"/>
              <a:gd name="T81" fmla="*/ 2147483646 h 20000"/>
              <a:gd name="T82" fmla="*/ 2147483646 w 20000"/>
              <a:gd name="T83" fmla="*/ 2147483646 h 20000"/>
              <a:gd name="T84" fmla="*/ 2147483646 w 20000"/>
              <a:gd name="T85" fmla="*/ 2147483646 h 20000"/>
              <a:gd name="T86" fmla="*/ 2147483646 w 20000"/>
              <a:gd name="T87" fmla="*/ 2147483646 h 20000"/>
              <a:gd name="T88" fmla="*/ 2147483646 w 20000"/>
              <a:gd name="T89" fmla="*/ 2147483646 h 20000"/>
              <a:gd name="T90" fmla="*/ 2147483646 w 20000"/>
              <a:gd name="T91" fmla="*/ 2147483646 h 20000"/>
              <a:gd name="T92" fmla="*/ 2147483646 w 20000"/>
              <a:gd name="T93" fmla="*/ 2147483646 h 20000"/>
              <a:gd name="T94" fmla="*/ 2147483646 w 20000"/>
              <a:gd name="T95" fmla="*/ 2147483646 h 20000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w 20000"/>
              <a:gd name="T145" fmla="*/ 0 h 20000"/>
              <a:gd name="T146" fmla="*/ 20000 w 20000"/>
              <a:gd name="T147" fmla="*/ 20000 h 20000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T144" t="T145" r="T146" b="T147"/>
            <a:pathLst>
              <a:path w="20000" h="20000">
                <a:moveTo>
                  <a:pt x="0" y="19970"/>
                </a:moveTo>
                <a:lnTo>
                  <a:pt x="204" y="19311"/>
                </a:lnTo>
                <a:lnTo>
                  <a:pt x="408" y="18683"/>
                </a:lnTo>
                <a:lnTo>
                  <a:pt x="591" y="18114"/>
                </a:lnTo>
                <a:lnTo>
                  <a:pt x="795" y="17485"/>
                </a:lnTo>
                <a:lnTo>
                  <a:pt x="979" y="16796"/>
                </a:lnTo>
                <a:lnTo>
                  <a:pt x="1203" y="16168"/>
                </a:lnTo>
                <a:lnTo>
                  <a:pt x="1386" y="15659"/>
                </a:lnTo>
                <a:lnTo>
                  <a:pt x="1570" y="15030"/>
                </a:lnTo>
                <a:lnTo>
                  <a:pt x="1794" y="14401"/>
                </a:lnTo>
                <a:lnTo>
                  <a:pt x="1998" y="13772"/>
                </a:lnTo>
                <a:lnTo>
                  <a:pt x="2161" y="13263"/>
                </a:lnTo>
                <a:lnTo>
                  <a:pt x="2385" y="12695"/>
                </a:lnTo>
                <a:lnTo>
                  <a:pt x="2589" y="12126"/>
                </a:lnTo>
                <a:lnTo>
                  <a:pt x="2773" y="11467"/>
                </a:lnTo>
                <a:lnTo>
                  <a:pt x="2956" y="10928"/>
                </a:lnTo>
                <a:lnTo>
                  <a:pt x="3160" y="10359"/>
                </a:lnTo>
                <a:lnTo>
                  <a:pt x="3364" y="9820"/>
                </a:lnTo>
                <a:lnTo>
                  <a:pt x="3568" y="9341"/>
                </a:lnTo>
                <a:lnTo>
                  <a:pt x="3751" y="8743"/>
                </a:lnTo>
                <a:lnTo>
                  <a:pt x="3976" y="8263"/>
                </a:lnTo>
                <a:lnTo>
                  <a:pt x="4179" y="7695"/>
                </a:lnTo>
                <a:lnTo>
                  <a:pt x="4343" y="7246"/>
                </a:lnTo>
                <a:lnTo>
                  <a:pt x="4587" y="6766"/>
                </a:lnTo>
                <a:lnTo>
                  <a:pt x="4811" y="6287"/>
                </a:lnTo>
                <a:lnTo>
                  <a:pt x="4975" y="5868"/>
                </a:lnTo>
                <a:lnTo>
                  <a:pt x="5158" y="5419"/>
                </a:lnTo>
                <a:lnTo>
                  <a:pt x="5382" y="4940"/>
                </a:lnTo>
                <a:lnTo>
                  <a:pt x="5566" y="4581"/>
                </a:lnTo>
                <a:lnTo>
                  <a:pt x="5790" y="4162"/>
                </a:lnTo>
                <a:lnTo>
                  <a:pt x="5973" y="3802"/>
                </a:lnTo>
                <a:lnTo>
                  <a:pt x="6198" y="3353"/>
                </a:lnTo>
                <a:lnTo>
                  <a:pt x="6381" y="2994"/>
                </a:lnTo>
                <a:lnTo>
                  <a:pt x="6565" y="2725"/>
                </a:lnTo>
                <a:lnTo>
                  <a:pt x="6789" y="2365"/>
                </a:lnTo>
                <a:lnTo>
                  <a:pt x="6993" y="2036"/>
                </a:lnTo>
                <a:lnTo>
                  <a:pt x="7197" y="1766"/>
                </a:lnTo>
                <a:lnTo>
                  <a:pt x="7380" y="1497"/>
                </a:lnTo>
                <a:lnTo>
                  <a:pt x="7625" y="1257"/>
                </a:lnTo>
                <a:lnTo>
                  <a:pt x="7808" y="1048"/>
                </a:lnTo>
                <a:lnTo>
                  <a:pt x="8033" y="808"/>
                </a:lnTo>
                <a:lnTo>
                  <a:pt x="8257" y="629"/>
                </a:lnTo>
                <a:lnTo>
                  <a:pt x="8440" y="449"/>
                </a:lnTo>
                <a:lnTo>
                  <a:pt x="8644" y="329"/>
                </a:lnTo>
                <a:lnTo>
                  <a:pt x="8848" y="210"/>
                </a:lnTo>
                <a:lnTo>
                  <a:pt x="9032" y="120"/>
                </a:lnTo>
                <a:lnTo>
                  <a:pt x="9276" y="120"/>
                </a:lnTo>
                <a:lnTo>
                  <a:pt x="9480" y="0"/>
                </a:lnTo>
                <a:lnTo>
                  <a:pt x="9684" y="0"/>
                </a:lnTo>
                <a:lnTo>
                  <a:pt x="9888" y="0"/>
                </a:lnTo>
                <a:lnTo>
                  <a:pt x="10112" y="30"/>
                </a:lnTo>
                <a:lnTo>
                  <a:pt x="10336" y="150"/>
                </a:lnTo>
                <a:lnTo>
                  <a:pt x="10561" y="240"/>
                </a:lnTo>
                <a:lnTo>
                  <a:pt x="10785" y="389"/>
                </a:lnTo>
                <a:lnTo>
                  <a:pt x="11009" y="629"/>
                </a:lnTo>
                <a:lnTo>
                  <a:pt x="11254" y="838"/>
                </a:lnTo>
                <a:lnTo>
                  <a:pt x="11478" y="1108"/>
                </a:lnTo>
                <a:lnTo>
                  <a:pt x="11702" y="1407"/>
                </a:lnTo>
                <a:lnTo>
                  <a:pt x="11967" y="1737"/>
                </a:lnTo>
                <a:lnTo>
                  <a:pt x="12212" y="2066"/>
                </a:lnTo>
                <a:lnTo>
                  <a:pt x="12457" y="2455"/>
                </a:lnTo>
                <a:lnTo>
                  <a:pt x="12722" y="2874"/>
                </a:lnTo>
                <a:lnTo>
                  <a:pt x="12946" y="3204"/>
                </a:lnTo>
                <a:lnTo>
                  <a:pt x="13191" y="3772"/>
                </a:lnTo>
                <a:lnTo>
                  <a:pt x="13435" y="4192"/>
                </a:lnTo>
                <a:lnTo>
                  <a:pt x="13721" y="4611"/>
                </a:lnTo>
                <a:lnTo>
                  <a:pt x="13986" y="5120"/>
                </a:lnTo>
                <a:lnTo>
                  <a:pt x="14210" y="5569"/>
                </a:lnTo>
                <a:lnTo>
                  <a:pt x="14434" y="6168"/>
                </a:lnTo>
                <a:lnTo>
                  <a:pt x="14679" y="6677"/>
                </a:lnTo>
                <a:lnTo>
                  <a:pt x="14964" y="7216"/>
                </a:lnTo>
                <a:lnTo>
                  <a:pt x="15189" y="7695"/>
                </a:lnTo>
                <a:lnTo>
                  <a:pt x="15454" y="8323"/>
                </a:lnTo>
                <a:lnTo>
                  <a:pt x="15698" y="8862"/>
                </a:lnTo>
                <a:lnTo>
                  <a:pt x="15923" y="9371"/>
                </a:lnTo>
                <a:lnTo>
                  <a:pt x="16147" y="9910"/>
                </a:lnTo>
                <a:lnTo>
                  <a:pt x="16391" y="10479"/>
                </a:lnTo>
                <a:lnTo>
                  <a:pt x="16616" y="11078"/>
                </a:lnTo>
                <a:lnTo>
                  <a:pt x="16860" y="11617"/>
                </a:lnTo>
                <a:lnTo>
                  <a:pt x="17085" y="12156"/>
                </a:lnTo>
                <a:lnTo>
                  <a:pt x="17288" y="12695"/>
                </a:lnTo>
                <a:lnTo>
                  <a:pt x="17492" y="13234"/>
                </a:lnTo>
                <a:lnTo>
                  <a:pt x="17717" y="13713"/>
                </a:lnTo>
                <a:lnTo>
                  <a:pt x="17920" y="14222"/>
                </a:lnTo>
                <a:lnTo>
                  <a:pt x="18104" y="14731"/>
                </a:lnTo>
                <a:lnTo>
                  <a:pt x="18287" y="15269"/>
                </a:lnTo>
                <a:lnTo>
                  <a:pt x="18491" y="15689"/>
                </a:lnTo>
                <a:lnTo>
                  <a:pt x="18675" y="16108"/>
                </a:lnTo>
                <a:lnTo>
                  <a:pt x="18838" y="16587"/>
                </a:lnTo>
                <a:lnTo>
                  <a:pt x="19021" y="17006"/>
                </a:lnTo>
                <a:lnTo>
                  <a:pt x="19185" y="17365"/>
                </a:lnTo>
                <a:lnTo>
                  <a:pt x="19327" y="17695"/>
                </a:lnTo>
                <a:lnTo>
                  <a:pt x="19490" y="18084"/>
                </a:lnTo>
                <a:lnTo>
                  <a:pt x="19613" y="18293"/>
                </a:lnTo>
                <a:lnTo>
                  <a:pt x="19735" y="18623"/>
                </a:lnTo>
                <a:lnTo>
                  <a:pt x="19878" y="18892"/>
                </a:lnTo>
                <a:lnTo>
                  <a:pt x="19980" y="19132"/>
                </a:lnTo>
              </a:path>
            </a:pathLst>
          </a:custGeom>
          <a:noFill/>
          <a:ln w="28575">
            <a:solidFill>
              <a:srgbClr val="FFFF66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3974" name="Freeform 38"/>
          <p:cNvSpPr/>
          <p:nvPr/>
        </p:nvSpPr>
        <p:spPr bwMode="auto">
          <a:xfrm>
            <a:off x="6338888" y="3446463"/>
            <a:ext cx="1346200" cy="652462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2147483646 h 20000"/>
              <a:gd name="T6" fmla="*/ 2147483646 w 20000"/>
              <a:gd name="T7" fmla="*/ 2147483646 h 20000"/>
              <a:gd name="T8" fmla="*/ 2147483646 w 20000"/>
              <a:gd name="T9" fmla="*/ 2147483646 h 20000"/>
              <a:gd name="T10" fmla="*/ 2147483646 w 20000"/>
              <a:gd name="T11" fmla="*/ 2147483646 h 20000"/>
              <a:gd name="T12" fmla="*/ 2147483646 w 20000"/>
              <a:gd name="T13" fmla="*/ 2147483646 h 20000"/>
              <a:gd name="T14" fmla="*/ 2147483646 w 20000"/>
              <a:gd name="T15" fmla="*/ 2147483646 h 20000"/>
              <a:gd name="T16" fmla="*/ 2147483646 w 20000"/>
              <a:gd name="T17" fmla="*/ 2147483646 h 20000"/>
              <a:gd name="T18" fmla="*/ 2147483646 w 20000"/>
              <a:gd name="T19" fmla="*/ 2147483646 h 20000"/>
              <a:gd name="T20" fmla="*/ 2147483646 w 20000"/>
              <a:gd name="T21" fmla="*/ 2147483646 h 20000"/>
              <a:gd name="T22" fmla="*/ 2147483646 w 20000"/>
              <a:gd name="T23" fmla="*/ 2147483646 h 20000"/>
              <a:gd name="T24" fmla="*/ 2147483646 w 20000"/>
              <a:gd name="T25" fmla="*/ 2147483646 h 20000"/>
              <a:gd name="T26" fmla="*/ 2147483646 w 20000"/>
              <a:gd name="T27" fmla="*/ 2147483646 h 20000"/>
              <a:gd name="T28" fmla="*/ 2147483646 w 20000"/>
              <a:gd name="T29" fmla="*/ 2147483646 h 20000"/>
              <a:gd name="T30" fmla="*/ 2147483646 w 20000"/>
              <a:gd name="T31" fmla="*/ 2147483646 h 20000"/>
              <a:gd name="T32" fmla="*/ 2147483646 w 20000"/>
              <a:gd name="T33" fmla="*/ 2147483646 h 20000"/>
              <a:gd name="T34" fmla="*/ 2147483646 w 20000"/>
              <a:gd name="T35" fmla="*/ 2147483646 h 20000"/>
              <a:gd name="T36" fmla="*/ 2147483646 w 20000"/>
              <a:gd name="T37" fmla="*/ 2147483646 h 20000"/>
              <a:gd name="T38" fmla="*/ 2147483646 w 20000"/>
              <a:gd name="T39" fmla="*/ 2147483646 h 20000"/>
              <a:gd name="T40" fmla="*/ 2147483646 w 20000"/>
              <a:gd name="T41" fmla="*/ 2147483646 h 20000"/>
              <a:gd name="T42" fmla="*/ 2147483646 w 20000"/>
              <a:gd name="T43" fmla="*/ 2147483646 h 20000"/>
              <a:gd name="T44" fmla="*/ 2147483646 w 20000"/>
              <a:gd name="T45" fmla="*/ 2147483646 h 20000"/>
              <a:gd name="T46" fmla="*/ 2147483646 w 20000"/>
              <a:gd name="T47" fmla="*/ 0 h 20000"/>
              <a:gd name="T48" fmla="*/ 2147483646 w 20000"/>
              <a:gd name="T49" fmla="*/ 2147483646 h 20000"/>
              <a:gd name="T50" fmla="*/ 2147483646 w 20000"/>
              <a:gd name="T51" fmla="*/ 2147483646 h 20000"/>
              <a:gd name="T52" fmla="*/ 2147483646 w 20000"/>
              <a:gd name="T53" fmla="*/ 2147483646 h 20000"/>
              <a:gd name="T54" fmla="*/ 2147483646 w 20000"/>
              <a:gd name="T55" fmla="*/ 2147483646 h 20000"/>
              <a:gd name="T56" fmla="*/ 2147483646 w 20000"/>
              <a:gd name="T57" fmla="*/ 2147483646 h 20000"/>
              <a:gd name="T58" fmla="*/ 2147483646 w 20000"/>
              <a:gd name="T59" fmla="*/ 2147483646 h 20000"/>
              <a:gd name="T60" fmla="*/ 2147483646 w 20000"/>
              <a:gd name="T61" fmla="*/ 2147483646 h 20000"/>
              <a:gd name="T62" fmla="*/ 2147483646 w 20000"/>
              <a:gd name="T63" fmla="*/ 2147483646 h 20000"/>
              <a:gd name="T64" fmla="*/ 2147483646 w 20000"/>
              <a:gd name="T65" fmla="*/ 2147483646 h 20000"/>
              <a:gd name="T66" fmla="*/ 2147483646 w 20000"/>
              <a:gd name="T67" fmla="*/ 2147483646 h 20000"/>
              <a:gd name="T68" fmla="*/ 2147483646 w 20000"/>
              <a:gd name="T69" fmla="*/ 2147483646 h 20000"/>
              <a:gd name="T70" fmla="*/ 2147483646 w 20000"/>
              <a:gd name="T71" fmla="*/ 2147483646 h 20000"/>
              <a:gd name="T72" fmla="*/ 2147483646 w 20000"/>
              <a:gd name="T73" fmla="*/ 2147483646 h 20000"/>
              <a:gd name="T74" fmla="*/ 2147483646 w 20000"/>
              <a:gd name="T75" fmla="*/ 2147483646 h 20000"/>
              <a:gd name="T76" fmla="*/ 2147483646 w 20000"/>
              <a:gd name="T77" fmla="*/ 2147483646 h 20000"/>
              <a:gd name="T78" fmla="*/ 2147483646 w 20000"/>
              <a:gd name="T79" fmla="*/ 2147483646 h 20000"/>
              <a:gd name="T80" fmla="*/ 2147483646 w 20000"/>
              <a:gd name="T81" fmla="*/ 2147483646 h 20000"/>
              <a:gd name="T82" fmla="*/ 2147483646 w 20000"/>
              <a:gd name="T83" fmla="*/ 2147483646 h 20000"/>
              <a:gd name="T84" fmla="*/ 2147483646 w 20000"/>
              <a:gd name="T85" fmla="*/ 2147483646 h 20000"/>
              <a:gd name="T86" fmla="*/ 2147483646 w 20000"/>
              <a:gd name="T87" fmla="*/ 2147483646 h 20000"/>
              <a:gd name="T88" fmla="*/ 2147483646 w 20000"/>
              <a:gd name="T89" fmla="*/ 2147483646 h 20000"/>
              <a:gd name="T90" fmla="*/ 2147483646 w 20000"/>
              <a:gd name="T91" fmla="*/ 2147483646 h 20000"/>
              <a:gd name="T92" fmla="*/ 2147483646 w 20000"/>
              <a:gd name="T93" fmla="*/ 2147483646 h 20000"/>
              <a:gd name="T94" fmla="*/ 2147483646 w 20000"/>
              <a:gd name="T95" fmla="*/ 2147483646 h 20000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w 20000"/>
              <a:gd name="T145" fmla="*/ 0 h 20000"/>
              <a:gd name="T146" fmla="*/ 20000 w 20000"/>
              <a:gd name="T147" fmla="*/ 20000 h 20000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T144" t="T145" r="T146" b="T147"/>
            <a:pathLst>
              <a:path w="20000" h="20000">
                <a:moveTo>
                  <a:pt x="19981" y="19074"/>
                </a:moveTo>
                <a:lnTo>
                  <a:pt x="19758" y="18466"/>
                </a:lnTo>
                <a:lnTo>
                  <a:pt x="19553" y="17887"/>
                </a:lnTo>
                <a:lnTo>
                  <a:pt x="19330" y="17250"/>
                </a:lnTo>
                <a:lnTo>
                  <a:pt x="19088" y="16700"/>
                </a:lnTo>
                <a:lnTo>
                  <a:pt x="18883" y="16064"/>
                </a:lnTo>
                <a:lnTo>
                  <a:pt x="18659" y="15456"/>
                </a:lnTo>
                <a:lnTo>
                  <a:pt x="18454" y="14848"/>
                </a:lnTo>
                <a:lnTo>
                  <a:pt x="18231" y="14269"/>
                </a:lnTo>
                <a:lnTo>
                  <a:pt x="17989" y="13690"/>
                </a:lnTo>
                <a:lnTo>
                  <a:pt x="17765" y="13140"/>
                </a:lnTo>
                <a:lnTo>
                  <a:pt x="17523" y="12590"/>
                </a:lnTo>
                <a:lnTo>
                  <a:pt x="17300" y="12012"/>
                </a:lnTo>
                <a:lnTo>
                  <a:pt x="17095" y="11520"/>
                </a:lnTo>
                <a:lnTo>
                  <a:pt x="16872" y="10854"/>
                </a:lnTo>
                <a:lnTo>
                  <a:pt x="16648" y="10362"/>
                </a:lnTo>
                <a:lnTo>
                  <a:pt x="16443" y="9783"/>
                </a:lnTo>
                <a:lnTo>
                  <a:pt x="16201" y="9291"/>
                </a:lnTo>
                <a:lnTo>
                  <a:pt x="15996" y="8770"/>
                </a:lnTo>
                <a:lnTo>
                  <a:pt x="15754" y="8220"/>
                </a:lnTo>
                <a:lnTo>
                  <a:pt x="15549" y="7699"/>
                </a:lnTo>
                <a:lnTo>
                  <a:pt x="15326" y="7236"/>
                </a:lnTo>
                <a:lnTo>
                  <a:pt x="15102" y="6773"/>
                </a:lnTo>
                <a:lnTo>
                  <a:pt x="14879" y="6339"/>
                </a:lnTo>
                <a:lnTo>
                  <a:pt x="14655" y="5904"/>
                </a:lnTo>
                <a:lnTo>
                  <a:pt x="14432" y="5412"/>
                </a:lnTo>
                <a:lnTo>
                  <a:pt x="14227" y="4978"/>
                </a:lnTo>
                <a:lnTo>
                  <a:pt x="14022" y="4573"/>
                </a:lnTo>
                <a:lnTo>
                  <a:pt x="13780" y="4139"/>
                </a:lnTo>
                <a:lnTo>
                  <a:pt x="13575" y="3763"/>
                </a:lnTo>
                <a:lnTo>
                  <a:pt x="13352" y="3386"/>
                </a:lnTo>
                <a:lnTo>
                  <a:pt x="13128" y="3068"/>
                </a:lnTo>
                <a:lnTo>
                  <a:pt x="12905" y="2692"/>
                </a:lnTo>
                <a:lnTo>
                  <a:pt x="12700" y="2431"/>
                </a:lnTo>
                <a:lnTo>
                  <a:pt x="12477" y="2113"/>
                </a:lnTo>
                <a:lnTo>
                  <a:pt x="12253" y="1795"/>
                </a:lnTo>
                <a:lnTo>
                  <a:pt x="12030" y="1621"/>
                </a:lnTo>
                <a:lnTo>
                  <a:pt x="11825" y="1302"/>
                </a:lnTo>
                <a:lnTo>
                  <a:pt x="11620" y="1071"/>
                </a:lnTo>
                <a:lnTo>
                  <a:pt x="11397" y="839"/>
                </a:lnTo>
                <a:lnTo>
                  <a:pt x="11192" y="666"/>
                </a:lnTo>
                <a:lnTo>
                  <a:pt x="10968" y="463"/>
                </a:lnTo>
                <a:lnTo>
                  <a:pt x="10745" y="376"/>
                </a:lnTo>
                <a:lnTo>
                  <a:pt x="10559" y="260"/>
                </a:lnTo>
                <a:lnTo>
                  <a:pt x="10335" y="145"/>
                </a:lnTo>
                <a:lnTo>
                  <a:pt x="10130" y="145"/>
                </a:lnTo>
                <a:lnTo>
                  <a:pt x="9907" y="29"/>
                </a:lnTo>
                <a:lnTo>
                  <a:pt x="9702" y="0"/>
                </a:lnTo>
                <a:lnTo>
                  <a:pt x="9479" y="29"/>
                </a:lnTo>
                <a:lnTo>
                  <a:pt x="9292" y="29"/>
                </a:lnTo>
                <a:lnTo>
                  <a:pt x="9069" y="145"/>
                </a:lnTo>
                <a:lnTo>
                  <a:pt x="8845" y="203"/>
                </a:lnTo>
                <a:lnTo>
                  <a:pt x="8659" y="260"/>
                </a:lnTo>
                <a:lnTo>
                  <a:pt x="8417" y="579"/>
                </a:lnTo>
                <a:lnTo>
                  <a:pt x="8194" y="781"/>
                </a:lnTo>
                <a:lnTo>
                  <a:pt x="7989" y="984"/>
                </a:lnTo>
                <a:lnTo>
                  <a:pt x="7747" y="1245"/>
                </a:lnTo>
                <a:lnTo>
                  <a:pt x="7542" y="1621"/>
                </a:lnTo>
                <a:lnTo>
                  <a:pt x="7300" y="1910"/>
                </a:lnTo>
                <a:lnTo>
                  <a:pt x="7058" y="2287"/>
                </a:lnTo>
                <a:lnTo>
                  <a:pt x="6834" y="2692"/>
                </a:lnTo>
                <a:lnTo>
                  <a:pt x="6611" y="3097"/>
                </a:lnTo>
                <a:lnTo>
                  <a:pt x="6369" y="3531"/>
                </a:lnTo>
                <a:lnTo>
                  <a:pt x="6145" y="3936"/>
                </a:lnTo>
                <a:lnTo>
                  <a:pt x="5922" y="4457"/>
                </a:lnTo>
                <a:lnTo>
                  <a:pt x="5698" y="4949"/>
                </a:lnTo>
                <a:lnTo>
                  <a:pt x="5456" y="5412"/>
                </a:lnTo>
                <a:lnTo>
                  <a:pt x="5233" y="5962"/>
                </a:lnTo>
                <a:lnTo>
                  <a:pt x="4991" y="6454"/>
                </a:lnTo>
                <a:lnTo>
                  <a:pt x="4767" y="7033"/>
                </a:lnTo>
                <a:lnTo>
                  <a:pt x="4544" y="7612"/>
                </a:lnTo>
                <a:lnTo>
                  <a:pt x="4302" y="8191"/>
                </a:lnTo>
                <a:lnTo>
                  <a:pt x="4097" y="8770"/>
                </a:lnTo>
                <a:lnTo>
                  <a:pt x="3892" y="9320"/>
                </a:lnTo>
                <a:lnTo>
                  <a:pt x="3669" y="9928"/>
                </a:lnTo>
                <a:lnTo>
                  <a:pt x="3464" y="10420"/>
                </a:lnTo>
                <a:lnTo>
                  <a:pt x="3240" y="11027"/>
                </a:lnTo>
                <a:lnTo>
                  <a:pt x="3035" y="11606"/>
                </a:lnTo>
                <a:lnTo>
                  <a:pt x="2831" y="12185"/>
                </a:lnTo>
                <a:lnTo>
                  <a:pt x="2644" y="12735"/>
                </a:lnTo>
                <a:lnTo>
                  <a:pt x="2439" y="13314"/>
                </a:lnTo>
                <a:lnTo>
                  <a:pt x="2235" y="13835"/>
                </a:lnTo>
                <a:lnTo>
                  <a:pt x="2048" y="14356"/>
                </a:lnTo>
                <a:lnTo>
                  <a:pt x="1862" y="14906"/>
                </a:lnTo>
                <a:lnTo>
                  <a:pt x="1695" y="15427"/>
                </a:lnTo>
                <a:lnTo>
                  <a:pt x="1508" y="15919"/>
                </a:lnTo>
                <a:lnTo>
                  <a:pt x="1359" y="16411"/>
                </a:lnTo>
                <a:lnTo>
                  <a:pt x="1192" y="16874"/>
                </a:lnTo>
                <a:lnTo>
                  <a:pt x="1024" y="17308"/>
                </a:lnTo>
                <a:lnTo>
                  <a:pt x="894" y="17713"/>
                </a:lnTo>
                <a:lnTo>
                  <a:pt x="726" y="18119"/>
                </a:lnTo>
                <a:lnTo>
                  <a:pt x="596" y="18524"/>
                </a:lnTo>
                <a:lnTo>
                  <a:pt x="466" y="18900"/>
                </a:lnTo>
                <a:lnTo>
                  <a:pt x="335" y="19190"/>
                </a:lnTo>
                <a:lnTo>
                  <a:pt x="223" y="19421"/>
                </a:lnTo>
                <a:lnTo>
                  <a:pt x="112" y="19768"/>
                </a:lnTo>
                <a:lnTo>
                  <a:pt x="0" y="19971"/>
                </a:lnTo>
              </a:path>
            </a:pathLst>
          </a:custGeom>
          <a:noFill/>
          <a:ln w="28575">
            <a:solidFill>
              <a:srgbClr val="FFFF66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3976" name="Freeform 40"/>
          <p:cNvSpPr/>
          <p:nvPr/>
        </p:nvSpPr>
        <p:spPr bwMode="auto">
          <a:xfrm>
            <a:off x="4953000" y="4056063"/>
            <a:ext cx="1411288" cy="603250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2147483646 h 20000"/>
              <a:gd name="T6" fmla="*/ 2147483646 w 20000"/>
              <a:gd name="T7" fmla="*/ 2147483646 h 20000"/>
              <a:gd name="T8" fmla="*/ 2147483646 w 20000"/>
              <a:gd name="T9" fmla="*/ 2147483646 h 20000"/>
              <a:gd name="T10" fmla="*/ 2147483646 w 20000"/>
              <a:gd name="T11" fmla="*/ 2147483646 h 20000"/>
              <a:gd name="T12" fmla="*/ 2147483646 w 20000"/>
              <a:gd name="T13" fmla="*/ 2147483646 h 20000"/>
              <a:gd name="T14" fmla="*/ 2147483646 w 20000"/>
              <a:gd name="T15" fmla="*/ 2147483646 h 20000"/>
              <a:gd name="T16" fmla="*/ 2147483646 w 20000"/>
              <a:gd name="T17" fmla="*/ 2147483646 h 20000"/>
              <a:gd name="T18" fmla="*/ 2147483646 w 20000"/>
              <a:gd name="T19" fmla="*/ 2147483646 h 20000"/>
              <a:gd name="T20" fmla="*/ 2147483646 w 20000"/>
              <a:gd name="T21" fmla="*/ 2147483646 h 20000"/>
              <a:gd name="T22" fmla="*/ 2147483646 w 20000"/>
              <a:gd name="T23" fmla="*/ 2147483646 h 20000"/>
              <a:gd name="T24" fmla="*/ 2147483646 w 20000"/>
              <a:gd name="T25" fmla="*/ 2147483646 h 20000"/>
              <a:gd name="T26" fmla="*/ 2147483646 w 20000"/>
              <a:gd name="T27" fmla="*/ 2147483646 h 20000"/>
              <a:gd name="T28" fmla="*/ 2147483646 w 20000"/>
              <a:gd name="T29" fmla="*/ 2147483646 h 20000"/>
              <a:gd name="T30" fmla="*/ 2147483646 w 20000"/>
              <a:gd name="T31" fmla="*/ 2147483646 h 20000"/>
              <a:gd name="T32" fmla="*/ 2147483646 w 20000"/>
              <a:gd name="T33" fmla="*/ 2147483646 h 20000"/>
              <a:gd name="T34" fmla="*/ 2147483646 w 20000"/>
              <a:gd name="T35" fmla="*/ 2147483646 h 20000"/>
              <a:gd name="T36" fmla="*/ 2147483646 w 20000"/>
              <a:gd name="T37" fmla="*/ 2147483646 h 20000"/>
              <a:gd name="T38" fmla="*/ 2147483646 w 20000"/>
              <a:gd name="T39" fmla="*/ 2147483646 h 20000"/>
              <a:gd name="T40" fmla="*/ 2147483646 w 20000"/>
              <a:gd name="T41" fmla="*/ 2147483646 h 20000"/>
              <a:gd name="T42" fmla="*/ 2147483646 w 20000"/>
              <a:gd name="T43" fmla="*/ 2147483646 h 20000"/>
              <a:gd name="T44" fmla="*/ 2147483646 w 20000"/>
              <a:gd name="T45" fmla="*/ 2147483646 h 20000"/>
              <a:gd name="T46" fmla="*/ 2147483646 w 20000"/>
              <a:gd name="T47" fmla="*/ 2147483646 h 20000"/>
              <a:gd name="T48" fmla="*/ 2147483646 w 20000"/>
              <a:gd name="T49" fmla="*/ 2147483646 h 20000"/>
              <a:gd name="T50" fmla="*/ 2147483646 w 20000"/>
              <a:gd name="T51" fmla="*/ 2147483646 h 20000"/>
              <a:gd name="T52" fmla="*/ 2147483646 w 20000"/>
              <a:gd name="T53" fmla="*/ 2147483646 h 20000"/>
              <a:gd name="T54" fmla="*/ 2147483646 w 20000"/>
              <a:gd name="T55" fmla="*/ 2147483646 h 20000"/>
              <a:gd name="T56" fmla="*/ 2147483646 w 20000"/>
              <a:gd name="T57" fmla="*/ 2147483646 h 20000"/>
              <a:gd name="T58" fmla="*/ 2147483646 w 20000"/>
              <a:gd name="T59" fmla="*/ 2147483646 h 20000"/>
              <a:gd name="T60" fmla="*/ 2147483646 w 20000"/>
              <a:gd name="T61" fmla="*/ 2147483646 h 20000"/>
              <a:gd name="T62" fmla="*/ 2147483646 w 20000"/>
              <a:gd name="T63" fmla="*/ 2147483646 h 20000"/>
              <a:gd name="T64" fmla="*/ 2147483646 w 20000"/>
              <a:gd name="T65" fmla="*/ 2147483646 h 20000"/>
              <a:gd name="T66" fmla="*/ 2147483646 w 20000"/>
              <a:gd name="T67" fmla="*/ 2147483646 h 20000"/>
              <a:gd name="T68" fmla="*/ 2147483646 w 20000"/>
              <a:gd name="T69" fmla="*/ 2147483646 h 20000"/>
              <a:gd name="T70" fmla="*/ 2147483646 w 20000"/>
              <a:gd name="T71" fmla="*/ 2147483646 h 20000"/>
              <a:gd name="T72" fmla="*/ 2147483646 w 20000"/>
              <a:gd name="T73" fmla="*/ 2147483646 h 20000"/>
              <a:gd name="T74" fmla="*/ 2147483646 w 20000"/>
              <a:gd name="T75" fmla="*/ 2147483646 h 20000"/>
              <a:gd name="T76" fmla="*/ 2147483646 w 20000"/>
              <a:gd name="T77" fmla="*/ 2147483646 h 20000"/>
              <a:gd name="T78" fmla="*/ 2147483646 w 20000"/>
              <a:gd name="T79" fmla="*/ 2147483646 h 20000"/>
              <a:gd name="T80" fmla="*/ 2147483646 w 20000"/>
              <a:gd name="T81" fmla="*/ 2147483646 h 20000"/>
              <a:gd name="T82" fmla="*/ 2147483646 w 20000"/>
              <a:gd name="T83" fmla="*/ 2147483646 h 20000"/>
              <a:gd name="T84" fmla="*/ 2147483646 w 20000"/>
              <a:gd name="T85" fmla="*/ 2147483646 h 20000"/>
              <a:gd name="T86" fmla="*/ 2147483646 w 20000"/>
              <a:gd name="T87" fmla="*/ 2147483646 h 20000"/>
              <a:gd name="T88" fmla="*/ 2147483646 w 20000"/>
              <a:gd name="T89" fmla="*/ 2147483646 h 20000"/>
              <a:gd name="T90" fmla="*/ 2147483646 w 20000"/>
              <a:gd name="T91" fmla="*/ 2147483646 h 20000"/>
              <a:gd name="T92" fmla="*/ 2147483646 w 20000"/>
              <a:gd name="T93" fmla="*/ 2147483646 h 20000"/>
              <a:gd name="T94" fmla="*/ 2147483646 w 20000"/>
              <a:gd name="T95" fmla="*/ 2147483646 h 20000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w 20000"/>
              <a:gd name="T145" fmla="*/ 0 h 20000"/>
              <a:gd name="T146" fmla="*/ 20000 w 20000"/>
              <a:gd name="T147" fmla="*/ 20000 h 20000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T144" t="T145" r="T146" b="T147"/>
            <a:pathLst>
              <a:path w="20000" h="20000">
                <a:moveTo>
                  <a:pt x="0" y="0"/>
                </a:moveTo>
                <a:lnTo>
                  <a:pt x="210" y="659"/>
                </a:lnTo>
                <a:lnTo>
                  <a:pt x="403" y="1287"/>
                </a:lnTo>
                <a:lnTo>
                  <a:pt x="596" y="1856"/>
                </a:lnTo>
                <a:lnTo>
                  <a:pt x="806" y="2485"/>
                </a:lnTo>
                <a:lnTo>
                  <a:pt x="982" y="3174"/>
                </a:lnTo>
                <a:lnTo>
                  <a:pt x="1192" y="3802"/>
                </a:lnTo>
                <a:lnTo>
                  <a:pt x="1385" y="4311"/>
                </a:lnTo>
                <a:lnTo>
                  <a:pt x="1578" y="4940"/>
                </a:lnTo>
                <a:lnTo>
                  <a:pt x="1788" y="5569"/>
                </a:lnTo>
                <a:lnTo>
                  <a:pt x="1998" y="6198"/>
                </a:lnTo>
                <a:lnTo>
                  <a:pt x="2174" y="6707"/>
                </a:lnTo>
                <a:lnTo>
                  <a:pt x="2384" y="7275"/>
                </a:lnTo>
                <a:lnTo>
                  <a:pt x="2577" y="7844"/>
                </a:lnTo>
                <a:lnTo>
                  <a:pt x="2770" y="8503"/>
                </a:lnTo>
                <a:lnTo>
                  <a:pt x="2962" y="9042"/>
                </a:lnTo>
                <a:lnTo>
                  <a:pt x="3155" y="9611"/>
                </a:lnTo>
                <a:lnTo>
                  <a:pt x="3365" y="10150"/>
                </a:lnTo>
                <a:lnTo>
                  <a:pt x="3576" y="10629"/>
                </a:lnTo>
                <a:lnTo>
                  <a:pt x="3751" y="11228"/>
                </a:lnTo>
                <a:lnTo>
                  <a:pt x="3961" y="11707"/>
                </a:lnTo>
                <a:lnTo>
                  <a:pt x="4172" y="12275"/>
                </a:lnTo>
                <a:lnTo>
                  <a:pt x="4347" y="12725"/>
                </a:lnTo>
                <a:lnTo>
                  <a:pt x="4575" y="13204"/>
                </a:lnTo>
                <a:lnTo>
                  <a:pt x="4803" y="13683"/>
                </a:lnTo>
                <a:lnTo>
                  <a:pt x="4978" y="14102"/>
                </a:lnTo>
                <a:lnTo>
                  <a:pt x="5171" y="14551"/>
                </a:lnTo>
                <a:lnTo>
                  <a:pt x="5381" y="15030"/>
                </a:lnTo>
                <a:lnTo>
                  <a:pt x="5557" y="15389"/>
                </a:lnTo>
                <a:lnTo>
                  <a:pt x="5784" y="15808"/>
                </a:lnTo>
                <a:lnTo>
                  <a:pt x="5977" y="16168"/>
                </a:lnTo>
                <a:lnTo>
                  <a:pt x="6188" y="16617"/>
                </a:lnTo>
                <a:lnTo>
                  <a:pt x="6380" y="16976"/>
                </a:lnTo>
                <a:lnTo>
                  <a:pt x="6573" y="17246"/>
                </a:lnTo>
                <a:lnTo>
                  <a:pt x="6784" y="17605"/>
                </a:lnTo>
                <a:lnTo>
                  <a:pt x="6994" y="17934"/>
                </a:lnTo>
                <a:lnTo>
                  <a:pt x="7204" y="18204"/>
                </a:lnTo>
                <a:lnTo>
                  <a:pt x="7397" y="18473"/>
                </a:lnTo>
                <a:lnTo>
                  <a:pt x="7625" y="18713"/>
                </a:lnTo>
                <a:lnTo>
                  <a:pt x="7800" y="18922"/>
                </a:lnTo>
                <a:lnTo>
                  <a:pt x="8028" y="19162"/>
                </a:lnTo>
                <a:lnTo>
                  <a:pt x="8256" y="19341"/>
                </a:lnTo>
                <a:lnTo>
                  <a:pt x="8431" y="19521"/>
                </a:lnTo>
                <a:lnTo>
                  <a:pt x="8642" y="19641"/>
                </a:lnTo>
                <a:lnTo>
                  <a:pt x="8852" y="19760"/>
                </a:lnTo>
                <a:lnTo>
                  <a:pt x="9045" y="19850"/>
                </a:lnTo>
                <a:lnTo>
                  <a:pt x="9273" y="19850"/>
                </a:lnTo>
                <a:lnTo>
                  <a:pt x="9483" y="19970"/>
                </a:lnTo>
                <a:lnTo>
                  <a:pt x="9693" y="19970"/>
                </a:lnTo>
                <a:lnTo>
                  <a:pt x="9904" y="19970"/>
                </a:lnTo>
                <a:lnTo>
                  <a:pt x="10114" y="19940"/>
                </a:lnTo>
                <a:lnTo>
                  <a:pt x="10324" y="19820"/>
                </a:lnTo>
                <a:lnTo>
                  <a:pt x="10552" y="19731"/>
                </a:lnTo>
                <a:lnTo>
                  <a:pt x="10798" y="19581"/>
                </a:lnTo>
                <a:lnTo>
                  <a:pt x="11025" y="19341"/>
                </a:lnTo>
                <a:lnTo>
                  <a:pt x="11236" y="19132"/>
                </a:lnTo>
                <a:lnTo>
                  <a:pt x="11481" y="18862"/>
                </a:lnTo>
                <a:lnTo>
                  <a:pt x="11709" y="18563"/>
                </a:lnTo>
                <a:lnTo>
                  <a:pt x="11972" y="18234"/>
                </a:lnTo>
                <a:lnTo>
                  <a:pt x="12217" y="17904"/>
                </a:lnTo>
                <a:lnTo>
                  <a:pt x="12463" y="17515"/>
                </a:lnTo>
                <a:lnTo>
                  <a:pt x="12726" y="17096"/>
                </a:lnTo>
                <a:lnTo>
                  <a:pt x="12954" y="16766"/>
                </a:lnTo>
                <a:lnTo>
                  <a:pt x="13199" y="16198"/>
                </a:lnTo>
                <a:lnTo>
                  <a:pt x="13427" y="15778"/>
                </a:lnTo>
                <a:lnTo>
                  <a:pt x="13707" y="15359"/>
                </a:lnTo>
                <a:lnTo>
                  <a:pt x="13970" y="14850"/>
                </a:lnTo>
                <a:lnTo>
                  <a:pt x="14216" y="14401"/>
                </a:lnTo>
                <a:lnTo>
                  <a:pt x="14443" y="13802"/>
                </a:lnTo>
                <a:lnTo>
                  <a:pt x="14689" y="13293"/>
                </a:lnTo>
                <a:lnTo>
                  <a:pt x="14969" y="12754"/>
                </a:lnTo>
                <a:lnTo>
                  <a:pt x="15197" y="12275"/>
                </a:lnTo>
                <a:lnTo>
                  <a:pt x="15460" y="11647"/>
                </a:lnTo>
                <a:lnTo>
                  <a:pt x="15688" y="11108"/>
                </a:lnTo>
                <a:lnTo>
                  <a:pt x="15916" y="10599"/>
                </a:lnTo>
                <a:lnTo>
                  <a:pt x="16144" y="10060"/>
                </a:lnTo>
                <a:lnTo>
                  <a:pt x="16389" y="9491"/>
                </a:lnTo>
                <a:lnTo>
                  <a:pt x="16617" y="8892"/>
                </a:lnTo>
                <a:lnTo>
                  <a:pt x="16862" y="8353"/>
                </a:lnTo>
                <a:lnTo>
                  <a:pt x="17073" y="7814"/>
                </a:lnTo>
                <a:lnTo>
                  <a:pt x="17283" y="7275"/>
                </a:lnTo>
                <a:lnTo>
                  <a:pt x="17493" y="6737"/>
                </a:lnTo>
                <a:lnTo>
                  <a:pt x="17721" y="6257"/>
                </a:lnTo>
                <a:lnTo>
                  <a:pt x="17932" y="5749"/>
                </a:lnTo>
                <a:lnTo>
                  <a:pt x="18107" y="5240"/>
                </a:lnTo>
                <a:lnTo>
                  <a:pt x="18300" y="4701"/>
                </a:lnTo>
                <a:lnTo>
                  <a:pt x="18493" y="4281"/>
                </a:lnTo>
                <a:lnTo>
                  <a:pt x="18668" y="3862"/>
                </a:lnTo>
                <a:lnTo>
                  <a:pt x="18843" y="3383"/>
                </a:lnTo>
                <a:lnTo>
                  <a:pt x="19018" y="2964"/>
                </a:lnTo>
                <a:lnTo>
                  <a:pt x="19176" y="2605"/>
                </a:lnTo>
                <a:lnTo>
                  <a:pt x="19334" y="2275"/>
                </a:lnTo>
                <a:lnTo>
                  <a:pt x="19492" y="1886"/>
                </a:lnTo>
                <a:lnTo>
                  <a:pt x="19614" y="1677"/>
                </a:lnTo>
                <a:lnTo>
                  <a:pt x="19737" y="1347"/>
                </a:lnTo>
                <a:lnTo>
                  <a:pt x="19877" y="1078"/>
                </a:lnTo>
                <a:lnTo>
                  <a:pt x="19982" y="838"/>
                </a:lnTo>
              </a:path>
            </a:pathLst>
          </a:custGeom>
          <a:noFill/>
          <a:ln w="28575">
            <a:solidFill>
              <a:srgbClr val="FFFF66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3977" name="Line 41"/>
          <p:cNvSpPr>
            <a:spLocks noChangeShapeType="1"/>
          </p:cNvSpPr>
          <p:nvPr/>
        </p:nvSpPr>
        <p:spPr bwMode="auto">
          <a:xfrm>
            <a:off x="6934200" y="3446463"/>
            <a:ext cx="7938" cy="1220787"/>
          </a:xfrm>
          <a:prstGeom prst="line">
            <a:avLst/>
          </a:prstGeom>
          <a:noFill/>
          <a:ln w="6350">
            <a:solidFill>
              <a:schemeClr val="bg1"/>
            </a:solidFill>
            <a:prstDash val="sysDot"/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3978" name="Rectangle 42"/>
          <p:cNvSpPr>
            <a:spLocks noChangeArrowheads="1"/>
          </p:cNvSpPr>
          <p:nvPr/>
        </p:nvSpPr>
        <p:spPr bwMode="auto">
          <a:xfrm>
            <a:off x="6969125" y="3929063"/>
            <a:ext cx="603250" cy="785812"/>
          </a:xfrm>
          <a:prstGeom prst="rect">
            <a:avLst/>
          </a:prstGeom>
          <a:solidFill>
            <a:srgbClr val="002448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23979" name="Rectangle 43"/>
          <p:cNvSpPr>
            <a:spLocks noChangeArrowheads="1"/>
          </p:cNvSpPr>
          <p:nvPr/>
        </p:nvSpPr>
        <p:spPr bwMode="auto">
          <a:xfrm>
            <a:off x="1036638" y="3951288"/>
            <a:ext cx="762000" cy="962025"/>
          </a:xfrm>
          <a:prstGeom prst="rect">
            <a:avLst/>
          </a:prstGeom>
          <a:solidFill>
            <a:srgbClr val="00295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23980" name="Line 44"/>
          <p:cNvSpPr>
            <a:spLocks noChangeShapeType="1"/>
          </p:cNvSpPr>
          <p:nvPr/>
        </p:nvSpPr>
        <p:spPr bwMode="auto">
          <a:xfrm>
            <a:off x="1811338" y="3200400"/>
            <a:ext cx="1587" cy="1800225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 type="triangl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3981" name="Rectangle 45"/>
          <p:cNvSpPr>
            <a:spLocks noChangeArrowheads="1"/>
          </p:cNvSpPr>
          <p:nvPr/>
        </p:nvSpPr>
        <p:spPr bwMode="auto">
          <a:xfrm>
            <a:off x="1571625" y="4476750"/>
            <a:ext cx="768350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i="1">
                <a:solidFill>
                  <a:srgbClr val="FFFF00"/>
                </a:solidFill>
              </a:rPr>
              <a:t>o</a:t>
            </a:r>
          </a:p>
        </p:txBody>
      </p:sp>
      <p:sp>
        <p:nvSpPr>
          <p:cNvPr id="423983" name="Rectangle 47"/>
          <p:cNvSpPr>
            <a:spLocks noChangeArrowheads="1"/>
          </p:cNvSpPr>
          <p:nvPr/>
        </p:nvSpPr>
        <p:spPr bwMode="auto">
          <a:xfrm>
            <a:off x="7072313" y="4291013"/>
            <a:ext cx="598487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i="1">
                <a:solidFill>
                  <a:schemeClr val="bg1"/>
                </a:solidFill>
              </a:rPr>
              <a:t>E</a:t>
            </a:r>
            <a:r>
              <a:rPr lang="en-US" altLang="zh-CN" sz="2200" i="1" baseline="-25000">
                <a:solidFill>
                  <a:schemeClr val="bg1"/>
                </a:solidFill>
              </a:rPr>
              <a:t>p</a:t>
            </a:r>
            <a:endParaRPr lang="en-US" altLang="zh-CN" sz="2200" i="1">
              <a:solidFill>
                <a:schemeClr val="bg1"/>
              </a:solidFill>
            </a:endParaRPr>
          </a:p>
        </p:txBody>
      </p:sp>
      <p:sp>
        <p:nvSpPr>
          <p:cNvPr id="423984" name="Rectangle 48"/>
          <p:cNvSpPr>
            <a:spLocks noChangeArrowheads="1"/>
          </p:cNvSpPr>
          <p:nvPr/>
        </p:nvSpPr>
        <p:spPr bwMode="auto">
          <a:xfrm rot="-2546279">
            <a:off x="7308850" y="3213100"/>
            <a:ext cx="152400" cy="1143000"/>
          </a:xfrm>
          <a:prstGeom prst="rect">
            <a:avLst/>
          </a:prstGeom>
          <a:solidFill>
            <a:srgbClr val="00274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23985" name="Object 49"/>
          <p:cNvGraphicFramePr>
            <a:graphicFrameLocks noChangeAspect="1"/>
          </p:cNvGraphicFramePr>
          <p:nvPr/>
        </p:nvGraphicFramePr>
        <p:xfrm>
          <a:off x="7086600" y="3786188"/>
          <a:ext cx="11557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54" name="公式" r:id="rId3" imgW="1137285" imgH="368300" progId="Equation.3">
                  <p:embed/>
                </p:oleObj>
              </mc:Choice>
              <mc:Fallback>
                <p:oleObj name="公式" r:id="rId3" imgW="1137285" imgH="368300" progId="Equation.3">
                  <p:embed/>
                  <p:pic>
                    <p:nvPicPr>
                      <p:cNvPr id="423985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3786188"/>
                        <a:ext cx="1155700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3986" name="Rectangle 50"/>
          <p:cNvSpPr>
            <a:spLocks noChangeArrowheads="1"/>
          </p:cNvSpPr>
          <p:nvPr/>
        </p:nvSpPr>
        <p:spPr bwMode="auto">
          <a:xfrm>
            <a:off x="1100138" y="3857625"/>
            <a:ext cx="900112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i="1">
                <a:solidFill>
                  <a:srgbClr val="FFFF00"/>
                </a:solidFill>
              </a:rPr>
              <a:t>kA</a:t>
            </a:r>
            <a:r>
              <a:rPr lang="en-US" altLang="zh-CN" sz="2200" i="1" baseline="30000">
                <a:solidFill>
                  <a:srgbClr val="FFFF00"/>
                </a:solidFill>
              </a:rPr>
              <a:t>2</a:t>
            </a:r>
            <a:r>
              <a:rPr lang="en-US" altLang="zh-CN" sz="2200" i="1">
                <a:solidFill>
                  <a:srgbClr val="FFFF00"/>
                </a:solidFill>
              </a:rPr>
              <a:t>/</a:t>
            </a:r>
            <a:r>
              <a:rPr lang="en-US" altLang="zh-CN" sz="2200">
                <a:solidFill>
                  <a:srgbClr val="FFFF00"/>
                </a:solidFill>
              </a:rPr>
              <a:t>4</a:t>
            </a:r>
          </a:p>
        </p:txBody>
      </p:sp>
      <p:sp>
        <p:nvSpPr>
          <p:cNvPr id="48" name="Text Box 2"/>
          <p:cNvSpPr txBox="1">
            <a:spLocks noChangeArrowheads="1"/>
          </p:cNvSpPr>
          <p:nvPr/>
        </p:nvSpPr>
        <p:spPr bwMode="auto">
          <a:xfrm>
            <a:off x="357188" y="146050"/>
            <a:ext cx="6516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5.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谐振动的能量</a:t>
            </a:r>
            <a:r>
              <a:rPr lang="zh-CN" altLang="en-US" sz="2000">
                <a:solidFill>
                  <a:schemeClr val="bg1"/>
                </a:solidFill>
                <a:latin typeface="宋体" panose="02010600030101010101" pitchFamily="2" charset="-122"/>
              </a:rPr>
              <a:t>（</a:t>
            </a:r>
            <a:r>
              <a:rPr lang="zh-CN" altLang="en-US" sz="20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以水平弹簧振子为例）</a:t>
            </a:r>
            <a:endParaRPr lang="en-US" altLang="zh-CN" sz="20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9" name="Text Box 51"/>
          <p:cNvSpPr txBox="1">
            <a:spLocks noChangeArrowheads="1"/>
          </p:cNvSpPr>
          <p:nvPr/>
        </p:nvSpPr>
        <p:spPr bwMode="auto">
          <a:xfrm>
            <a:off x="700088" y="1184275"/>
            <a:ext cx="137160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>
                <a:solidFill>
                  <a:srgbClr val="66FFFF"/>
                </a:solidFill>
                <a:ea typeface="仿宋_GB2312" pitchFamily="49" charset="-122"/>
              </a:rPr>
              <a:t>动能：</a:t>
            </a:r>
          </a:p>
        </p:txBody>
      </p:sp>
      <p:graphicFrame>
        <p:nvGraphicFramePr>
          <p:cNvPr id="50" name="Object 52"/>
          <p:cNvGraphicFramePr>
            <a:graphicFrameLocks noChangeAspect="1"/>
          </p:cNvGraphicFramePr>
          <p:nvPr/>
        </p:nvGraphicFramePr>
        <p:xfrm>
          <a:off x="1728788" y="1074738"/>
          <a:ext cx="1465262" cy="75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55" name="Equation" r:id="rId5" imgW="1750695" imgH="847725" progId="Equation.DSMT4">
                  <p:embed/>
                </p:oleObj>
              </mc:Choice>
              <mc:Fallback>
                <p:oleObj name="Equation" r:id="rId5" imgW="1750695" imgH="847725" progId="Equation.DSMT4">
                  <p:embed/>
                  <p:pic>
                    <p:nvPicPr>
                      <p:cNvPr id="5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8788" y="1074738"/>
                        <a:ext cx="1465262" cy="757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53"/>
          <p:cNvGraphicFramePr>
            <a:graphicFrameLocks noChangeAspect="1"/>
          </p:cNvGraphicFramePr>
          <p:nvPr/>
        </p:nvGraphicFramePr>
        <p:xfrm>
          <a:off x="3214688" y="1071563"/>
          <a:ext cx="2638425" cy="75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56" name="公式" r:id="rId7" imgW="3256280" imgH="847725" progId="Equation.3">
                  <p:embed/>
                </p:oleObj>
              </mc:Choice>
              <mc:Fallback>
                <p:oleObj name="公式" r:id="rId7" imgW="3256280" imgH="847725" progId="Equation.3">
                  <p:embed/>
                  <p:pic>
                    <p:nvPicPr>
                      <p:cNvPr id="51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688" y="1071563"/>
                        <a:ext cx="2638425" cy="757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Text Box 56"/>
          <p:cNvSpPr txBox="1">
            <a:spLocks noChangeArrowheads="1"/>
          </p:cNvSpPr>
          <p:nvPr/>
        </p:nvSpPr>
        <p:spPr bwMode="auto">
          <a:xfrm>
            <a:off x="684213" y="2000250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66FFFF"/>
                </a:solidFill>
                <a:ea typeface="仿宋_GB2312" pitchFamily="49" charset="-122"/>
              </a:rPr>
              <a:t>势能：</a:t>
            </a:r>
          </a:p>
        </p:txBody>
      </p:sp>
      <p:graphicFrame>
        <p:nvGraphicFramePr>
          <p:cNvPr id="53" name="Object 57"/>
          <p:cNvGraphicFramePr>
            <a:graphicFrameLocks noChangeAspect="1"/>
          </p:cNvGraphicFramePr>
          <p:nvPr/>
        </p:nvGraphicFramePr>
        <p:xfrm>
          <a:off x="1728788" y="1889125"/>
          <a:ext cx="1346200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57" name="公式" r:id="rId9" imgW="1471930" imgH="769620" progId="Equation.3">
                  <p:embed/>
                </p:oleObj>
              </mc:Choice>
              <mc:Fallback>
                <p:oleObj name="公式" r:id="rId9" imgW="1471930" imgH="769620" progId="Equation.3">
                  <p:embed/>
                  <p:pic>
                    <p:nvPicPr>
                      <p:cNvPr id="53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8788" y="1889125"/>
                        <a:ext cx="1346200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58"/>
          <p:cNvGraphicFramePr>
            <a:graphicFrameLocks noChangeAspect="1"/>
          </p:cNvGraphicFramePr>
          <p:nvPr/>
        </p:nvGraphicFramePr>
        <p:xfrm>
          <a:off x="3143250" y="1881188"/>
          <a:ext cx="2684463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58" name="公式" r:id="rId11" imgW="3044190" imgH="769620" progId="Equation.3">
                  <p:embed/>
                </p:oleObj>
              </mc:Choice>
              <mc:Fallback>
                <p:oleObj name="公式" r:id="rId11" imgW="3044190" imgH="769620" progId="Equation.3">
                  <p:embed/>
                  <p:pic>
                    <p:nvPicPr>
                      <p:cNvPr id="54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0" y="1881188"/>
                        <a:ext cx="2684463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Text Box 59"/>
          <p:cNvSpPr txBox="1">
            <a:spLocks noChangeArrowheads="1"/>
          </p:cNvSpPr>
          <p:nvPr/>
        </p:nvSpPr>
        <p:spPr bwMode="auto">
          <a:xfrm>
            <a:off x="693738" y="2684463"/>
            <a:ext cx="12144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66FFFF"/>
                </a:solidFill>
                <a:ea typeface="仿宋_GB2312" pitchFamily="49" charset="-122"/>
              </a:rPr>
              <a:t>机械能：</a:t>
            </a:r>
            <a:endParaRPr lang="zh-CN" altLang="en-US" i="1" baseline="-25000">
              <a:solidFill>
                <a:srgbClr val="66FFFF"/>
              </a:solidFill>
              <a:ea typeface="仿宋_GB2312" pitchFamily="49" charset="-122"/>
            </a:endParaRPr>
          </a:p>
        </p:txBody>
      </p:sp>
      <p:graphicFrame>
        <p:nvGraphicFramePr>
          <p:cNvPr id="56" name="Object 60"/>
          <p:cNvGraphicFramePr>
            <a:graphicFrameLocks noChangeAspect="1"/>
          </p:cNvGraphicFramePr>
          <p:nvPr/>
        </p:nvGraphicFramePr>
        <p:xfrm>
          <a:off x="2047875" y="2571750"/>
          <a:ext cx="2595563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59" name="Equation" r:id="rId13" imgW="3188970" imgH="847725" progId="Equation.DSMT4">
                  <p:embed/>
                </p:oleObj>
              </mc:Choice>
              <mc:Fallback>
                <p:oleObj name="Equation" r:id="rId13" imgW="3188970" imgH="847725" progId="Equation.DSMT4">
                  <p:embed/>
                  <p:pic>
                    <p:nvPicPr>
                      <p:cNvPr id="56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7875" y="2571750"/>
                        <a:ext cx="2595563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Text Box 61"/>
          <p:cNvSpPr txBox="1">
            <a:spLocks noChangeArrowheads="1"/>
          </p:cNvSpPr>
          <p:nvPr/>
        </p:nvSpPr>
        <p:spPr bwMode="auto">
          <a:xfrm>
            <a:off x="4857750" y="2714625"/>
            <a:ext cx="3500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  <a:ea typeface="楷体_GB2312" pitchFamily="49" charset="-122"/>
              </a:rPr>
              <a:t>简谐振动系统</a:t>
            </a:r>
            <a:r>
              <a:rPr lang="zh-CN" altLang="en-US" sz="2000">
                <a:solidFill>
                  <a:srgbClr val="FFFF00"/>
                </a:solidFill>
                <a:ea typeface="楷体_GB2312" pitchFamily="49" charset="-122"/>
              </a:rPr>
              <a:t>机械能守恒</a:t>
            </a:r>
          </a:p>
        </p:txBody>
      </p:sp>
      <p:grpSp>
        <p:nvGrpSpPr>
          <p:cNvPr id="2" name="Group 62"/>
          <p:cNvGrpSpPr>
            <a:grpSpLocks noChangeAspect="1"/>
          </p:cNvGrpSpPr>
          <p:nvPr/>
        </p:nvGrpSpPr>
        <p:grpSpPr bwMode="auto">
          <a:xfrm>
            <a:off x="6124575" y="1214438"/>
            <a:ext cx="2309813" cy="1322387"/>
            <a:chOff x="2744" y="1525"/>
            <a:chExt cx="1205" cy="690"/>
          </a:xfrm>
        </p:grpSpPr>
        <p:sp>
          <p:nvSpPr>
            <p:cNvPr id="10296" name="Rectangle 63"/>
            <p:cNvSpPr>
              <a:spLocks noChangeArrowheads="1"/>
            </p:cNvSpPr>
            <p:nvPr/>
          </p:nvSpPr>
          <p:spPr bwMode="auto">
            <a:xfrm>
              <a:off x="3514" y="1525"/>
              <a:ext cx="221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66"/>
                  </a:solidFill>
                </a:rPr>
                <a:t>m</a:t>
              </a:r>
            </a:p>
          </p:txBody>
        </p:sp>
        <p:grpSp>
          <p:nvGrpSpPr>
            <p:cNvPr id="10297" name="Group 64"/>
            <p:cNvGrpSpPr/>
            <p:nvPr/>
          </p:nvGrpSpPr>
          <p:grpSpPr bwMode="auto">
            <a:xfrm>
              <a:off x="2744" y="1709"/>
              <a:ext cx="1205" cy="506"/>
              <a:chOff x="2744" y="1709"/>
              <a:chExt cx="1205" cy="506"/>
            </a:xfrm>
          </p:grpSpPr>
          <p:grpSp>
            <p:nvGrpSpPr>
              <p:cNvPr id="10298" name="Group 65"/>
              <p:cNvGrpSpPr/>
              <p:nvPr/>
            </p:nvGrpSpPr>
            <p:grpSpPr bwMode="auto">
              <a:xfrm>
                <a:off x="2844" y="1813"/>
                <a:ext cx="692" cy="132"/>
                <a:chOff x="1610" y="572"/>
                <a:chExt cx="1690" cy="253"/>
              </a:xfrm>
            </p:grpSpPr>
            <p:sp>
              <p:nvSpPr>
                <p:cNvPr id="10310" name="Freeform 66"/>
                <p:cNvSpPr/>
                <p:nvPr/>
              </p:nvSpPr>
              <p:spPr bwMode="auto">
                <a:xfrm>
                  <a:off x="1649" y="575"/>
                  <a:ext cx="164" cy="250"/>
                </a:xfrm>
                <a:custGeom>
                  <a:avLst/>
                  <a:gdLst>
                    <a:gd name="T0" fmla="*/ 0 w 164"/>
                    <a:gd name="T1" fmla="*/ 132 h 250"/>
                    <a:gd name="T2" fmla="*/ 16 w 164"/>
                    <a:gd name="T3" fmla="*/ 48 h 250"/>
                    <a:gd name="T4" fmla="*/ 58 w 164"/>
                    <a:gd name="T5" fmla="*/ 5 h 250"/>
                    <a:gd name="T6" fmla="*/ 106 w 164"/>
                    <a:gd name="T7" fmla="*/ 18 h 250"/>
                    <a:gd name="T8" fmla="*/ 150 w 164"/>
                    <a:gd name="T9" fmla="*/ 86 h 250"/>
                    <a:gd name="T10" fmla="*/ 163 w 164"/>
                    <a:gd name="T11" fmla="*/ 171 h 250"/>
                    <a:gd name="T12" fmla="*/ 156 w 164"/>
                    <a:gd name="T13" fmla="*/ 218 h 250"/>
                    <a:gd name="T14" fmla="*/ 139 w 164"/>
                    <a:gd name="T15" fmla="*/ 243 h 250"/>
                    <a:gd name="T16" fmla="*/ 124 w 164"/>
                    <a:gd name="T17" fmla="*/ 249 h 250"/>
                    <a:gd name="T18" fmla="*/ 102 w 164"/>
                    <a:gd name="T19" fmla="*/ 234 h 250"/>
                    <a:gd name="T20" fmla="*/ 88 w 164"/>
                    <a:gd name="T21" fmla="*/ 186 h 250"/>
                    <a:gd name="T22" fmla="*/ 88 w 164"/>
                    <a:gd name="T23" fmla="*/ 147 h 250"/>
                    <a:gd name="T24" fmla="*/ 90 w 164"/>
                    <a:gd name="T25" fmla="*/ 120 h 250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164"/>
                    <a:gd name="T40" fmla="*/ 0 h 250"/>
                    <a:gd name="T41" fmla="*/ 164 w 164"/>
                    <a:gd name="T42" fmla="*/ 250 h 250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164" h="250">
                      <a:moveTo>
                        <a:pt x="0" y="132"/>
                      </a:moveTo>
                      <a:cubicBezTo>
                        <a:pt x="3" y="118"/>
                        <a:pt x="6" y="69"/>
                        <a:pt x="16" y="48"/>
                      </a:cubicBezTo>
                      <a:cubicBezTo>
                        <a:pt x="26" y="27"/>
                        <a:pt x="43" y="10"/>
                        <a:pt x="58" y="5"/>
                      </a:cubicBezTo>
                      <a:cubicBezTo>
                        <a:pt x="73" y="0"/>
                        <a:pt x="91" y="5"/>
                        <a:pt x="106" y="18"/>
                      </a:cubicBezTo>
                      <a:cubicBezTo>
                        <a:pt x="121" y="31"/>
                        <a:pt x="141" y="61"/>
                        <a:pt x="150" y="86"/>
                      </a:cubicBezTo>
                      <a:cubicBezTo>
                        <a:pt x="159" y="111"/>
                        <a:pt x="162" y="149"/>
                        <a:pt x="163" y="171"/>
                      </a:cubicBezTo>
                      <a:cubicBezTo>
                        <a:pt x="164" y="193"/>
                        <a:pt x="160" y="206"/>
                        <a:pt x="156" y="218"/>
                      </a:cubicBezTo>
                      <a:cubicBezTo>
                        <a:pt x="152" y="230"/>
                        <a:pt x="144" y="238"/>
                        <a:pt x="139" y="243"/>
                      </a:cubicBezTo>
                      <a:cubicBezTo>
                        <a:pt x="134" y="248"/>
                        <a:pt x="130" y="250"/>
                        <a:pt x="124" y="249"/>
                      </a:cubicBezTo>
                      <a:cubicBezTo>
                        <a:pt x="118" y="248"/>
                        <a:pt x="108" y="244"/>
                        <a:pt x="102" y="234"/>
                      </a:cubicBezTo>
                      <a:cubicBezTo>
                        <a:pt x="96" y="224"/>
                        <a:pt x="90" y="200"/>
                        <a:pt x="88" y="186"/>
                      </a:cubicBezTo>
                      <a:cubicBezTo>
                        <a:pt x="86" y="172"/>
                        <a:pt x="88" y="158"/>
                        <a:pt x="88" y="147"/>
                      </a:cubicBezTo>
                      <a:cubicBezTo>
                        <a:pt x="88" y="136"/>
                        <a:pt x="90" y="126"/>
                        <a:pt x="90" y="120"/>
                      </a:cubicBezTo>
                    </a:path>
                  </a:pathLst>
                </a:custGeom>
                <a:noFill/>
                <a:ln w="28575">
                  <a:solidFill>
                    <a:srgbClr val="00FF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311" name="Freeform 67"/>
                <p:cNvSpPr/>
                <p:nvPr/>
              </p:nvSpPr>
              <p:spPr bwMode="auto">
                <a:xfrm>
                  <a:off x="1738" y="576"/>
                  <a:ext cx="196" cy="249"/>
                </a:xfrm>
                <a:custGeom>
                  <a:avLst/>
                  <a:gdLst>
                    <a:gd name="T0" fmla="*/ 0 w 196"/>
                    <a:gd name="T1" fmla="*/ 126 h 249"/>
                    <a:gd name="T2" fmla="*/ 16 w 196"/>
                    <a:gd name="T3" fmla="*/ 68 h 249"/>
                    <a:gd name="T4" fmla="*/ 68 w 196"/>
                    <a:gd name="T5" fmla="*/ 8 h 249"/>
                    <a:gd name="T6" fmla="*/ 142 w 196"/>
                    <a:gd name="T7" fmla="*/ 20 h 249"/>
                    <a:gd name="T8" fmla="*/ 187 w 196"/>
                    <a:gd name="T9" fmla="*/ 103 h 249"/>
                    <a:gd name="T10" fmla="*/ 194 w 196"/>
                    <a:gd name="T11" fmla="*/ 182 h 249"/>
                    <a:gd name="T12" fmla="*/ 185 w 196"/>
                    <a:gd name="T13" fmla="*/ 221 h 249"/>
                    <a:gd name="T14" fmla="*/ 175 w 196"/>
                    <a:gd name="T15" fmla="*/ 242 h 249"/>
                    <a:gd name="T16" fmla="*/ 158 w 196"/>
                    <a:gd name="T17" fmla="*/ 248 h 249"/>
                    <a:gd name="T18" fmla="*/ 139 w 196"/>
                    <a:gd name="T19" fmla="*/ 241 h 249"/>
                    <a:gd name="T20" fmla="*/ 125 w 196"/>
                    <a:gd name="T21" fmla="*/ 200 h 249"/>
                    <a:gd name="T22" fmla="*/ 121 w 196"/>
                    <a:gd name="T23" fmla="*/ 154 h 249"/>
                    <a:gd name="T24" fmla="*/ 128 w 196"/>
                    <a:gd name="T25" fmla="*/ 104 h 249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196"/>
                    <a:gd name="T40" fmla="*/ 0 h 249"/>
                    <a:gd name="T41" fmla="*/ 196 w 196"/>
                    <a:gd name="T42" fmla="*/ 249 h 249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196" h="249">
                      <a:moveTo>
                        <a:pt x="0" y="126"/>
                      </a:moveTo>
                      <a:cubicBezTo>
                        <a:pt x="3" y="116"/>
                        <a:pt x="5" y="88"/>
                        <a:pt x="16" y="68"/>
                      </a:cubicBezTo>
                      <a:cubicBezTo>
                        <a:pt x="27" y="48"/>
                        <a:pt x="47" y="16"/>
                        <a:pt x="68" y="8"/>
                      </a:cubicBezTo>
                      <a:cubicBezTo>
                        <a:pt x="89" y="0"/>
                        <a:pt x="122" y="4"/>
                        <a:pt x="142" y="20"/>
                      </a:cubicBezTo>
                      <a:cubicBezTo>
                        <a:pt x="162" y="36"/>
                        <a:pt x="178" y="76"/>
                        <a:pt x="187" y="103"/>
                      </a:cubicBezTo>
                      <a:cubicBezTo>
                        <a:pt x="196" y="130"/>
                        <a:pt x="194" y="162"/>
                        <a:pt x="194" y="182"/>
                      </a:cubicBezTo>
                      <a:cubicBezTo>
                        <a:pt x="194" y="202"/>
                        <a:pt x="188" y="211"/>
                        <a:pt x="185" y="221"/>
                      </a:cubicBezTo>
                      <a:cubicBezTo>
                        <a:pt x="182" y="231"/>
                        <a:pt x="179" y="238"/>
                        <a:pt x="175" y="242"/>
                      </a:cubicBezTo>
                      <a:cubicBezTo>
                        <a:pt x="171" y="246"/>
                        <a:pt x="164" y="248"/>
                        <a:pt x="158" y="248"/>
                      </a:cubicBezTo>
                      <a:cubicBezTo>
                        <a:pt x="152" y="248"/>
                        <a:pt x="144" y="249"/>
                        <a:pt x="139" y="241"/>
                      </a:cubicBezTo>
                      <a:cubicBezTo>
                        <a:pt x="134" y="233"/>
                        <a:pt x="128" y="214"/>
                        <a:pt x="125" y="200"/>
                      </a:cubicBezTo>
                      <a:cubicBezTo>
                        <a:pt x="122" y="186"/>
                        <a:pt x="120" y="170"/>
                        <a:pt x="121" y="154"/>
                      </a:cubicBezTo>
                      <a:cubicBezTo>
                        <a:pt x="122" y="138"/>
                        <a:pt x="127" y="114"/>
                        <a:pt x="128" y="104"/>
                      </a:cubicBezTo>
                    </a:path>
                  </a:pathLst>
                </a:custGeom>
                <a:noFill/>
                <a:ln w="28575">
                  <a:solidFill>
                    <a:srgbClr val="00FF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312" name="Freeform 68"/>
                <p:cNvSpPr/>
                <p:nvPr/>
              </p:nvSpPr>
              <p:spPr bwMode="auto">
                <a:xfrm>
                  <a:off x="1860" y="576"/>
                  <a:ext cx="196" cy="249"/>
                </a:xfrm>
                <a:custGeom>
                  <a:avLst/>
                  <a:gdLst>
                    <a:gd name="T0" fmla="*/ 0 w 196"/>
                    <a:gd name="T1" fmla="*/ 126 h 249"/>
                    <a:gd name="T2" fmla="*/ 16 w 196"/>
                    <a:gd name="T3" fmla="*/ 68 h 249"/>
                    <a:gd name="T4" fmla="*/ 68 w 196"/>
                    <a:gd name="T5" fmla="*/ 8 h 249"/>
                    <a:gd name="T6" fmla="*/ 142 w 196"/>
                    <a:gd name="T7" fmla="*/ 20 h 249"/>
                    <a:gd name="T8" fmla="*/ 187 w 196"/>
                    <a:gd name="T9" fmla="*/ 103 h 249"/>
                    <a:gd name="T10" fmla="*/ 194 w 196"/>
                    <a:gd name="T11" fmla="*/ 182 h 249"/>
                    <a:gd name="T12" fmla="*/ 185 w 196"/>
                    <a:gd name="T13" fmla="*/ 221 h 249"/>
                    <a:gd name="T14" fmla="*/ 175 w 196"/>
                    <a:gd name="T15" fmla="*/ 242 h 249"/>
                    <a:gd name="T16" fmla="*/ 158 w 196"/>
                    <a:gd name="T17" fmla="*/ 248 h 249"/>
                    <a:gd name="T18" fmla="*/ 139 w 196"/>
                    <a:gd name="T19" fmla="*/ 241 h 249"/>
                    <a:gd name="T20" fmla="*/ 125 w 196"/>
                    <a:gd name="T21" fmla="*/ 200 h 249"/>
                    <a:gd name="T22" fmla="*/ 121 w 196"/>
                    <a:gd name="T23" fmla="*/ 154 h 249"/>
                    <a:gd name="T24" fmla="*/ 128 w 196"/>
                    <a:gd name="T25" fmla="*/ 104 h 249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196"/>
                    <a:gd name="T40" fmla="*/ 0 h 249"/>
                    <a:gd name="T41" fmla="*/ 196 w 196"/>
                    <a:gd name="T42" fmla="*/ 249 h 249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196" h="249">
                      <a:moveTo>
                        <a:pt x="0" y="126"/>
                      </a:moveTo>
                      <a:cubicBezTo>
                        <a:pt x="3" y="116"/>
                        <a:pt x="5" y="88"/>
                        <a:pt x="16" y="68"/>
                      </a:cubicBezTo>
                      <a:cubicBezTo>
                        <a:pt x="27" y="48"/>
                        <a:pt x="47" y="16"/>
                        <a:pt x="68" y="8"/>
                      </a:cubicBezTo>
                      <a:cubicBezTo>
                        <a:pt x="89" y="0"/>
                        <a:pt x="122" y="4"/>
                        <a:pt x="142" y="20"/>
                      </a:cubicBezTo>
                      <a:cubicBezTo>
                        <a:pt x="162" y="36"/>
                        <a:pt x="178" y="76"/>
                        <a:pt x="187" y="103"/>
                      </a:cubicBezTo>
                      <a:cubicBezTo>
                        <a:pt x="196" y="130"/>
                        <a:pt x="194" y="162"/>
                        <a:pt x="194" y="182"/>
                      </a:cubicBezTo>
                      <a:cubicBezTo>
                        <a:pt x="194" y="202"/>
                        <a:pt x="188" y="211"/>
                        <a:pt x="185" y="221"/>
                      </a:cubicBezTo>
                      <a:cubicBezTo>
                        <a:pt x="182" y="231"/>
                        <a:pt x="179" y="238"/>
                        <a:pt x="175" y="242"/>
                      </a:cubicBezTo>
                      <a:cubicBezTo>
                        <a:pt x="171" y="246"/>
                        <a:pt x="164" y="248"/>
                        <a:pt x="158" y="248"/>
                      </a:cubicBezTo>
                      <a:cubicBezTo>
                        <a:pt x="152" y="248"/>
                        <a:pt x="144" y="249"/>
                        <a:pt x="139" y="241"/>
                      </a:cubicBezTo>
                      <a:cubicBezTo>
                        <a:pt x="134" y="233"/>
                        <a:pt x="128" y="214"/>
                        <a:pt x="125" y="200"/>
                      </a:cubicBezTo>
                      <a:cubicBezTo>
                        <a:pt x="122" y="186"/>
                        <a:pt x="120" y="170"/>
                        <a:pt x="121" y="154"/>
                      </a:cubicBezTo>
                      <a:cubicBezTo>
                        <a:pt x="122" y="138"/>
                        <a:pt x="127" y="114"/>
                        <a:pt x="128" y="104"/>
                      </a:cubicBezTo>
                    </a:path>
                  </a:pathLst>
                </a:custGeom>
                <a:noFill/>
                <a:ln w="28575">
                  <a:solidFill>
                    <a:srgbClr val="00FF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313" name="Freeform 69"/>
                <p:cNvSpPr/>
                <p:nvPr/>
              </p:nvSpPr>
              <p:spPr bwMode="auto">
                <a:xfrm>
                  <a:off x="1982" y="576"/>
                  <a:ext cx="196" cy="249"/>
                </a:xfrm>
                <a:custGeom>
                  <a:avLst/>
                  <a:gdLst>
                    <a:gd name="T0" fmla="*/ 0 w 196"/>
                    <a:gd name="T1" fmla="*/ 126 h 249"/>
                    <a:gd name="T2" fmla="*/ 16 w 196"/>
                    <a:gd name="T3" fmla="*/ 68 h 249"/>
                    <a:gd name="T4" fmla="*/ 68 w 196"/>
                    <a:gd name="T5" fmla="*/ 8 h 249"/>
                    <a:gd name="T6" fmla="*/ 142 w 196"/>
                    <a:gd name="T7" fmla="*/ 20 h 249"/>
                    <a:gd name="T8" fmla="*/ 187 w 196"/>
                    <a:gd name="T9" fmla="*/ 103 h 249"/>
                    <a:gd name="T10" fmla="*/ 194 w 196"/>
                    <a:gd name="T11" fmla="*/ 182 h 249"/>
                    <a:gd name="T12" fmla="*/ 185 w 196"/>
                    <a:gd name="T13" fmla="*/ 221 h 249"/>
                    <a:gd name="T14" fmla="*/ 175 w 196"/>
                    <a:gd name="T15" fmla="*/ 242 h 249"/>
                    <a:gd name="T16" fmla="*/ 158 w 196"/>
                    <a:gd name="T17" fmla="*/ 248 h 249"/>
                    <a:gd name="T18" fmla="*/ 139 w 196"/>
                    <a:gd name="T19" fmla="*/ 241 h 249"/>
                    <a:gd name="T20" fmla="*/ 125 w 196"/>
                    <a:gd name="T21" fmla="*/ 200 h 249"/>
                    <a:gd name="T22" fmla="*/ 121 w 196"/>
                    <a:gd name="T23" fmla="*/ 154 h 249"/>
                    <a:gd name="T24" fmla="*/ 128 w 196"/>
                    <a:gd name="T25" fmla="*/ 104 h 249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196"/>
                    <a:gd name="T40" fmla="*/ 0 h 249"/>
                    <a:gd name="T41" fmla="*/ 196 w 196"/>
                    <a:gd name="T42" fmla="*/ 249 h 249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196" h="249">
                      <a:moveTo>
                        <a:pt x="0" y="126"/>
                      </a:moveTo>
                      <a:cubicBezTo>
                        <a:pt x="3" y="116"/>
                        <a:pt x="5" y="88"/>
                        <a:pt x="16" y="68"/>
                      </a:cubicBezTo>
                      <a:cubicBezTo>
                        <a:pt x="27" y="48"/>
                        <a:pt x="47" y="16"/>
                        <a:pt x="68" y="8"/>
                      </a:cubicBezTo>
                      <a:cubicBezTo>
                        <a:pt x="89" y="0"/>
                        <a:pt x="122" y="4"/>
                        <a:pt x="142" y="20"/>
                      </a:cubicBezTo>
                      <a:cubicBezTo>
                        <a:pt x="162" y="36"/>
                        <a:pt x="178" y="76"/>
                        <a:pt x="187" y="103"/>
                      </a:cubicBezTo>
                      <a:cubicBezTo>
                        <a:pt x="196" y="130"/>
                        <a:pt x="194" y="162"/>
                        <a:pt x="194" y="182"/>
                      </a:cubicBezTo>
                      <a:cubicBezTo>
                        <a:pt x="194" y="202"/>
                        <a:pt x="188" y="211"/>
                        <a:pt x="185" y="221"/>
                      </a:cubicBezTo>
                      <a:cubicBezTo>
                        <a:pt x="182" y="231"/>
                        <a:pt x="179" y="238"/>
                        <a:pt x="175" y="242"/>
                      </a:cubicBezTo>
                      <a:cubicBezTo>
                        <a:pt x="171" y="246"/>
                        <a:pt x="164" y="248"/>
                        <a:pt x="158" y="248"/>
                      </a:cubicBezTo>
                      <a:cubicBezTo>
                        <a:pt x="152" y="248"/>
                        <a:pt x="144" y="249"/>
                        <a:pt x="139" y="241"/>
                      </a:cubicBezTo>
                      <a:cubicBezTo>
                        <a:pt x="134" y="233"/>
                        <a:pt x="128" y="214"/>
                        <a:pt x="125" y="200"/>
                      </a:cubicBezTo>
                      <a:cubicBezTo>
                        <a:pt x="122" y="186"/>
                        <a:pt x="120" y="170"/>
                        <a:pt x="121" y="154"/>
                      </a:cubicBezTo>
                      <a:cubicBezTo>
                        <a:pt x="122" y="138"/>
                        <a:pt x="127" y="114"/>
                        <a:pt x="128" y="104"/>
                      </a:cubicBezTo>
                    </a:path>
                  </a:pathLst>
                </a:custGeom>
                <a:noFill/>
                <a:ln w="28575">
                  <a:solidFill>
                    <a:srgbClr val="00FF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314" name="Freeform 70"/>
                <p:cNvSpPr/>
                <p:nvPr/>
              </p:nvSpPr>
              <p:spPr bwMode="auto">
                <a:xfrm>
                  <a:off x="2104" y="576"/>
                  <a:ext cx="196" cy="249"/>
                </a:xfrm>
                <a:custGeom>
                  <a:avLst/>
                  <a:gdLst>
                    <a:gd name="T0" fmla="*/ 0 w 196"/>
                    <a:gd name="T1" fmla="*/ 126 h 249"/>
                    <a:gd name="T2" fmla="*/ 16 w 196"/>
                    <a:gd name="T3" fmla="*/ 68 h 249"/>
                    <a:gd name="T4" fmla="*/ 68 w 196"/>
                    <a:gd name="T5" fmla="*/ 8 h 249"/>
                    <a:gd name="T6" fmla="*/ 142 w 196"/>
                    <a:gd name="T7" fmla="*/ 20 h 249"/>
                    <a:gd name="T8" fmla="*/ 187 w 196"/>
                    <a:gd name="T9" fmla="*/ 103 h 249"/>
                    <a:gd name="T10" fmla="*/ 194 w 196"/>
                    <a:gd name="T11" fmla="*/ 182 h 249"/>
                    <a:gd name="T12" fmla="*/ 185 w 196"/>
                    <a:gd name="T13" fmla="*/ 221 h 249"/>
                    <a:gd name="T14" fmla="*/ 175 w 196"/>
                    <a:gd name="T15" fmla="*/ 242 h 249"/>
                    <a:gd name="T16" fmla="*/ 158 w 196"/>
                    <a:gd name="T17" fmla="*/ 248 h 249"/>
                    <a:gd name="T18" fmla="*/ 139 w 196"/>
                    <a:gd name="T19" fmla="*/ 241 h 249"/>
                    <a:gd name="T20" fmla="*/ 125 w 196"/>
                    <a:gd name="T21" fmla="*/ 200 h 249"/>
                    <a:gd name="T22" fmla="*/ 121 w 196"/>
                    <a:gd name="T23" fmla="*/ 154 h 249"/>
                    <a:gd name="T24" fmla="*/ 128 w 196"/>
                    <a:gd name="T25" fmla="*/ 104 h 249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196"/>
                    <a:gd name="T40" fmla="*/ 0 h 249"/>
                    <a:gd name="T41" fmla="*/ 196 w 196"/>
                    <a:gd name="T42" fmla="*/ 249 h 249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196" h="249">
                      <a:moveTo>
                        <a:pt x="0" y="126"/>
                      </a:moveTo>
                      <a:cubicBezTo>
                        <a:pt x="3" y="116"/>
                        <a:pt x="5" y="88"/>
                        <a:pt x="16" y="68"/>
                      </a:cubicBezTo>
                      <a:cubicBezTo>
                        <a:pt x="27" y="48"/>
                        <a:pt x="47" y="16"/>
                        <a:pt x="68" y="8"/>
                      </a:cubicBezTo>
                      <a:cubicBezTo>
                        <a:pt x="89" y="0"/>
                        <a:pt x="122" y="4"/>
                        <a:pt x="142" y="20"/>
                      </a:cubicBezTo>
                      <a:cubicBezTo>
                        <a:pt x="162" y="36"/>
                        <a:pt x="178" y="76"/>
                        <a:pt x="187" y="103"/>
                      </a:cubicBezTo>
                      <a:cubicBezTo>
                        <a:pt x="196" y="130"/>
                        <a:pt x="194" y="162"/>
                        <a:pt x="194" y="182"/>
                      </a:cubicBezTo>
                      <a:cubicBezTo>
                        <a:pt x="194" y="202"/>
                        <a:pt x="188" y="211"/>
                        <a:pt x="185" y="221"/>
                      </a:cubicBezTo>
                      <a:cubicBezTo>
                        <a:pt x="182" y="231"/>
                        <a:pt x="179" y="238"/>
                        <a:pt x="175" y="242"/>
                      </a:cubicBezTo>
                      <a:cubicBezTo>
                        <a:pt x="171" y="246"/>
                        <a:pt x="164" y="248"/>
                        <a:pt x="158" y="248"/>
                      </a:cubicBezTo>
                      <a:cubicBezTo>
                        <a:pt x="152" y="248"/>
                        <a:pt x="144" y="249"/>
                        <a:pt x="139" y="241"/>
                      </a:cubicBezTo>
                      <a:cubicBezTo>
                        <a:pt x="134" y="233"/>
                        <a:pt x="128" y="214"/>
                        <a:pt x="125" y="200"/>
                      </a:cubicBezTo>
                      <a:cubicBezTo>
                        <a:pt x="122" y="186"/>
                        <a:pt x="120" y="170"/>
                        <a:pt x="121" y="154"/>
                      </a:cubicBezTo>
                      <a:cubicBezTo>
                        <a:pt x="122" y="138"/>
                        <a:pt x="127" y="114"/>
                        <a:pt x="128" y="104"/>
                      </a:cubicBezTo>
                    </a:path>
                  </a:pathLst>
                </a:custGeom>
                <a:noFill/>
                <a:ln w="28575">
                  <a:solidFill>
                    <a:srgbClr val="00FF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315" name="Freeform 71"/>
                <p:cNvSpPr/>
                <p:nvPr/>
              </p:nvSpPr>
              <p:spPr bwMode="auto">
                <a:xfrm>
                  <a:off x="2226" y="576"/>
                  <a:ext cx="196" cy="249"/>
                </a:xfrm>
                <a:custGeom>
                  <a:avLst/>
                  <a:gdLst>
                    <a:gd name="T0" fmla="*/ 0 w 196"/>
                    <a:gd name="T1" fmla="*/ 126 h 249"/>
                    <a:gd name="T2" fmla="*/ 16 w 196"/>
                    <a:gd name="T3" fmla="*/ 68 h 249"/>
                    <a:gd name="T4" fmla="*/ 68 w 196"/>
                    <a:gd name="T5" fmla="*/ 8 h 249"/>
                    <a:gd name="T6" fmla="*/ 142 w 196"/>
                    <a:gd name="T7" fmla="*/ 20 h 249"/>
                    <a:gd name="T8" fmla="*/ 187 w 196"/>
                    <a:gd name="T9" fmla="*/ 103 h 249"/>
                    <a:gd name="T10" fmla="*/ 194 w 196"/>
                    <a:gd name="T11" fmla="*/ 182 h 249"/>
                    <a:gd name="T12" fmla="*/ 185 w 196"/>
                    <a:gd name="T13" fmla="*/ 221 h 249"/>
                    <a:gd name="T14" fmla="*/ 175 w 196"/>
                    <a:gd name="T15" fmla="*/ 242 h 249"/>
                    <a:gd name="T16" fmla="*/ 158 w 196"/>
                    <a:gd name="T17" fmla="*/ 248 h 249"/>
                    <a:gd name="T18" fmla="*/ 139 w 196"/>
                    <a:gd name="T19" fmla="*/ 241 h 249"/>
                    <a:gd name="T20" fmla="*/ 125 w 196"/>
                    <a:gd name="T21" fmla="*/ 200 h 249"/>
                    <a:gd name="T22" fmla="*/ 121 w 196"/>
                    <a:gd name="T23" fmla="*/ 154 h 249"/>
                    <a:gd name="T24" fmla="*/ 128 w 196"/>
                    <a:gd name="T25" fmla="*/ 104 h 249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196"/>
                    <a:gd name="T40" fmla="*/ 0 h 249"/>
                    <a:gd name="T41" fmla="*/ 196 w 196"/>
                    <a:gd name="T42" fmla="*/ 249 h 249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196" h="249">
                      <a:moveTo>
                        <a:pt x="0" y="126"/>
                      </a:moveTo>
                      <a:cubicBezTo>
                        <a:pt x="3" y="116"/>
                        <a:pt x="5" y="88"/>
                        <a:pt x="16" y="68"/>
                      </a:cubicBezTo>
                      <a:cubicBezTo>
                        <a:pt x="27" y="48"/>
                        <a:pt x="47" y="16"/>
                        <a:pt x="68" y="8"/>
                      </a:cubicBezTo>
                      <a:cubicBezTo>
                        <a:pt x="89" y="0"/>
                        <a:pt x="122" y="4"/>
                        <a:pt x="142" y="20"/>
                      </a:cubicBezTo>
                      <a:cubicBezTo>
                        <a:pt x="162" y="36"/>
                        <a:pt x="178" y="76"/>
                        <a:pt x="187" y="103"/>
                      </a:cubicBezTo>
                      <a:cubicBezTo>
                        <a:pt x="196" y="130"/>
                        <a:pt x="194" y="162"/>
                        <a:pt x="194" y="182"/>
                      </a:cubicBezTo>
                      <a:cubicBezTo>
                        <a:pt x="194" y="202"/>
                        <a:pt x="188" y="211"/>
                        <a:pt x="185" y="221"/>
                      </a:cubicBezTo>
                      <a:cubicBezTo>
                        <a:pt x="182" y="231"/>
                        <a:pt x="179" y="238"/>
                        <a:pt x="175" y="242"/>
                      </a:cubicBezTo>
                      <a:cubicBezTo>
                        <a:pt x="171" y="246"/>
                        <a:pt x="164" y="248"/>
                        <a:pt x="158" y="248"/>
                      </a:cubicBezTo>
                      <a:cubicBezTo>
                        <a:pt x="152" y="248"/>
                        <a:pt x="144" y="249"/>
                        <a:pt x="139" y="241"/>
                      </a:cubicBezTo>
                      <a:cubicBezTo>
                        <a:pt x="134" y="233"/>
                        <a:pt x="128" y="214"/>
                        <a:pt x="125" y="200"/>
                      </a:cubicBezTo>
                      <a:cubicBezTo>
                        <a:pt x="122" y="186"/>
                        <a:pt x="120" y="170"/>
                        <a:pt x="121" y="154"/>
                      </a:cubicBezTo>
                      <a:cubicBezTo>
                        <a:pt x="122" y="138"/>
                        <a:pt x="127" y="114"/>
                        <a:pt x="128" y="104"/>
                      </a:cubicBezTo>
                    </a:path>
                  </a:pathLst>
                </a:custGeom>
                <a:noFill/>
                <a:ln w="28575">
                  <a:solidFill>
                    <a:srgbClr val="00FF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316" name="Freeform 72"/>
                <p:cNvSpPr/>
                <p:nvPr/>
              </p:nvSpPr>
              <p:spPr bwMode="auto">
                <a:xfrm>
                  <a:off x="2348" y="576"/>
                  <a:ext cx="196" cy="249"/>
                </a:xfrm>
                <a:custGeom>
                  <a:avLst/>
                  <a:gdLst>
                    <a:gd name="T0" fmla="*/ 0 w 196"/>
                    <a:gd name="T1" fmla="*/ 126 h 249"/>
                    <a:gd name="T2" fmla="*/ 16 w 196"/>
                    <a:gd name="T3" fmla="*/ 68 h 249"/>
                    <a:gd name="T4" fmla="*/ 68 w 196"/>
                    <a:gd name="T5" fmla="*/ 8 h 249"/>
                    <a:gd name="T6" fmla="*/ 142 w 196"/>
                    <a:gd name="T7" fmla="*/ 20 h 249"/>
                    <a:gd name="T8" fmla="*/ 187 w 196"/>
                    <a:gd name="T9" fmla="*/ 103 h 249"/>
                    <a:gd name="T10" fmla="*/ 194 w 196"/>
                    <a:gd name="T11" fmla="*/ 182 h 249"/>
                    <a:gd name="T12" fmla="*/ 185 w 196"/>
                    <a:gd name="T13" fmla="*/ 221 h 249"/>
                    <a:gd name="T14" fmla="*/ 175 w 196"/>
                    <a:gd name="T15" fmla="*/ 242 h 249"/>
                    <a:gd name="T16" fmla="*/ 158 w 196"/>
                    <a:gd name="T17" fmla="*/ 248 h 249"/>
                    <a:gd name="T18" fmla="*/ 139 w 196"/>
                    <a:gd name="T19" fmla="*/ 241 h 249"/>
                    <a:gd name="T20" fmla="*/ 125 w 196"/>
                    <a:gd name="T21" fmla="*/ 200 h 249"/>
                    <a:gd name="T22" fmla="*/ 121 w 196"/>
                    <a:gd name="T23" fmla="*/ 154 h 249"/>
                    <a:gd name="T24" fmla="*/ 128 w 196"/>
                    <a:gd name="T25" fmla="*/ 104 h 249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196"/>
                    <a:gd name="T40" fmla="*/ 0 h 249"/>
                    <a:gd name="T41" fmla="*/ 196 w 196"/>
                    <a:gd name="T42" fmla="*/ 249 h 249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196" h="249">
                      <a:moveTo>
                        <a:pt x="0" y="126"/>
                      </a:moveTo>
                      <a:cubicBezTo>
                        <a:pt x="3" y="116"/>
                        <a:pt x="5" y="88"/>
                        <a:pt x="16" y="68"/>
                      </a:cubicBezTo>
                      <a:cubicBezTo>
                        <a:pt x="27" y="48"/>
                        <a:pt x="47" y="16"/>
                        <a:pt x="68" y="8"/>
                      </a:cubicBezTo>
                      <a:cubicBezTo>
                        <a:pt x="89" y="0"/>
                        <a:pt x="122" y="4"/>
                        <a:pt x="142" y="20"/>
                      </a:cubicBezTo>
                      <a:cubicBezTo>
                        <a:pt x="162" y="36"/>
                        <a:pt x="178" y="76"/>
                        <a:pt x="187" y="103"/>
                      </a:cubicBezTo>
                      <a:cubicBezTo>
                        <a:pt x="196" y="130"/>
                        <a:pt x="194" y="162"/>
                        <a:pt x="194" y="182"/>
                      </a:cubicBezTo>
                      <a:cubicBezTo>
                        <a:pt x="194" y="202"/>
                        <a:pt x="188" y="211"/>
                        <a:pt x="185" y="221"/>
                      </a:cubicBezTo>
                      <a:cubicBezTo>
                        <a:pt x="182" y="231"/>
                        <a:pt x="179" y="238"/>
                        <a:pt x="175" y="242"/>
                      </a:cubicBezTo>
                      <a:cubicBezTo>
                        <a:pt x="171" y="246"/>
                        <a:pt x="164" y="248"/>
                        <a:pt x="158" y="248"/>
                      </a:cubicBezTo>
                      <a:cubicBezTo>
                        <a:pt x="152" y="248"/>
                        <a:pt x="144" y="249"/>
                        <a:pt x="139" y="241"/>
                      </a:cubicBezTo>
                      <a:cubicBezTo>
                        <a:pt x="134" y="233"/>
                        <a:pt x="128" y="214"/>
                        <a:pt x="125" y="200"/>
                      </a:cubicBezTo>
                      <a:cubicBezTo>
                        <a:pt x="122" y="186"/>
                        <a:pt x="120" y="170"/>
                        <a:pt x="121" y="154"/>
                      </a:cubicBezTo>
                      <a:cubicBezTo>
                        <a:pt x="122" y="138"/>
                        <a:pt x="127" y="114"/>
                        <a:pt x="128" y="104"/>
                      </a:cubicBezTo>
                    </a:path>
                  </a:pathLst>
                </a:custGeom>
                <a:noFill/>
                <a:ln w="28575">
                  <a:solidFill>
                    <a:srgbClr val="00FF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317" name="Freeform 73"/>
                <p:cNvSpPr/>
                <p:nvPr/>
              </p:nvSpPr>
              <p:spPr bwMode="auto">
                <a:xfrm>
                  <a:off x="2470" y="576"/>
                  <a:ext cx="196" cy="249"/>
                </a:xfrm>
                <a:custGeom>
                  <a:avLst/>
                  <a:gdLst>
                    <a:gd name="T0" fmla="*/ 0 w 196"/>
                    <a:gd name="T1" fmla="*/ 126 h 249"/>
                    <a:gd name="T2" fmla="*/ 16 w 196"/>
                    <a:gd name="T3" fmla="*/ 68 h 249"/>
                    <a:gd name="T4" fmla="*/ 68 w 196"/>
                    <a:gd name="T5" fmla="*/ 8 h 249"/>
                    <a:gd name="T6" fmla="*/ 142 w 196"/>
                    <a:gd name="T7" fmla="*/ 20 h 249"/>
                    <a:gd name="T8" fmla="*/ 187 w 196"/>
                    <a:gd name="T9" fmla="*/ 103 h 249"/>
                    <a:gd name="T10" fmla="*/ 194 w 196"/>
                    <a:gd name="T11" fmla="*/ 182 h 249"/>
                    <a:gd name="T12" fmla="*/ 185 w 196"/>
                    <a:gd name="T13" fmla="*/ 221 h 249"/>
                    <a:gd name="T14" fmla="*/ 175 w 196"/>
                    <a:gd name="T15" fmla="*/ 242 h 249"/>
                    <a:gd name="T16" fmla="*/ 158 w 196"/>
                    <a:gd name="T17" fmla="*/ 248 h 249"/>
                    <a:gd name="T18" fmla="*/ 139 w 196"/>
                    <a:gd name="T19" fmla="*/ 241 h 249"/>
                    <a:gd name="T20" fmla="*/ 125 w 196"/>
                    <a:gd name="T21" fmla="*/ 200 h 249"/>
                    <a:gd name="T22" fmla="*/ 121 w 196"/>
                    <a:gd name="T23" fmla="*/ 154 h 249"/>
                    <a:gd name="T24" fmla="*/ 128 w 196"/>
                    <a:gd name="T25" fmla="*/ 104 h 249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196"/>
                    <a:gd name="T40" fmla="*/ 0 h 249"/>
                    <a:gd name="T41" fmla="*/ 196 w 196"/>
                    <a:gd name="T42" fmla="*/ 249 h 249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196" h="249">
                      <a:moveTo>
                        <a:pt x="0" y="126"/>
                      </a:moveTo>
                      <a:cubicBezTo>
                        <a:pt x="3" y="116"/>
                        <a:pt x="5" y="88"/>
                        <a:pt x="16" y="68"/>
                      </a:cubicBezTo>
                      <a:cubicBezTo>
                        <a:pt x="27" y="48"/>
                        <a:pt x="47" y="16"/>
                        <a:pt x="68" y="8"/>
                      </a:cubicBezTo>
                      <a:cubicBezTo>
                        <a:pt x="89" y="0"/>
                        <a:pt x="122" y="4"/>
                        <a:pt x="142" y="20"/>
                      </a:cubicBezTo>
                      <a:cubicBezTo>
                        <a:pt x="162" y="36"/>
                        <a:pt x="178" y="76"/>
                        <a:pt x="187" y="103"/>
                      </a:cubicBezTo>
                      <a:cubicBezTo>
                        <a:pt x="196" y="130"/>
                        <a:pt x="194" y="162"/>
                        <a:pt x="194" y="182"/>
                      </a:cubicBezTo>
                      <a:cubicBezTo>
                        <a:pt x="194" y="202"/>
                        <a:pt x="188" y="211"/>
                        <a:pt x="185" y="221"/>
                      </a:cubicBezTo>
                      <a:cubicBezTo>
                        <a:pt x="182" y="231"/>
                        <a:pt x="179" y="238"/>
                        <a:pt x="175" y="242"/>
                      </a:cubicBezTo>
                      <a:cubicBezTo>
                        <a:pt x="171" y="246"/>
                        <a:pt x="164" y="248"/>
                        <a:pt x="158" y="248"/>
                      </a:cubicBezTo>
                      <a:cubicBezTo>
                        <a:pt x="152" y="248"/>
                        <a:pt x="144" y="249"/>
                        <a:pt x="139" y="241"/>
                      </a:cubicBezTo>
                      <a:cubicBezTo>
                        <a:pt x="134" y="233"/>
                        <a:pt x="128" y="214"/>
                        <a:pt x="125" y="200"/>
                      </a:cubicBezTo>
                      <a:cubicBezTo>
                        <a:pt x="122" y="186"/>
                        <a:pt x="120" y="170"/>
                        <a:pt x="121" y="154"/>
                      </a:cubicBezTo>
                      <a:cubicBezTo>
                        <a:pt x="122" y="138"/>
                        <a:pt x="127" y="114"/>
                        <a:pt x="128" y="104"/>
                      </a:cubicBezTo>
                    </a:path>
                  </a:pathLst>
                </a:custGeom>
                <a:noFill/>
                <a:ln w="28575">
                  <a:solidFill>
                    <a:srgbClr val="00FF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318" name="Freeform 74"/>
                <p:cNvSpPr/>
                <p:nvPr/>
              </p:nvSpPr>
              <p:spPr bwMode="auto">
                <a:xfrm>
                  <a:off x="2592" y="576"/>
                  <a:ext cx="196" cy="249"/>
                </a:xfrm>
                <a:custGeom>
                  <a:avLst/>
                  <a:gdLst>
                    <a:gd name="T0" fmla="*/ 0 w 196"/>
                    <a:gd name="T1" fmla="*/ 126 h 249"/>
                    <a:gd name="T2" fmla="*/ 16 w 196"/>
                    <a:gd name="T3" fmla="*/ 68 h 249"/>
                    <a:gd name="T4" fmla="*/ 68 w 196"/>
                    <a:gd name="T5" fmla="*/ 8 h 249"/>
                    <a:gd name="T6" fmla="*/ 142 w 196"/>
                    <a:gd name="T7" fmla="*/ 20 h 249"/>
                    <a:gd name="T8" fmla="*/ 187 w 196"/>
                    <a:gd name="T9" fmla="*/ 103 h 249"/>
                    <a:gd name="T10" fmla="*/ 194 w 196"/>
                    <a:gd name="T11" fmla="*/ 182 h 249"/>
                    <a:gd name="T12" fmla="*/ 185 w 196"/>
                    <a:gd name="T13" fmla="*/ 221 h 249"/>
                    <a:gd name="T14" fmla="*/ 175 w 196"/>
                    <a:gd name="T15" fmla="*/ 242 h 249"/>
                    <a:gd name="T16" fmla="*/ 158 w 196"/>
                    <a:gd name="T17" fmla="*/ 248 h 249"/>
                    <a:gd name="T18" fmla="*/ 139 w 196"/>
                    <a:gd name="T19" fmla="*/ 241 h 249"/>
                    <a:gd name="T20" fmla="*/ 125 w 196"/>
                    <a:gd name="T21" fmla="*/ 200 h 249"/>
                    <a:gd name="T22" fmla="*/ 121 w 196"/>
                    <a:gd name="T23" fmla="*/ 154 h 249"/>
                    <a:gd name="T24" fmla="*/ 128 w 196"/>
                    <a:gd name="T25" fmla="*/ 104 h 249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196"/>
                    <a:gd name="T40" fmla="*/ 0 h 249"/>
                    <a:gd name="T41" fmla="*/ 196 w 196"/>
                    <a:gd name="T42" fmla="*/ 249 h 249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196" h="249">
                      <a:moveTo>
                        <a:pt x="0" y="126"/>
                      </a:moveTo>
                      <a:cubicBezTo>
                        <a:pt x="3" y="116"/>
                        <a:pt x="5" y="88"/>
                        <a:pt x="16" y="68"/>
                      </a:cubicBezTo>
                      <a:cubicBezTo>
                        <a:pt x="27" y="48"/>
                        <a:pt x="47" y="16"/>
                        <a:pt x="68" y="8"/>
                      </a:cubicBezTo>
                      <a:cubicBezTo>
                        <a:pt x="89" y="0"/>
                        <a:pt x="122" y="4"/>
                        <a:pt x="142" y="20"/>
                      </a:cubicBezTo>
                      <a:cubicBezTo>
                        <a:pt x="162" y="36"/>
                        <a:pt x="178" y="76"/>
                        <a:pt x="187" y="103"/>
                      </a:cubicBezTo>
                      <a:cubicBezTo>
                        <a:pt x="196" y="130"/>
                        <a:pt x="194" y="162"/>
                        <a:pt x="194" y="182"/>
                      </a:cubicBezTo>
                      <a:cubicBezTo>
                        <a:pt x="194" y="202"/>
                        <a:pt x="188" y="211"/>
                        <a:pt x="185" y="221"/>
                      </a:cubicBezTo>
                      <a:cubicBezTo>
                        <a:pt x="182" y="231"/>
                        <a:pt x="179" y="238"/>
                        <a:pt x="175" y="242"/>
                      </a:cubicBezTo>
                      <a:cubicBezTo>
                        <a:pt x="171" y="246"/>
                        <a:pt x="164" y="248"/>
                        <a:pt x="158" y="248"/>
                      </a:cubicBezTo>
                      <a:cubicBezTo>
                        <a:pt x="152" y="248"/>
                        <a:pt x="144" y="249"/>
                        <a:pt x="139" y="241"/>
                      </a:cubicBezTo>
                      <a:cubicBezTo>
                        <a:pt x="134" y="233"/>
                        <a:pt x="128" y="214"/>
                        <a:pt x="125" y="200"/>
                      </a:cubicBezTo>
                      <a:cubicBezTo>
                        <a:pt x="122" y="186"/>
                        <a:pt x="120" y="170"/>
                        <a:pt x="121" y="154"/>
                      </a:cubicBezTo>
                      <a:cubicBezTo>
                        <a:pt x="122" y="138"/>
                        <a:pt x="127" y="114"/>
                        <a:pt x="128" y="104"/>
                      </a:cubicBezTo>
                    </a:path>
                  </a:pathLst>
                </a:custGeom>
                <a:noFill/>
                <a:ln w="28575">
                  <a:solidFill>
                    <a:srgbClr val="00FF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319" name="Freeform 75"/>
                <p:cNvSpPr/>
                <p:nvPr/>
              </p:nvSpPr>
              <p:spPr bwMode="auto">
                <a:xfrm>
                  <a:off x="2714" y="576"/>
                  <a:ext cx="196" cy="249"/>
                </a:xfrm>
                <a:custGeom>
                  <a:avLst/>
                  <a:gdLst>
                    <a:gd name="T0" fmla="*/ 0 w 196"/>
                    <a:gd name="T1" fmla="*/ 126 h 249"/>
                    <a:gd name="T2" fmla="*/ 16 w 196"/>
                    <a:gd name="T3" fmla="*/ 68 h 249"/>
                    <a:gd name="T4" fmla="*/ 68 w 196"/>
                    <a:gd name="T5" fmla="*/ 8 h 249"/>
                    <a:gd name="T6" fmla="*/ 142 w 196"/>
                    <a:gd name="T7" fmla="*/ 20 h 249"/>
                    <a:gd name="T8" fmla="*/ 187 w 196"/>
                    <a:gd name="T9" fmla="*/ 103 h 249"/>
                    <a:gd name="T10" fmla="*/ 194 w 196"/>
                    <a:gd name="T11" fmla="*/ 182 h 249"/>
                    <a:gd name="T12" fmla="*/ 185 w 196"/>
                    <a:gd name="T13" fmla="*/ 221 h 249"/>
                    <a:gd name="T14" fmla="*/ 175 w 196"/>
                    <a:gd name="T15" fmla="*/ 242 h 249"/>
                    <a:gd name="T16" fmla="*/ 158 w 196"/>
                    <a:gd name="T17" fmla="*/ 248 h 249"/>
                    <a:gd name="T18" fmla="*/ 139 w 196"/>
                    <a:gd name="T19" fmla="*/ 241 h 249"/>
                    <a:gd name="T20" fmla="*/ 125 w 196"/>
                    <a:gd name="T21" fmla="*/ 200 h 249"/>
                    <a:gd name="T22" fmla="*/ 121 w 196"/>
                    <a:gd name="T23" fmla="*/ 154 h 249"/>
                    <a:gd name="T24" fmla="*/ 128 w 196"/>
                    <a:gd name="T25" fmla="*/ 104 h 249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196"/>
                    <a:gd name="T40" fmla="*/ 0 h 249"/>
                    <a:gd name="T41" fmla="*/ 196 w 196"/>
                    <a:gd name="T42" fmla="*/ 249 h 249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196" h="249">
                      <a:moveTo>
                        <a:pt x="0" y="126"/>
                      </a:moveTo>
                      <a:cubicBezTo>
                        <a:pt x="3" y="116"/>
                        <a:pt x="5" y="88"/>
                        <a:pt x="16" y="68"/>
                      </a:cubicBezTo>
                      <a:cubicBezTo>
                        <a:pt x="27" y="48"/>
                        <a:pt x="47" y="16"/>
                        <a:pt x="68" y="8"/>
                      </a:cubicBezTo>
                      <a:cubicBezTo>
                        <a:pt x="89" y="0"/>
                        <a:pt x="122" y="4"/>
                        <a:pt x="142" y="20"/>
                      </a:cubicBezTo>
                      <a:cubicBezTo>
                        <a:pt x="162" y="36"/>
                        <a:pt x="178" y="76"/>
                        <a:pt x="187" y="103"/>
                      </a:cubicBezTo>
                      <a:cubicBezTo>
                        <a:pt x="196" y="130"/>
                        <a:pt x="194" y="162"/>
                        <a:pt x="194" y="182"/>
                      </a:cubicBezTo>
                      <a:cubicBezTo>
                        <a:pt x="194" y="202"/>
                        <a:pt x="188" y="211"/>
                        <a:pt x="185" y="221"/>
                      </a:cubicBezTo>
                      <a:cubicBezTo>
                        <a:pt x="182" y="231"/>
                        <a:pt x="179" y="238"/>
                        <a:pt x="175" y="242"/>
                      </a:cubicBezTo>
                      <a:cubicBezTo>
                        <a:pt x="171" y="246"/>
                        <a:pt x="164" y="248"/>
                        <a:pt x="158" y="248"/>
                      </a:cubicBezTo>
                      <a:cubicBezTo>
                        <a:pt x="152" y="248"/>
                        <a:pt x="144" y="249"/>
                        <a:pt x="139" y="241"/>
                      </a:cubicBezTo>
                      <a:cubicBezTo>
                        <a:pt x="134" y="233"/>
                        <a:pt x="128" y="214"/>
                        <a:pt x="125" y="200"/>
                      </a:cubicBezTo>
                      <a:cubicBezTo>
                        <a:pt x="122" y="186"/>
                        <a:pt x="120" y="170"/>
                        <a:pt x="121" y="154"/>
                      </a:cubicBezTo>
                      <a:cubicBezTo>
                        <a:pt x="122" y="138"/>
                        <a:pt x="127" y="114"/>
                        <a:pt x="128" y="104"/>
                      </a:cubicBezTo>
                    </a:path>
                  </a:pathLst>
                </a:custGeom>
                <a:noFill/>
                <a:ln w="28575">
                  <a:solidFill>
                    <a:srgbClr val="00FF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320" name="Freeform 76"/>
                <p:cNvSpPr/>
                <p:nvPr/>
              </p:nvSpPr>
              <p:spPr bwMode="auto">
                <a:xfrm>
                  <a:off x="2836" y="576"/>
                  <a:ext cx="196" cy="249"/>
                </a:xfrm>
                <a:custGeom>
                  <a:avLst/>
                  <a:gdLst>
                    <a:gd name="T0" fmla="*/ 0 w 196"/>
                    <a:gd name="T1" fmla="*/ 126 h 249"/>
                    <a:gd name="T2" fmla="*/ 16 w 196"/>
                    <a:gd name="T3" fmla="*/ 68 h 249"/>
                    <a:gd name="T4" fmla="*/ 68 w 196"/>
                    <a:gd name="T5" fmla="*/ 8 h 249"/>
                    <a:gd name="T6" fmla="*/ 142 w 196"/>
                    <a:gd name="T7" fmla="*/ 20 h 249"/>
                    <a:gd name="T8" fmla="*/ 187 w 196"/>
                    <a:gd name="T9" fmla="*/ 103 h 249"/>
                    <a:gd name="T10" fmla="*/ 194 w 196"/>
                    <a:gd name="T11" fmla="*/ 182 h 249"/>
                    <a:gd name="T12" fmla="*/ 185 w 196"/>
                    <a:gd name="T13" fmla="*/ 221 h 249"/>
                    <a:gd name="T14" fmla="*/ 175 w 196"/>
                    <a:gd name="T15" fmla="*/ 242 h 249"/>
                    <a:gd name="T16" fmla="*/ 158 w 196"/>
                    <a:gd name="T17" fmla="*/ 248 h 249"/>
                    <a:gd name="T18" fmla="*/ 139 w 196"/>
                    <a:gd name="T19" fmla="*/ 241 h 249"/>
                    <a:gd name="T20" fmla="*/ 125 w 196"/>
                    <a:gd name="T21" fmla="*/ 200 h 249"/>
                    <a:gd name="T22" fmla="*/ 121 w 196"/>
                    <a:gd name="T23" fmla="*/ 154 h 249"/>
                    <a:gd name="T24" fmla="*/ 128 w 196"/>
                    <a:gd name="T25" fmla="*/ 104 h 249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196"/>
                    <a:gd name="T40" fmla="*/ 0 h 249"/>
                    <a:gd name="T41" fmla="*/ 196 w 196"/>
                    <a:gd name="T42" fmla="*/ 249 h 249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196" h="249">
                      <a:moveTo>
                        <a:pt x="0" y="126"/>
                      </a:moveTo>
                      <a:cubicBezTo>
                        <a:pt x="3" y="116"/>
                        <a:pt x="5" y="88"/>
                        <a:pt x="16" y="68"/>
                      </a:cubicBezTo>
                      <a:cubicBezTo>
                        <a:pt x="27" y="48"/>
                        <a:pt x="47" y="16"/>
                        <a:pt x="68" y="8"/>
                      </a:cubicBezTo>
                      <a:cubicBezTo>
                        <a:pt x="89" y="0"/>
                        <a:pt x="122" y="4"/>
                        <a:pt x="142" y="20"/>
                      </a:cubicBezTo>
                      <a:cubicBezTo>
                        <a:pt x="162" y="36"/>
                        <a:pt x="178" y="76"/>
                        <a:pt x="187" y="103"/>
                      </a:cubicBezTo>
                      <a:cubicBezTo>
                        <a:pt x="196" y="130"/>
                        <a:pt x="194" y="162"/>
                        <a:pt x="194" y="182"/>
                      </a:cubicBezTo>
                      <a:cubicBezTo>
                        <a:pt x="194" y="202"/>
                        <a:pt x="188" y="211"/>
                        <a:pt x="185" y="221"/>
                      </a:cubicBezTo>
                      <a:cubicBezTo>
                        <a:pt x="182" y="231"/>
                        <a:pt x="179" y="238"/>
                        <a:pt x="175" y="242"/>
                      </a:cubicBezTo>
                      <a:cubicBezTo>
                        <a:pt x="171" y="246"/>
                        <a:pt x="164" y="248"/>
                        <a:pt x="158" y="248"/>
                      </a:cubicBezTo>
                      <a:cubicBezTo>
                        <a:pt x="152" y="248"/>
                        <a:pt x="144" y="249"/>
                        <a:pt x="139" y="241"/>
                      </a:cubicBezTo>
                      <a:cubicBezTo>
                        <a:pt x="134" y="233"/>
                        <a:pt x="128" y="214"/>
                        <a:pt x="125" y="200"/>
                      </a:cubicBezTo>
                      <a:cubicBezTo>
                        <a:pt x="122" y="186"/>
                        <a:pt x="120" y="170"/>
                        <a:pt x="121" y="154"/>
                      </a:cubicBezTo>
                      <a:cubicBezTo>
                        <a:pt x="122" y="138"/>
                        <a:pt x="127" y="114"/>
                        <a:pt x="128" y="104"/>
                      </a:cubicBezTo>
                    </a:path>
                  </a:pathLst>
                </a:custGeom>
                <a:noFill/>
                <a:ln w="28575">
                  <a:solidFill>
                    <a:srgbClr val="00FF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321" name="Freeform 77"/>
                <p:cNvSpPr/>
                <p:nvPr/>
              </p:nvSpPr>
              <p:spPr bwMode="auto">
                <a:xfrm>
                  <a:off x="2958" y="576"/>
                  <a:ext cx="196" cy="249"/>
                </a:xfrm>
                <a:custGeom>
                  <a:avLst/>
                  <a:gdLst>
                    <a:gd name="T0" fmla="*/ 0 w 196"/>
                    <a:gd name="T1" fmla="*/ 126 h 249"/>
                    <a:gd name="T2" fmla="*/ 16 w 196"/>
                    <a:gd name="T3" fmla="*/ 68 h 249"/>
                    <a:gd name="T4" fmla="*/ 68 w 196"/>
                    <a:gd name="T5" fmla="*/ 8 h 249"/>
                    <a:gd name="T6" fmla="*/ 142 w 196"/>
                    <a:gd name="T7" fmla="*/ 20 h 249"/>
                    <a:gd name="T8" fmla="*/ 187 w 196"/>
                    <a:gd name="T9" fmla="*/ 103 h 249"/>
                    <a:gd name="T10" fmla="*/ 194 w 196"/>
                    <a:gd name="T11" fmla="*/ 182 h 249"/>
                    <a:gd name="T12" fmla="*/ 185 w 196"/>
                    <a:gd name="T13" fmla="*/ 221 h 249"/>
                    <a:gd name="T14" fmla="*/ 175 w 196"/>
                    <a:gd name="T15" fmla="*/ 242 h 249"/>
                    <a:gd name="T16" fmla="*/ 158 w 196"/>
                    <a:gd name="T17" fmla="*/ 248 h 249"/>
                    <a:gd name="T18" fmla="*/ 139 w 196"/>
                    <a:gd name="T19" fmla="*/ 241 h 249"/>
                    <a:gd name="T20" fmla="*/ 125 w 196"/>
                    <a:gd name="T21" fmla="*/ 200 h 249"/>
                    <a:gd name="T22" fmla="*/ 121 w 196"/>
                    <a:gd name="T23" fmla="*/ 154 h 249"/>
                    <a:gd name="T24" fmla="*/ 128 w 196"/>
                    <a:gd name="T25" fmla="*/ 104 h 249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196"/>
                    <a:gd name="T40" fmla="*/ 0 h 249"/>
                    <a:gd name="T41" fmla="*/ 196 w 196"/>
                    <a:gd name="T42" fmla="*/ 249 h 249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196" h="249">
                      <a:moveTo>
                        <a:pt x="0" y="126"/>
                      </a:moveTo>
                      <a:cubicBezTo>
                        <a:pt x="3" y="116"/>
                        <a:pt x="5" y="88"/>
                        <a:pt x="16" y="68"/>
                      </a:cubicBezTo>
                      <a:cubicBezTo>
                        <a:pt x="27" y="48"/>
                        <a:pt x="47" y="16"/>
                        <a:pt x="68" y="8"/>
                      </a:cubicBezTo>
                      <a:cubicBezTo>
                        <a:pt x="89" y="0"/>
                        <a:pt x="122" y="4"/>
                        <a:pt x="142" y="20"/>
                      </a:cubicBezTo>
                      <a:cubicBezTo>
                        <a:pt x="162" y="36"/>
                        <a:pt x="178" y="76"/>
                        <a:pt x="187" y="103"/>
                      </a:cubicBezTo>
                      <a:cubicBezTo>
                        <a:pt x="196" y="130"/>
                        <a:pt x="194" y="162"/>
                        <a:pt x="194" y="182"/>
                      </a:cubicBezTo>
                      <a:cubicBezTo>
                        <a:pt x="194" y="202"/>
                        <a:pt x="188" y="211"/>
                        <a:pt x="185" y="221"/>
                      </a:cubicBezTo>
                      <a:cubicBezTo>
                        <a:pt x="182" y="231"/>
                        <a:pt x="179" y="238"/>
                        <a:pt x="175" y="242"/>
                      </a:cubicBezTo>
                      <a:cubicBezTo>
                        <a:pt x="171" y="246"/>
                        <a:pt x="164" y="248"/>
                        <a:pt x="158" y="248"/>
                      </a:cubicBezTo>
                      <a:cubicBezTo>
                        <a:pt x="152" y="248"/>
                        <a:pt x="144" y="249"/>
                        <a:pt x="139" y="241"/>
                      </a:cubicBezTo>
                      <a:cubicBezTo>
                        <a:pt x="134" y="233"/>
                        <a:pt x="128" y="214"/>
                        <a:pt x="125" y="200"/>
                      </a:cubicBezTo>
                      <a:cubicBezTo>
                        <a:pt x="122" y="186"/>
                        <a:pt x="120" y="170"/>
                        <a:pt x="121" y="154"/>
                      </a:cubicBezTo>
                      <a:cubicBezTo>
                        <a:pt x="122" y="138"/>
                        <a:pt x="127" y="114"/>
                        <a:pt x="128" y="104"/>
                      </a:cubicBezTo>
                    </a:path>
                  </a:pathLst>
                </a:custGeom>
                <a:noFill/>
                <a:ln w="28575">
                  <a:solidFill>
                    <a:srgbClr val="00FF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322" name="Freeform 78"/>
                <p:cNvSpPr/>
                <p:nvPr/>
              </p:nvSpPr>
              <p:spPr bwMode="auto">
                <a:xfrm>
                  <a:off x="3082" y="572"/>
                  <a:ext cx="218" cy="149"/>
                </a:xfrm>
                <a:custGeom>
                  <a:avLst/>
                  <a:gdLst>
                    <a:gd name="T0" fmla="*/ 0 w 218"/>
                    <a:gd name="T1" fmla="*/ 128 h 149"/>
                    <a:gd name="T2" fmla="*/ 16 w 218"/>
                    <a:gd name="T3" fmla="*/ 70 h 149"/>
                    <a:gd name="T4" fmla="*/ 68 w 218"/>
                    <a:gd name="T5" fmla="*/ 10 h 149"/>
                    <a:gd name="T6" fmla="*/ 117 w 218"/>
                    <a:gd name="T7" fmla="*/ 12 h 149"/>
                    <a:gd name="T8" fmla="*/ 147 w 218"/>
                    <a:gd name="T9" fmla="*/ 42 h 149"/>
                    <a:gd name="T10" fmla="*/ 164 w 218"/>
                    <a:gd name="T11" fmla="*/ 101 h 149"/>
                    <a:gd name="T12" fmla="*/ 171 w 218"/>
                    <a:gd name="T13" fmla="*/ 142 h 149"/>
                    <a:gd name="T14" fmla="*/ 218 w 218"/>
                    <a:gd name="T15" fmla="*/ 143 h 1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218"/>
                    <a:gd name="T25" fmla="*/ 0 h 149"/>
                    <a:gd name="T26" fmla="*/ 218 w 218"/>
                    <a:gd name="T27" fmla="*/ 149 h 149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218" h="149">
                      <a:moveTo>
                        <a:pt x="0" y="128"/>
                      </a:moveTo>
                      <a:cubicBezTo>
                        <a:pt x="3" y="118"/>
                        <a:pt x="5" y="90"/>
                        <a:pt x="16" y="70"/>
                      </a:cubicBezTo>
                      <a:cubicBezTo>
                        <a:pt x="27" y="50"/>
                        <a:pt x="51" y="20"/>
                        <a:pt x="68" y="10"/>
                      </a:cubicBezTo>
                      <a:cubicBezTo>
                        <a:pt x="85" y="0"/>
                        <a:pt x="104" y="7"/>
                        <a:pt x="117" y="12"/>
                      </a:cubicBezTo>
                      <a:cubicBezTo>
                        <a:pt x="130" y="17"/>
                        <a:pt x="139" y="27"/>
                        <a:pt x="147" y="42"/>
                      </a:cubicBezTo>
                      <a:cubicBezTo>
                        <a:pt x="155" y="57"/>
                        <a:pt x="160" y="84"/>
                        <a:pt x="164" y="101"/>
                      </a:cubicBezTo>
                      <a:cubicBezTo>
                        <a:pt x="168" y="118"/>
                        <a:pt x="162" y="135"/>
                        <a:pt x="171" y="142"/>
                      </a:cubicBezTo>
                      <a:cubicBezTo>
                        <a:pt x="180" y="149"/>
                        <a:pt x="208" y="143"/>
                        <a:pt x="218" y="143"/>
                      </a:cubicBezTo>
                    </a:path>
                  </a:pathLst>
                </a:custGeom>
                <a:noFill/>
                <a:ln w="28575">
                  <a:solidFill>
                    <a:srgbClr val="00FF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323" name="Line 79"/>
                <p:cNvSpPr>
                  <a:spLocks noChangeShapeType="1"/>
                </p:cNvSpPr>
                <p:nvPr/>
              </p:nvSpPr>
              <p:spPr bwMode="auto">
                <a:xfrm>
                  <a:off x="1610" y="713"/>
                  <a:ext cx="45" cy="0"/>
                </a:xfrm>
                <a:prstGeom prst="line">
                  <a:avLst/>
                </a:prstGeom>
                <a:noFill/>
                <a:ln w="28575">
                  <a:solidFill>
                    <a:srgbClr val="00FF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0299" name="Line 80"/>
              <p:cNvSpPr>
                <a:spLocks noChangeShapeType="1"/>
              </p:cNvSpPr>
              <p:nvPr/>
            </p:nvSpPr>
            <p:spPr bwMode="auto">
              <a:xfrm>
                <a:off x="2831" y="1722"/>
                <a:ext cx="0" cy="265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00" name="Rectangle 81"/>
              <p:cNvSpPr>
                <a:spLocks noChangeArrowheads="1"/>
              </p:cNvSpPr>
              <p:nvPr/>
            </p:nvSpPr>
            <p:spPr bwMode="auto">
              <a:xfrm>
                <a:off x="2744" y="1709"/>
                <a:ext cx="99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301" name="Line 82"/>
              <p:cNvSpPr>
                <a:spLocks noChangeShapeType="1"/>
              </p:cNvSpPr>
              <p:nvPr/>
            </p:nvSpPr>
            <p:spPr bwMode="auto">
              <a:xfrm>
                <a:off x="2826" y="1987"/>
                <a:ext cx="1122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02" name="Rectangle 83"/>
              <p:cNvSpPr>
                <a:spLocks noChangeArrowheads="1"/>
              </p:cNvSpPr>
              <p:nvPr/>
            </p:nvSpPr>
            <p:spPr bwMode="auto">
              <a:xfrm>
                <a:off x="3772" y="1962"/>
                <a:ext cx="177" cy="2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i="1">
                    <a:solidFill>
                      <a:srgbClr val="FFFF00"/>
                    </a:solidFill>
                  </a:rPr>
                  <a:t>x</a:t>
                </a:r>
              </a:p>
            </p:txBody>
          </p:sp>
          <p:sp>
            <p:nvSpPr>
              <p:cNvPr id="10303" name="Oval 84"/>
              <p:cNvSpPr>
                <a:spLocks noChangeAspect="1" noChangeArrowheads="1"/>
              </p:cNvSpPr>
              <p:nvPr/>
            </p:nvSpPr>
            <p:spPr bwMode="auto">
              <a:xfrm>
                <a:off x="3383" y="1959"/>
                <a:ext cx="53" cy="53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rgbClr val="FF9900"/>
                </a:solidFill>
                <a:rou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304" name="Rectangle 85"/>
              <p:cNvSpPr>
                <a:spLocks noChangeArrowheads="1"/>
              </p:cNvSpPr>
              <p:nvPr/>
            </p:nvSpPr>
            <p:spPr bwMode="auto">
              <a:xfrm>
                <a:off x="3268" y="1974"/>
                <a:ext cx="213" cy="2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i="1">
                    <a:solidFill>
                      <a:srgbClr val="FFFF00"/>
                    </a:solidFill>
                  </a:rPr>
                  <a:t>O</a:t>
                </a:r>
              </a:p>
            </p:txBody>
          </p:sp>
          <p:sp>
            <p:nvSpPr>
              <p:cNvPr id="10305" name="Line 86"/>
              <p:cNvSpPr>
                <a:spLocks noChangeShapeType="1"/>
              </p:cNvSpPr>
              <p:nvPr/>
            </p:nvSpPr>
            <p:spPr bwMode="auto">
              <a:xfrm flipH="1">
                <a:off x="2764" y="1743"/>
                <a:ext cx="70" cy="85"/>
              </a:xfrm>
              <a:prstGeom prst="line">
                <a:avLst/>
              </a:prstGeom>
              <a:noFill/>
              <a:ln w="28575">
                <a:solidFill>
                  <a:srgbClr val="99C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6" name="Line 87"/>
              <p:cNvSpPr>
                <a:spLocks noChangeShapeType="1"/>
              </p:cNvSpPr>
              <p:nvPr/>
            </p:nvSpPr>
            <p:spPr bwMode="auto">
              <a:xfrm flipH="1">
                <a:off x="2764" y="1806"/>
                <a:ext cx="70" cy="85"/>
              </a:xfrm>
              <a:prstGeom prst="line">
                <a:avLst/>
              </a:prstGeom>
              <a:noFill/>
              <a:ln w="28575">
                <a:solidFill>
                  <a:srgbClr val="99C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7" name="Line 88"/>
              <p:cNvSpPr>
                <a:spLocks noChangeShapeType="1"/>
              </p:cNvSpPr>
              <p:nvPr/>
            </p:nvSpPr>
            <p:spPr bwMode="auto">
              <a:xfrm flipH="1">
                <a:off x="2764" y="1869"/>
                <a:ext cx="70" cy="85"/>
              </a:xfrm>
              <a:prstGeom prst="line">
                <a:avLst/>
              </a:prstGeom>
              <a:noFill/>
              <a:ln w="28575">
                <a:solidFill>
                  <a:srgbClr val="99C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8" name="Line 89"/>
              <p:cNvSpPr>
                <a:spLocks noChangeShapeType="1"/>
              </p:cNvSpPr>
              <p:nvPr/>
            </p:nvSpPr>
            <p:spPr bwMode="auto">
              <a:xfrm flipH="1">
                <a:off x="2764" y="1932"/>
                <a:ext cx="70" cy="85"/>
              </a:xfrm>
              <a:prstGeom prst="line">
                <a:avLst/>
              </a:prstGeom>
              <a:noFill/>
              <a:ln w="28575">
                <a:solidFill>
                  <a:srgbClr val="99CC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9" name="AutoShape 90"/>
              <p:cNvSpPr>
                <a:spLocks noChangeArrowheads="1"/>
              </p:cNvSpPr>
              <p:nvPr/>
            </p:nvSpPr>
            <p:spPr bwMode="auto">
              <a:xfrm>
                <a:off x="3540" y="1797"/>
                <a:ext cx="227" cy="182"/>
              </a:xfrm>
              <a:prstGeom prst="roundRect">
                <a:avLst>
                  <a:gd name="adj" fmla="val 17583"/>
                </a:avLst>
              </a:prstGeom>
              <a:solidFill>
                <a:srgbClr val="00FFFF">
                  <a:alpha val="79999"/>
                </a:srgbClr>
              </a:solidFill>
              <a:ln w="9525">
                <a:round/>
              </a:ln>
              <a:scene3d>
                <a:camera prst="legacyObliqueTopRight"/>
                <a:lightRig rig="legacyFlat1" dir="t"/>
              </a:scene3d>
              <a:sp3d extrusionH="36500" prstMaterial="legacyMatte">
                <a:bevelT w="13500" h="13500" prst="angle"/>
                <a:bevelB w="13500" h="13500" prst="angle"/>
                <a:extrusionClr>
                  <a:srgbClr val="0099CC"/>
                </a:extrusionClr>
                <a:contourClr>
                  <a:srgbClr val="00FFFF"/>
                </a:contourClr>
              </a:sp3d>
            </p:spPr>
            <p:txBody>
              <a:bodyPr wrap="none" anchor="ctr">
                <a:flatTx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</p:grpSp>
      <p:sp>
        <p:nvSpPr>
          <p:cNvPr id="87" name="Text Box 2"/>
          <p:cNvSpPr txBox="1">
            <a:spLocks noChangeArrowheads="1"/>
          </p:cNvSpPr>
          <p:nvPr/>
        </p:nvSpPr>
        <p:spPr bwMode="auto">
          <a:xfrm>
            <a:off x="500063" y="625475"/>
            <a:ext cx="26431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运动学方程：</a:t>
            </a:r>
            <a:endParaRPr lang="en-US" altLang="zh-CN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88" name="Object 9"/>
          <p:cNvGraphicFramePr>
            <a:graphicFrameLocks noChangeAspect="1"/>
          </p:cNvGraphicFramePr>
          <p:nvPr/>
        </p:nvGraphicFramePr>
        <p:xfrm>
          <a:off x="2327275" y="625475"/>
          <a:ext cx="2530475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60" name="公式" r:id="rId15" imgW="1137285" imgH="111760" progId="Equation.3">
                  <p:embed/>
                </p:oleObj>
              </mc:Choice>
              <mc:Fallback>
                <p:oleObj name="公式" r:id="rId15" imgW="1137285" imgH="111760" progId="Equation.3">
                  <p:embed/>
                  <p:pic>
                    <p:nvPicPr>
                      <p:cNvPr id="88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7275" y="625475"/>
                        <a:ext cx="2530475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" name="Text Box 2"/>
          <p:cNvSpPr txBox="1">
            <a:spLocks noChangeArrowheads="1"/>
          </p:cNvSpPr>
          <p:nvPr/>
        </p:nvSpPr>
        <p:spPr bwMode="auto">
          <a:xfrm>
            <a:off x="5072063" y="625475"/>
            <a:ext cx="1587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速度：</a:t>
            </a:r>
            <a:endParaRPr lang="en-US" altLang="zh-CN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90" name="Object 15"/>
          <p:cNvGraphicFramePr>
            <a:graphicFrameLocks noChangeAspect="1"/>
          </p:cNvGraphicFramePr>
          <p:nvPr/>
        </p:nvGraphicFramePr>
        <p:xfrm>
          <a:off x="6000750" y="625475"/>
          <a:ext cx="285750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61" name="公式" r:id="rId17" imgW="1304925" imgH="111760" progId="Equation.3">
                  <p:embed/>
                </p:oleObj>
              </mc:Choice>
              <mc:Fallback>
                <p:oleObj name="公式" r:id="rId17" imgW="1304925" imgH="111760" progId="Equation.3">
                  <p:embed/>
                  <p:pic>
                    <p:nvPicPr>
                      <p:cNvPr id="9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0750" y="625475"/>
                        <a:ext cx="2857500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" name="Object 7"/>
          <p:cNvGraphicFramePr>
            <a:graphicFrameLocks noChangeAspect="1"/>
          </p:cNvGraphicFramePr>
          <p:nvPr/>
        </p:nvGraphicFramePr>
        <p:xfrm>
          <a:off x="1479550" y="5529263"/>
          <a:ext cx="1890713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62" name="公式" r:id="rId19" imgW="981075" imgH="445770" progId="Equation.3">
                  <p:embed/>
                </p:oleObj>
              </mc:Choice>
              <mc:Fallback>
                <p:oleObj name="公式" r:id="rId19" imgW="981075" imgH="445770" progId="Equation.3">
                  <p:embed/>
                  <p:pic>
                    <p:nvPicPr>
                      <p:cNvPr id="9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9550" y="5529263"/>
                        <a:ext cx="1890713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" name="Object 8"/>
          <p:cNvGraphicFramePr>
            <a:graphicFrameLocks noChangeAspect="1"/>
          </p:cNvGraphicFramePr>
          <p:nvPr/>
        </p:nvGraphicFramePr>
        <p:xfrm>
          <a:off x="4752975" y="5143500"/>
          <a:ext cx="2900363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63" name="公式" r:id="rId21" imgW="1650365" imgH="445770" progId="Equation.3">
                  <p:embed/>
                </p:oleObj>
              </mc:Choice>
              <mc:Fallback>
                <p:oleObj name="公式" r:id="rId21" imgW="1650365" imgH="445770" progId="Equation.3">
                  <p:embed/>
                  <p:pic>
                    <p:nvPicPr>
                      <p:cNvPr id="9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2975" y="5143500"/>
                        <a:ext cx="2900363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" name="Object 20"/>
          <p:cNvGraphicFramePr>
            <a:graphicFrameLocks noChangeAspect="1"/>
          </p:cNvGraphicFramePr>
          <p:nvPr/>
        </p:nvGraphicFramePr>
        <p:xfrm>
          <a:off x="4795838" y="6000750"/>
          <a:ext cx="356235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64" name="公式" r:id="rId23" imgW="2185670" imgH="445770" progId="Equation.3">
                  <p:embed/>
                </p:oleObj>
              </mc:Choice>
              <mc:Fallback>
                <p:oleObj name="公式" r:id="rId23" imgW="2185670" imgH="445770" progId="Equation.3">
                  <p:embed/>
                  <p:pic>
                    <p:nvPicPr>
                      <p:cNvPr id="95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5838" y="6000750"/>
                        <a:ext cx="3562350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" name="AutoShape 10"/>
          <p:cNvSpPr/>
          <p:nvPr/>
        </p:nvSpPr>
        <p:spPr bwMode="auto">
          <a:xfrm>
            <a:off x="4405313" y="5572125"/>
            <a:ext cx="238125" cy="857250"/>
          </a:xfrm>
          <a:prstGeom prst="leftBrace">
            <a:avLst>
              <a:gd name="adj1" fmla="val 38567"/>
              <a:gd name="adj2" fmla="val 42171"/>
            </a:avLst>
          </a:prstGeom>
          <a:noFill/>
          <a:ln w="3492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97" name="Object 11"/>
          <p:cNvGraphicFramePr>
            <a:graphicFrameLocks noChangeAspect="1"/>
          </p:cNvGraphicFramePr>
          <p:nvPr/>
        </p:nvGraphicFramePr>
        <p:xfrm>
          <a:off x="7667625" y="5229225"/>
          <a:ext cx="695325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65" name="公式" r:id="rId25" imgW="334645" imgH="334645" progId="Equation.3">
                  <p:embed/>
                </p:oleObj>
              </mc:Choice>
              <mc:Fallback>
                <p:oleObj name="公式" r:id="rId25" imgW="334645" imgH="334645" progId="Equation.3">
                  <p:embed/>
                  <p:pic>
                    <p:nvPicPr>
                      <p:cNvPr id="9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7625" y="5229225"/>
                        <a:ext cx="695325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" name="Text Box 2"/>
          <p:cNvSpPr txBox="1">
            <a:spLocks noChangeArrowheads="1"/>
          </p:cNvSpPr>
          <p:nvPr/>
        </p:nvSpPr>
        <p:spPr bwMode="auto">
          <a:xfrm>
            <a:off x="642938" y="5038725"/>
            <a:ext cx="4429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定义：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物理量对时间取平均</a:t>
            </a:r>
            <a:endParaRPr lang="en-US" altLang="zh-CN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4388" name="右箭头 98"/>
          <p:cNvSpPr>
            <a:spLocks noChangeArrowheads="1"/>
          </p:cNvSpPr>
          <p:nvPr/>
        </p:nvSpPr>
        <p:spPr bwMode="auto">
          <a:xfrm>
            <a:off x="3500438" y="5786438"/>
            <a:ext cx="785812" cy="285750"/>
          </a:xfrm>
          <a:prstGeom prst="rightArrow">
            <a:avLst>
              <a:gd name="adj1" fmla="val 50000"/>
              <a:gd name="adj2" fmla="val 94035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0" name="Rectangle 50"/>
          <p:cNvSpPr>
            <a:spLocks noChangeArrowheads="1"/>
          </p:cNvSpPr>
          <p:nvPr/>
        </p:nvSpPr>
        <p:spPr bwMode="auto">
          <a:xfrm>
            <a:off x="1100138" y="3286125"/>
            <a:ext cx="900112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i="1">
                <a:solidFill>
                  <a:srgbClr val="FFFF00"/>
                </a:solidFill>
              </a:rPr>
              <a:t>kA</a:t>
            </a:r>
            <a:r>
              <a:rPr lang="en-US" altLang="zh-CN" sz="2200" i="1" baseline="30000">
                <a:solidFill>
                  <a:srgbClr val="FFFF00"/>
                </a:solidFill>
              </a:rPr>
              <a:t>2</a:t>
            </a:r>
            <a:r>
              <a:rPr lang="en-US" altLang="zh-CN" sz="2200" i="1">
                <a:solidFill>
                  <a:srgbClr val="FFFF00"/>
                </a:solidFill>
              </a:rPr>
              <a:t>/</a:t>
            </a:r>
            <a:r>
              <a:rPr lang="en-US" altLang="zh-CN" sz="2200">
                <a:solidFill>
                  <a:srgbClr val="FFFF00"/>
                </a:solidFill>
              </a:rPr>
              <a:t>2</a:t>
            </a:r>
          </a:p>
        </p:txBody>
      </p:sp>
      <p:sp>
        <p:nvSpPr>
          <p:cNvPr id="423965" name="Line 29"/>
          <p:cNvSpPr>
            <a:spLocks noChangeShapeType="1"/>
          </p:cNvSpPr>
          <p:nvPr/>
        </p:nvSpPr>
        <p:spPr bwMode="auto">
          <a:xfrm>
            <a:off x="1785938" y="4651375"/>
            <a:ext cx="59055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 type="none" w="med" len="sm"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3969" name="Rectangle 33"/>
          <p:cNvSpPr>
            <a:spLocks noChangeArrowheads="1"/>
          </p:cNvSpPr>
          <p:nvPr/>
        </p:nvSpPr>
        <p:spPr bwMode="auto">
          <a:xfrm>
            <a:off x="7000875" y="3255963"/>
            <a:ext cx="677863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i="1">
                <a:solidFill>
                  <a:srgbClr val="FFFF66"/>
                </a:solidFill>
              </a:rPr>
              <a:t>E</a:t>
            </a:r>
            <a:r>
              <a:rPr lang="en-US" altLang="zh-CN" sz="2200" i="1" baseline="-25000">
                <a:solidFill>
                  <a:srgbClr val="FFFF66"/>
                </a:solidFill>
              </a:rPr>
              <a:t>k</a:t>
            </a:r>
            <a:endParaRPr lang="en-US" altLang="zh-CN" sz="2200" i="1">
              <a:solidFill>
                <a:srgbClr val="FFFF66"/>
              </a:solidFill>
            </a:endParaRPr>
          </a:p>
        </p:txBody>
      </p:sp>
      <p:sp>
        <p:nvSpPr>
          <p:cNvPr id="10295" name="灯片编号占位符 1"/>
          <p:cNvSpPr txBox="1"/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9303C5C-4144-4BCD-A29E-6A3FB9E4C448}" type="slidenum">
              <a:rPr lang="en-US" altLang="zh-CN" b="0">
                <a:solidFill>
                  <a:srgbClr val="FF00FF"/>
                </a:solidFill>
              </a:rPr>
              <a:t>4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423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423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423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423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3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23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23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00"/>
                            </p:stCondLst>
                            <p:childTnLst>
                              <p:par>
                                <p:cTn id="9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423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42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423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423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423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500"/>
                            </p:stCondLst>
                            <p:childTnLst>
                              <p:par>
                                <p:cTn id="1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23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2000"/>
                            </p:stCondLst>
                            <p:childTnLst>
                              <p:par>
                                <p:cTn id="1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23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2500"/>
                            </p:stCondLst>
                            <p:childTnLst>
                              <p:par>
                                <p:cTn id="1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423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3000"/>
                            </p:stCondLst>
                            <p:childTnLst>
                              <p:par>
                                <p:cTn id="1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423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423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423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500"/>
                            </p:stCondLst>
                            <p:childTnLst>
                              <p:par>
                                <p:cTn id="1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423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000"/>
                            </p:stCondLst>
                            <p:childTnLst>
                              <p:par>
                                <p:cTn id="1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423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500"/>
                            </p:stCondLst>
                            <p:childTnLst>
                              <p:par>
                                <p:cTn id="1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423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2000"/>
                            </p:stCondLst>
                            <p:childTnLst>
                              <p:par>
                                <p:cTn id="1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423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2500"/>
                            </p:stCondLst>
                            <p:childTnLst>
                              <p:par>
                                <p:cTn id="1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423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3000"/>
                            </p:stCondLst>
                            <p:childTnLst>
                              <p:par>
                                <p:cTn id="16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6" dur="500"/>
                                        <p:tgtEl>
                                          <p:spTgt spid="423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1" dur="500"/>
                                        <p:tgtEl>
                                          <p:spTgt spid="423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4" dur="500"/>
                                        <p:tgtEl>
                                          <p:spTgt spid="423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14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500"/>
                            </p:stCondLst>
                            <p:childTnLst>
                              <p:par>
                                <p:cTn id="19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500"/>
                            </p:stCondLst>
                            <p:childTnLst>
                              <p:par>
                                <p:cTn id="2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2" dur="500"/>
                                        <p:tgtEl>
                                          <p:spTgt spid="423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5" dur="500"/>
                                        <p:tgtEl>
                                          <p:spTgt spid="423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8" dur="500"/>
                                        <p:tgtEl>
                                          <p:spTgt spid="423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3960" grpId="0" autoUpdateAnimBg="0"/>
      <p:bldP spid="423961" grpId="0" autoUpdateAnimBg="0"/>
      <p:bldP spid="423968" grpId="0" autoUpdateAnimBg="0"/>
      <p:bldP spid="423978" grpId="0" animBg="1"/>
      <p:bldP spid="423979" grpId="0" animBg="1"/>
      <p:bldP spid="423981" grpId="0" autoUpdateAnimBg="0"/>
      <p:bldP spid="423983" grpId="0" autoUpdateAnimBg="0"/>
      <p:bldP spid="423984" grpId="0" animBg="1"/>
      <p:bldP spid="423986" grpId="0" autoUpdateAnimBg="0"/>
      <p:bldP spid="48" grpId="0" autoUpdateAnimBg="0"/>
      <p:bldP spid="49" grpId="0" autoUpdateAnimBg="0"/>
      <p:bldP spid="52" grpId="0" autoUpdateAnimBg="0"/>
      <p:bldP spid="55" grpId="0" autoUpdateAnimBg="0"/>
      <p:bldP spid="57" grpId="0" autoUpdateAnimBg="0"/>
      <p:bldP spid="87" grpId="0" autoUpdateAnimBg="0"/>
      <p:bldP spid="89" grpId="0" autoUpdateAnimBg="0"/>
      <p:bldP spid="96" grpId="0" animBg="1"/>
      <p:bldP spid="98" grpId="0" autoUpdateAnimBg="0"/>
      <p:bldP spid="14388" grpId="0" animBg="1"/>
      <p:bldP spid="100" grpId="0" autoUpdateAnimBg="0"/>
      <p:bldP spid="423969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13" name="Arc 69"/>
          <p:cNvSpPr/>
          <p:nvPr/>
        </p:nvSpPr>
        <p:spPr bwMode="auto">
          <a:xfrm rot="-1818803" flipH="1" flipV="1">
            <a:off x="7115175" y="1212850"/>
            <a:ext cx="179388" cy="161925"/>
          </a:xfrm>
          <a:custGeom>
            <a:avLst/>
            <a:gdLst>
              <a:gd name="T0" fmla="*/ 0 w 18567"/>
              <a:gd name="T1" fmla="*/ 1822046 h 21600"/>
              <a:gd name="T2" fmla="*/ 1563145505 w 18567"/>
              <a:gd name="T3" fmla="*/ 188481771 h 21600"/>
              <a:gd name="T4" fmla="*/ 153057483 w 18567"/>
              <a:gd name="T5" fmla="*/ 511392310 h 21600"/>
              <a:gd name="T6" fmla="*/ 0 60000 65536"/>
              <a:gd name="T7" fmla="*/ 0 60000 65536"/>
              <a:gd name="T8" fmla="*/ 0 60000 65536"/>
              <a:gd name="T9" fmla="*/ 0 w 18567"/>
              <a:gd name="T10" fmla="*/ 0 h 21600"/>
              <a:gd name="T11" fmla="*/ 18567 w 18567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567" h="21600" fill="none" extrusionOk="0">
                <a:moveTo>
                  <a:pt x="-1" y="76"/>
                </a:moveTo>
                <a:cubicBezTo>
                  <a:pt x="604" y="25"/>
                  <a:pt x="1211" y="-1"/>
                  <a:pt x="1818" y="0"/>
                </a:cubicBezTo>
                <a:cubicBezTo>
                  <a:pt x="8314" y="0"/>
                  <a:pt x="14465" y="2923"/>
                  <a:pt x="18567" y="7960"/>
                </a:cubicBezTo>
              </a:path>
              <a:path w="18567" h="21600" stroke="0" extrusionOk="0">
                <a:moveTo>
                  <a:pt x="-1" y="76"/>
                </a:moveTo>
                <a:cubicBezTo>
                  <a:pt x="604" y="25"/>
                  <a:pt x="1211" y="-1"/>
                  <a:pt x="1818" y="0"/>
                </a:cubicBezTo>
                <a:cubicBezTo>
                  <a:pt x="8314" y="0"/>
                  <a:pt x="14465" y="2923"/>
                  <a:pt x="18567" y="7960"/>
                </a:cubicBezTo>
                <a:lnTo>
                  <a:pt x="1818" y="21600"/>
                </a:lnTo>
                <a:close/>
              </a:path>
            </a:pathLst>
          </a:custGeom>
          <a:noFill/>
          <a:ln w="28575">
            <a:solidFill>
              <a:schemeClr val="accent1"/>
            </a:solidFill>
            <a:round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57354" name="Text Box 10"/>
          <p:cNvSpPr txBox="1">
            <a:spLocks noChangeArrowheads="1"/>
          </p:cNvSpPr>
          <p:nvPr/>
        </p:nvSpPr>
        <p:spPr bwMode="auto">
          <a:xfrm>
            <a:off x="684213" y="668338"/>
            <a:ext cx="5857875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solidFill>
                  <a:srgbClr val="FFFF00"/>
                </a:solidFill>
                <a:latin typeface="+mn-lt"/>
                <a:ea typeface="+mj-ea"/>
              </a:rPr>
              <a:t>(1) </a:t>
            </a:r>
            <a:r>
              <a:rPr lang="zh-CN" altLang="en-US" dirty="0">
                <a:solidFill>
                  <a:srgbClr val="FFFF00"/>
                </a:solidFill>
                <a:latin typeface="+mj-ea"/>
                <a:ea typeface="+mj-ea"/>
              </a:rPr>
              <a:t>单摆  </a:t>
            </a:r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</a:rPr>
              <a:t>（证明小角度摆动时为谐振动）</a:t>
            </a:r>
          </a:p>
        </p:txBody>
      </p:sp>
      <p:sp>
        <p:nvSpPr>
          <p:cNvPr id="57410" name="Line 66"/>
          <p:cNvSpPr>
            <a:spLocks noChangeShapeType="1"/>
          </p:cNvSpPr>
          <p:nvPr/>
        </p:nvSpPr>
        <p:spPr bwMode="auto">
          <a:xfrm>
            <a:off x="7143750" y="860425"/>
            <a:ext cx="0" cy="2592388"/>
          </a:xfrm>
          <a:prstGeom prst="line">
            <a:avLst/>
          </a:prstGeom>
          <a:noFill/>
          <a:ln w="28575">
            <a:solidFill>
              <a:schemeClr val="bg1"/>
            </a:solidFill>
            <a:prstDash val="dash"/>
            <a:round/>
          </a:ln>
        </p:spPr>
        <p:txBody>
          <a:bodyPr/>
          <a:lstStyle/>
          <a:p>
            <a:pPr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graphicFrame>
        <p:nvGraphicFramePr>
          <p:cNvPr id="57412" name="Object 68"/>
          <p:cNvGraphicFramePr>
            <a:graphicFrameLocks noChangeAspect="1"/>
          </p:cNvGraphicFramePr>
          <p:nvPr/>
        </p:nvGraphicFramePr>
        <p:xfrm>
          <a:off x="7186613" y="1492250"/>
          <a:ext cx="184150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94" name="公式" r:id="rId3" imgW="133985" imgH="222885" progId="Equation.3">
                  <p:embed/>
                </p:oleObj>
              </mc:Choice>
              <mc:Fallback>
                <p:oleObj name="公式" r:id="rId3" imgW="133985" imgH="222885" progId="Equation.3">
                  <p:embed/>
                  <p:pic>
                    <p:nvPicPr>
                      <p:cNvPr id="57412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6613" y="1492250"/>
                        <a:ext cx="184150" cy="24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415" name="Arc 71"/>
          <p:cNvSpPr/>
          <p:nvPr/>
        </p:nvSpPr>
        <p:spPr bwMode="auto">
          <a:xfrm>
            <a:off x="6040438" y="855663"/>
            <a:ext cx="2205037" cy="2046287"/>
          </a:xfrm>
          <a:custGeom>
            <a:avLst/>
            <a:gdLst>
              <a:gd name="T0" fmla="*/ 2147483647 w 22801"/>
              <a:gd name="T1" fmla="*/ 2147483647 h 21600"/>
              <a:gd name="T2" fmla="*/ 0 w 22801"/>
              <a:gd name="T3" fmla="*/ 2147483647 h 21600"/>
              <a:gd name="T4" fmla="*/ 2147483647 w 22801"/>
              <a:gd name="T5" fmla="*/ 0 h 21600"/>
              <a:gd name="T6" fmla="*/ 0 60000 65536"/>
              <a:gd name="T7" fmla="*/ 0 60000 65536"/>
              <a:gd name="T8" fmla="*/ 0 60000 65536"/>
              <a:gd name="T9" fmla="*/ 0 w 22801"/>
              <a:gd name="T10" fmla="*/ 0 h 21600"/>
              <a:gd name="T11" fmla="*/ 22801 w 22801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801" h="21600" fill="none" extrusionOk="0">
                <a:moveTo>
                  <a:pt x="22801" y="18405"/>
                </a:moveTo>
                <a:cubicBezTo>
                  <a:pt x="19400" y="20494"/>
                  <a:pt x="15487" y="21599"/>
                  <a:pt x="11496" y="21600"/>
                </a:cubicBezTo>
                <a:cubicBezTo>
                  <a:pt x="7428" y="21600"/>
                  <a:pt x="3443" y="20451"/>
                  <a:pt x="0" y="18286"/>
                </a:cubicBezTo>
              </a:path>
              <a:path w="22801" h="21600" stroke="0" extrusionOk="0">
                <a:moveTo>
                  <a:pt x="22801" y="18405"/>
                </a:moveTo>
                <a:cubicBezTo>
                  <a:pt x="19400" y="20494"/>
                  <a:pt x="15487" y="21599"/>
                  <a:pt x="11496" y="21600"/>
                </a:cubicBezTo>
                <a:cubicBezTo>
                  <a:pt x="7428" y="21600"/>
                  <a:pt x="3443" y="20451"/>
                  <a:pt x="0" y="18286"/>
                </a:cubicBezTo>
                <a:lnTo>
                  <a:pt x="11496" y="0"/>
                </a:lnTo>
                <a:close/>
              </a:path>
            </a:pathLst>
          </a:custGeom>
          <a:noFill/>
          <a:ln w="9525">
            <a:solidFill>
              <a:srgbClr val="FF9900"/>
            </a:solidFill>
            <a:prstDash val="lgDash"/>
            <a:round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57416" name="Line 72"/>
          <p:cNvSpPr>
            <a:spLocks noChangeShapeType="1"/>
          </p:cNvSpPr>
          <p:nvPr/>
        </p:nvSpPr>
        <p:spPr bwMode="auto">
          <a:xfrm>
            <a:off x="7939088" y="2744788"/>
            <a:ext cx="0" cy="64770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tailEnd type="triangle" w="med" len="med"/>
          </a:ln>
        </p:spPr>
        <p:txBody>
          <a:bodyPr/>
          <a:lstStyle/>
          <a:p>
            <a:pPr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graphicFrame>
        <p:nvGraphicFramePr>
          <p:cNvPr id="57418" name="Object 74"/>
          <p:cNvGraphicFramePr>
            <a:graphicFrameLocks noChangeAspect="1"/>
          </p:cNvGraphicFramePr>
          <p:nvPr/>
        </p:nvGraphicFramePr>
        <p:xfrm>
          <a:off x="7646988" y="3163888"/>
          <a:ext cx="217487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95" name="公式" r:id="rId5" imgW="178435" imgH="278765" progId="Equation.3">
                  <p:embed/>
                </p:oleObj>
              </mc:Choice>
              <mc:Fallback>
                <p:oleObj name="公式" r:id="rId5" imgW="178435" imgH="278765" progId="Equation.3">
                  <p:embed/>
                  <p:pic>
                    <p:nvPicPr>
                      <p:cNvPr id="57418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6988" y="3163888"/>
                        <a:ext cx="217487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419" name="Object 75"/>
          <p:cNvGraphicFramePr>
            <a:graphicFrameLocks noChangeAspect="1"/>
          </p:cNvGraphicFramePr>
          <p:nvPr/>
        </p:nvGraphicFramePr>
        <p:xfrm>
          <a:off x="7431088" y="2155825"/>
          <a:ext cx="20637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96" name="公式" r:id="rId7" imgW="156210" imgH="278765" progId="Equation.3">
                  <p:embed/>
                </p:oleObj>
              </mc:Choice>
              <mc:Fallback>
                <p:oleObj name="公式" r:id="rId7" imgW="156210" imgH="278765" progId="Equation.3">
                  <p:embed/>
                  <p:pic>
                    <p:nvPicPr>
                      <p:cNvPr id="57419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31088" y="2155825"/>
                        <a:ext cx="20637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420" name="Object 76"/>
          <p:cNvGraphicFramePr>
            <a:graphicFrameLocks noChangeAspect="1"/>
          </p:cNvGraphicFramePr>
          <p:nvPr/>
        </p:nvGraphicFramePr>
        <p:xfrm>
          <a:off x="7646988" y="1579563"/>
          <a:ext cx="119062" cy="26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97" name="公式" r:id="rId9" imgW="44450" imgH="234315" progId="Equation.3">
                  <p:embed/>
                </p:oleObj>
              </mc:Choice>
              <mc:Fallback>
                <p:oleObj name="公式" r:id="rId9" imgW="44450" imgH="234315" progId="Equation.3">
                  <p:embed/>
                  <p:pic>
                    <p:nvPicPr>
                      <p:cNvPr id="57420" name="Object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6988" y="1579563"/>
                        <a:ext cx="119062" cy="260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421" name="Object 77"/>
          <p:cNvGraphicFramePr>
            <a:graphicFrameLocks noChangeAspect="1"/>
          </p:cNvGraphicFramePr>
          <p:nvPr/>
        </p:nvGraphicFramePr>
        <p:xfrm>
          <a:off x="8101013" y="2852738"/>
          <a:ext cx="238125" cy="185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98" name="公式" r:id="rId11" imgW="200660" imgH="133985" progId="Equation.3">
                  <p:embed/>
                </p:oleObj>
              </mc:Choice>
              <mc:Fallback>
                <p:oleObj name="公式" r:id="rId11" imgW="200660" imgH="133985" progId="Equation.3">
                  <p:embed/>
                  <p:pic>
                    <p:nvPicPr>
                      <p:cNvPr id="57421" name="Object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1013" y="2852738"/>
                        <a:ext cx="238125" cy="185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00"/>
          <p:cNvGrpSpPr/>
          <p:nvPr/>
        </p:nvGrpSpPr>
        <p:grpSpPr bwMode="auto">
          <a:xfrm>
            <a:off x="6805613" y="715963"/>
            <a:ext cx="1285875" cy="2171700"/>
            <a:chOff x="4269" y="391"/>
            <a:chExt cx="810" cy="1368"/>
          </a:xfrm>
        </p:grpSpPr>
        <p:sp>
          <p:nvSpPr>
            <p:cNvPr id="10278" name="Line 67"/>
            <p:cNvSpPr>
              <a:spLocks noChangeShapeType="1"/>
            </p:cNvSpPr>
            <p:nvPr/>
          </p:nvSpPr>
          <p:spPr bwMode="auto">
            <a:xfrm>
              <a:off x="4482" y="482"/>
              <a:ext cx="498" cy="1179"/>
            </a:xfrm>
            <a:prstGeom prst="line">
              <a:avLst/>
            </a:prstGeom>
            <a:noFill/>
            <a:ln w="38100">
              <a:pattFill prst="zigZag">
                <a:fgClr>
                  <a:schemeClr val="tx1"/>
                </a:fgClr>
                <a:bgClr>
                  <a:srgbClr val="FFFFFF"/>
                </a:bgClr>
              </a:pattFill>
              <a:rou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10279" name="Oval 70"/>
            <p:cNvSpPr>
              <a:spLocks noChangeArrowheads="1"/>
            </p:cNvSpPr>
            <p:nvPr/>
          </p:nvSpPr>
          <p:spPr bwMode="auto">
            <a:xfrm>
              <a:off x="4898" y="1578"/>
              <a:ext cx="181" cy="181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accent2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3" name="Rectangle 65"/>
            <p:cNvSpPr>
              <a:spLocks noChangeArrowheads="1"/>
            </p:cNvSpPr>
            <p:nvPr/>
          </p:nvSpPr>
          <p:spPr bwMode="auto">
            <a:xfrm>
              <a:off x="4269" y="391"/>
              <a:ext cx="408" cy="91"/>
            </a:xfrm>
            <a:prstGeom prst="rect">
              <a:avLst/>
            </a:prstGeom>
            <a:solidFill>
              <a:srgbClr val="00FFFF">
                <a:alpha val="50195"/>
              </a:srgbClr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10281" name="Line 64"/>
            <p:cNvSpPr>
              <a:spLocks noChangeShapeType="1"/>
            </p:cNvSpPr>
            <p:nvPr/>
          </p:nvSpPr>
          <p:spPr bwMode="auto">
            <a:xfrm>
              <a:off x="4281" y="482"/>
              <a:ext cx="382" cy="0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</p:grpSp>
      <p:sp>
        <p:nvSpPr>
          <p:cNvPr id="57422" name="Rectangle 78"/>
          <p:cNvSpPr>
            <a:spLocks noChangeArrowheads="1"/>
          </p:cNvSpPr>
          <p:nvPr/>
        </p:nvSpPr>
        <p:spPr bwMode="auto">
          <a:xfrm>
            <a:off x="698500" y="1573213"/>
            <a:ext cx="47307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rPr>
              <a:t>以小球为研究对象，受力分析</a:t>
            </a:r>
            <a:r>
              <a:rPr lang="en-US" altLang="zh-CN" dirty="0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57423" name="Rectangle 79"/>
          <p:cNvSpPr>
            <a:spLocks noChangeArrowheads="1"/>
          </p:cNvSpPr>
          <p:nvPr/>
        </p:nvSpPr>
        <p:spPr bwMode="auto">
          <a:xfrm>
            <a:off x="684213" y="1125538"/>
            <a:ext cx="5865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设　沿逆时针为正，切线向上</a:t>
            </a:r>
            <a:r>
              <a:rPr lang="zh-CN" altLang="en-US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i="1">
                <a:solidFill>
                  <a:srgbClr val="FFFF00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正方向</a:t>
            </a:r>
          </a:p>
        </p:txBody>
      </p:sp>
      <p:sp>
        <p:nvSpPr>
          <p:cNvPr id="57424" name="Rectangle 80"/>
          <p:cNvSpPr>
            <a:spLocks noChangeArrowheads="1"/>
          </p:cNvSpPr>
          <p:nvPr/>
        </p:nvSpPr>
        <p:spPr bwMode="auto">
          <a:xfrm>
            <a:off x="755650" y="2035175"/>
            <a:ext cx="3857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重力</a:t>
            </a:r>
            <a:r>
              <a:rPr lang="zh-CN" altLang="en-US">
                <a:solidFill>
                  <a:srgbClr val="FFFF00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i="1">
                <a:solidFill>
                  <a:srgbClr val="FFFF00"/>
                </a:solidFill>
                <a:cs typeface="Times New Roman" panose="02020603050405020304" pitchFamily="18" charset="0"/>
              </a:rPr>
              <a:t>P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绳的拉力</a:t>
            </a:r>
            <a:r>
              <a:rPr lang="zh-CN" altLang="en-US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i="1">
                <a:solidFill>
                  <a:srgbClr val="FFFF00"/>
                </a:solidFill>
                <a:cs typeface="Times New Roman" panose="02020603050405020304" pitchFamily="18" charset="0"/>
              </a:rPr>
              <a:t>T</a:t>
            </a:r>
          </a:p>
        </p:txBody>
      </p:sp>
      <p:graphicFrame>
        <p:nvGraphicFramePr>
          <p:cNvPr id="57425" name="Object 81"/>
          <p:cNvGraphicFramePr/>
          <p:nvPr/>
        </p:nvGraphicFramePr>
        <p:xfrm>
          <a:off x="1119188" y="1231900"/>
          <a:ext cx="215900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99" name="公式" r:id="rId13" imgW="133985" imgH="222885" progId="Equation.3">
                  <p:embed/>
                </p:oleObj>
              </mc:Choice>
              <mc:Fallback>
                <p:oleObj name="公式" r:id="rId13" imgW="133985" imgH="222885" progId="Equation.3">
                  <p:embed/>
                  <p:pic>
                    <p:nvPicPr>
                      <p:cNvPr id="57425" name="Object 81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9188" y="1231900"/>
                        <a:ext cx="215900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426" name="Object 82"/>
          <p:cNvGraphicFramePr/>
          <p:nvPr/>
        </p:nvGraphicFramePr>
        <p:xfrm>
          <a:off x="1533525" y="2533650"/>
          <a:ext cx="1512888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00" name="公式" r:id="rId15" imgW="1650365" imgH="290195" progId="Equation.3">
                  <p:embed/>
                </p:oleObj>
              </mc:Choice>
              <mc:Fallback>
                <p:oleObj name="公式" r:id="rId15" imgW="1650365" imgH="290195" progId="Equation.3">
                  <p:embed/>
                  <p:pic>
                    <p:nvPicPr>
                      <p:cNvPr id="57426" name="Object 82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3525" y="2533650"/>
                        <a:ext cx="1512888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427" name="Rectangle 83"/>
          <p:cNvSpPr>
            <a:spLocks noChangeArrowheads="1"/>
          </p:cNvSpPr>
          <p:nvPr/>
        </p:nvSpPr>
        <p:spPr bwMode="auto">
          <a:xfrm>
            <a:off x="639763" y="2970213"/>
            <a:ext cx="3787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沿切向方向的分量方程</a:t>
            </a:r>
          </a:p>
        </p:txBody>
      </p:sp>
      <p:graphicFrame>
        <p:nvGraphicFramePr>
          <p:cNvPr id="57428" name="Object 84"/>
          <p:cNvGraphicFramePr>
            <a:graphicFrameLocks noChangeAspect="1"/>
          </p:cNvGraphicFramePr>
          <p:nvPr/>
        </p:nvGraphicFramePr>
        <p:xfrm>
          <a:off x="1042988" y="3530600"/>
          <a:ext cx="2192337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01" name="公式" r:id="rId17" imgW="1215390" imgH="334645" progId="Equation.3">
                  <p:embed/>
                </p:oleObj>
              </mc:Choice>
              <mc:Fallback>
                <p:oleObj name="公式" r:id="rId17" imgW="1215390" imgH="334645" progId="Equation.3">
                  <p:embed/>
                  <p:pic>
                    <p:nvPicPr>
                      <p:cNvPr id="57428" name="Object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3530600"/>
                        <a:ext cx="2192337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429" name="Object 8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4633095"/>
              </p:ext>
            </p:extLst>
          </p:nvPr>
        </p:nvGraphicFramePr>
        <p:xfrm>
          <a:off x="4502151" y="3391934"/>
          <a:ext cx="908050" cy="3721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02" name="公式" r:id="rId19" imgW="858520" imgH="278765" progId="Equation.3">
                  <p:embed/>
                </p:oleObj>
              </mc:Choice>
              <mc:Fallback>
                <p:oleObj name="公式" r:id="rId19" imgW="858520" imgH="278765" progId="Equation.3">
                  <p:embed/>
                  <p:pic>
                    <p:nvPicPr>
                      <p:cNvPr id="57429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2151" y="3391934"/>
                        <a:ext cx="908050" cy="3721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430" name="Object 8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6902783"/>
              </p:ext>
            </p:extLst>
          </p:nvPr>
        </p:nvGraphicFramePr>
        <p:xfrm>
          <a:off x="4432293" y="3868103"/>
          <a:ext cx="2737365" cy="688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03" name="公式" r:id="rId21" imgW="3490595" imgH="780415" progId="Equation.3">
                  <p:embed/>
                </p:oleObj>
              </mc:Choice>
              <mc:Fallback>
                <p:oleObj name="公式" r:id="rId21" imgW="3490595" imgH="780415" progId="Equation.3">
                  <p:embed/>
                  <p:pic>
                    <p:nvPicPr>
                      <p:cNvPr id="57430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2293" y="3868103"/>
                        <a:ext cx="2737365" cy="6888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431" name="Rectangle 87"/>
          <p:cNvSpPr>
            <a:spLocks noChangeArrowheads="1"/>
          </p:cNvSpPr>
          <p:nvPr/>
        </p:nvSpPr>
        <p:spPr bwMode="auto">
          <a:xfrm>
            <a:off x="7040563" y="3968750"/>
            <a:ext cx="1717675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000" dirty="0">
                <a:solidFill>
                  <a:srgbClr val="00FFFF"/>
                </a:solidFill>
                <a:latin typeface="+mj-ea"/>
                <a:ea typeface="+mj-ea"/>
                <a:cs typeface="Times New Roman" panose="02020603050405020304" pitchFamily="18" charset="0"/>
              </a:rPr>
              <a:t>（小角度时）</a:t>
            </a:r>
          </a:p>
        </p:txBody>
      </p:sp>
      <p:sp>
        <p:nvSpPr>
          <p:cNvPr id="57432" name="AutoShape 88"/>
          <p:cNvSpPr/>
          <p:nvPr/>
        </p:nvSpPr>
        <p:spPr bwMode="auto">
          <a:xfrm>
            <a:off x="4168775" y="3600450"/>
            <a:ext cx="144463" cy="647700"/>
          </a:xfrm>
          <a:prstGeom prst="leftBrace">
            <a:avLst>
              <a:gd name="adj1" fmla="val 37363"/>
              <a:gd name="adj2" fmla="val 50000"/>
            </a:avLst>
          </a:prstGeom>
          <a:noFill/>
          <a:ln w="9525">
            <a:solidFill>
              <a:srgbClr val="00FFFF"/>
            </a:solidFill>
            <a:round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57433" name="AutoShape 89"/>
          <p:cNvSpPr>
            <a:spLocks noChangeArrowheads="1"/>
          </p:cNvSpPr>
          <p:nvPr/>
        </p:nvSpPr>
        <p:spPr bwMode="auto">
          <a:xfrm>
            <a:off x="3429000" y="3786188"/>
            <a:ext cx="595313" cy="285750"/>
          </a:xfrm>
          <a:prstGeom prst="leftArrow">
            <a:avLst>
              <a:gd name="adj1" fmla="val 49861"/>
              <a:gd name="adj2" fmla="val 75728"/>
            </a:avLst>
          </a:prstGeom>
          <a:solidFill>
            <a:srgbClr val="00CC99">
              <a:alpha val="50195"/>
            </a:srgbClr>
          </a:solidFill>
          <a:ln w="9525">
            <a:solidFill>
              <a:srgbClr val="00FFFF"/>
            </a:solidFill>
            <a:miter lim="800000"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graphicFrame>
        <p:nvGraphicFramePr>
          <p:cNvPr id="57435" name="Object 9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1235897"/>
              </p:ext>
            </p:extLst>
          </p:nvPr>
        </p:nvGraphicFramePr>
        <p:xfrm>
          <a:off x="1203883" y="4549775"/>
          <a:ext cx="1649355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04" name="公式" r:id="rId23" imgW="1605915" imgH="780415" progId="Equation.3">
                  <p:embed/>
                </p:oleObj>
              </mc:Choice>
              <mc:Fallback>
                <p:oleObj name="公式" r:id="rId23" imgW="1605915" imgH="780415" progId="Equation.3">
                  <p:embed/>
                  <p:pic>
                    <p:nvPicPr>
                      <p:cNvPr id="57435" name="Object 91"/>
                      <p:cNvPicPr>
                        <a:picLocks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3883" y="4549775"/>
                        <a:ext cx="1649355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417" name="Line 73"/>
          <p:cNvSpPr>
            <a:spLocks noChangeShapeType="1"/>
          </p:cNvSpPr>
          <p:nvPr/>
        </p:nvSpPr>
        <p:spPr bwMode="auto">
          <a:xfrm flipH="1" flipV="1">
            <a:off x="7656513" y="2074863"/>
            <a:ext cx="277812" cy="66040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tailEnd type="triangle" w="med" len="med"/>
          </a:ln>
        </p:spPr>
        <p:txBody>
          <a:bodyPr/>
          <a:lstStyle/>
          <a:p>
            <a:pPr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57445" name="AutoShape 101"/>
          <p:cNvSpPr>
            <a:spLocks noChangeArrowheads="1"/>
          </p:cNvSpPr>
          <p:nvPr/>
        </p:nvSpPr>
        <p:spPr bwMode="auto">
          <a:xfrm flipH="1">
            <a:off x="3182938" y="4618107"/>
            <a:ext cx="1552575" cy="666750"/>
          </a:xfrm>
          <a:prstGeom prst="leftArrow">
            <a:avLst>
              <a:gd name="adj1" fmla="val 96667"/>
              <a:gd name="adj2" fmla="val 37175"/>
            </a:avLst>
          </a:prstGeom>
          <a:solidFill>
            <a:srgbClr val="00CC99">
              <a:alpha val="10196"/>
            </a:srgbClr>
          </a:solidFill>
          <a:ln w="9525">
            <a:solidFill>
              <a:srgbClr val="00FFFF">
                <a:alpha val="39999"/>
              </a:srgbClr>
            </a:solidFill>
            <a:miter lim="800000"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57446" name="Rectangle 102"/>
          <p:cNvSpPr>
            <a:spLocks noChangeArrowheads="1"/>
          </p:cNvSpPr>
          <p:nvPr/>
        </p:nvSpPr>
        <p:spPr bwMode="auto">
          <a:xfrm>
            <a:off x="3255963" y="4726057"/>
            <a:ext cx="620712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>
            <a:spAutoFit/>
          </a:bodyPr>
          <a:lstStyle/>
          <a:p>
            <a:pPr eaLnBrk="1" hangingPunct="1">
              <a:defRPr/>
            </a:pPr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  <a:cs typeface="Times New Roman" panose="02020603050405020304" pitchFamily="18" charset="0"/>
              </a:rPr>
              <a:t>令</a:t>
            </a:r>
          </a:p>
        </p:txBody>
      </p:sp>
      <p:graphicFrame>
        <p:nvGraphicFramePr>
          <p:cNvPr id="57447" name="Object 10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035064"/>
              </p:ext>
            </p:extLst>
          </p:nvPr>
        </p:nvGraphicFramePr>
        <p:xfrm>
          <a:off x="3663950" y="4633982"/>
          <a:ext cx="763588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05" name="公式" r:id="rId25" imgW="992505" imgH="780415" progId="Equation.3">
                  <p:embed/>
                </p:oleObj>
              </mc:Choice>
              <mc:Fallback>
                <p:oleObj name="公式" r:id="rId25" imgW="992505" imgH="780415" progId="Equation.3">
                  <p:embed/>
                  <p:pic>
                    <p:nvPicPr>
                      <p:cNvPr id="57447" name="Object 1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3950" y="4633982"/>
                        <a:ext cx="763588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448" name="Object 10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2261839"/>
              </p:ext>
            </p:extLst>
          </p:nvPr>
        </p:nvGraphicFramePr>
        <p:xfrm>
          <a:off x="4897348" y="4703213"/>
          <a:ext cx="1687511" cy="3886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06" name="公式" r:id="rId27" imgW="1694815" imgH="290195" progId="Equation.3">
                  <p:embed/>
                </p:oleObj>
              </mc:Choice>
              <mc:Fallback>
                <p:oleObj name="公式" r:id="rId27" imgW="1694815" imgH="290195" progId="Equation.3">
                  <p:embed/>
                  <p:pic>
                    <p:nvPicPr>
                      <p:cNvPr id="57448" name="Object 104"/>
                      <p:cNvPicPr>
                        <a:picLocks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7348" y="4703213"/>
                        <a:ext cx="1687511" cy="3886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449" name="Text Box 105"/>
          <p:cNvSpPr txBox="1">
            <a:spLocks noChangeArrowheads="1"/>
          </p:cNvSpPr>
          <p:nvPr/>
        </p:nvSpPr>
        <p:spPr bwMode="auto">
          <a:xfrm>
            <a:off x="681038" y="5419725"/>
            <a:ext cx="14430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结论</a:t>
            </a:r>
            <a:r>
              <a:rPr lang="en-US" altLang="zh-CN">
                <a:solidFill>
                  <a:srgbClr val="FFFF00"/>
                </a:solidFill>
                <a:latin typeface="宋体" panose="02010600030101010101" pitchFamily="2" charset="-122"/>
              </a:rPr>
              <a:t>:</a:t>
            </a:r>
          </a:p>
        </p:txBody>
      </p:sp>
      <p:sp>
        <p:nvSpPr>
          <p:cNvPr id="57450" name="Rectangle 106"/>
          <p:cNvSpPr>
            <a:spLocks noChangeArrowheads="1"/>
          </p:cNvSpPr>
          <p:nvPr/>
        </p:nvSpPr>
        <p:spPr bwMode="auto">
          <a:xfrm>
            <a:off x="1531938" y="5419725"/>
            <a:ext cx="53975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</a:rPr>
              <a:t>小角度摆动时，单摆的运动是谐振动</a:t>
            </a:r>
            <a:endParaRPr lang="en-US" altLang="zh-CN" dirty="0">
              <a:solidFill>
                <a:schemeClr val="bg1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7451" name="Rectangle 107"/>
          <p:cNvSpPr>
            <a:spLocks noChangeArrowheads="1"/>
          </p:cNvSpPr>
          <p:nvPr/>
        </p:nvSpPr>
        <p:spPr bwMode="auto">
          <a:xfrm>
            <a:off x="1522413" y="5997575"/>
            <a:ext cx="26177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周期和角频率：</a:t>
            </a:r>
          </a:p>
        </p:txBody>
      </p:sp>
      <p:graphicFrame>
        <p:nvGraphicFramePr>
          <p:cNvPr id="57452" name="Object 108"/>
          <p:cNvGraphicFramePr>
            <a:graphicFrameLocks noChangeAspect="1"/>
          </p:cNvGraphicFramePr>
          <p:nvPr/>
        </p:nvGraphicFramePr>
        <p:xfrm>
          <a:off x="4194175" y="5870575"/>
          <a:ext cx="1241425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07" name="Equation" r:id="rId29" imgW="1694815" imgH="1081405" progId="Equation.DSMT4">
                  <p:embed/>
                </p:oleObj>
              </mc:Choice>
              <mc:Fallback>
                <p:oleObj name="Equation" r:id="rId29" imgW="1694815" imgH="1081405" progId="Equation.DSMT4">
                  <p:embed/>
                  <p:pic>
                    <p:nvPicPr>
                      <p:cNvPr id="57452" name="Object 1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4175" y="5870575"/>
                        <a:ext cx="1241425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453" name="Object 109"/>
          <p:cNvGraphicFramePr>
            <a:graphicFrameLocks noChangeAspect="1"/>
          </p:cNvGraphicFramePr>
          <p:nvPr/>
        </p:nvGraphicFramePr>
        <p:xfrm>
          <a:off x="6130925" y="5972175"/>
          <a:ext cx="846138" cy="66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08" name="公式" r:id="rId31" imgW="1115060" imgH="847725" progId="Equation.3">
                  <p:embed/>
                </p:oleObj>
              </mc:Choice>
              <mc:Fallback>
                <p:oleObj name="公式" r:id="rId31" imgW="1115060" imgH="847725" progId="Equation.3">
                  <p:embed/>
                  <p:pic>
                    <p:nvPicPr>
                      <p:cNvPr id="57453" name="Object 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0925" y="5972175"/>
                        <a:ext cx="846138" cy="661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454" name="Rectangle 110"/>
          <p:cNvSpPr>
            <a:spLocks noChangeArrowheads="1"/>
          </p:cNvSpPr>
          <p:nvPr/>
        </p:nvSpPr>
        <p:spPr bwMode="auto">
          <a:xfrm>
            <a:off x="3135313" y="2528888"/>
            <a:ext cx="222885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000" dirty="0">
                <a:solidFill>
                  <a:srgbClr val="00FFFF"/>
                </a:solidFill>
                <a:latin typeface="+mj-ea"/>
                <a:ea typeface="+mj-ea"/>
                <a:cs typeface="Times New Roman" panose="02020603050405020304" pitchFamily="18" charset="0"/>
              </a:rPr>
              <a:t>（牛顿第二定律）</a:t>
            </a:r>
          </a:p>
        </p:txBody>
      </p:sp>
      <p:sp>
        <p:nvSpPr>
          <p:cNvPr id="41" name="Text Box 4"/>
          <p:cNvSpPr txBox="1">
            <a:spLocks noChangeArrowheads="1"/>
          </p:cNvSpPr>
          <p:nvPr/>
        </p:nvSpPr>
        <p:spPr bwMode="auto">
          <a:xfrm>
            <a:off x="428625" y="214313"/>
            <a:ext cx="541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6.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常见的简谐振动实例分析</a:t>
            </a:r>
          </a:p>
        </p:txBody>
      </p:sp>
      <p:sp>
        <p:nvSpPr>
          <p:cNvPr id="15398" name="下箭头 42"/>
          <p:cNvSpPr>
            <a:spLocks noChangeArrowheads="1"/>
          </p:cNvSpPr>
          <p:nvPr/>
        </p:nvSpPr>
        <p:spPr bwMode="auto">
          <a:xfrm>
            <a:off x="1477963" y="4143375"/>
            <a:ext cx="285750" cy="500063"/>
          </a:xfrm>
          <a:prstGeom prst="downArrow">
            <a:avLst>
              <a:gd name="adj1" fmla="val 50000"/>
              <a:gd name="adj2" fmla="val 6467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303" name="灯片编号占位符 1"/>
          <p:cNvSpPr txBox="1"/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2535C97-AF1F-436F-94E9-C92F40B4C469}" type="slidenum">
              <a:rPr lang="en-US" altLang="zh-CN" b="0">
                <a:solidFill>
                  <a:srgbClr val="FF00FF"/>
                </a:solidFill>
              </a:rPr>
              <a:t>5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  <p:grpSp>
        <p:nvGrpSpPr>
          <p:cNvPr id="4" name="Group 47"/>
          <p:cNvGrpSpPr/>
          <p:nvPr/>
        </p:nvGrpSpPr>
        <p:grpSpPr bwMode="auto">
          <a:xfrm>
            <a:off x="7956550" y="2422525"/>
            <a:ext cx="806450" cy="358775"/>
            <a:chOff x="5012" y="1526"/>
            <a:chExt cx="508" cy="226"/>
          </a:xfrm>
        </p:grpSpPr>
        <p:sp>
          <p:nvSpPr>
            <p:cNvPr id="11306" name="Line 45"/>
            <p:cNvSpPr>
              <a:spLocks noChangeShapeType="1"/>
            </p:cNvSpPr>
            <p:nvPr/>
          </p:nvSpPr>
          <p:spPr bwMode="auto">
            <a:xfrm flipV="1">
              <a:off x="5012" y="1526"/>
              <a:ext cx="453" cy="226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prstDash val="dash"/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1307" name="Object 46"/>
            <p:cNvGraphicFramePr>
              <a:graphicFrameLocks noChangeAspect="1"/>
            </p:cNvGraphicFramePr>
            <p:nvPr/>
          </p:nvGraphicFramePr>
          <p:xfrm>
            <a:off x="5375" y="1592"/>
            <a:ext cx="145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09" name="公式" r:id="rId33" imgW="22225" imgH="44450" progId="Equation.3">
                    <p:embed/>
                  </p:oleObj>
                </mc:Choice>
                <mc:Fallback>
                  <p:oleObj name="公式" r:id="rId33" imgW="22225" imgH="44450" progId="Equation.3">
                    <p:embed/>
                    <p:pic>
                      <p:nvPicPr>
                        <p:cNvPr id="11307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5" y="1592"/>
                          <a:ext cx="145" cy="1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4534" name="Text Box 22"/>
          <p:cNvSpPr txBox="1">
            <a:spLocks noChangeArrowheads="1"/>
          </p:cNvSpPr>
          <p:nvPr/>
        </p:nvSpPr>
        <p:spPr bwMode="auto">
          <a:xfrm>
            <a:off x="6804025" y="4538663"/>
            <a:ext cx="1944688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Symbol" panose="05050102010706020507" pitchFamily="18" charset="2"/>
              <a:buNone/>
            </a:pPr>
            <a:r>
              <a:rPr lang="zh-CN" altLang="en-US" sz="22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具有谐振动的运动学特征</a:t>
            </a:r>
            <a:endParaRPr lang="zh-CN" altLang="en-US" sz="2200" b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7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57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7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7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7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5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7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7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57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57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7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57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7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57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8" dur="500"/>
                                        <p:tgtEl>
                                          <p:spTgt spid="57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500"/>
                            </p:stCondLst>
                            <p:childTnLst>
                              <p:par>
                                <p:cTn id="1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57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15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57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57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57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57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57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645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57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500"/>
                            </p:stCondLst>
                            <p:childTnLst>
                              <p:par>
                                <p:cTn id="1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57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57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500"/>
                            </p:stCondLst>
                            <p:childTnLst>
                              <p:par>
                                <p:cTn id="1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57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1000"/>
                            </p:stCondLst>
                            <p:childTnLst>
                              <p:par>
                                <p:cTn id="1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57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54" grpId="0"/>
      <p:bldP spid="57422" grpId="0"/>
      <p:bldP spid="57423" grpId="0"/>
      <p:bldP spid="57424" grpId="0"/>
      <p:bldP spid="57427" grpId="0"/>
      <p:bldP spid="57431" grpId="0"/>
      <p:bldP spid="57432" grpId="0" animBg="1"/>
      <p:bldP spid="57433" grpId="0" animBg="1"/>
      <p:bldP spid="57445" grpId="0" animBg="1"/>
      <p:bldP spid="57446" grpId="0"/>
      <p:bldP spid="57449" grpId="0"/>
      <p:bldP spid="57450" grpId="0"/>
      <p:bldP spid="57451" grpId="0"/>
      <p:bldP spid="57454" grpId="0"/>
      <p:bldP spid="41" grpId="0" autoUpdateAnimBg="0"/>
      <p:bldP spid="15398" grpId="0" animBg="1"/>
      <p:bldP spid="64534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1" name="Rectangle 3"/>
          <p:cNvSpPr>
            <a:spLocks noChangeArrowheads="1"/>
          </p:cNvSpPr>
          <p:nvPr/>
        </p:nvSpPr>
        <p:spPr bwMode="auto">
          <a:xfrm>
            <a:off x="728663" y="785813"/>
            <a:ext cx="5414962" cy="85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600"/>
              </a:lnSpc>
            </a:pPr>
            <a:r>
              <a:rPr lang="zh-CN" altLang="en-US">
                <a:solidFill>
                  <a:schemeClr val="bg1"/>
                </a:solidFill>
              </a:rPr>
              <a:t>如图</a:t>
            </a:r>
            <a:r>
              <a:rPr lang="en-US" altLang="zh-CN">
                <a:solidFill>
                  <a:schemeClr val="bg1"/>
                </a:solidFill>
              </a:rPr>
              <a:t>,  </a:t>
            </a:r>
            <a:r>
              <a:rPr lang="zh-CN" altLang="en-US">
                <a:solidFill>
                  <a:schemeClr val="bg1"/>
                </a:solidFill>
              </a:rPr>
              <a:t>设刚体对轴的转动惯量为 </a:t>
            </a:r>
            <a:r>
              <a:rPr lang="en-US" altLang="zh-CN" i="1">
                <a:solidFill>
                  <a:srgbClr val="FFFF00"/>
                </a:solidFill>
              </a:rPr>
              <a:t>J</a:t>
            </a:r>
            <a:r>
              <a:rPr lang="en-US" altLang="zh-CN"/>
              <a:t> </a:t>
            </a:r>
          </a:p>
          <a:p>
            <a:pPr eaLnBrk="1" hangingPunct="1">
              <a:lnSpc>
                <a:spcPts val="3600"/>
              </a:lnSpc>
            </a:pPr>
            <a:r>
              <a:rPr lang="zh-CN" altLang="en-US">
                <a:solidFill>
                  <a:schemeClr val="bg1"/>
                </a:solidFill>
              </a:rPr>
              <a:t>设</a:t>
            </a:r>
            <a:r>
              <a:rPr lang="zh-CN" altLang="en-US"/>
              <a:t> </a:t>
            </a:r>
            <a:r>
              <a:rPr lang="en-US" altLang="zh-CN" i="1">
                <a:solidFill>
                  <a:srgbClr val="FFFF00"/>
                </a:solidFill>
              </a:rPr>
              <a:t>t </a:t>
            </a:r>
            <a:r>
              <a:rPr lang="en-US" altLang="zh-CN">
                <a:solidFill>
                  <a:srgbClr val="FFFF00"/>
                </a:solidFill>
              </a:rPr>
              <a:t>= 0 </a:t>
            </a:r>
            <a:r>
              <a:rPr lang="zh-CN" altLang="en-US">
                <a:solidFill>
                  <a:schemeClr val="bg1"/>
                </a:solidFill>
              </a:rPr>
              <a:t>时摆角向右最大为 </a:t>
            </a:r>
            <a:r>
              <a:rPr lang="zh-CN" altLang="en-US" i="1">
                <a:solidFill>
                  <a:srgbClr val="FFFF00"/>
                </a:solidFill>
                <a:sym typeface="Symbol" panose="05050102010706020507" pitchFamily="18" charset="2"/>
              </a:rPr>
              <a:t></a:t>
            </a:r>
            <a:r>
              <a:rPr lang="en-US" altLang="zh-CN" sz="2800" i="1" baseline="-25000">
                <a:solidFill>
                  <a:srgbClr val="FFFF00"/>
                </a:solidFill>
                <a:sym typeface="Symbol" panose="05050102010706020507" pitchFamily="18" charset="2"/>
              </a:rPr>
              <a:t>0</a:t>
            </a:r>
            <a:endParaRPr lang="en-US" altLang="zh-CN" sz="2800" baseline="-25000">
              <a:solidFill>
                <a:srgbClr val="66FFFF"/>
              </a:solidFill>
            </a:endParaRPr>
          </a:p>
        </p:txBody>
      </p:sp>
      <p:grpSp>
        <p:nvGrpSpPr>
          <p:cNvPr id="2" name="Group 4"/>
          <p:cNvGrpSpPr/>
          <p:nvPr/>
        </p:nvGrpSpPr>
        <p:grpSpPr bwMode="auto">
          <a:xfrm>
            <a:off x="6308725" y="476250"/>
            <a:ext cx="2366963" cy="3529013"/>
            <a:chOff x="3456" y="1248"/>
            <a:chExt cx="1536" cy="2400"/>
          </a:xfrm>
        </p:grpSpPr>
        <p:sp>
          <p:nvSpPr>
            <p:cNvPr id="12308" name="Rectangle 5"/>
            <p:cNvSpPr>
              <a:spLocks noChangeArrowheads="1"/>
            </p:cNvSpPr>
            <p:nvPr/>
          </p:nvSpPr>
          <p:spPr bwMode="auto">
            <a:xfrm>
              <a:off x="3456" y="1248"/>
              <a:ext cx="1536" cy="2400"/>
            </a:xfrm>
            <a:prstGeom prst="rect">
              <a:avLst/>
            </a:prstGeom>
            <a:gradFill rotWithShape="1">
              <a:gsLst>
                <a:gs pos="0">
                  <a:srgbClr val="66CCFF">
                    <a:alpha val="79999"/>
                  </a:srgbClr>
                </a:gs>
                <a:gs pos="100000">
                  <a:srgbClr val="006699"/>
                </a:gs>
              </a:gsLst>
              <a:lin ang="5400000" scaled="1"/>
            </a:gradFill>
            <a:ln w="28575">
              <a:solidFill>
                <a:schemeClr val="hlink"/>
              </a:solidFill>
              <a:miter lim="800000"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pic>
          <p:nvPicPr>
            <p:cNvPr id="12309" name="Picture 6" descr="c06s45"/>
            <p:cNvPicPr>
              <a:picLocks noChangeAspect="1" noChangeArrowheads="1"/>
            </p:cNvPicPr>
            <p:nvPr/>
          </p:nvPicPr>
          <p:blipFill>
            <a:blip r:embed="rId3">
              <a:lum bright="-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96" y="1296"/>
              <a:ext cx="1058" cy="2210"/>
            </a:xfrm>
            <a:prstGeom prst="rect">
              <a:avLst/>
            </a:prstGeom>
            <a:gradFill rotWithShape="1">
              <a:gsLst>
                <a:gs pos="0">
                  <a:srgbClr val="66CCFF">
                    <a:alpha val="79999"/>
                  </a:srgbClr>
                </a:gs>
                <a:gs pos="100000">
                  <a:srgbClr val="006699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01735" name="Rectangle 7"/>
          <p:cNvSpPr>
            <a:spLocks noChangeArrowheads="1"/>
          </p:cNvSpPr>
          <p:nvPr/>
        </p:nvSpPr>
        <p:spPr bwMode="auto">
          <a:xfrm>
            <a:off x="285750" y="1757363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求</a:t>
            </a:r>
          </a:p>
        </p:txBody>
      </p:sp>
      <p:sp>
        <p:nvSpPr>
          <p:cNvPr id="201736" name="Rectangle 8"/>
          <p:cNvSpPr>
            <a:spLocks noChangeArrowheads="1"/>
          </p:cNvSpPr>
          <p:nvPr/>
        </p:nvSpPr>
        <p:spPr bwMode="auto">
          <a:xfrm>
            <a:off x="757238" y="1757363"/>
            <a:ext cx="3671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振动周期和振动方程？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01737" name="Rectangle 9"/>
          <p:cNvSpPr>
            <a:spLocks noChangeArrowheads="1"/>
          </p:cNvSpPr>
          <p:nvPr/>
        </p:nvSpPr>
        <p:spPr bwMode="auto">
          <a:xfrm>
            <a:off x="296863" y="2276475"/>
            <a:ext cx="4937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解</a:t>
            </a:r>
          </a:p>
        </p:txBody>
      </p:sp>
      <p:graphicFrame>
        <p:nvGraphicFramePr>
          <p:cNvPr id="201738" name="Object 2"/>
          <p:cNvGraphicFramePr/>
          <p:nvPr/>
        </p:nvGraphicFramePr>
        <p:xfrm>
          <a:off x="971550" y="2820988"/>
          <a:ext cx="3059113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57" name="公式" r:id="rId4" imgW="3456940" imgH="334645" progId="Equation.3">
                  <p:embed/>
                </p:oleObj>
              </mc:Choice>
              <mc:Fallback>
                <p:oleObj name="公式" r:id="rId4" imgW="3456940" imgH="334645" progId="Equation.3">
                  <p:embed/>
                  <p:pic>
                    <p:nvPicPr>
                      <p:cNvPr id="201738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820988"/>
                        <a:ext cx="3059113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39" name="Object 3"/>
          <p:cNvGraphicFramePr/>
          <p:nvPr/>
        </p:nvGraphicFramePr>
        <p:xfrm>
          <a:off x="979488" y="3322638"/>
          <a:ext cx="2439987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58" name="公式" r:id="rId6" imgW="2743200" imgH="847725" progId="Equation.3">
                  <p:embed/>
                </p:oleObj>
              </mc:Choice>
              <mc:Fallback>
                <p:oleObj name="公式" r:id="rId6" imgW="2743200" imgH="847725" progId="Equation.3">
                  <p:embed/>
                  <p:pic>
                    <p:nvPicPr>
                      <p:cNvPr id="201739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9488" y="3322638"/>
                        <a:ext cx="2439987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40" name="Object 4"/>
          <p:cNvGraphicFramePr>
            <a:graphicFrameLocks noChangeAspect="1"/>
          </p:cNvGraphicFramePr>
          <p:nvPr/>
        </p:nvGraphicFramePr>
        <p:xfrm>
          <a:off x="1039813" y="4186238"/>
          <a:ext cx="2389187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59" name="公式" r:id="rId8" imgW="1405255" imgH="133985" progId="Equation.3">
                  <p:embed/>
                </p:oleObj>
              </mc:Choice>
              <mc:Fallback>
                <p:oleObj name="公式" r:id="rId8" imgW="1405255" imgH="133985" progId="Equation.3">
                  <p:embed/>
                  <p:pic>
                    <p:nvPicPr>
                      <p:cNvPr id="20174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9813" y="4186238"/>
                        <a:ext cx="2389187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41" name="Object 5"/>
          <p:cNvGraphicFramePr/>
          <p:nvPr/>
        </p:nvGraphicFramePr>
        <p:xfrm>
          <a:off x="928688" y="4714875"/>
          <a:ext cx="2000250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0" name="公式" r:id="rId10" imgW="2207895" imgH="847725" progId="Equation.3">
                  <p:embed/>
                </p:oleObj>
              </mc:Choice>
              <mc:Fallback>
                <p:oleObj name="公式" r:id="rId10" imgW="2207895" imgH="847725" progId="Equation.3">
                  <p:embed/>
                  <p:pic>
                    <p:nvPicPr>
                      <p:cNvPr id="201741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4714875"/>
                        <a:ext cx="2000250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42" name="Object 6"/>
          <p:cNvGraphicFramePr/>
          <p:nvPr/>
        </p:nvGraphicFramePr>
        <p:xfrm>
          <a:off x="3571875" y="4710113"/>
          <a:ext cx="1544638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1" name="公式" r:id="rId12" imgW="1694815" imgH="902970" progId="Equation.3">
                  <p:embed/>
                </p:oleObj>
              </mc:Choice>
              <mc:Fallback>
                <p:oleObj name="公式" r:id="rId12" imgW="1694815" imgH="902970" progId="Equation.3">
                  <p:embed/>
                  <p:pic>
                    <p:nvPicPr>
                      <p:cNvPr id="201742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75" y="4710113"/>
                        <a:ext cx="1544638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1743" name="AutoShape 15"/>
          <p:cNvSpPr>
            <a:spLocks noChangeArrowheads="1"/>
          </p:cNvSpPr>
          <p:nvPr/>
        </p:nvSpPr>
        <p:spPr bwMode="auto">
          <a:xfrm>
            <a:off x="3025775" y="5013325"/>
            <a:ext cx="466725" cy="287338"/>
          </a:xfrm>
          <a:prstGeom prst="rightArrow">
            <a:avLst>
              <a:gd name="adj1" fmla="val 50000"/>
              <a:gd name="adj2" fmla="val 40608"/>
            </a:avLst>
          </a:prstGeom>
          <a:solidFill>
            <a:srgbClr val="FFCCFF">
              <a:alpha val="50195"/>
            </a:srgbClr>
          </a:solidFill>
          <a:ln w="9525">
            <a:solidFill>
              <a:srgbClr val="006666"/>
            </a:solidFill>
            <a:miter lim="800000"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01744" name="Object 7"/>
          <p:cNvGraphicFramePr/>
          <p:nvPr/>
        </p:nvGraphicFramePr>
        <p:xfrm>
          <a:off x="6164263" y="4710113"/>
          <a:ext cx="1931987" cy="950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2" name="公式" r:id="rId14" imgW="2141220" imgH="992505" progId="Equation.3">
                  <p:embed/>
                </p:oleObj>
              </mc:Choice>
              <mc:Fallback>
                <p:oleObj name="公式" r:id="rId14" imgW="2141220" imgH="992505" progId="Equation.3">
                  <p:embed/>
                  <p:pic>
                    <p:nvPicPr>
                      <p:cNvPr id="201744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4263" y="4710113"/>
                        <a:ext cx="1931987" cy="95091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1745" name="AutoShape 17"/>
          <p:cNvSpPr>
            <a:spLocks noChangeArrowheads="1"/>
          </p:cNvSpPr>
          <p:nvPr/>
        </p:nvSpPr>
        <p:spPr bwMode="auto">
          <a:xfrm>
            <a:off x="5292725" y="5013325"/>
            <a:ext cx="647700" cy="3238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CCFF">
              <a:alpha val="50195"/>
            </a:srgbClr>
          </a:solidFill>
          <a:ln w="9525">
            <a:solidFill>
              <a:srgbClr val="006666"/>
            </a:solidFill>
            <a:miter lim="800000"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1750" name="Text Box 22"/>
          <p:cNvSpPr txBox="1">
            <a:spLocks noChangeArrowheads="1"/>
          </p:cNvSpPr>
          <p:nvPr/>
        </p:nvSpPr>
        <p:spPr bwMode="auto">
          <a:xfrm>
            <a:off x="971550" y="5734050"/>
            <a:ext cx="1881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FFFF"/>
                </a:solidFill>
              </a:rPr>
              <a:t>振动方程：</a:t>
            </a:r>
          </a:p>
        </p:txBody>
      </p:sp>
      <p:graphicFrame>
        <p:nvGraphicFramePr>
          <p:cNvPr id="201751" name="Object 9"/>
          <p:cNvGraphicFramePr/>
          <p:nvPr/>
        </p:nvGraphicFramePr>
        <p:xfrm>
          <a:off x="2987675" y="5792788"/>
          <a:ext cx="1833563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3" name="公式" r:id="rId16" imgW="2018665" imgH="379095" progId="Equation.3">
                  <p:embed/>
                </p:oleObj>
              </mc:Choice>
              <mc:Fallback>
                <p:oleObj name="公式" r:id="rId16" imgW="2018665" imgH="379095" progId="Equation.3">
                  <p:embed/>
                  <p:pic>
                    <p:nvPicPr>
                      <p:cNvPr id="201751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5792788"/>
                        <a:ext cx="1833563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矩形 24"/>
          <p:cNvSpPr>
            <a:spLocks noChangeArrowheads="1"/>
          </p:cNvSpPr>
          <p:nvPr/>
        </p:nvSpPr>
        <p:spPr bwMode="auto">
          <a:xfrm>
            <a:off x="285750" y="285750"/>
            <a:ext cx="33575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FF00"/>
                </a:solidFill>
              </a:rPr>
              <a:t>(2) </a:t>
            </a: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复摆</a:t>
            </a:r>
            <a:r>
              <a:rPr lang="zh-CN" altLang="en-US" sz="2000">
                <a:solidFill>
                  <a:schemeClr val="bg1"/>
                </a:solidFill>
                <a:latin typeface="宋体" panose="02010600030101010101" pitchFamily="2" charset="-122"/>
              </a:rPr>
              <a:t>（物理摆）</a:t>
            </a:r>
          </a:p>
        </p:txBody>
      </p:sp>
      <p:sp>
        <p:nvSpPr>
          <p:cNvPr id="26" name="Rectangle 32"/>
          <p:cNvSpPr>
            <a:spLocks noChangeArrowheads="1"/>
          </p:cNvSpPr>
          <p:nvPr/>
        </p:nvSpPr>
        <p:spPr bwMode="auto">
          <a:xfrm>
            <a:off x="857250" y="2286000"/>
            <a:ext cx="47228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00FFFF"/>
                </a:solidFill>
                <a:ea typeface="仿宋_GB2312" pitchFamily="49" charset="-122"/>
                <a:cs typeface="Times New Roman" panose="02020603050405020304" pitchFamily="18" charset="0"/>
              </a:rPr>
              <a:t>刚体绕定轴转动定律，</a:t>
            </a:r>
            <a:r>
              <a:rPr lang="zh-CN" altLang="en-US" sz="2000">
                <a:solidFill>
                  <a:schemeClr val="bg1"/>
                </a:solidFill>
                <a:ea typeface="仿宋_GB2312" pitchFamily="49" charset="-122"/>
                <a:cs typeface="Times New Roman" panose="02020603050405020304" pitchFamily="18" charset="0"/>
              </a:rPr>
              <a:t>逆时针为正</a:t>
            </a:r>
          </a:p>
        </p:txBody>
      </p:sp>
      <p:sp>
        <p:nvSpPr>
          <p:cNvPr id="12307" name="灯片编号占位符 1"/>
          <p:cNvSpPr txBox="1"/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228DBA5-EA8F-45AA-B9EA-6095272D9F25}" type="slidenum">
              <a:rPr lang="en-US" altLang="zh-CN" b="0">
                <a:solidFill>
                  <a:srgbClr val="FF00FF"/>
                </a:solidFill>
              </a:rPr>
              <a:t>6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01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01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1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1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01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01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01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01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01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01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01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01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0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0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731" grpId="0"/>
      <p:bldP spid="201735" grpId="0"/>
      <p:bldP spid="201736" grpId="0"/>
      <p:bldP spid="201737" grpId="0" autoUpdateAnimBg="0"/>
      <p:bldP spid="201743" grpId="0" animBg="1"/>
      <p:bldP spid="201745" grpId="0" animBg="1"/>
      <p:bldP spid="201750" grpId="0" autoUpdateAnimBg="0"/>
      <p:bldP spid="25" grpId="0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970" name="Text Box 2"/>
          <p:cNvSpPr txBox="1">
            <a:spLocks noChangeArrowheads="1"/>
          </p:cNvSpPr>
          <p:nvPr/>
        </p:nvSpPr>
        <p:spPr bwMode="auto">
          <a:xfrm>
            <a:off x="357188" y="219075"/>
            <a:ext cx="503555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solidFill>
                  <a:schemeClr val="bg1"/>
                </a:solidFill>
              </a:rPr>
              <a:t>例</a:t>
            </a:r>
            <a:r>
              <a:rPr lang="en-US" altLang="zh-CN" sz="2200">
                <a:solidFill>
                  <a:schemeClr val="bg1"/>
                </a:solidFill>
              </a:rPr>
              <a:t>:  </a:t>
            </a:r>
            <a:r>
              <a:rPr lang="zh-CN" altLang="en-US" sz="2200">
                <a:solidFill>
                  <a:schemeClr val="bg1"/>
                </a:solidFill>
              </a:rPr>
              <a:t>如图，连通管中液体柱的运动，</a:t>
            </a:r>
          </a:p>
        </p:txBody>
      </p:sp>
      <p:sp>
        <p:nvSpPr>
          <p:cNvPr id="467971" name="Text Box 3"/>
          <p:cNvSpPr txBox="1">
            <a:spLocks noChangeArrowheads="1"/>
          </p:cNvSpPr>
          <p:nvPr/>
        </p:nvSpPr>
        <p:spPr bwMode="auto">
          <a:xfrm>
            <a:off x="4762500" y="220663"/>
            <a:ext cx="4103688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solidFill>
                  <a:schemeClr val="bg1"/>
                </a:solidFill>
              </a:rPr>
              <a:t>已知液体总质量</a:t>
            </a:r>
          </a:p>
        </p:txBody>
      </p:sp>
      <p:graphicFrame>
        <p:nvGraphicFramePr>
          <p:cNvPr id="467972" name="Object 4"/>
          <p:cNvGraphicFramePr>
            <a:graphicFrameLocks noChangeAspect="1"/>
          </p:cNvGraphicFramePr>
          <p:nvPr/>
        </p:nvGraphicFramePr>
        <p:xfrm>
          <a:off x="6929438" y="214313"/>
          <a:ext cx="15240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68" name="公式" r:id="rId3" imgW="557530" imgH="111760" progId="Equation.3">
                  <p:embed/>
                </p:oleObj>
              </mc:Choice>
              <mc:Fallback>
                <p:oleObj name="公式" r:id="rId3" imgW="557530" imgH="111760" progId="Equation.3">
                  <p:embed/>
                  <p:pic>
                    <p:nvPicPr>
                      <p:cNvPr id="46797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9438" y="214313"/>
                        <a:ext cx="1524000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7973" name="Text Box 5"/>
          <p:cNvSpPr txBox="1">
            <a:spLocks noChangeArrowheads="1"/>
          </p:cNvSpPr>
          <p:nvPr/>
        </p:nvSpPr>
        <p:spPr bwMode="auto">
          <a:xfrm>
            <a:off x="857250" y="714375"/>
            <a:ext cx="316706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solidFill>
                  <a:schemeClr val="bg1"/>
                </a:solidFill>
              </a:rPr>
              <a:t>忽略一切阻力。</a:t>
            </a:r>
          </a:p>
        </p:txBody>
      </p:sp>
      <p:sp>
        <p:nvSpPr>
          <p:cNvPr id="467974" name="Text Box 6"/>
          <p:cNvSpPr txBox="1">
            <a:spLocks noChangeArrowheads="1"/>
          </p:cNvSpPr>
          <p:nvPr/>
        </p:nvSpPr>
        <p:spPr bwMode="auto">
          <a:xfrm>
            <a:off x="2873375" y="714375"/>
            <a:ext cx="352742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solidFill>
                  <a:schemeClr val="bg1"/>
                </a:solidFill>
              </a:rPr>
              <a:t>试分析振动周期？</a:t>
            </a:r>
          </a:p>
        </p:txBody>
      </p:sp>
      <p:grpSp>
        <p:nvGrpSpPr>
          <p:cNvPr id="2" name="Group 7"/>
          <p:cNvGrpSpPr/>
          <p:nvPr/>
        </p:nvGrpSpPr>
        <p:grpSpPr bwMode="auto">
          <a:xfrm>
            <a:off x="6054725" y="1341438"/>
            <a:ext cx="2362200" cy="2586037"/>
            <a:chOff x="3936" y="768"/>
            <a:chExt cx="1488" cy="1629"/>
          </a:xfrm>
        </p:grpSpPr>
        <p:sp>
          <p:nvSpPr>
            <p:cNvPr id="13354" name="AutoShape 8"/>
            <p:cNvSpPr>
              <a:spLocks noChangeArrowheads="1"/>
            </p:cNvSpPr>
            <p:nvPr/>
          </p:nvSpPr>
          <p:spPr bwMode="auto">
            <a:xfrm>
              <a:off x="3936" y="768"/>
              <a:ext cx="384" cy="1248"/>
            </a:xfrm>
            <a:prstGeom prst="can">
              <a:avLst>
                <a:gd name="adj" fmla="val 37240"/>
              </a:avLst>
            </a:prstGeom>
            <a:noFill/>
            <a:ln w="34925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55" name="AutoShape 9"/>
            <p:cNvSpPr>
              <a:spLocks noChangeArrowheads="1"/>
            </p:cNvSpPr>
            <p:nvPr/>
          </p:nvSpPr>
          <p:spPr bwMode="auto">
            <a:xfrm>
              <a:off x="5040" y="768"/>
              <a:ext cx="384" cy="1248"/>
            </a:xfrm>
            <a:prstGeom prst="can">
              <a:avLst>
                <a:gd name="adj" fmla="val 32816"/>
              </a:avLst>
            </a:prstGeom>
            <a:noFill/>
            <a:ln w="47625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56" name="AutoShape 10"/>
            <p:cNvSpPr>
              <a:spLocks noChangeArrowheads="1"/>
            </p:cNvSpPr>
            <p:nvPr/>
          </p:nvSpPr>
          <p:spPr bwMode="auto">
            <a:xfrm>
              <a:off x="3936" y="1248"/>
              <a:ext cx="384" cy="912"/>
            </a:xfrm>
            <a:prstGeom prst="can">
              <a:avLst>
                <a:gd name="adj" fmla="val 34635"/>
              </a:avLst>
            </a:prstGeom>
            <a:solidFill>
              <a:schemeClr val="accent1"/>
            </a:solidFill>
            <a:ln w="9525">
              <a:solidFill>
                <a:srgbClr val="003300"/>
              </a:solidFill>
              <a:rou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57" name="AutoShape 11"/>
            <p:cNvSpPr>
              <a:spLocks noChangeArrowheads="1"/>
            </p:cNvSpPr>
            <p:nvPr/>
          </p:nvSpPr>
          <p:spPr bwMode="auto">
            <a:xfrm>
              <a:off x="5040" y="1248"/>
              <a:ext cx="384" cy="912"/>
            </a:xfrm>
            <a:prstGeom prst="can">
              <a:avLst>
                <a:gd name="adj" fmla="val 34635"/>
              </a:avLst>
            </a:prstGeom>
            <a:solidFill>
              <a:schemeClr val="accent1"/>
            </a:solidFill>
            <a:ln w="9525">
              <a:solidFill>
                <a:srgbClr val="003300"/>
              </a:solidFill>
              <a:rou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58" name="AutoShape 12"/>
            <p:cNvSpPr>
              <a:spLocks noChangeArrowheads="1"/>
            </p:cNvSpPr>
            <p:nvPr/>
          </p:nvSpPr>
          <p:spPr bwMode="auto">
            <a:xfrm rot="-5400000">
              <a:off x="4488" y="1704"/>
              <a:ext cx="384" cy="912"/>
            </a:xfrm>
            <a:prstGeom prst="can">
              <a:avLst>
                <a:gd name="adj" fmla="val 59375"/>
              </a:avLst>
            </a:prstGeom>
            <a:noFill/>
            <a:ln w="3810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59" name="Freeform 13"/>
            <p:cNvSpPr/>
            <p:nvPr/>
          </p:nvSpPr>
          <p:spPr bwMode="auto">
            <a:xfrm>
              <a:off x="3939" y="1969"/>
              <a:ext cx="429" cy="398"/>
            </a:xfrm>
            <a:custGeom>
              <a:avLst/>
              <a:gdLst>
                <a:gd name="T0" fmla="*/ 0 w 429"/>
                <a:gd name="T1" fmla="*/ 6 h 398"/>
                <a:gd name="T2" fmla="*/ 18 w 429"/>
                <a:gd name="T3" fmla="*/ 100 h 398"/>
                <a:gd name="T4" fmla="*/ 103 w 429"/>
                <a:gd name="T5" fmla="*/ 272 h 398"/>
                <a:gd name="T6" fmla="*/ 180 w 429"/>
                <a:gd name="T7" fmla="*/ 340 h 398"/>
                <a:gd name="T8" fmla="*/ 429 w 429"/>
                <a:gd name="T9" fmla="*/ 392 h 3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29"/>
                <a:gd name="T16" fmla="*/ 0 h 398"/>
                <a:gd name="T17" fmla="*/ 429 w 429"/>
                <a:gd name="T18" fmla="*/ 398 h 39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29" h="398">
                  <a:moveTo>
                    <a:pt x="0" y="6"/>
                  </a:moveTo>
                  <a:cubicBezTo>
                    <a:pt x="20" y="63"/>
                    <a:pt x="0" y="0"/>
                    <a:pt x="18" y="100"/>
                  </a:cubicBezTo>
                  <a:cubicBezTo>
                    <a:pt x="29" y="159"/>
                    <a:pt x="62" y="228"/>
                    <a:pt x="103" y="272"/>
                  </a:cubicBezTo>
                  <a:cubicBezTo>
                    <a:pt x="115" y="306"/>
                    <a:pt x="146" y="329"/>
                    <a:pt x="180" y="340"/>
                  </a:cubicBezTo>
                  <a:cubicBezTo>
                    <a:pt x="242" y="398"/>
                    <a:pt x="352" y="392"/>
                    <a:pt x="429" y="392"/>
                  </a:cubicBezTo>
                </a:path>
              </a:pathLst>
            </a:custGeom>
            <a:noFill/>
            <a:ln w="317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60" name="Freeform 14"/>
            <p:cNvSpPr/>
            <p:nvPr/>
          </p:nvSpPr>
          <p:spPr bwMode="auto">
            <a:xfrm rot="-4511736">
              <a:off x="4993" y="2015"/>
              <a:ext cx="477" cy="288"/>
            </a:xfrm>
            <a:custGeom>
              <a:avLst/>
              <a:gdLst>
                <a:gd name="T0" fmla="*/ 0 w 429"/>
                <a:gd name="T1" fmla="*/ 1 h 398"/>
                <a:gd name="T2" fmla="*/ 3562 w 429"/>
                <a:gd name="T3" fmla="*/ 1 h 398"/>
                <a:gd name="T4" fmla="*/ 20733 w 429"/>
                <a:gd name="T5" fmla="*/ 1 h 398"/>
                <a:gd name="T6" fmla="*/ 36189 w 429"/>
                <a:gd name="T7" fmla="*/ 1 h 398"/>
                <a:gd name="T8" fmla="*/ 86159 w 429"/>
                <a:gd name="T9" fmla="*/ 1 h 3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29"/>
                <a:gd name="T16" fmla="*/ 0 h 398"/>
                <a:gd name="T17" fmla="*/ 429 w 429"/>
                <a:gd name="T18" fmla="*/ 398 h 39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29" h="398">
                  <a:moveTo>
                    <a:pt x="0" y="6"/>
                  </a:moveTo>
                  <a:cubicBezTo>
                    <a:pt x="20" y="63"/>
                    <a:pt x="0" y="0"/>
                    <a:pt x="18" y="100"/>
                  </a:cubicBezTo>
                  <a:cubicBezTo>
                    <a:pt x="29" y="159"/>
                    <a:pt x="62" y="228"/>
                    <a:pt x="103" y="272"/>
                  </a:cubicBezTo>
                  <a:cubicBezTo>
                    <a:pt x="115" y="306"/>
                    <a:pt x="146" y="329"/>
                    <a:pt x="180" y="340"/>
                  </a:cubicBezTo>
                  <a:cubicBezTo>
                    <a:pt x="242" y="398"/>
                    <a:pt x="352" y="392"/>
                    <a:pt x="429" y="392"/>
                  </a:cubicBezTo>
                </a:path>
              </a:pathLst>
            </a:custGeom>
            <a:noFill/>
            <a:ln w="317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61" name="AutoShape 15"/>
            <p:cNvSpPr>
              <a:spLocks noChangeArrowheads="1"/>
            </p:cNvSpPr>
            <p:nvPr/>
          </p:nvSpPr>
          <p:spPr bwMode="auto">
            <a:xfrm rot="-5457662">
              <a:off x="4488" y="1704"/>
              <a:ext cx="384" cy="912"/>
            </a:xfrm>
            <a:prstGeom prst="can">
              <a:avLst>
                <a:gd name="adj" fmla="val 41409"/>
              </a:avLst>
            </a:prstGeom>
            <a:solidFill>
              <a:schemeClr val="accent1"/>
            </a:solidFill>
            <a:ln w="9525">
              <a:solidFill>
                <a:srgbClr val="00FFFF"/>
              </a:solidFill>
              <a:rou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62" name="Freeform 16"/>
            <p:cNvSpPr/>
            <p:nvPr/>
          </p:nvSpPr>
          <p:spPr bwMode="auto">
            <a:xfrm>
              <a:off x="3965" y="1898"/>
              <a:ext cx="456" cy="445"/>
            </a:xfrm>
            <a:custGeom>
              <a:avLst/>
              <a:gdLst>
                <a:gd name="T0" fmla="*/ 309 w 456"/>
                <a:gd name="T1" fmla="*/ 0 h 445"/>
                <a:gd name="T2" fmla="*/ 386 w 456"/>
                <a:gd name="T3" fmla="*/ 120 h 445"/>
                <a:gd name="T4" fmla="*/ 429 w 456"/>
                <a:gd name="T5" fmla="*/ 180 h 445"/>
                <a:gd name="T6" fmla="*/ 454 w 456"/>
                <a:gd name="T7" fmla="*/ 257 h 445"/>
                <a:gd name="T8" fmla="*/ 437 w 456"/>
                <a:gd name="T9" fmla="*/ 385 h 445"/>
                <a:gd name="T10" fmla="*/ 403 w 456"/>
                <a:gd name="T11" fmla="*/ 428 h 445"/>
                <a:gd name="T12" fmla="*/ 352 w 456"/>
                <a:gd name="T13" fmla="*/ 445 h 445"/>
                <a:gd name="T14" fmla="*/ 146 w 456"/>
                <a:gd name="T15" fmla="*/ 411 h 445"/>
                <a:gd name="T16" fmla="*/ 103 w 456"/>
                <a:gd name="T17" fmla="*/ 343 h 445"/>
                <a:gd name="T18" fmla="*/ 60 w 456"/>
                <a:gd name="T19" fmla="*/ 300 h 445"/>
                <a:gd name="T20" fmla="*/ 26 w 456"/>
                <a:gd name="T21" fmla="*/ 231 h 445"/>
                <a:gd name="T22" fmla="*/ 9 w 456"/>
                <a:gd name="T23" fmla="*/ 180 h 445"/>
                <a:gd name="T24" fmla="*/ 0 w 456"/>
                <a:gd name="T25" fmla="*/ 154 h 445"/>
                <a:gd name="T26" fmla="*/ 112 w 456"/>
                <a:gd name="T27" fmla="*/ 51 h 445"/>
                <a:gd name="T28" fmla="*/ 309 w 456"/>
                <a:gd name="T29" fmla="*/ 0 h 44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456"/>
                <a:gd name="T46" fmla="*/ 0 h 445"/>
                <a:gd name="T47" fmla="*/ 456 w 456"/>
                <a:gd name="T48" fmla="*/ 445 h 445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456" h="445">
                  <a:moveTo>
                    <a:pt x="309" y="0"/>
                  </a:moveTo>
                  <a:cubicBezTo>
                    <a:pt x="366" y="57"/>
                    <a:pt x="349" y="56"/>
                    <a:pt x="386" y="120"/>
                  </a:cubicBezTo>
                  <a:cubicBezTo>
                    <a:pt x="398" y="141"/>
                    <a:pt x="416" y="159"/>
                    <a:pt x="429" y="180"/>
                  </a:cubicBezTo>
                  <a:cubicBezTo>
                    <a:pt x="449" y="240"/>
                    <a:pt x="441" y="214"/>
                    <a:pt x="454" y="257"/>
                  </a:cubicBezTo>
                  <a:cubicBezTo>
                    <a:pt x="453" y="265"/>
                    <a:pt x="456" y="354"/>
                    <a:pt x="437" y="385"/>
                  </a:cubicBezTo>
                  <a:cubicBezTo>
                    <a:pt x="428" y="401"/>
                    <a:pt x="419" y="418"/>
                    <a:pt x="403" y="428"/>
                  </a:cubicBezTo>
                  <a:cubicBezTo>
                    <a:pt x="388" y="437"/>
                    <a:pt x="352" y="445"/>
                    <a:pt x="352" y="445"/>
                  </a:cubicBezTo>
                  <a:cubicBezTo>
                    <a:pt x="284" y="424"/>
                    <a:pt x="216" y="420"/>
                    <a:pt x="146" y="411"/>
                  </a:cubicBezTo>
                  <a:cubicBezTo>
                    <a:pt x="119" y="329"/>
                    <a:pt x="148" y="382"/>
                    <a:pt x="103" y="343"/>
                  </a:cubicBezTo>
                  <a:cubicBezTo>
                    <a:pt x="88" y="330"/>
                    <a:pt x="60" y="300"/>
                    <a:pt x="60" y="300"/>
                  </a:cubicBezTo>
                  <a:cubicBezTo>
                    <a:pt x="51" y="271"/>
                    <a:pt x="35" y="260"/>
                    <a:pt x="26" y="231"/>
                  </a:cubicBezTo>
                  <a:cubicBezTo>
                    <a:pt x="20" y="214"/>
                    <a:pt x="15" y="197"/>
                    <a:pt x="9" y="180"/>
                  </a:cubicBezTo>
                  <a:cubicBezTo>
                    <a:pt x="6" y="171"/>
                    <a:pt x="0" y="154"/>
                    <a:pt x="0" y="154"/>
                  </a:cubicBezTo>
                  <a:cubicBezTo>
                    <a:pt x="19" y="99"/>
                    <a:pt x="55" y="66"/>
                    <a:pt x="112" y="51"/>
                  </a:cubicBezTo>
                  <a:cubicBezTo>
                    <a:pt x="168" y="13"/>
                    <a:pt x="243" y="9"/>
                    <a:pt x="3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63" name="Freeform 17"/>
            <p:cNvSpPr/>
            <p:nvPr/>
          </p:nvSpPr>
          <p:spPr bwMode="auto">
            <a:xfrm>
              <a:off x="4994" y="1923"/>
              <a:ext cx="411" cy="409"/>
            </a:xfrm>
            <a:custGeom>
              <a:avLst/>
              <a:gdLst>
                <a:gd name="T0" fmla="*/ 17 w 411"/>
                <a:gd name="T1" fmla="*/ 78 h 409"/>
                <a:gd name="T2" fmla="*/ 94 w 411"/>
                <a:gd name="T3" fmla="*/ 26 h 409"/>
                <a:gd name="T4" fmla="*/ 145 w 411"/>
                <a:gd name="T5" fmla="*/ 9 h 409"/>
                <a:gd name="T6" fmla="*/ 197 w 411"/>
                <a:gd name="T7" fmla="*/ 26 h 409"/>
                <a:gd name="T8" fmla="*/ 257 w 411"/>
                <a:gd name="T9" fmla="*/ 69 h 409"/>
                <a:gd name="T10" fmla="*/ 360 w 411"/>
                <a:gd name="T11" fmla="*/ 95 h 409"/>
                <a:gd name="T12" fmla="*/ 411 w 411"/>
                <a:gd name="T13" fmla="*/ 112 h 409"/>
                <a:gd name="T14" fmla="*/ 325 w 411"/>
                <a:gd name="T15" fmla="*/ 266 h 409"/>
                <a:gd name="T16" fmla="*/ 265 w 411"/>
                <a:gd name="T17" fmla="*/ 335 h 409"/>
                <a:gd name="T18" fmla="*/ 180 w 411"/>
                <a:gd name="T19" fmla="*/ 403 h 409"/>
                <a:gd name="T20" fmla="*/ 60 w 411"/>
                <a:gd name="T21" fmla="*/ 395 h 409"/>
                <a:gd name="T22" fmla="*/ 25 w 411"/>
                <a:gd name="T23" fmla="*/ 343 h 409"/>
                <a:gd name="T24" fmla="*/ 0 w 411"/>
                <a:gd name="T25" fmla="*/ 266 h 409"/>
                <a:gd name="T26" fmla="*/ 34 w 411"/>
                <a:gd name="T27" fmla="*/ 43 h 409"/>
                <a:gd name="T28" fmla="*/ 103 w 411"/>
                <a:gd name="T29" fmla="*/ 0 h 409"/>
                <a:gd name="T30" fmla="*/ 163 w 411"/>
                <a:gd name="T31" fmla="*/ 18 h 40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411"/>
                <a:gd name="T49" fmla="*/ 0 h 409"/>
                <a:gd name="T50" fmla="*/ 411 w 411"/>
                <a:gd name="T51" fmla="*/ 409 h 40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411" h="409">
                  <a:moveTo>
                    <a:pt x="17" y="78"/>
                  </a:moveTo>
                  <a:cubicBezTo>
                    <a:pt x="53" y="66"/>
                    <a:pt x="64" y="46"/>
                    <a:pt x="94" y="26"/>
                  </a:cubicBezTo>
                  <a:cubicBezTo>
                    <a:pt x="109" y="16"/>
                    <a:pt x="128" y="15"/>
                    <a:pt x="145" y="9"/>
                  </a:cubicBezTo>
                  <a:cubicBezTo>
                    <a:pt x="162" y="15"/>
                    <a:pt x="182" y="16"/>
                    <a:pt x="197" y="26"/>
                  </a:cubicBezTo>
                  <a:cubicBezTo>
                    <a:pt x="244" y="57"/>
                    <a:pt x="200" y="51"/>
                    <a:pt x="257" y="69"/>
                  </a:cubicBezTo>
                  <a:cubicBezTo>
                    <a:pt x="291" y="80"/>
                    <a:pt x="326" y="84"/>
                    <a:pt x="360" y="95"/>
                  </a:cubicBezTo>
                  <a:cubicBezTo>
                    <a:pt x="377" y="101"/>
                    <a:pt x="394" y="106"/>
                    <a:pt x="411" y="112"/>
                  </a:cubicBezTo>
                  <a:cubicBezTo>
                    <a:pt x="396" y="175"/>
                    <a:pt x="362" y="216"/>
                    <a:pt x="325" y="266"/>
                  </a:cubicBezTo>
                  <a:cubicBezTo>
                    <a:pt x="273" y="334"/>
                    <a:pt x="314" y="303"/>
                    <a:pt x="265" y="335"/>
                  </a:cubicBezTo>
                  <a:cubicBezTo>
                    <a:pt x="244" y="366"/>
                    <a:pt x="216" y="391"/>
                    <a:pt x="180" y="403"/>
                  </a:cubicBezTo>
                  <a:cubicBezTo>
                    <a:pt x="140" y="400"/>
                    <a:pt x="97" y="409"/>
                    <a:pt x="60" y="395"/>
                  </a:cubicBezTo>
                  <a:cubicBezTo>
                    <a:pt x="41" y="387"/>
                    <a:pt x="25" y="343"/>
                    <a:pt x="25" y="343"/>
                  </a:cubicBezTo>
                  <a:cubicBezTo>
                    <a:pt x="5" y="283"/>
                    <a:pt x="13" y="309"/>
                    <a:pt x="0" y="266"/>
                  </a:cubicBezTo>
                  <a:cubicBezTo>
                    <a:pt x="4" y="202"/>
                    <a:pt x="1" y="107"/>
                    <a:pt x="34" y="43"/>
                  </a:cubicBezTo>
                  <a:cubicBezTo>
                    <a:pt x="46" y="19"/>
                    <a:pt x="103" y="0"/>
                    <a:pt x="103" y="0"/>
                  </a:cubicBezTo>
                  <a:cubicBezTo>
                    <a:pt x="157" y="19"/>
                    <a:pt x="136" y="18"/>
                    <a:pt x="163" y="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64" name="Freeform 18"/>
            <p:cNvSpPr/>
            <p:nvPr/>
          </p:nvSpPr>
          <p:spPr bwMode="auto">
            <a:xfrm>
              <a:off x="4208" y="1778"/>
              <a:ext cx="323" cy="340"/>
            </a:xfrm>
            <a:custGeom>
              <a:avLst/>
              <a:gdLst>
                <a:gd name="T0" fmla="*/ 109 w 323"/>
                <a:gd name="T1" fmla="*/ 0 h 340"/>
                <a:gd name="T2" fmla="*/ 160 w 323"/>
                <a:gd name="T3" fmla="*/ 128 h 340"/>
                <a:gd name="T4" fmla="*/ 323 w 323"/>
                <a:gd name="T5" fmla="*/ 205 h 340"/>
                <a:gd name="T6" fmla="*/ 237 w 323"/>
                <a:gd name="T7" fmla="*/ 325 h 340"/>
                <a:gd name="T8" fmla="*/ 83 w 323"/>
                <a:gd name="T9" fmla="*/ 308 h 340"/>
                <a:gd name="T10" fmla="*/ 66 w 323"/>
                <a:gd name="T11" fmla="*/ 283 h 340"/>
                <a:gd name="T12" fmla="*/ 40 w 323"/>
                <a:gd name="T13" fmla="*/ 265 h 340"/>
                <a:gd name="T14" fmla="*/ 49 w 323"/>
                <a:gd name="T15" fmla="*/ 68 h 340"/>
                <a:gd name="T16" fmla="*/ 57 w 323"/>
                <a:gd name="T17" fmla="*/ 43 h 340"/>
                <a:gd name="T18" fmla="*/ 109 w 323"/>
                <a:gd name="T19" fmla="*/ 0 h 3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23"/>
                <a:gd name="T31" fmla="*/ 0 h 340"/>
                <a:gd name="T32" fmla="*/ 323 w 323"/>
                <a:gd name="T33" fmla="*/ 340 h 34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23" h="340">
                  <a:moveTo>
                    <a:pt x="109" y="0"/>
                  </a:moveTo>
                  <a:cubicBezTo>
                    <a:pt x="121" y="36"/>
                    <a:pt x="132" y="100"/>
                    <a:pt x="160" y="128"/>
                  </a:cubicBezTo>
                  <a:cubicBezTo>
                    <a:pt x="204" y="171"/>
                    <a:pt x="270" y="178"/>
                    <a:pt x="323" y="205"/>
                  </a:cubicBezTo>
                  <a:cubicBezTo>
                    <a:pt x="312" y="301"/>
                    <a:pt x="323" y="305"/>
                    <a:pt x="237" y="325"/>
                  </a:cubicBezTo>
                  <a:cubicBezTo>
                    <a:pt x="185" y="322"/>
                    <a:pt x="124" y="340"/>
                    <a:pt x="83" y="308"/>
                  </a:cubicBezTo>
                  <a:cubicBezTo>
                    <a:pt x="75" y="302"/>
                    <a:pt x="73" y="290"/>
                    <a:pt x="66" y="283"/>
                  </a:cubicBezTo>
                  <a:cubicBezTo>
                    <a:pt x="59" y="276"/>
                    <a:pt x="49" y="271"/>
                    <a:pt x="40" y="265"/>
                  </a:cubicBezTo>
                  <a:cubicBezTo>
                    <a:pt x="0" y="206"/>
                    <a:pt x="9" y="125"/>
                    <a:pt x="49" y="68"/>
                  </a:cubicBezTo>
                  <a:cubicBezTo>
                    <a:pt x="52" y="60"/>
                    <a:pt x="50" y="48"/>
                    <a:pt x="57" y="43"/>
                  </a:cubicBezTo>
                  <a:cubicBezTo>
                    <a:pt x="117" y="0"/>
                    <a:pt x="109" y="53"/>
                    <a:pt x="1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65" name="Freeform 19"/>
            <p:cNvSpPr/>
            <p:nvPr/>
          </p:nvSpPr>
          <p:spPr bwMode="auto">
            <a:xfrm>
              <a:off x="4857" y="1821"/>
              <a:ext cx="274" cy="284"/>
            </a:xfrm>
            <a:custGeom>
              <a:avLst/>
              <a:gdLst>
                <a:gd name="T0" fmla="*/ 8 w 274"/>
                <a:gd name="T1" fmla="*/ 137 h 284"/>
                <a:gd name="T2" fmla="*/ 60 w 274"/>
                <a:gd name="T3" fmla="*/ 120 h 284"/>
                <a:gd name="T4" fmla="*/ 102 w 274"/>
                <a:gd name="T5" fmla="*/ 85 h 284"/>
                <a:gd name="T6" fmla="*/ 180 w 274"/>
                <a:gd name="T7" fmla="*/ 0 h 284"/>
                <a:gd name="T8" fmla="*/ 240 w 274"/>
                <a:gd name="T9" fmla="*/ 51 h 284"/>
                <a:gd name="T10" fmla="*/ 274 w 274"/>
                <a:gd name="T11" fmla="*/ 137 h 284"/>
                <a:gd name="T12" fmla="*/ 265 w 274"/>
                <a:gd name="T13" fmla="*/ 214 h 284"/>
                <a:gd name="T14" fmla="*/ 162 w 274"/>
                <a:gd name="T15" fmla="*/ 282 h 284"/>
                <a:gd name="T16" fmla="*/ 34 w 274"/>
                <a:gd name="T17" fmla="*/ 274 h 284"/>
                <a:gd name="T18" fmla="*/ 0 w 274"/>
                <a:gd name="T19" fmla="*/ 197 h 284"/>
                <a:gd name="T20" fmla="*/ 8 w 274"/>
                <a:gd name="T21" fmla="*/ 171 h 284"/>
                <a:gd name="T22" fmla="*/ 8 w 274"/>
                <a:gd name="T23" fmla="*/ 137 h 28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74"/>
                <a:gd name="T37" fmla="*/ 0 h 284"/>
                <a:gd name="T38" fmla="*/ 274 w 274"/>
                <a:gd name="T39" fmla="*/ 284 h 284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74" h="284">
                  <a:moveTo>
                    <a:pt x="8" y="137"/>
                  </a:moveTo>
                  <a:cubicBezTo>
                    <a:pt x="25" y="131"/>
                    <a:pt x="44" y="129"/>
                    <a:pt x="60" y="120"/>
                  </a:cubicBezTo>
                  <a:cubicBezTo>
                    <a:pt x="76" y="111"/>
                    <a:pt x="87" y="95"/>
                    <a:pt x="102" y="85"/>
                  </a:cubicBezTo>
                  <a:cubicBezTo>
                    <a:pt x="125" y="53"/>
                    <a:pt x="147" y="21"/>
                    <a:pt x="180" y="0"/>
                  </a:cubicBezTo>
                  <a:cubicBezTo>
                    <a:pt x="236" y="13"/>
                    <a:pt x="203" y="16"/>
                    <a:pt x="240" y="51"/>
                  </a:cubicBezTo>
                  <a:cubicBezTo>
                    <a:pt x="248" y="84"/>
                    <a:pt x="263" y="106"/>
                    <a:pt x="274" y="137"/>
                  </a:cubicBezTo>
                  <a:cubicBezTo>
                    <a:pt x="271" y="163"/>
                    <a:pt x="271" y="189"/>
                    <a:pt x="265" y="214"/>
                  </a:cubicBezTo>
                  <a:cubicBezTo>
                    <a:pt x="256" y="250"/>
                    <a:pt x="194" y="272"/>
                    <a:pt x="162" y="282"/>
                  </a:cubicBezTo>
                  <a:cubicBezTo>
                    <a:pt x="119" y="279"/>
                    <a:pt x="76" y="284"/>
                    <a:pt x="34" y="274"/>
                  </a:cubicBezTo>
                  <a:cubicBezTo>
                    <a:pt x="7" y="268"/>
                    <a:pt x="0" y="197"/>
                    <a:pt x="0" y="197"/>
                  </a:cubicBezTo>
                  <a:cubicBezTo>
                    <a:pt x="3" y="188"/>
                    <a:pt x="4" y="179"/>
                    <a:pt x="8" y="171"/>
                  </a:cubicBezTo>
                  <a:cubicBezTo>
                    <a:pt x="24" y="138"/>
                    <a:pt x="37" y="151"/>
                    <a:pt x="8" y="13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66" name="Freeform 20"/>
            <p:cNvSpPr/>
            <p:nvPr/>
          </p:nvSpPr>
          <p:spPr bwMode="auto">
            <a:xfrm>
              <a:off x="4317" y="1778"/>
              <a:ext cx="725" cy="197"/>
            </a:xfrm>
            <a:custGeom>
              <a:avLst/>
              <a:gdLst>
                <a:gd name="T0" fmla="*/ 0 w 725"/>
                <a:gd name="T1" fmla="*/ 43 h 197"/>
                <a:gd name="T2" fmla="*/ 102 w 725"/>
                <a:gd name="T3" fmla="*/ 180 h 197"/>
                <a:gd name="T4" fmla="*/ 282 w 725"/>
                <a:gd name="T5" fmla="*/ 188 h 197"/>
                <a:gd name="T6" fmla="*/ 454 w 725"/>
                <a:gd name="T7" fmla="*/ 197 h 197"/>
                <a:gd name="T8" fmla="*/ 617 w 725"/>
                <a:gd name="T9" fmla="*/ 171 h 197"/>
                <a:gd name="T10" fmla="*/ 660 w 725"/>
                <a:gd name="T11" fmla="*/ 137 h 197"/>
                <a:gd name="T12" fmla="*/ 677 w 725"/>
                <a:gd name="T13" fmla="*/ 111 h 197"/>
                <a:gd name="T14" fmla="*/ 702 w 725"/>
                <a:gd name="T15" fmla="*/ 94 h 197"/>
                <a:gd name="T16" fmla="*/ 720 w 725"/>
                <a:gd name="T17" fmla="*/ 0 h 19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25"/>
                <a:gd name="T28" fmla="*/ 0 h 197"/>
                <a:gd name="T29" fmla="*/ 725 w 725"/>
                <a:gd name="T30" fmla="*/ 197 h 19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25" h="197">
                  <a:moveTo>
                    <a:pt x="0" y="43"/>
                  </a:moveTo>
                  <a:cubicBezTo>
                    <a:pt x="19" y="101"/>
                    <a:pt x="27" y="174"/>
                    <a:pt x="102" y="180"/>
                  </a:cubicBezTo>
                  <a:cubicBezTo>
                    <a:pt x="162" y="185"/>
                    <a:pt x="222" y="185"/>
                    <a:pt x="282" y="188"/>
                  </a:cubicBezTo>
                  <a:cubicBezTo>
                    <a:pt x="339" y="191"/>
                    <a:pt x="397" y="194"/>
                    <a:pt x="454" y="197"/>
                  </a:cubicBezTo>
                  <a:cubicBezTo>
                    <a:pt x="517" y="191"/>
                    <a:pt x="561" y="191"/>
                    <a:pt x="617" y="171"/>
                  </a:cubicBezTo>
                  <a:cubicBezTo>
                    <a:pt x="666" y="96"/>
                    <a:pt x="601" y="184"/>
                    <a:pt x="660" y="137"/>
                  </a:cubicBezTo>
                  <a:cubicBezTo>
                    <a:pt x="668" y="131"/>
                    <a:pt x="670" y="118"/>
                    <a:pt x="677" y="111"/>
                  </a:cubicBezTo>
                  <a:cubicBezTo>
                    <a:pt x="684" y="104"/>
                    <a:pt x="694" y="100"/>
                    <a:pt x="702" y="94"/>
                  </a:cubicBezTo>
                  <a:cubicBezTo>
                    <a:pt x="725" y="29"/>
                    <a:pt x="720" y="61"/>
                    <a:pt x="720" y="0"/>
                  </a:cubicBezTo>
                </a:path>
              </a:pathLst>
            </a:custGeom>
            <a:noFill/>
            <a:ln w="3810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67989" name="AutoShape 21"/>
          <p:cNvSpPr>
            <a:spLocks noChangeArrowheads="1"/>
          </p:cNvSpPr>
          <p:nvPr/>
        </p:nvSpPr>
        <p:spPr bwMode="auto">
          <a:xfrm>
            <a:off x="6054725" y="2103438"/>
            <a:ext cx="609600" cy="609600"/>
          </a:xfrm>
          <a:prstGeom prst="can">
            <a:avLst>
              <a:gd name="adj" fmla="val 27083"/>
            </a:avLst>
          </a:prstGeom>
          <a:solidFill>
            <a:srgbClr val="00244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67990" name="AutoShape 22"/>
          <p:cNvSpPr>
            <a:spLocks noChangeArrowheads="1"/>
          </p:cNvSpPr>
          <p:nvPr/>
        </p:nvSpPr>
        <p:spPr bwMode="auto">
          <a:xfrm>
            <a:off x="7807325" y="1646238"/>
            <a:ext cx="609600" cy="685800"/>
          </a:xfrm>
          <a:prstGeom prst="can">
            <a:avLst>
              <a:gd name="adj" fmla="val 30469"/>
            </a:avLst>
          </a:prstGeom>
          <a:solidFill>
            <a:schemeClr val="accent1"/>
          </a:solidFill>
          <a:ln w="9525">
            <a:solidFill>
              <a:srgbClr val="003366"/>
            </a:solidFill>
            <a:rou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67991" name="Line 23"/>
          <p:cNvSpPr>
            <a:spLocks noChangeShapeType="1"/>
          </p:cNvSpPr>
          <p:nvPr/>
        </p:nvSpPr>
        <p:spPr bwMode="auto">
          <a:xfrm>
            <a:off x="5597525" y="2636838"/>
            <a:ext cx="1524000" cy="0"/>
          </a:xfrm>
          <a:prstGeom prst="line">
            <a:avLst/>
          </a:prstGeom>
          <a:noFill/>
          <a:ln w="19050">
            <a:solidFill>
              <a:srgbClr val="FFFF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7992" name="Line 24"/>
          <p:cNvSpPr>
            <a:spLocks noChangeShapeType="1"/>
          </p:cNvSpPr>
          <p:nvPr/>
        </p:nvSpPr>
        <p:spPr bwMode="auto">
          <a:xfrm>
            <a:off x="5826125" y="2179638"/>
            <a:ext cx="0" cy="457200"/>
          </a:xfrm>
          <a:prstGeom prst="line">
            <a:avLst/>
          </a:prstGeom>
          <a:noFill/>
          <a:ln w="22225">
            <a:solidFill>
              <a:schemeClr val="bg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67994" name="Object 26"/>
          <p:cNvGraphicFramePr>
            <a:graphicFrameLocks noChangeAspect="1"/>
          </p:cNvGraphicFramePr>
          <p:nvPr/>
        </p:nvGraphicFramePr>
        <p:xfrm>
          <a:off x="5321300" y="2284413"/>
          <a:ext cx="293688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69" name="公式" r:id="rId5" imgW="22225" imgH="44450" progId="Equation.3">
                  <p:embed/>
                </p:oleObj>
              </mc:Choice>
              <mc:Fallback>
                <p:oleObj name="公式" r:id="rId5" imgW="22225" imgH="44450" progId="Equation.3">
                  <p:embed/>
                  <p:pic>
                    <p:nvPicPr>
                      <p:cNvPr id="467994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1300" y="2284413"/>
                        <a:ext cx="293688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7995" name="Line 27"/>
          <p:cNvSpPr>
            <a:spLocks noChangeShapeType="1"/>
          </p:cNvSpPr>
          <p:nvPr/>
        </p:nvSpPr>
        <p:spPr bwMode="auto">
          <a:xfrm>
            <a:off x="7197725" y="1722438"/>
            <a:ext cx="1524000" cy="0"/>
          </a:xfrm>
          <a:prstGeom prst="line">
            <a:avLst/>
          </a:prstGeom>
          <a:noFill/>
          <a:ln w="19050">
            <a:solidFill>
              <a:srgbClr val="FFFF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67996" name="Object 28"/>
          <p:cNvGraphicFramePr>
            <a:graphicFrameLocks noChangeAspect="1"/>
          </p:cNvGraphicFramePr>
          <p:nvPr/>
        </p:nvGraphicFramePr>
        <p:xfrm>
          <a:off x="7302500" y="1827213"/>
          <a:ext cx="293688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70" name="公式" r:id="rId7" imgW="22225" imgH="44450" progId="Equation.3">
                  <p:embed/>
                </p:oleObj>
              </mc:Choice>
              <mc:Fallback>
                <p:oleObj name="公式" r:id="rId7" imgW="22225" imgH="44450" progId="Equation.3">
                  <p:embed/>
                  <p:pic>
                    <p:nvPicPr>
                      <p:cNvPr id="467996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2500" y="1827213"/>
                        <a:ext cx="293688" cy="31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7997" name="Object 29"/>
          <p:cNvGraphicFramePr>
            <a:graphicFrameLocks noChangeAspect="1"/>
          </p:cNvGraphicFramePr>
          <p:nvPr/>
        </p:nvGraphicFramePr>
        <p:xfrm>
          <a:off x="2309813" y="2000250"/>
          <a:ext cx="229552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71" name="公式" r:id="rId9" imgW="1215390" imgH="423545" progId="Equation.3">
                  <p:embed/>
                </p:oleObj>
              </mc:Choice>
              <mc:Fallback>
                <p:oleObj name="公式" r:id="rId9" imgW="1215390" imgH="423545" progId="Equation.3">
                  <p:embed/>
                  <p:pic>
                    <p:nvPicPr>
                      <p:cNvPr id="467997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9813" y="2000250"/>
                        <a:ext cx="2295525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7998" name="Object 30"/>
          <p:cNvGraphicFramePr>
            <a:graphicFrameLocks noChangeAspect="1"/>
          </p:cNvGraphicFramePr>
          <p:nvPr/>
        </p:nvGraphicFramePr>
        <p:xfrm>
          <a:off x="2008188" y="3497263"/>
          <a:ext cx="2778125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72" name="公式" r:id="rId11" imgW="1360170" imgH="178435" progId="Equation.3">
                  <p:embed/>
                </p:oleObj>
              </mc:Choice>
              <mc:Fallback>
                <p:oleObj name="公式" r:id="rId11" imgW="1360170" imgH="178435" progId="Equation.3">
                  <p:embed/>
                  <p:pic>
                    <p:nvPicPr>
                      <p:cNvPr id="467998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8188" y="3497263"/>
                        <a:ext cx="2778125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7999" name="AutoShape 31"/>
          <p:cNvSpPr/>
          <p:nvPr/>
        </p:nvSpPr>
        <p:spPr bwMode="auto">
          <a:xfrm>
            <a:off x="519113" y="2428875"/>
            <a:ext cx="266700" cy="1285875"/>
          </a:xfrm>
          <a:prstGeom prst="leftBrace">
            <a:avLst>
              <a:gd name="adj1" fmla="val 50000"/>
              <a:gd name="adj2" fmla="val 50000"/>
            </a:avLst>
          </a:prstGeom>
          <a:noFill/>
          <a:ln w="34925">
            <a:solidFill>
              <a:srgbClr val="FF99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68000" name="Text Box 32"/>
          <p:cNvSpPr txBox="1">
            <a:spLocks noChangeArrowheads="1"/>
          </p:cNvSpPr>
          <p:nvPr/>
        </p:nvSpPr>
        <p:spPr bwMode="auto">
          <a:xfrm>
            <a:off x="357188" y="1214438"/>
            <a:ext cx="74612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 dirty="0">
                <a:solidFill>
                  <a:schemeClr val="bg1"/>
                </a:solidFill>
              </a:rPr>
              <a:t>解：</a:t>
            </a:r>
          </a:p>
        </p:txBody>
      </p:sp>
      <p:sp>
        <p:nvSpPr>
          <p:cNvPr id="468001" name="Text Box 33"/>
          <p:cNvSpPr txBox="1">
            <a:spLocks noChangeArrowheads="1"/>
          </p:cNvSpPr>
          <p:nvPr/>
        </p:nvSpPr>
        <p:spPr bwMode="auto">
          <a:xfrm>
            <a:off x="842963" y="1181100"/>
            <a:ext cx="4229100" cy="87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100"/>
              </a:lnSpc>
            </a:pPr>
            <a:r>
              <a:rPr lang="zh-CN" altLang="en-US" sz="2200" dirty="0">
                <a:solidFill>
                  <a:schemeClr val="bg1"/>
                </a:solidFill>
              </a:rPr>
              <a:t>设 </a:t>
            </a:r>
            <a:r>
              <a:rPr lang="en-US" altLang="zh-CN" sz="2200" i="1" dirty="0">
                <a:solidFill>
                  <a:srgbClr val="FFFF00"/>
                </a:solidFill>
              </a:rPr>
              <a:t>t </a:t>
            </a:r>
            <a:r>
              <a:rPr lang="zh-CN" altLang="en-US" sz="2200" dirty="0">
                <a:solidFill>
                  <a:schemeClr val="bg1"/>
                </a:solidFill>
              </a:rPr>
              <a:t>时刻，液体上升了</a:t>
            </a:r>
            <a:r>
              <a:rPr lang="en-US" altLang="zh-CN" sz="2200" i="1" dirty="0">
                <a:solidFill>
                  <a:srgbClr val="FFFF00"/>
                </a:solidFill>
              </a:rPr>
              <a:t>x</a:t>
            </a:r>
            <a:r>
              <a:rPr lang="zh-CN" altLang="en-US" sz="2200" dirty="0">
                <a:solidFill>
                  <a:schemeClr val="bg1"/>
                </a:solidFill>
              </a:rPr>
              <a:t>，液体的速率为</a:t>
            </a:r>
            <a:r>
              <a:rPr lang="en-US" altLang="zh-CN" sz="2200" dirty="0">
                <a:solidFill>
                  <a:schemeClr val="bg1"/>
                </a:solidFill>
              </a:rPr>
              <a:t>  </a:t>
            </a:r>
            <a:r>
              <a:rPr lang="en-US" altLang="zh-CN" sz="2200" dirty="0">
                <a:solidFill>
                  <a:srgbClr val="FFFF00"/>
                </a:solidFill>
              </a:rPr>
              <a:t>d</a:t>
            </a:r>
            <a:r>
              <a:rPr lang="en-US" altLang="zh-CN" sz="2200" i="1" dirty="0">
                <a:solidFill>
                  <a:srgbClr val="FFFF00"/>
                </a:solidFill>
              </a:rPr>
              <a:t>x</a:t>
            </a:r>
            <a:r>
              <a:rPr lang="en-US" altLang="zh-CN" sz="2200" dirty="0">
                <a:solidFill>
                  <a:srgbClr val="FFFF00"/>
                </a:solidFill>
              </a:rPr>
              <a:t>/d</a:t>
            </a:r>
            <a:r>
              <a:rPr lang="en-US" altLang="zh-CN" sz="2200" i="1" dirty="0">
                <a:solidFill>
                  <a:srgbClr val="FFFF00"/>
                </a:solidFill>
              </a:rPr>
              <a:t>t</a:t>
            </a:r>
            <a:r>
              <a:rPr lang="en-US" altLang="zh-CN" sz="2200" dirty="0">
                <a:solidFill>
                  <a:schemeClr val="bg1"/>
                </a:solidFill>
              </a:rPr>
              <a:t> </a:t>
            </a:r>
            <a:endParaRPr lang="zh-CN" altLang="en-US" sz="2200" dirty="0">
              <a:solidFill>
                <a:schemeClr val="bg1"/>
              </a:solidFill>
            </a:endParaRPr>
          </a:p>
        </p:txBody>
      </p:sp>
      <p:sp>
        <p:nvSpPr>
          <p:cNvPr id="468002" name="Text Box 34"/>
          <p:cNvSpPr txBox="1">
            <a:spLocks noChangeArrowheads="1"/>
          </p:cNvSpPr>
          <p:nvPr/>
        </p:nvSpPr>
        <p:spPr bwMode="auto">
          <a:xfrm>
            <a:off x="781050" y="2216150"/>
            <a:ext cx="35052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solidFill>
                  <a:schemeClr val="bg1"/>
                </a:solidFill>
              </a:rPr>
              <a:t>系统动能</a:t>
            </a:r>
          </a:p>
        </p:txBody>
      </p:sp>
      <p:sp>
        <p:nvSpPr>
          <p:cNvPr id="468003" name="Text Box 35"/>
          <p:cNvSpPr txBox="1">
            <a:spLocks noChangeArrowheads="1"/>
          </p:cNvSpPr>
          <p:nvPr/>
        </p:nvSpPr>
        <p:spPr bwMode="auto">
          <a:xfrm>
            <a:off x="785813" y="2928938"/>
            <a:ext cx="4929187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solidFill>
                  <a:schemeClr val="bg1"/>
                </a:solidFill>
              </a:rPr>
              <a:t>系统势能    （克服重力作功）</a:t>
            </a:r>
          </a:p>
        </p:txBody>
      </p:sp>
      <p:sp>
        <p:nvSpPr>
          <p:cNvPr id="468004" name="Text Box 36"/>
          <p:cNvSpPr txBox="1">
            <a:spLocks noChangeArrowheads="1"/>
          </p:cNvSpPr>
          <p:nvPr/>
        </p:nvSpPr>
        <p:spPr bwMode="auto">
          <a:xfrm>
            <a:off x="785813" y="4292600"/>
            <a:ext cx="32004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solidFill>
                  <a:schemeClr val="bg1"/>
                </a:solidFill>
              </a:rPr>
              <a:t>系统机械能</a:t>
            </a:r>
          </a:p>
        </p:txBody>
      </p:sp>
      <p:graphicFrame>
        <p:nvGraphicFramePr>
          <p:cNvPr id="468005" name="Object 37"/>
          <p:cNvGraphicFramePr>
            <a:graphicFrameLocks noChangeAspect="1"/>
          </p:cNvGraphicFramePr>
          <p:nvPr/>
        </p:nvGraphicFramePr>
        <p:xfrm>
          <a:off x="2500313" y="4252913"/>
          <a:ext cx="1824037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73" name="公式" r:id="rId13" imgW="847725" imgH="133985" progId="Equation.3">
                  <p:embed/>
                </p:oleObj>
              </mc:Choice>
              <mc:Fallback>
                <p:oleObj name="公式" r:id="rId13" imgW="847725" imgH="133985" progId="Equation.3">
                  <p:embed/>
                  <p:pic>
                    <p:nvPicPr>
                      <p:cNvPr id="468005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0313" y="4252913"/>
                        <a:ext cx="1824037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8006" name="Object 38"/>
          <p:cNvGraphicFramePr>
            <a:graphicFrameLocks noChangeAspect="1"/>
          </p:cNvGraphicFramePr>
          <p:nvPr/>
        </p:nvGraphicFramePr>
        <p:xfrm>
          <a:off x="4357688" y="4281488"/>
          <a:ext cx="644525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74" name="公式" r:id="rId15" imgW="200660" imgH="88900" progId="Equation.3">
                  <p:embed/>
                </p:oleObj>
              </mc:Choice>
              <mc:Fallback>
                <p:oleObj name="公式" r:id="rId15" imgW="200660" imgH="88900" progId="Equation.3">
                  <p:embed/>
                  <p:pic>
                    <p:nvPicPr>
                      <p:cNvPr id="468006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7688" y="4281488"/>
                        <a:ext cx="644525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8007" name="Text Box 39"/>
          <p:cNvSpPr txBox="1">
            <a:spLocks noChangeArrowheads="1"/>
          </p:cNvSpPr>
          <p:nvPr/>
        </p:nvSpPr>
        <p:spPr bwMode="auto">
          <a:xfrm>
            <a:off x="5119688" y="4287838"/>
            <a:ext cx="316706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>
                <a:solidFill>
                  <a:schemeClr val="bg1"/>
                </a:solidFill>
              </a:rPr>
              <a:t>—— </a:t>
            </a:r>
            <a:r>
              <a:rPr lang="zh-CN" altLang="en-US" sz="2200">
                <a:solidFill>
                  <a:schemeClr val="bg1"/>
                </a:solidFill>
              </a:rPr>
              <a:t>机械能守恒</a:t>
            </a:r>
          </a:p>
        </p:txBody>
      </p:sp>
      <p:sp>
        <p:nvSpPr>
          <p:cNvPr id="468008" name="Text Box 40"/>
          <p:cNvSpPr txBox="1">
            <a:spLocks noChangeArrowheads="1"/>
          </p:cNvSpPr>
          <p:nvPr/>
        </p:nvSpPr>
        <p:spPr bwMode="auto">
          <a:xfrm>
            <a:off x="1117600" y="5059363"/>
            <a:ext cx="188277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solidFill>
                  <a:schemeClr val="bg1"/>
                </a:solidFill>
              </a:rPr>
              <a:t>求导</a:t>
            </a:r>
          </a:p>
        </p:txBody>
      </p:sp>
      <p:graphicFrame>
        <p:nvGraphicFramePr>
          <p:cNvPr id="468010" name="Object 42"/>
          <p:cNvGraphicFramePr>
            <a:graphicFrameLocks noChangeAspect="1"/>
          </p:cNvGraphicFramePr>
          <p:nvPr/>
        </p:nvGraphicFramePr>
        <p:xfrm>
          <a:off x="5759450" y="5805488"/>
          <a:ext cx="1862138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75" name="公式" r:id="rId17" imgW="1003300" imgH="368300" progId="Equation.3">
                  <p:embed/>
                </p:oleObj>
              </mc:Choice>
              <mc:Fallback>
                <p:oleObj name="公式" r:id="rId17" imgW="1003300" imgH="368300" progId="Equation.3">
                  <p:embed/>
                  <p:pic>
                    <p:nvPicPr>
                      <p:cNvPr id="46801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9450" y="5805488"/>
                        <a:ext cx="1862138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8011" name="AutoShape 43"/>
          <p:cNvSpPr>
            <a:spLocks noChangeArrowheads="1"/>
          </p:cNvSpPr>
          <p:nvPr/>
        </p:nvSpPr>
        <p:spPr bwMode="auto">
          <a:xfrm>
            <a:off x="7767638" y="5143500"/>
            <a:ext cx="533400" cy="1295400"/>
          </a:xfrm>
          <a:prstGeom prst="curvedLeftArrow">
            <a:avLst>
              <a:gd name="adj1" fmla="val 48571"/>
              <a:gd name="adj2" fmla="val 97143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68012" name="AutoShape 44"/>
          <p:cNvSpPr>
            <a:spLocks noChangeArrowheads="1"/>
          </p:cNvSpPr>
          <p:nvPr/>
        </p:nvSpPr>
        <p:spPr bwMode="auto">
          <a:xfrm>
            <a:off x="5091113" y="6143625"/>
            <a:ext cx="533400" cy="285750"/>
          </a:xfrm>
          <a:prstGeom prst="leftArrow">
            <a:avLst>
              <a:gd name="adj1" fmla="val 50000"/>
              <a:gd name="adj2" fmla="val 62196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68013" name="Object 45"/>
          <p:cNvGraphicFramePr>
            <a:graphicFrameLocks noChangeAspect="1"/>
          </p:cNvGraphicFramePr>
          <p:nvPr/>
        </p:nvGraphicFramePr>
        <p:xfrm>
          <a:off x="3541713" y="5864225"/>
          <a:ext cx="1471612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76" name="公式" r:id="rId19" imgW="624205" imgH="401320" progId="Equation.3">
                  <p:embed/>
                </p:oleObj>
              </mc:Choice>
              <mc:Fallback>
                <p:oleObj name="公式" r:id="rId19" imgW="624205" imgH="401320" progId="Equation.3">
                  <p:embed/>
                  <p:pic>
                    <p:nvPicPr>
                      <p:cNvPr id="468013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1713" y="5864225"/>
                        <a:ext cx="1471612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8014" name="AutoShape 46"/>
          <p:cNvSpPr>
            <a:spLocks noChangeArrowheads="1"/>
          </p:cNvSpPr>
          <p:nvPr/>
        </p:nvSpPr>
        <p:spPr bwMode="auto">
          <a:xfrm>
            <a:off x="2771775" y="6143625"/>
            <a:ext cx="690563" cy="355600"/>
          </a:xfrm>
          <a:prstGeom prst="leftArrow">
            <a:avLst>
              <a:gd name="adj1" fmla="val 50000"/>
              <a:gd name="adj2" fmla="val 57477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68015" name="Object 47"/>
          <p:cNvGraphicFramePr>
            <a:graphicFrameLocks noChangeAspect="1"/>
          </p:cNvGraphicFramePr>
          <p:nvPr/>
        </p:nvGraphicFramePr>
        <p:xfrm>
          <a:off x="1000125" y="5888038"/>
          <a:ext cx="1712913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77" name="公式" r:id="rId21" imgW="814070" imgH="423545" progId="Equation.3">
                  <p:embed/>
                </p:oleObj>
              </mc:Choice>
              <mc:Fallback>
                <p:oleObj name="公式" r:id="rId21" imgW="814070" imgH="423545" progId="Equation.3">
                  <p:embed/>
                  <p:pic>
                    <p:nvPicPr>
                      <p:cNvPr id="468015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25" y="5888038"/>
                        <a:ext cx="1712913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8018" name="Rectangle 50"/>
          <p:cNvSpPr>
            <a:spLocks noChangeArrowheads="1"/>
          </p:cNvSpPr>
          <p:nvPr/>
        </p:nvSpPr>
        <p:spPr bwMode="auto">
          <a:xfrm>
            <a:off x="7807325" y="2179638"/>
            <a:ext cx="609600" cy="2286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68019" name="Object 51"/>
          <p:cNvGraphicFramePr>
            <a:graphicFrameLocks noChangeAspect="1"/>
          </p:cNvGraphicFramePr>
          <p:nvPr/>
        </p:nvGraphicFramePr>
        <p:xfrm>
          <a:off x="2308225" y="4851400"/>
          <a:ext cx="4478338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78" name="公式" r:id="rId23" imgW="2330450" imgH="445770" progId="Equation.3">
                  <p:embed/>
                </p:oleObj>
              </mc:Choice>
              <mc:Fallback>
                <p:oleObj name="公式" r:id="rId23" imgW="2330450" imgH="445770" progId="Equation.3">
                  <p:embed/>
                  <p:pic>
                    <p:nvPicPr>
                      <p:cNvPr id="468019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8225" y="4851400"/>
                        <a:ext cx="4478338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8022" name="Line 54"/>
          <p:cNvSpPr>
            <a:spLocks noChangeShapeType="1"/>
          </p:cNvSpPr>
          <p:nvPr/>
        </p:nvSpPr>
        <p:spPr bwMode="auto">
          <a:xfrm>
            <a:off x="5673725" y="2179638"/>
            <a:ext cx="2971800" cy="0"/>
          </a:xfrm>
          <a:prstGeom prst="line">
            <a:avLst/>
          </a:prstGeom>
          <a:noFill/>
          <a:ln w="19050">
            <a:solidFill>
              <a:srgbClr val="FFFF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Group 58"/>
          <p:cNvGrpSpPr/>
          <p:nvPr/>
        </p:nvGrpSpPr>
        <p:grpSpPr bwMode="auto">
          <a:xfrm>
            <a:off x="7000875" y="928688"/>
            <a:ext cx="508000" cy="1557337"/>
            <a:chOff x="4410" y="585"/>
            <a:chExt cx="320" cy="981"/>
          </a:xfrm>
        </p:grpSpPr>
        <p:graphicFrame>
          <p:nvGraphicFramePr>
            <p:cNvPr id="13350" name="Object 25"/>
            <p:cNvGraphicFramePr>
              <a:graphicFrameLocks noChangeAspect="1"/>
            </p:cNvGraphicFramePr>
            <p:nvPr/>
          </p:nvGraphicFramePr>
          <p:xfrm>
            <a:off x="4410" y="1395"/>
            <a:ext cx="148" cy="1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979" name="公式" r:id="rId25" imgW="55880" imgH="88900" progId="Equation.3">
                    <p:embed/>
                  </p:oleObj>
                </mc:Choice>
                <mc:Fallback>
                  <p:oleObj name="公式" r:id="rId25" imgW="55880" imgH="88900" progId="Equation.3">
                    <p:embed/>
                    <p:pic>
                      <p:nvPicPr>
                        <p:cNvPr id="1335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0" y="1395"/>
                          <a:ext cx="148" cy="1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3351" name="Group 57"/>
            <p:cNvGrpSpPr/>
            <p:nvPr/>
          </p:nvGrpSpPr>
          <p:grpSpPr bwMode="auto">
            <a:xfrm>
              <a:off x="4500" y="585"/>
              <a:ext cx="230" cy="765"/>
              <a:chOff x="4500" y="585"/>
              <a:chExt cx="230" cy="765"/>
            </a:xfrm>
          </p:grpSpPr>
          <p:cxnSp>
            <p:nvCxnSpPr>
              <p:cNvPr id="13352" name="直接箭头连接符 55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4163" y="1012"/>
                <a:ext cx="675" cy="1"/>
              </a:xfrm>
              <a:prstGeom prst="straightConnector1">
                <a:avLst/>
              </a:prstGeom>
              <a:noFill/>
              <a:ln w="25400" algn="ctr">
                <a:solidFill>
                  <a:schemeClr val="bg1"/>
                </a:solidFill>
                <a:rou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aphicFrame>
            <p:nvGraphicFramePr>
              <p:cNvPr id="13353" name="Object 16"/>
              <p:cNvGraphicFramePr>
                <a:graphicFrameLocks noChangeAspect="1"/>
              </p:cNvGraphicFramePr>
              <p:nvPr/>
            </p:nvGraphicFramePr>
            <p:xfrm>
              <a:off x="4545" y="585"/>
              <a:ext cx="185" cy="20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980" name="公式" r:id="rId27" imgW="22225" imgH="44450" progId="Equation.3">
                      <p:embed/>
                    </p:oleObj>
                  </mc:Choice>
                  <mc:Fallback>
                    <p:oleObj name="公式" r:id="rId27" imgW="22225" imgH="44450" progId="Equation.3">
                      <p:embed/>
                      <p:pic>
                        <p:nvPicPr>
                          <p:cNvPr id="13353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45" y="585"/>
                            <a:ext cx="185" cy="20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28575">
                                <a:solidFill>
                                  <a:srgbClr val="FF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3349" name="灯片编号占位符 1"/>
          <p:cNvSpPr txBox="1"/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26FC36C-7258-477D-8914-00EEF1350CE7}" type="slidenum">
              <a:rPr lang="en-US" altLang="zh-CN" b="0">
                <a:solidFill>
                  <a:srgbClr val="FF00FF"/>
                </a:solidFill>
              </a:rPr>
              <a:t>7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679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67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67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679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679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0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680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68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467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67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468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467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467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467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67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467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0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680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0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680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67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68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67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7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0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680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68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8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0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4680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0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4680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468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468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468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000"/>
                            </p:stCondLst>
                            <p:childTnLst>
                              <p:par>
                                <p:cTn id="1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6" dur="500"/>
                                        <p:tgtEl>
                                          <p:spTgt spid="468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1" dur="500"/>
                                        <p:tgtEl>
                                          <p:spTgt spid="468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"/>
                            </p:stCondLst>
                            <p:childTnLst>
                              <p:par>
                                <p:cTn id="1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5" dur="500"/>
                                        <p:tgtEl>
                                          <p:spTgt spid="468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000"/>
                            </p:stCondLst>
                            <p:childTnLst>
                              <p:par>
                                <p:cTn id="13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9" dur="500"/>
                                        <p:tgtEl>
                                          <p:spTgt spid="468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7970" grpId="0" build="p" autoUpdateAnimBg="0"/>
      <p:bldP spid="467971" grpId="0" build="p" autoUpdateAnimBg="0"/>
      <p:bldP spid="467973" grpId="0" build="p" autoUpdateAnimBg="0"/>
      <p:bldP spid="467974" grpId="0" build="p" autoUpdateAnimBg="0"/>
      <p:bldP spid="467989" grpId="0" animBg="1"/>
      <p:bldP spid="467990" grpId="0" animBg="1"/>
      <p:bldP spid="467999" grpId="0" animBg="1"/>
      <p:bldP spid="468000" grpId="0" build="p" autoUpdateAnimBg="0"/>
      <p:bldP spid="468001" grpId="0" build="p" autoUpdateAnimBg="0"/>
      <p:bldP spid="468002" grpId="0" build="p" autoUpdateAnimBg="0"/>
      <p:bldP spid="468003" grpId="0" build="p" autoUpdateAnimBg="0"/>
      <p:bldP spid="468004" grpId="0" build="p" autoUpdateAnimBg="0"/>
      <p:bldP spid="468007" grpId="0" build="p" autoUpdateAnimBg="0"/>
      <p:bldP spid="468008" grpId="0" build="p" autoUpdateAnimBg="0"/>
      <p:bldP spid="468011" grpId="0" animBg="1"/>
      <p:bldP spid="468012" grpId="0" animBg="1"/>
      <p:bldP spid="468014" grpId="0" animBg="1"/>
      <p:bldP spid="4680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ChangeArrowheads="1"/>
          </p:cNvSpPr>
          <p:nvPr/>
        </p:nvSpPr>
        <p:spPr bwMode="auto">
          <a:xfrm>
            <a:off x="250825" y="246063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dirty="0">
                <a:solidFill>
                  <a:srgbClr val="FFFF00"/>
                </a:solidFill>
              </a:rPr>
              <a:t>例</a:t>
            </a:r>
          </a:p>
        </p:txBody>
      </p:sp>
      <p:sp>
        <p:nvSpPr>
          <p:cNvPr id="186371" name="Rectangle 3"/>
          <p:cNvSpPr>
            <a:spLocks noChangeArrowheads="1"/>
          </p:cNvSpPr>
          <p:nvPr/>
        </p:nvSpPr>
        <p:spPr bwMode="auto">
          <a:xfrm>
            <a:off x="717550" y="214313"/>
            <a:ext cx="4824413" cy="267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dirty="0">
                <a:solidFill>
                  <a:srgbClr val="FF0000"/>
                </a:solidFill>
              </a:rPr>
              <a:t>（选讲）</a:t>
            </a:r>
            <a:r>
              <a:rPr kumimoji="0" lang="zh-CN" altLang="en-US" dirty="0">
                <a:solidFill>
                  <a:schemeClr val="bg1"/>
                </a:solidFill>
              </a:rPr>
              <a:t>如图所示，一直角均质细杆，水平部分杆长为</a:t>
            </a:r>
            <a:r>
              <a:rPr kumimoji="0" lang="zh-CN" altLang="en-US" dirty="0">
                <a:solidFill>
                  <a:srgbClr val="66FFFF"/>
                </a:solidFill>
              </a:rPr>
              <a:t> </a:t>
            </a:r>
            <a:r>
              <a:rPr kumimoji="0" lang="en-US" altLang="zh-CN" i="1" dirty="0">
                <a:solidFill>
                  <a:srgbClr val="FFFF00"/>
                </a:solidFill>
              </a:rPr>
              <a:t>l</a:t>
            </a:r>
            <a:r>
              <a:rPr kumimoji="0" lang="en-US" altLang="zh-CN" i="1" dirty="0">
                <a:solidFill>
                  <a:srgbClr val="66FFFF"/>
                </a:solidFill>
              </a:rPr>
              <a:t> </a:t>
            </a:r>
            <a:r>
              <a:rPr kumimoji="0" lang="zh-CN" altLang="en-US" dirty="0">
                <a:solidFill>
                  <a:schemeClr val="bg1"/>
                </a:solidFill>
              </a:rPr>
              <a:t>，质量为 </a:t>
            </a:r>
            <a:r>
              <a:rPr kumimoji="0" lang="en-US" altLang="zh-CN" i="1" dirty="0">
                <a:solidFill>
                  <a:srgbClr val="FFFF00"/>
                </a:solidFill>
              </a:rPr>
              <a:t>m</a:t>
            </a:r>
            <a:r>
              <a:rPr kumimoji="0" lang="en-US" altLang="zh-CN" i="1" dirty="0">
                <a:solidFill>
                  <a:schemeClr val="bg1"/>
                </a:solidFill>
              </a:rPr>
              <a:t> </a:t>
            </a:r>
            <a:r>
              <a:rPr kumimoji="0" lang="zh-CN" altLang="en-US" dirty="0">
                <a:solidFill>
                  <a:schemeClr val="bg1"/>
                </a:solidFill>
              </a:rPr>
              <a:t>，竖直部分杆长为</a:t>
            </a:r>
            <a:r>
              <a:rPr kumimoji="0" lang="zh-CN" altLang="en-US" dirty="0">
                <a:solidFill>
                  <a:srgbClr val="66FFFF"/>
                </a:solidFill>
              </a:rPr>
              <a:t> </a:t>
            </a:r>
            <a:r>
              <a:rPr kumimoji="0" lang="en-US" altLang="zh-CN" dirty="0">
                <a:solidFill>
                  <a:srgbClr val="FFFF00"/>
                </a:solidFill>
              </a:rPr>
              <a:t>2</a:t>
            </a:r>
            <a:r>
              <a:rPr kumimoji="0" lang="en-US" altLang="zh-CN" i="1" dirty="0">
                <a:solidFill>
                  <a:srgbClr val="FFFF00"/>
                </a:solidFill>
              </a:rPr>
              <a:t>l</a:t>
            </a:r>
            <a:r>
              <a:rPr kumimoji="0" lang="en-US" altLang="zh-CN" i="1" dirty="0">
                <a:solidFill>
                  <a:srgbClr val="66FFFF"/>
                </a:solidFill>
              </a:rPr>
              <a:t> </a:t>
            </a:r>
            <a:r>
              <a:rPr kumimoji="0" lang="zh-CN" altLang="en-US" dirty="0">
                <a:solidFill>
                  <a:schemeClr val="bg1"/>
                </a:solidFill>
              </a:rPr>
              <a:t>，质量为</a:t>
            </a:r>
            <a:r>
              <a:rPr kumimoji="0" lang="zh-CN" altLang="en-US" dirty="0">
                <a:solidFill>
                  <a:srgbClr val="66FFFF"/>
                </a:solidFill>
              </a:rPr>
              <a:t> </a:t>
            </a:r>
            <a:r>
              <a:rPr kumimoji="0" lang="en-US" altLang="zh-CN" dirty="0">
                <a:solidFill>
                  <a:srgbClr val="FFFF00"/>
                </a:solidFill>
              </a:rPr>
              <a:t>2</a:t>
            </a:r>
            <a:r>
              <a:rPr kumimoji="0" lang="en-US" altLang="zh-CN" i="1" dirty="0">
                <a:solidFill>
                  <a:srgbClr val="FFFF00"/>
                </a:solidFill>
              </a:rPr>
              <a:t>m</a:t>
            </a:r>
            <a:r>
              <a:rPr kumimoji="0" lang="en-US" altLang="zh-CN" i="1" dirty="0">
                <a:solidFill>
                  <a:schemeClr val="bg1"/>
                </a:solidFill>
              </a:rPr>
              <a:t> </a:t>
            </a:r>
            <a:r>
              <a:rPr kumimoji="0" lang="zh-CN" altLang="en-US" dirty="0">
                <a:solidFill>
                  <a:schemeClr val="bg1"/>
                </a:solidFill>
              </a:rPr>
              <a:t>，细杆可绕直角顶点处的固定轴 </a:t>
            </a:r>
            <a:r>
              <a:rPr kumimoji="0" lang="en-US" altLang="zh-CN" i="1" dirty="0">
                <a:solidFill>
                  <a:srgbClr val="FFFF00"/>
                </a:solidFill>
              </a:rPr>
              <a:t>O</a:t>
            </a:r>
            <a:r>
              <a:rPr kumimoji="0" lang="en-US" altLang="zh-CN" b="0" i="1" dirty="0">
                <a:solidFill>
                  <a:schemeClr val="bg1"/>
                </a:solidFill>
              </a:rPr>
              <a:t> </a:t>
            </a:r>
            <a:r>
              <a:rPr kumimoji="0" lang="zh-CN" altLang="en-US" dirty="0">
                <a:solidFill>
                  <a:schemeClr val="bg1"/>
                </a:solidFill>
              </a:rPr>
              <a:t>无摩擦地转动，水平杆的未端与劲度系数为 </a:t>
            </a:r>
            <a:r>
              <a:rPr kumimoji="0" lang="en-US" altLang="zh-CN" i="1" dirty="0">
                <a:solidFill>
                  <a:srgbClr val="FFFF00"/>
                </a:solidFill>
              </a:rPr>
              <a:t>k</a:t>
            </a:r>
            <a:r>
              <a:rPr kumimoji="0" lang="en-US" altLang="zh-CN" i="1" dirty="0">
                <a:solidFill>
                  <a:srgbClr val="66FFFF"/>
                </a:solidFill>
              </a:rPr>
              <a:t> </a:t>
            </a:r>
            <a:r>
              <a:rPr kumimoji="0" lang="zh-CN" altLang="en-US" dirty="0">
                <a:solidFill>
                  <a:schemeClr val="bg1"/>
                </a:solidFill>
              </a:rPr>
              <a:t>的弹簧相连，平衡时水平杆处于水平位置。</a:t>
            </a:r>
          </a:p>
        </p:txBody>
      </p:sp>
      <p:sp>
        <p:nvSpPr>
          <p:cNvPr id="186372" name="Rectangle 4"/>
          <p:cNvSpPr>
            <a:spLocks noChangeArrowheads="1"/>
          </p:cNvSpPr>
          <p:nvPr/>
        </p:nvSpPr>
        <p:spPr bwMode="auto">
          <a:xfrm>
            <a:off x="250825" y="2786063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rgbClr val="FFFF00"/>
                </a:solidFill>
              </a:rPr>
              <a:t>求</a:t>
            </a:r>
          </a:p>
        </p:txBody>
      </p:sp>
      <p:sp>
        <p:nvSpPr>
          <p:cNvPr id="186373" name="Rectangle 5"/>
          <p:cNvSpPr>
            <a:spLocks noChangeArrowheads="1"/>
          </p:cNvSpPr>
          <p:nvPr/>
        </p:nvSpPr>
        <p:spPr bwMode="auto">
          <a:xfrm>
            <a:off x="714375" y="2786063"/>
            <a:ext cx="4059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杆作微小摆动时的周期</a:t>
            </a:r>
            <a:r>
              <a:rPr kumimoji="0" lang="en-US" altLang="zh-CN">
                <a:solidFill>
                  <a:schemeClr val="bg1"/>
                </a:solidFill>
              </a:rPr>
              <a:t>?</a:t>
            </a:r>
            <a:endParaRPr kumimoji="0" lang="zh-CN" altLang="en-US">
              <a:solidFill>
                <a:schemeClr val="bg1"/>
              </a:solidFill>
            </a:endParaRPr>
          </a:p>
        </p:txBody>
      </p:sp>
      <p:pic>
        <p:nvPicPr>
          <p:cNvPr id="186374" name="Picture 6" descr="art7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6F89F"/>
              </a:clrFrom>
              <a:clrTo>
                <a:srgbClr val="F6F89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8188" y="357188"/>
            <a:ext cx="2682875" cy="4319587"/>
          </a:xfrm>
          <a:prstGeom prst="rect">
            <a:avLst/>
          </a:prstGeom>
          <a:gradFill rotWithShape="1">
            <a:gsLst>
              <a:gs pos="0">
                <a:srgbClr val="66FFFF">
                  <a:alpha val="42000"/>
                </a:srgbClr>
              </a:gs>
              <a:gs pos="100000">
                <a:srgbClr val="CBFFFF"/>
              </a:gs>
            </a:gsLst>
            <a:lin ang="5400000" scaled="1"/>
          </a:gradFill>
          <a:ln w="38100">
            <a:solidFill>
              <a:schemeClr val="bg2"/>
            </a:solidFill>
            <a:miter lim="800000"/>
            <a:headEnd/>
            <a:tailEnd/>
          </a:ln>
        </p:spPr>
      </p:pic>
      <p:pic>
        <p:nvPicPr>
          <p:cNvPr id="186375" name="Picture 7" descr="art7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AE79F"/>
              </a:clrFrom>
              <a:clrTo>
                <a:srgbClr val="FAE79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1363" y="334963"/>
            <a:ext cx="2679700" cy="4321175"/>
          </a:xfrm>
          <a:prstGeom prst="rect">
            <a:avLst/>
          </a:prstGeom>
          <a:gradFill rotWithShape="1">
            <a:gsLst>
              <a:gs pos="0">
                <a:srgbClr val="00CCFF"/>
              </a:gs>
              <a:gs pos="100000">
                <a:srgbClr val="A9EE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6376" name="Text Box 8"/>
          <p:cNvSpPr txBox="1">
            <a:spLocks noChangeArrowheads="1"/>
          </p:cNvSpPr>
          <p:nvPr/>
        </p:nvSpPr>
        <p:spPr bwMode="auto">
          <a:xfrm>
            <a:off x="285750" y="3252788"/>
            <a:ext cx="6429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rgbClr val="FFFF00"/>
                </a:solidFill>
              </a:rPr>
              <a:t>解</a:t>
            </a:r>
          </a:p>
        </p:txBody>
      </p:sp>
      <p:graphicFrame>
        <p:nvGraphicFramePr>
          <p:cNvPr id="186377" name="Object 2"/>
          <p:cNvGraphicFramePr>
            <a:graphicFrameLocks noChangeAspect="1"/>
          </p:cNvGraphicFramePr>
          <p:nvPr/>
        </p:nvGraphicFramePr>
        <p:xfrm>
          <a:off x="1785938" y="3673475"/>
          <a:ext cx="1482725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8" name="公式" r:id="rId5" imgW="1784350" imgH="847725" progId="Equation.3">
                  <p:embed/>
                </p:oleObj>
              </mc:Choice>
              <mc:Fallback>
                <p:oleObj name="公式" r:id="rId5" imgW="1784350" imgH="847725" progId="Equation.3">
                  <p:embed/>
                  <p:pic>
                    <p:nvPicPr>
                      <p:cNvPr id="18637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938" y="3673475"/>
                        <a:ext cx="1482725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78" name="Object 3"/>
          <p:cNvGraphicFramePr>
            <a:graphicFrameLocks noChangeAspect="1"/>
          </p:cNvGraphicFramePr>
          <p:nvPr/>
        </p:nvGraphicFramePr>
        <p:xfrm>
          <a:off x="785813" y="4814888"/>
          <a:ext cx="5891212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9" name="公式" r:id="rId7" imgW="3144520" imgH="334645" progId="Equation.3">
                  <p:embed/>
                </p:oleObj>
              </mc:Choice>
              <mc:Fallback>
                <p:oleObj name="公式" r:id="rId7" imgW="3144520" imgH="334645" progId="Equation.3">
                  <p:embed/>
                  <p:pic>
                    <p:nvPicPr>
                      <p:cNvPr id="18637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4814888"/>
                        <a:ext cx="5891212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FF">
                                <a:alpha val="50195"/>
                              </a:srgbClr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714375" y="3252788"/>
            <a:ext cx="52149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水平位置为平衡态（</a:t>
            </a:r>
            <a:r>
              <a:rPr kumimoji="0" lang="zh-CN" altLang="en-US">
                <a:solidFill>
                  <a:srgbClr val="FFFF00"/>
                </a:solidFill>
              </a:rPr>
              <a:t>设逆时针为正</a:t>
            </a:r>
            <a:r>
              <a:rPr kumimoji="0" lang="zh-CN" altLang="en-US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714375" y="4400550"/>
            <a:ext cx="46434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发生一微小的摆动时，力矩</a:t>
            </a: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714375" y="5643563"/>
            <a:ext cx="228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小角度摆动</a:t>
            </a:r>
          </a:p>
        </p:txBody>
      </p:sp>
      <p:graphicFrame>
        <p:nvGraphicFramePr>
          <p:cNvPr id="2" name="Object 13"/>
          <p:cNvGraphicFramePr>
            <a:graphicFrameLocks noChangeAspect="1"/>
          </p:cNvGraphicFramePr>
          <p:nvPr/>
        </p:nvGraphicFramePr>
        <p:xfrm>
          <a:off x="1143000" y="6211888"/>
          <a:ext cx="36417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20" name="公式" r:id="rId9" imgW="1895475" imgH="111760" progId="Equation.3">
                  <p:embed/>
                </p:oleObj>
              </mc:Choice>
              <mc:Fallback>
                <p:oleObj name="公式" r:id="rId9" imgW="1895475" imgH="111760" progId="Equation.3">
                  <p:embed/>
                  <p:pic>
                    <p:nvPicPr>
                      <p:cNvPr id="2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6211888"/>
                        <a:ext cx="364172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4"/>
          <p:cNvGraphicFramePr/>
          <p:nvPr/>
        </p:nvGraphicFramePr>
        <p:xfrm>
          <a:off x="5357813" y="6143625"/>
          <a:ext cx="2914650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21" name="公式" r:id="rId11" imgW="3300730" imgH="423545" progId="Equation.3">
                  <p:embed/>
                </p:oleObj>
              </mc:Choice>
              <mc:Fallback>
                <p:oleObj name="公式" r:id="rId11" imgW="3300730" imgH="423545" progId="Equation.3">
                  <p:embed/>
                  <p:pic>
                    <p:nvPicPr>
                      <p:cNvPr id="3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7813" y="6143625"/>
                        <a:ext cx="2914650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下箭头 17"/>
          <p:cNvSpPr>
            <a:spLocks noChangeArrowheads="1"/>
          </p:cNvSpPr>
          <p:nvPr/>
        </p:nvSpPr>
        <p:spPr bwMode="auto">
          <a:xfrm>
            <a:off x="6072188" y="5429250"/>
            <a:ext cx="285750" cy="785813"/>
          </a:xfrm>
          <a:prstGeom prst="downArrow">
            <a:avLst>
              <a:gd name="adj1" fmla="val 50000"/>
              <a:gd name="adj2" fmla="val 73486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9" name="上箭头 18"/>
          <p:cNvSpPr>
            <a:spLocks noChangeArrowheads="1"/>
          </p:cNvSpPr>
          <p:nvPr/>
        </p:nvSpPr>
        <p:spPr bwMode="auto">
          <a:xfrm>
            <a:off x="3643313" y="5500688"/>
            <a:ext cx="285750" cy="714375"/>
          </a:xfrm>
          <a:prstGeom prst="upArrow">
            <a:avLst>
              <a:gd name="adj1" fmla="val 50000"/>
              <a:gd name="adj2" fmla="val 76424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354" name="灯片编号占位符 1"/>
          <p:cNvSpPr txBox="1"/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EB2A555-7D46-4F06-A12E-9A3242A81B55}" type="slidenum">
              <a:rPr lang="en-US" altLang="zh-CN" b="0">
                <a:solidFill>
                  <a:srgbClr val="FF00FF"/>
                </a:solidFill>
              </a:rPr>
              <a:t>8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6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86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86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86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86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6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86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86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0" grpId="0"/>
      <p:bldP spid="186371" grpId="0"/>
      <p:bldP spid="186372" grpId="0"/>
      <p:bldP spid="186373" grpId="0"/>
      <p:bldP spid="186376" grpId="0" autoUpdateAnimBg="0"/>
      <p:bldP spid="13" grpId="0"/>
      <p:bldP spid="14" grpId="0"/>
      <p:bldP spid="15" grpId="0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7394" name="Object 2"/>
          <p:cNvGraphicFramePr>
            <a:graphicFrameLocks noChangeAspect="1"/>
          </p:cNvGraphicFramePr>
          <p:nvPr/>
        </p:nvGraphicFramePr>
        <p:xfrm>
          <a:off x="2286000" y="500063"/>
          <a:ext cx="3644900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00" name="公式" r:id="rId3" imgW="1962785" imgH="368300" progId="Equation.3">
                  <p:embed/>
                </p:oleObj>
              </mc:Choice>
              <mc:Fallback>
                <p:oleObj name="公式" r:id="rId3" imgW="1962785" imgH="368300" progId="Equation.3">
                  <p:embed/>
                  <p:pic>
                    <p:nvPicPr>
                      <p:cNvPr id="18739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500063"/>
                        <a:ext cx="3644900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396" name="Object 3"/>
          <p:cNvGraphicFramePr>
            <a:graphicFrameLocks noChangeAspect="1"/>
          </p:cNvGraphicFramePr>
          <p:nvPr/>
        </p:nvGraphicFramePr>
        <p:xfrm>
          <a:off x="714375" y="1500188"/>
          <a:ext cx="3979863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01" name="公式" r:id="rId5" imgW="4973320" imgH="847725" progId="Equation.3">
                  <p:embed/>
                </p:oleObj>
              </mc:Choice>
              <mc:Fallback>
                <p:oleObj name="公式" r:id="rId5" imgW="4973320" imgH="847725" progId="Equation.3">
                  <p:embed/>
                  <p:pic>
                    <p:nvPicPr>
                      <p:cNvPr id="18739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" y="1500188"/>
                        <a:ext cx="3979863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398" name="Object 4"/>
          <p:cNvGraphicFramePr/>
          <p:nvPr/>
        </p:nvGraphicFramePr>
        <p:xfrm>
          <a:off x="2571750" y="2428875"/>
          <a:ext cx="295275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02" name="公式" r:id="rId7" imgW="3322955" imgH="902970" progId="Equation.3">
                  <p:embed/>
                </p:oleObj>
              </mc:Choice>
              <mc:Fallback>
                <p:oleObj name="公式" r:id="rId7" imgW="3322955" imgH="902970" progId="Equation.3">
                  <p:embed/>
                  <p:pic>
                    <p:nvPicPr>
                      <p:cNvPr id="187398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50" y="2428875"/>
                        <a:ext cx="295275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400" name="Object 5"/>
          <p:cNvGraphicFramePr>
            <a:graphicFrameLocks noChangeAspect="1"/>
          </p:cNvGraphicFramePr>
          <p:nvPr/>
        </p:nvGraphicFramePr>
        <p:xfrm>
          <a:off x="3357563" y="3714750"/>
          <a:ext cx="213836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03" name="公式" r:id="rId9" imgW="2419985" imgH="902970" progId="Equation.3">
                  <p:embed/>
                </p:oleObj>
              </mc:Choice>
              <mc:Fallback>
                <p:oleObj name="公式" r:id="rId9" imgW="2419985" imgH="902970" progId="Equation.3">
                  <p:embed/>
                  <p:pic>
                    <p:nvPicPr>
                      <p:cNvPr id="18740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7563" y="3714750"/>
                        <a:ext cx="2138362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7401" name="AutoShape 9"/>
          <p:cNvSpPr>
            <a:spLocks noChangeArrowheads="1"/>
          </p:cNvSpPr>
          <p:nvPr/>
        </p:nvSpPr>
        <p:spPr bwMode="auto">
          <a:xfrm>
            <a:off x="5643563" y="2857500"/>
            <a:ext cx="385762" cy="1500188"/>
          </a:xfrm>
          <a:prstGeom prst="curvedLeftArrow">
            <a:avLst>
              <a:gd name="adj1" fmla="val 41860"/>
              <a:gd name="adj2" fmla="val 119349"/>
              <a:gd name="adj3" fmla="val 30042"/>
            </a:avLst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187402" name="Object 6"/>
          <p:cNvGraphicFramePr>
            <a:graphicFrameLocks noChangeAspect="1"/>
          </p:cNvGraphicFramePr>
          <p:nvPr/>
        </p:nvGraphicFramePr>
        <p:xfrm>
          <a:off x="636588" y="3714750"/>
          <a:ext cx="229235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04" name="公式" r:id="rId11" imgW="2832100" imgH="992505" progId="Equation.3">
                  <p:embed/>
                </p:oleObj>
              </mc:Choice>
              <mc:Fallback>
                <p:oleObj name="公式" r:id="rId11" imgW="2832100" imgH="992505" progId="Equation.3">
                  <p:embed/>
                  <p:pic>
                    <p:nvPicPr>
                      <p:cNvPr id="18740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588" y="3714750"/>
                        <a:ext cx="229235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7405" name="Text Box 13"/>
          <p:cNvSpPr txBox="1">
            <a:spLocks noChangeArrowheads="1"/>
          </p:cNvSpPr>
          <p:nvPr/>
        </p:nvSpPr>
        <p:spPr bwMode="auto">
          <a:xfrm>
            <a:off x="585788" y="4865688"/>
            <a:ext cx="31765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dirty="0">
                <a:solidFill>
                  <a:srgbClr val="FFFF00"/>
                </a:solidFill>
              </a:rPr>
              <a:t>练习：</a:t>
            </a:r>
            <a:r>
              <a:rPr kumimoji="0" lang="zh-CN" altLang="en-US" dirty="0">
                <a:solidFill>
                  <a:schemeClr val="bg1"/>
                </a:solidFill>
              </a:rPr>
              <a:t>能量的角度</a:t>
            </a:r>
          </a:p>
        </p:txBody>
      </p:sp>
      <p:sp>
        <p:nvSpPr>
          <p:cNvPr id="187406" name="Text Box 14"/>
          <p:cNvSpPr txBox="1">
            <a:spLocks noChangeArrowheads="1"/>
          </p:cNvSpPr>
          <p:nvPr/>
        </p:nvSpPr>
        <p:spPr bwMode="auto">
          <a:xfrm>
            <a:off x="3363416" y="4911253"/>
            <a:ext cx="4953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dirty="0">
                <a:solidFill>
                  <a:schemeClr val="bg1"/>
                </a:solidFill>
              </a:rPr>
              <a:t>（提示：写出</a:t>
            </a:r>
            <a:r>
              <a:rPr kumimoji="0" lang="en-US" altLang="zh-CN" i="1" dirty="0">
                <a:solidFill>
                  <a:srgbClr val="FFFF00"/>
                </a:solidFill>
              </a:rPr>
              <a:t>t</a:t>
            </a:r>
            <a:r>
              <a:rPr kumimoji="0" lang="en-US" altLang="zh-CN" i="1" dirty="0">
                <a:solidFill>
                  <a:schemeClr val="bg1"/>
                </a:solidFill>
              </a:rPr>
              <a:t> </a:t>
            </a:r>
            <a:r>
              <a:rPr kumimoji="0" lang="zh-CN" altLang="en-US" dirty="0">
                <a:solidFill>
                  <a:schemeClr val="bg1"/>
                </a:solidFill>
              </a:rPr>
              <a:t>时刻系统的能量）</a:t>
            </a:r>
            <a:endParaRPr kumimoji="0" lang="en-US" altLang="zh-CN" dirty="0">
              <a:solidFill>
                <a:schemeClr val="bg1"/>
              </a:solidFill>
            </a:endParaRPr>
          </a:p>
        </p:txBody>
      </p:sp>
      <p:graphicFrame>
        <p:nvGraphicFramePr>
          <p:cNvPr id="187407" name="Object 8"/>
          <p:cNvGraphicFramePr>
            <a:graphicFrameLocks noChangeAspect="1"/>
          </p:cNvGraphicFramePr>
          <p:nvPr/>
        </p:nvGraphicFramePr>
        <p:xfrm>
          <a:off x="560388" y="5494338"/>
          <a:ext cx="8154987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05" name="公式" r:id="rId13" imgW="4259580" imgH="334645" progId="Equation.3">
                  <p:embed/>
                </p:oleObj>
              </mc:Choice>
              <mc:Fallback>
                <p:oleObj name="公式" r:id="rId13" imgW="4259580" imgH="334645" progId="Equation.3">
                  <p:embed/>
                  <p:pic>
                    <p:nvPicPr>
                      <p:cNvPr id="18740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388" y="5494338"/>
                        <a:ext cx="8154987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371" name="Picture 17" descr="art7"/>
          <p:cNvPicPr>
            <a:picLocks noChangeAspect="1" noChangeArrowheads="1"/>
          </p:cNvPicPr>
          <p:nvPr/>
        </p:nvPicPr>
        <p:blipFill>
          <a:blip r:embed="rId15">
            <a:clrChange>
              <a:clrFrom>
                <a:srgbClr val="FAE79F"/>
              </a:clrFrom>
              <a:clrTo>
                <a:srgbClr val="FAE79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3163" y="903288"/>
            <a:ext cx="2319337" cy="3240087"/>
          </a:xfrm>
          <a:prstGeom prst="rect">
            <a:avLst/>
          </a:prstGeom>
          <a:gradFill rotWithShape="1">
            <a:gsLst>
              <a:gs pos="0">
                <a:srgbClr val="66CCFF"/>
              </a:gs>
              <a:gs pos="100000">
                <a:srgbClr val="ADE4FF"/>
              </a:gs>
            </a:gsLst>
            <a:lin ang="5400000" scaled="1"/>
          </a:gradFill>
          <a:ln w="38100">
            <a:solidFill>
              <a:schemeClr val="bg2"/>
            </a:solidFill>
            <a:miter lim="800000"/>
            <a:headEnd/>
            <a:tailEnd/>
          </a:ln>
        </p:spPr>
      </p:pic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571500" y="685800"/>
            <a:ext cx="228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转动定律</a:t>
            </a:r>
          </a:p>
        </p:txBody>
      </p:sp>
      <p:sp>
        <p:nvSpPr>
          <p:cNvPr id="24" name="上箭头 23"/>
          <p:cNvSpPr>
            <a:spLocks noChangeArrowheads="1"/>
          </p:cNvSpPr>
          <p:nvPr/>
        </p:nvSpPr>
        <p:spPr bwMode="auto">
          <a:xfrm>
            <a:off x="3929063" y="1143000"/>
            <a:ext cx="214312" cy="500063"/>
          </a:xfrm>
          <a:prstGeom prst="upArrow">
            <a:avLst>
              <a:gd name="adj1" fmla="val 50000"/>
              <a:gd name="adj2" fmla="val 89142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" name="下箭头 24"/>
          <p:cNvSpPr>
            <a:spLocks noChangeArrowheads="1"/>
          </p:cNvSpPr>
          <p:nvPr/>
        </p:nvSpPr>
        <p:spPr bwMode="auto">
          <a:xfrm>
            <a:off x="5143500" y="1214438"/>
            <a:ext cx="214313" cy="1143000"/>
          </a:xfrm>
          <a:prstGeom prst="downArrow">
            <a:avLst>
              <a:gd name="adj1" fmla="val 50000"/>
              <a:gd name="adj2" fmla="val 100889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375" name="灯片编号占位符 1"/>
          <p:cNvSpPr txBox="1"/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D662D87-FA1A-4053-BA1A-E96D33C3772A}" type="slidenum">
              <a:rPr lang="en-US" altLang="zh-CN" b="0">
                <a:solidFill>
                  <a:srgbClr val="FF00FF"/>
                </a:solidFill>
              </a:rPr>
              <a:t>9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7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7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7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87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87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7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87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87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87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401" grpId="0" animBg="1"/>
      <p:bldP spid="187405" grpId="0" autoUpdateAnimBg="0"/>
      <p:bldP spid="187406" grpId="0" autoUpdateAnimBg="0"/>
      <p:bldP spid="23" grpId="0"/>
      <p:bldP spid="24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3">
            <a:extLst>
              <a:ext uri="{FF2B5EF4-FFF2-40B4-BE49-F238E27FC236}">
                <a16:creationId xmlns:a16="http://schemas.microsoft.com/office/drawing/2014/main" id="{3C6CA69E-ABCE-4B8C-96B9-DD3C2D43C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467570"/>
            <a:ext cx="2022475" cy="430212"/>
          </a:xfrm>
          <a:prstGeom prst="rect">
            <a:avLst/>
          </a:prstGeom>
          <a:noFill/>
          <a:ln w="222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200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谐振动系统</a:t>
            </a:r>
          </a:p>
        </p:txBody>
      </p:sp>
      <p:sp>
        <p:nvSpPr>
          <p:cNvPr id="5124" name="Text Box 4">
            <a:extLst>
              <a:ext uri="{FF2B5EF4-FFF2-40B4-BE49-F238E27FC236}">
                <a16:creationId xmlns:a16="http://schemas.microsoft.com/office/drawing/2014/main" id="{DAE9A0AE-2CB4-4B85-BECC-1B7ECAE253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1467570"/>
            <a:ext cx="2143125" cy="430212"/>
          </a:xfrm>
          <a:prstGeom prst="rect">
            <a:avLst/>
          </a:prstGeom>
          <a:noFill/>
          <a:ln w="222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动力学方程</a:t>
            </a:r>
          </a:p>
        </p:txBody>
      </p:sp>
      <p:sp>
        <p:nvSpPr>
          <p:cNvPr id="5125" name="Text Box 5">
            <a:extLst>
              <a:ext uri="{FF2B5EF4-FFF2-40B4-BE49-F238E27FC236}">
                <a16:creationId xmlns:a16="http://schemas.microsoft.com/office/drawing/2014/main" id="{239BCD29-CE21-4F08-9042-1F02A3D975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1467570"/>
            <a:ext cx="2119313" cy="449262"/>
          </a:xfrm>
          <a:prstGeom prst="rect">
            <a:avLst/>
          </a:prstGeom>
          <a:noFill/>
          <a:ln w="222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运动学方程</a:t>
            </a:r>
          </a:p>
        </p:txBody>
      </p:sp>
      <p:sp>
        <p:nvSpPr>
          <p:cNvPr id="5126" name="AutoShape 6">
            <a:extLst>
              <a:ext uri="{FF2B5EF4-FFF2-40B4-BE49-F238E27FC236}">
                <a16:creationId xmlns:a16="http://schemas.microsoft.com/office/drawing/2014/main" id="{4CADAD92-57C4-4435-9E8E-DDAA3F4927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1440582"/>
            <a:ext cx="533400" cy="457200"/>
          </a:xfrm>
          <a:prstGeom prst="rightArrow">
            <a:avLst>
              <a:gd name="adj1" fmla="val 50000"/>
              <a:gd name="adj2" fmla="val 29167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127" name="AutoShape 7">
            <a:extLst>
              <a:ext uri="{FF2B5EF4-FFF2-40B4-BE49-F238E27FC236}">
                <a16:creationId xmlns:a16="http://schemas.microsoft.com/office/drawing/2014/main" id="{5145EB42-819F-4474-A8D4-2280AD0D4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1440582"/>
            <a:ext cx="533400" cy="457200"/>
          </a:xfrm>
          <a:prstGeom prst="rightArrow">
            <a:avLst>
              <a:gd name="adj1" fmla="val 50000"/>
              <a:gd name="adj2" fmla="val 29167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128" name="Text Box 8">
            <a:extLst>
              <a:ext uri="{FF2B5EF4-FFF2-40B4-BE49-F238E27FC236}">
                <a16:creationId xmlns:a16="http://schemas.microsoft.com/office/drawing/2014/main" id="{54BAE05E-676F-4B63-8A59-EA95967700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438" y="2638624"/>
            <a:ext cx="272732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>
                <a:solidFill>
                  <a:srgbClr val="99FF66"/>
                </a:solidFill>
                <a:ea typeface="楷体_GB2312" pitchFamily="49" charset="-122"/>
              </a:rPr>
              <a:t>•</a:t>
            </a:r>
            <a:r>
              <a:rPr lang="en-US" altLang="zh-CN" sz="2200">
                <a:solidFill>
                  <a:srgbClr val="99FF66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200">
                <a:solidFill>
                  <a:srgbClr val="99FF66"/>
                </a:solidFill>
                <a:latin typeface="楷体_GB2312" pitchFamily="49" charset="-122"/>
                <a:ea typeface="楷体_GB2312" pitchFamily="49" charset="-122"/>
              </a:rPr>
              <a:t>动力学特征</a:t>
            </a:r>
          </a:p>
        </p:txBody>
      </p:sp>
      <p:sp>
        <p:nvSpPr>
          <p:cNvPr id="5129" name="Text Box 9">
            <a:extLst>
              <a:ext uri="{FF2B5EF4-FFF2-40B4-BE49-F238E27FC236}">
                <a16:creationId xmlns:a16="http://schemas.microsoft.com/office/drawing/2014/main" id="{9C838F85-1305-4F7C-83A1-9AAADDF17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438" y="3711774"/>
            <a:ext cx="303212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>
                <a:solidFill>
                  <a:srgbClr val="99FF66"/>
                </a:solidFill>
                <a:ea typeface="楷体_GB2312" pitchFamily="49" charset="-122"/>
              </a:rPr>
              <a:t>•</a:t>
            </a:r>
            <a:r>
              <a:rPr lang="en-US" altLang="zh-CN" sz="2200">
                <a:solidFill>
                  <a:srgbClr val="99FF66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200">
                <a:solidFill>
                  <a:srgbClr val="99FF66"/>
                </a:solidFill>
                <a:latin typeface="楷体_GB2312" pitchFamily="49" charset="-122"/>
                <a:ea typeface="楷体_GB2312" pitchFamily="49" charset="-122"/>
              </a:rPr>
              <a:t>运动学特征</a:t>
            </a:r>
          </a:p>
        </p:txBody>
      </p:sp>
      <p:sp>
        <p:nvSpPr>
          <p:cNvPr id="5130" name="AutoShape 11">
            <a:extLst>
              <a:ext uri="{FF2B5EF4-FFF2-40B4-BE49-F238E27FC236}">
                <a16:creationId xmlns:a16="http://schemas.microsoft.com/office/drawing/2014/main" id="{48A05CA1-2576-4CEA-8CE6-A77E3A26641F}"/>
              </a:ext>
            </a:extLst>
          </p:cNvPr>
          <p:cNvSpPr>
            <a:spLocks/>
          </p:cNvSpPr>
          <p:nvPr/>
        </p:nvSpPr>
        <p:spPr bwMode="auto">
          <a:xfrm>
            <a:off x="323850" y="2852936"/>
            <a:ext cx="457200" cy="2514600"/>
          </a:xfrm>
          <a:prstGeom prst="leftBrace">
            <a:avLst>
              <a:gd name="adj1" fmla="val 45833"/>
              <a:gd name="adj2" fmla="val 50000"/>
            </a:avLst>
          </a:prstGeom>
          <a:noFill/>
          <a:ln w="254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131" name="AutoShape 12">
            <a:extLst>
              <a:ext uri="{FF2B5EF4-FFF2-40B4-BE49-F238E27FC236}">
                <a16:creationId xmlns:a16="http://schemas.microsoft.com/office/drawing/2014/main" id="{E138D7B8-AAF3-450A-9422-6084083CA7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031504"/>
            <a:ext cx="609600" cy="533400"/>
          </a:xfrm>
          <a:prstGeom prst="upDownArrow">
            <a:avLst>
              <a:gd name="adj1" fmla="val 50000"/>
              <a:gd name="adj2" fmla="val 2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5132" name="Object 13">
            <a:extLst>
              <a:ext uri="{FF2B5EF4-FFF2-40B4-BE49-F238E27FC236}">
                <a16:creationId xmlns:a16="http://schemas.microsoft.com/office/drawing/2014/main" id="{DEB1493D-C113-4566-B901-BFD8E11F8F0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857250" y="3138686"/>
          <a:ext cx="1905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60" name="公式" r:id="rId3" imgW="504835" imgH="142875" progId="Equation.3">
                  <p:embed/>
                </p:oleObj>
              </mc:Choice>
              <mc:Fallback>
                <p:oleObj name="公式" r:id="rId3" imgW="504835" imgH="142875" progId="Equation.3">
                  <p:embed/>
                  <p:pic>
                    <p:nvPicPr>
                      <p:cNvPr id="5132" name="Object 13">
                        <a:extLst>
                          <a:ext uri="{FF2B5EF4-FFF2-40B4-BE49-F238E27FC236}">
                            <a16:creationId xmlns:a16="http://schemas.microsoft.com/office/drawing/2014/main" id="{DEB1493D-C113-4566-B901-BFD8E11F8F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3138686"/>
                        <a:ext cx="1905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3" name="Object 15">
            <a:extLst>
              <a:ext uri="{FF2B5EF4-FFF2-40B4-BE49-F238E27FC236}">
                <a16:creationId xmlns:a16="http://schemas.microsoft.com/office/drawing/2014/main" id="{106DDD26-D382-4F9C-BF68-7C162710829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906463" y="4138811"/>
          <a:ext cx="17367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61" name="公式" r:id="rId5" imgW="600002" imgH="162061" progId="Equation.3">
                  <p:embed/>
                </p:oleObj>
              </mc:Choice>
              <mc:Fallback>
                <p:oleObj name="公式" r:id="rId5" imgW="600002" imgH="162061" progId="Equation.3">
                  <p:embed/>
                  <p:pic>
                    <p:nvPicPr>
                      <p:cNvPr id="5133" name="Object 15">
                        <a:extLst>
                          <a:ext uri="{FF2B5EF4-FFF2-40B4-BE49-F238E27FC236}">
                            <a16:creationId xmlns:a16="http://schemas.microsoft.com/office/drawing/2014/main" id="{106DDD26-D382-4F9C-BF68-7C16271082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6463" y="4138811"/>
                        <a:ext cx="173672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4" name="AutoShape 16">
            <a:extLst>
              <a:ext uri="{FF2B5EF4-FFF2-40B4-BE49-F238E27FC236}">
                <a16:creationId xmlns:a16="http://schemas.microsoft.com/office/drawing/2014/main" id="{24795281-B8C2-4112-8BFB-F9C260D2F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2031504"/>
            <a:ext cx="609600" cy="533400"/>
          </a:xfrm>
          <a:prstGeom prst="upDownArrow">
            <a:avLst>
              <a:gd name="adj1" fmla="val 50000"/>
              <a:gd name="adj2" fmla="val 2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135" name="Text Box 17">
            <a:extLst>
              <a:ext uri="{FF2B5EF4-FFF2-40B4-BE49-F238E27FC236}">
                <a16:creationId xmlns:a16="http://schemas.microsoft.com/office/drawing/2014/main" id="{3A997E0E-095E-4473-851A-44B42626B4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4438" y="2783086"/>
            <a:ext cx="333692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dirty="0">
                <a:solidFill>
                  <a:srgbClr val="99FF66"/>
                </a:solidFill>
                <a:ea typeface="楷体_GB2312" pitchFamily="49" charset="-122"/>
              </a:rPr>
              <a:t>•</a:t>
            </a:r>
            <a:r>
              <a:rPr lang="en-US" altLang="zh-CN" sz="2200" dirty="0">
                <a:solidFill>
                  <a:srgbClr val="99FF66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200" dirty="0">
                <a:solidFill>
                  <a:srgbClr val="99FF66"/>
                </a:solidFill>
                <a:latin typeface="楷体_GB2312" pitchFamily="49" charset="-122"/>
                <a:ea typeface="楷体_GB2312" pitchFamily="49" charset="-122"/>
              </a:rPr>
              <a:t>求解圆</a:t>
            </a:r>
            <a:r>
              <a:rPr lang="en-US" altLang="zh-CN" sz="2200" dirty="0">
                <a:solidFill>
                  <a:srgbClr val="99FF66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200" dirty="0">
                <a:solidFill>
                  <a:srgbClr val="99FF66"/>
                </a:solidFill>
                <a:latin typeface="楷体_GB2312" pitchFamily="49" charset="-122"/>
                <a:ea typeface="楷体_GB2312" pitchFamily="49" charset="-122"/>
              </a:rPr>
              <a:t>角</a:t>
            </a:r>
            <a:r>
              <a:rPr lang="en-US" altLang="zh-CN" sz="2200" dirty="0">
                <a:solidFill>
                  <a:srgbClr val="99FF66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200" dirty="0">
                <a:solidFill>
                  <a:srgbClr val="99FF66"/>
                </a:solidFill>
                <a:latin typeface="楷体_GB2312" pitchFamily="49" charset="-122"/>
                <a:ea typeface="楷体_GB2312" pitchFamily="49" charset="-122"/>
              </a:rPr>
              <a:t>频率</a:t>
            </a:r>
          </a:p>
        </p:txBody>
      </p:sp>
      <p:sp>
        <p:nvSpPr>
          <p:cNvPr id="5136" name="Text Box 18">
            <a:extLst>
              <a:ext uri="{FF2B5EF4-FFF2-40B4-BE49-F238E27FC236}">
                <a16:creationId xmlns:a16="http://schemas.microsoft.com/office/drawing/2014/main" id="{298882C3-8D1C-4FD6-AF0B-1160DBD1D8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4438" y="3783211"/>
            <a:ext cx="341312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>
                <a:solidFill>
                  <a:srgbClr val="99FF66"/>
                </a:solidFill>
                <a:ea typeface="楷体_GB2312" pitchFamily="49" charset="-122"/>
              </a:rPr>
              <a:t>•</a:t>
            </a:r>
            <a:r>
              <a:rPr lang="en-US" altLang="zh-CN" sz="2200">
                <a:solidFill>
                  <a:srgbClr val="99FF66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200">
                <a:solidFill>
                  <a:srgbClr val="99FF66"/>
                </a:solidFill>
                <a:latin typeface="楷体_GB2312" pitchFamily="49" charset="-122"/>
                <a:ea typeface="楷体_GB2312" pitchFamily="49" charset="-122"/>
              </a:rPr>
              <a:t>求解振动周期</a:t>
            </a:r>
          </a:p>
        </p:txBody>
      </p:sp>
      <p:graphicFrame>
        <p:nvGraphicFramePr>
          <p:cNvPr id="5137" name="Object 19">
            <a:extLst>
              <a:ext uri="{FF2B5EF4-FFF2-40B4-BE49-F238E27FC236}">
                <a16:creationId xmlns:a16="http://schemas.microsoft.com/office/drawing/2014/main" id="{79EA7EE6-0103-455B-862A-477875D06CB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429125" y="3321249"/>
          <a:ext cx="441325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62" name="公式" r:id="rId7" imgW="114364" imgH="104911" progId="Equation.3">
                  <p:embed/>
                </p:oleObj>
              </mc:Choice>
              <mc:Fallback>
                <p:oleObj name="公式" r:id="rId7" imgW="114364" imgH="104911" progId="Equation.3">
                  <p:embed/>
                  <p:pic>
                    <p:nvPicPr>
                      <p:cNvPr id="5137" name="Object 19">
                        <a:extLst>
                          <a:ext uri="{FF2B5EF4-FFF2-40B4-BE49-F238E27FC236}">
                            <a16:creationId xmlns:a16="http://schemas.microsoft.com/office/drawing/2014/main" id="{79EA7EE6-0103-455B-862A-477875D06C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9125" y="3321249"/>
                        <a:ext cx="441325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8" name="Object 20">
            <a:extLst>
              <a:ext uri="{FF2B5EF4-FFF2-40B4-BE49-F238E27FC236}">
                <a16:creationId xmlns:a16="http://schemas.microsoft.com/office/drawing/2014/main" id="{1A6F12FF-02B3-4129-B10C-3410AB1A89C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068763" y="4291211"/>
          <a:ext cx="1585912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63" name="公式" r:id="rId9" imgW="466849" imgH="352289" progId="Equation.3">
                  <p:embed/>
                </p:oleObj>
              </mc:Choice>
              <mc:Fallback>
                <p:oleObj name="公式" r:id="rId9" imgW="466849" imgH="352289" progId="Equation.3">
                  <p:embed/>
                  <p:pic>
                    <p:nvPicPr>
                      <p:cNvPr id="5138" name="Object 20">
                        <a:extLst>
                          <a:ext uri="{FF2B5EF4-FFF2-40B4-BE49-F238E27FC236}">
                            <a16:creationId xmlns:a16="http://schemas.microsoft.com/office/drawing/2014/main" id="{1A6F12FF-02B3-4129-B10C-3410AB1A89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8763" y="4291211"/>
                        <a:ext cx="1585912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9" name="AutoShape 21">
            <a:extLst>
              <a:ext uri="{FF2B5EF4-FFF2-40B4-BE49-F238E27FC236}">
                <a16:creationId xmlns:a16="http://schemas.microsoft.com/office/drawing/2014/main" id="{D82B4ED8-7E29-41A0-B6BC-575B76AA93FC}"/>
              </a:ext>
            </a:extLst>
          </p:cNvPr>
          <p:cNvSpPr>
            <a:spLocks/>
          </p:cNvSpPr>
          <p:nvPr/>
        </p:nvSpPr>
        <p:spPr bwMode="auto">
          <a:xfrm>
            <a:off x="3429000" y="2781499"/>
            <a:ext cx="457200" cy="2362200"/>
          </a:xfrm>
          <a:prstGeom prst="leftBrace">
            <a:avLst>
              <a:gd name="adj1" fmla="val 43056"/>
              <a:gd name="adj2" fmla="val 50000"/>
            </a:avLst>
          </a:prstGeom>
          <a:noFill/>
          <a:ln w="349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140" name="AutoShape 22">
            <a:extLst>
              <a:ext uri="{FF2B5EF4-FFF2-40B4-BE49-F238E27FC236}">
                <a16:creationId xmlns:a16="http://schemas.microsoft.com/office/drawing/2014/main" id="{8A2B8ED7-60FD-4C1D-A59A-9086B453D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2031504"/>
            <a:ext cx="609600" cy="533400"/>
          </a:xfrm>
          <a:prstGeom prst="upDownArrow">
            <a:avLst>
              <a:gd name="adj1" fmla="val 50000"/>
              <a:gd name="adj2" fmla="val 2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141" name="Text Box 23">
            <a:extLst>
              <a:ext uri="{FF2B5EF4-FFF2-40B4-BE49-F238E27FC236}">
                <a16:creationId xmlns:a16="http://schemas.microsoft.com/office/drawing/2014/main" id="{B6F4F66C-C8D1-4A64-AA50-1CAB827BFC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6563" y="2564904"/>
            <a:ext cx="23622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dirty="0">
                <a:solidFill>
                  <a:srgbClr val="99FF66"/>
                </a:solidFill>
                <a:ea typeface="楷体_GB2312" pitchFamily="49" charset="-122"/>
              </a:rPr>
              <a:t>•</a:t>
            </a:r>
            <a:r>
              <a:rPr lang="en-US" altLang="zh-CN" sz="2200" dirty="0">
                <a:solidFill>
                  <a:srgbClr val="99FF66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200" dirty="0">
                <a:solidFill>
                  <a:srgbClr val="99FF66"/>
                </a:solidFill>
                <a:latin typeface="楷体_GB2312" pitchFamily="49" charset="-122"/>
                <a:ea typeface="楷体_GB2312" pitchFamily="49" charset="-122"/>
              </a:rPr>
              <a:t>求解振幅</a:t>
            </a:r>
          </a:p>
        </p:txBody>
      </p:sp>
      <p:sp>
        <p:nvSpPr>
          <p:cNvPr id="5142" name="Text Box 24">
            <a:extLst>
              <a:ext uri="{FF2B5EF4-FFF2-40B4-BE49-F238E27FC236}">
                <a16:creationId xmlns:a16="http://schemas.microsoft.com/office/drawing/2014/main" id="{EE45BDEA-2EDC-48F4-A328-C3A44B078B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6563" y="3219649"/>
            <a:ext cx="23622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dirty="0">
                <a:solidFill>
                  <a:srgbClr val="99FF66"/>
                </a:solidFill>
                <a:ea typeface="楷体_GB2312" pitchFamily="49" charset="-122"/>
              </a:rPr>
              <a:t>•</a:t>
            </a:r>
            <a:r>
              <a:rPr lang="en-US" altLang="zh-CN" sz="2200" dirty="0">
                <a:solidFill>
                  <a:srgbClr val="99FF66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200" dirty="0">
                <a:solidFill>
                  <a:srgbClr val="99FF66"/>
                </a:solidFill>
                <a:latin typeface="楷体_GB2312" pitchFamily="49" charset="-122"/>
                <a:ea typeface="楷体_GB2312" pitchFamily="49" charset="-122"/>
              </a:rPr>
              <a:t>求解初相</a:t>
            </a:r>
          </a:p>
        </p:txBody>
      </p:sp>
      <p:sp>
        <p:nvSpPr>
          <p:cNvPr id="5143" name="Text Box 25">
            <a:extLst>
              <a:ext uri="{FF2B5EF4-FFF2-40B4-BE49-F238E27FC236}">
                <a16:creationId xmlns:a16="http://schemas.microsoft.com/office/drawing/2014/main" id="{78372823-6A50-481F-9BD2-A2BB3FBC6D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9425" y="4429696"/>
            <a:ext cx="211772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dirty="0">
                <a:solidFill>
                  <a:schemeClr val="bg1"/>
                </a:solidFill>
                <a:ea typeface="楷体_GB2312" pitchFamily="49" charset="-122"/>
              </a:rPr>
              <a:t>•</a:t>
            </a:r>
            <a:r>
              <a:rPr lang="en-US" altLang="zh-CN" sz="2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曲线法</a:t>
            </a:r>
          </a:p>
        </p:txBody>
      </p:sp>
      <p:sp>
        <p:nvSpPr>
          <p:cNvPr id="5144" name="Text Box 26">
            <a:extLst>
              <a:ext uri="{FF2B5EF4-FFF2-40B4-BE49-F238E27FC236}">
                <a16:creationId xmlns:a16="http://schemas.microsoft.com/office/drawing/2014/main" id="{5330F30B-9DF6-40DE-879D-E285BE7893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9425" y="5018187"/>
            <a:ext cx="18288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dirty="0">
                <a:solidFill>
                  <a:schemeClr val="bg1"/>
                </a:solidFill>
                <a:ea typeface="楷体_GB2312" pitchFamily="49" charset="-122"/>
              </a:rPr>
              <a:t>•</a:t>
            </a:r>
            <a:r>
              <a:rPr lang="en-US" altLang="zh-CN" sz="2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旋转矢量法</a:t>
            </a:r>
          </a:p>
        </p:txBody>
      </p:sp>
      <p:sp>
        <p:nvSpPr>
          <p:cNvPr id="5145" name="Text Box 27">
            <a:extLst>
              <a:ext uri="{FF2B5EF4-FFF2-40B4-BE49-F238E27FC236}">
                <a16:creationId xmlns:a16="http://schemas.microsoft.com/office/drawing/2014/main" id="{6356E1FD-C448-4472-8AA3-66144E7FA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9425" y="3789040"/>
            <a:ext cx="211772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dirty="0">
                <a:solidFill>
                  <a:schemeClr val="bg1"/>
                </a:solidFill>
                <a:ea typeface="楷体_GB2312" pitchFamily="49" charset="-122"/>
              </a:rPr>
              <a:t>•</a:t>
            </a:r>
            <a:r>
              <a:rPr lang="en-US" altLang="zh-CN" sz="2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初始条件法</a:t>
            </a:r>
          </a:p>
        </p:txBody>
      </p:sp>
      <p:graphicFrame>
        <p:nvGraphicFramePr>
          <p:cNvPr id="5146" name="Object 28">
            <a:extLst>
              <a:ext uri="{FF2B5EF4-FFF2-40B4-BE49-F238E27FC236}">
                <a16:creationId xmlns:a16="http://schemas.microsoft.com/office/drawing/2014/main" id="{78263322-6494-498B-B6E8-AA137B4003A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8324850" y="2564904"/>
          <a:ext cx="401638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64" name="公式" r:id="rId11" imgW="114364" imgH="123689" progId="Equation.3">
                  <p:embed/>
                </p:oleObj>
              </mc:Choice>
              <mc:Fallback>
                <p:oleObj name="公式" r:id="rId11" imgW="114364" imgH="123689" progId="Equation.3">
                  <p:embed/>
                  <p:pic>
                    <p:nvPicPr>
                      <p:cNvPr id="5146" name="Object 28">
                        <a:extLst>
                          <a:ext uri="{FF2B5EF4-FFF2-40B4-BE49-F238E27FC236}">
                            <a16:creationId xmlns:a16="http://schemas.microsoft.com/office/drawing/2014/main" id="{78263322-6494-498B-B6E8-AA137B4003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4850" y="2564904"/>
                        <a:ext cx="401638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47" name="Object 29">
            <a:extLst>
              <a:ext uri="{FF2B5EF4-FFF2-40B4-BE49-F238E27FC236}">
                <a16:creationId xmlns:a16="http://schemas.microsoft.com/office/drawing/2014/main" id="{1C84838E-FD48-488B-8A0D-B4405C87E50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8345488" y="3141861"/>
          <a:ext cx="4413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65" name="公式" r:id="rId13" imgW="152349" imgH="190636" progId="Equation.3">
                  <p:embed/>
                </p:oleObj>
              </mc:Choice>
              <mc:Fallback>
                <p:oleObj name="公式" r:id="rId13" imgW="152349" imgH="190636" progId="Equation.3">
                  <p:embed/>
                  <p:pic>
                    <p:nvPicPr>
                      <p:cNvPr id="5147" name="Object 29">
                        <a:extLst>
                          <a:ext uri="{FF2B5EF4-FFF2-40B4-BE49-F238E27FC236}">
                            <a16:creationId xmlns:a16="http://schemas.microsoft.com/office/drawing/2014/main" id="{1C84838E-FD48-488B-8A0D-B4405C87E5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45488" y="3141861"/>
                        <a:ext cx="44132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48" name="AutoShape 30">
            <a:extLst>
              <a:ext uri="{FF2B5EF4-FFF2-40B4-BE49-F238E27FC236}">
                <a16:creationId xmlns:a16="http://schemas.microsoft.com/office/drawing/2014/main" id="{363982F1-92E8-42A9-9C24-7A24022CB6C8}"/>
              </a:ext>
            </a:extLst>
          </p:cNvPr>
          <p:cNvSpPr>
            <a:spLocks/>
          </p:cNvSpPr>
          <p:nvPr/>
        </p:nvSpPr>
        <p:spPr bwMode="auto">
          <a:xfrm>
            <a:off x="6429375" y="3934024"/>
            <a:ext cx="342900" cy="1371600"/>
          </a:xfrm>
          <a:prstGeom prst="leftBrace">
            <a:avLst>
              <a:gd name="adj1" fmla="val 45318"/>
              <a:gd name="adj2" fmla="val 50000"/>
            </a:avLst>
          </a:prstGeom>
          <a:noFill/>
          <a:ln w="34925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149" name="AutoShape 31">
            <a:extLst>
              <a:ext uri="{FF2B5EF4-FFF2-40B4-BE49-F238E27FC236}">
                <a16:creationId xmlns:a16="http://schemas.microsoft.com/office/drawing/2014/main" id="{FCD8DA5C-5CB8-4E65-8D45-6F182514F607}"/>
              </a:ext>
            </a:extLst>
          </p:cNvPr>
          <p:cNvSpPr>
            <a:spLocks/>
          </p:cNvSpPr>
          <p:nvPr/>
        </p:nvSpPr>
        <p:spPr bwMode="auto">
          <a:xfrm>
            <a:off x="6405563" y="2732286"/>
            <a:ext cx="304800" cy="914400"/>
          </a:xfrm>
          <a:prstGeom prst="leftBrace">
            <a:avLst>
              <a:gd name="adj1" fmla="val 45000"/>
              <a:gd name="adj2" fmla="val 50000"/>
            </a:avLst>
          </a:prstGeom>
          <a:noFill/>
          <a:ln w="3492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150" name="Rectangle 32">
            <a:extLst>
              <a:ext uri="{FF2B5EF4-FFF2-40B4-BE49-F238E27FC236}">
                <a16:creationId xmlns:a16="http://schemas.microsoft.com/office/drawing/2014/main" id="{99767D38-0ABD-4FAC-9321-BBBE8CA2223C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357188" y="260648"/>
            <a:ext cx="8429625" cy="1071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ts val="3800"/>
              </a:lnSpc>
              <a:spcBef>
                <a:spcPct val="20000"/>
              </a:spcBef>
            </a:pPr>
            <a:r>
              <a:rPr lang="zh-CN" altLang="en-US" sz="2200" dirty="0">
                <a:solidFill>
                  <a:schemeClr val="bg1"/>
                </a:solidFill>
                <a:latin typeface="幼圆" panose="02010509060101010101" pitchFamily="49" charset="-122"/>
                <a:ea typeface="楷体_GB2312" pitchFamily="49" charset="-122"/>
              </a:rPr>
              <a:t>    简谐振动是最简单的机械振动</a:t>
            </a:r>
            <a:r>
              <a:rPr lang="zh-CN" altLang="en-US" sz="2200" dirty="0">
                <a:solidFill>
                  <a:schemeClr val="bg1"/>
                </a:solidFill>
                <a:ea typeface="楷体_GB2312" pitchFamily="49" charset="-122"/>
              </a:rPr>
              <a:t>，</a:t>
            </a:r>
            <a:r>
              <a:rPr lang="zh-CN" altLang="en-US" sz="2200" dirty="0">
                <a:solidFill>
                  <a:schemeClr val="bg1"/>
                </a:solidFill>
                <a:latin typeface="宋体" panose="02010600030101010101" pitchFamily="2" charset="-122"/>
                <a:ea typeface="楷体_GB2312" pitchFamily="49" charset="-122"/>
              </a:rPr>
              <a:t>指系统位置随时间的变化可用</a:t>
            </a:r>
            <a:endParaRPr lang="en-US" altLang="zh-CN" sz="2200" dirty="0">
              <a:solidFill>
                <a:schemeClr val="bg1"/>
              </a:solidFill>
              <a:latin typeface="宋体" panose="02010600030101010101" pitchFamily="2" charset="-122"/>
              <a:ea typeface="楷体_GB2312" pitchFamily="49" charset="-122"/>
            </a:endParaRPr>
          </a:p>
          <a:p>
            <a:pPr algn="just">
              <a:lnSpc>
                <a:spcPts val="3800"/>
              </a:lnSpc>
              <a:spcBef>
                <a:spcPct val="20000"/>
              </a:spcBef>
            </a:pPr>
            <a:r>
              <a:rPr lang="zh-CN" altLang="en-US" sz="2200" dirty="0">
                <a:solidFill>
                  <a:schemeClr val="bg1"/>
                </a:solidFill>
                <a:latin typeface="宋体" panose="02010600030101010101" pitchFamily="2" charset="-122"/>
                <a:ea typeface="楷体_GB2312" pitchFamily="49" charset="-122"/>
              </a:rPr>
              <a:t>余弦函数来描述的振动；</a:t>
            </a:r>
            <a:r>
              <a:rPr lang="zh-CN" altLang="en-US" sz="2200" dirty="0">
                <a:solidFill>
                  <a:schemeClr val="bg1"/>
                </a:solidFill>
                <a:ea typeface="楷体_GB2312" pitchFamily="49" charset="-122"/>
              </a:rPr>
              <a:t>振动方程求解属于动力学第二类问题。</a:t>
            </a:r>
          </a:p>
        </p:txBody>
      </p:sp>
      <p:sp>
        <p:nvSpPr>
          <p:cNvPr id="5151" name="灯片编号占位符 1">
            <a:extLst>
              <a:ext uri="{FF2B5EF4-FFF2-40B4-BE49-F238E27FC236}">
                <a16:creationId xmlns:a16="http://schemas.microsoft.com/office/drawing/2014/main" id="{9360BEFA-BF13-4EB2-9B05-F4E958A125DC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E89EABE-02B5-41E4-AE75-0DF701AB4C11}" type="slidenum">
              <a:rPr lang="en-US" altLang="zh-CN" b="0">
                <a:solidFill>
                  <a:srgbClr val="FF00FF"/>
                </a:solidFill>
              </a:rPr>
              <a:pPr eaLnBrk="1" hangingPunct="1"/>
              <a:t>10</a:t>
            </a:fld>
            <a:r>
              <a:rPr lang="en-US" altLang="zh-CN" b="0">
                <a:solidFill>
                  <a:srgbClr val="FF00FF"/>
                </a:solidFill>
              </a:rPr>
              <a:t>/25</a:t>
            </a:r>
          </a:p>
        </p:txBody>
      </p:sp>
      <p:graphicFrame>
        <p:nvGraphicFramePr>
          <p:cNvPr id="5154" name="Object 36">
            <a:extLst>
              <a:ext uri="{FF2B5EF4-FFF2-40B4-BE49-F238E27FC236}">
                <a16:creationId xmlns:a16="http://schemas.microsoft.com/office/drawing/2014/main" id="{8884130C-0D2B-422F-9B31-5405C0317F1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85813" y="5302027"/>
          <a:ext cx="285750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66" name="公式" r:id="rId15" imgW="1114230" imgH="190636" progId="Equation.3">
                  <p:embed/>
                </p:oleObj>
              </mc:Choice>
              <mc:Fallback>
                <p:oleObj name="公式" r:id="rId15" imgW="1114230" imgH="190636" progId="Equation.3">
                  <p:embed/>
                  <p:pic>
                    <p:nvPicPr>
                      <p:cNvPr id="5154" name="Object 36">
                        <a:extLst>
                          <a:ext uri="{FF2B5EF4-FFF2-40B4-BE49-F238E27FC236}">
                            <a16:creationId xmlns:a16="http://schemas.microsoft.com/office/drawing/2014/main" id="{8884130C-0D2B-422F-9B31-5405C0317F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5302027"/>
                        <a:ext cx="285750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55" name="Text Box 9">
            <a:extLst>
              <a:ext uri="{FF2B5EF4-FFF2-40B4-BE49-F238E27FC236}">
                <a16:creationId xmlns:a16="http://schemas.microsoft.com/office/drawing/2014/main" id="{8C8EF726-C934-4C76-8857-FCF9F6E62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4783336"/>
            <a:ext cx="303212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>
                <a:solidFill>
                  <a:srgbClr val="99FF66"/>
                </a:solidFill>
                <a:ea typeface="楷体_GB2312" pitchFamily="49" charset="-122"/>
              </a:rPr>
              <a:t>•</a:t>
            </a:r>
            <a:r>
              <a:rPr lang="en-US" altLang="zh-CN" sz="2200">
                <a:solidFill>
                  <a:srgbClr val="99FF66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200">
                <a:solidFill>
                  <a:srgbClr val="99FF66"/>
                </a:solidFill>
                <a:latin typeface="楷体_GB2312" pitchFamily="49" charset="-122"/>
                <a:ea typeface="楷体_GB2312" pitchFamily="49" charset="-122"/>
              </a:rPr>
              <a:t>运动学方程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ECC6DB1-FD6B-408E-A89F-50167167BB8F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467544" y="5733256"/>
            <a:ext cx="8429625" cy="1142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ts val="3800"/>
              </a:lnSpc>
              <a:spcBef>
                <a:spcPct val="20000"/>
              </a:spcBef>
            </a:pPr>
            <a:r>
              <a:rPr lang="zh-CN" altLang="en-US" sz="2200" dirty="0">
                <a:solidFill>
                  <a:srgbClr val="FF0000"/>
                </a:solidFill>
                <a:latin typeface="幼圆" panose="02010509060101010101" pitchFamily="49" charset="-122"/>
                <a:ea typeface="楷体_GB2312" pitchFamily="49" charset="-122"/>
              </a:rPr>
              <a:t>思考题：</a:t>
            </a:r>
            <a:r>
              <a:rPr lang="zh-CN" altLang="en-US" sz="2200" dirty="0">
                <a:solidFill>
                  <a:schemeClr val="bg1"/>
                </a:solidFill>
                <a:latin typeface="幼圆" panose="02010509060101010101" pitchFamily="49" charset="-122"/>
                <a:ea typeface="楷体_GB2312" pitchFamily="49" charset="-122"/>
              </a:rPr>
              <a:t>竖直放置的弹簧振子是否是谐振动系统？与水平放置的弹簧振子系统有何异同？</a:t>
            </a:r>
            <a:endParaRPr lang="en-US" altLang="zh-CN" sz="2200" dirty="0">
              <a:solidFill>
                <a:schemeClr val="bg1"/>
              </a:solidFill>
              <a:latin typeface="宋体" panose="02010600030101010101" pitchFamily="2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619608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Text Box 2">
            <a:extLst>
              <a:ext uri="{FF2B5EF4-FFF2-40B4-BE49-F238E27FC236}">
                <a16:creationId xmlns:a16="http://schemas.microsoft.com/office/drawing/2014/main" id="{4BABC9F9-53CE-41DD-8958-1EA83CE429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5488" y="185738"/>
            <a:ext cx="57912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 sz="320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§7.2  </a:t>
            </a:r>
            <a:r>
              <a:rPr kumimoji="0" lang="zh-CN" altLang="en-US" sz="320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简谐振动的合成</a:t>
            </a:r>
          </a:p>
        </p:txBody>
      </p:sp>
      <p:sp>
        <p:nvSpPr>
          <p:cNvPr id="188419" name="Text Box 3">
            <a:extLst>
              <a:ext uri="{FF2B5EF4-FFF2-40B4-BE49-F238E27FC236}">
                <a16:creationId xmlns:a16="http://schemas.microsoft.com/office/drawing/2014/main" id="{8573CC34-2639-4FF4-B866-1A0A37A854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836613"/>
            <a:ext cx="71294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>
                <a:solidFill>
                  <a:srgbClr val="FFFF66"/>
                </a:solidFill>
              </a:rPr>
              <a:t>一</a:t>
            </a:r>
            <a:r>
              <a:rPr kumimoji="0" lang="en-US" altLang="zh-CN">
                <a:solidFill>
                  <a:srgbClr val="FFFF66"/>
                </a:solidFill>
              </a:rPr>
              <a:t>. </a:t>
            </a:r>
            <a:r>
              <a:rPr kumimoji="0" lang="zh-CN" altLang="en-US">
                <a:solidFill>
                  <a:srgbClr val="FFFF66"/>
                </a:solidFill>
              </a:rPr>
              <a:t>同方向同频率的简谐振动的合成</a:t>
            </a:r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188420" name="Text Box 4">
            <a:extLst>
              <a:ext uri="{FF2B5EF4-FFF2-40B4-BE49-F238E27FC236}">
                <a16:creationId xmlns:a16="http://schemas.microsoft.com/office/drawing/2014/main" id="{2DD7188A-C342-4647-9DA6-280635F806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163" y="1579563"/>
            <a:ext cx="18907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kumimoji="0" lang="en-US" altLang="zh-CN">
                <a:solidFill>
                  <a:schemeClr val="bg1"/>
                </a:solidFill>
              </a:rPr>
              <a:t>1. </a:t>
            </a:r>
            <a:r>
              <a:rPr kumimoji="0" lang="zh-CN" altLang="en-US">
                <a:solidFill>
                  <a:schemeClr val="bg1"/>
                </a:solidFill>
              </a:rPr>
              <a:t>分振动 </a:t>
            </a:r>
            <a:r>
              <a:rPr kumimoji="0" lang="en-US" altLang="zh-CN">
                <a:solidFill>
                  <a:schemeClr val="bg1"/>
                </a:solidFill>
              </a:rPr>
              <a:t>:</a:t>
            </a:r>
            <a:endParaRPr kumimoji="0" lang="en-US" altLang="zh-CN" b="0">
              <a:solidFill>
                <a:schemeClr val="bg1"/>
              </a:solidFill>
            </a:endParaRPr>
          </a:p>
        </p:txBody>
      </p:sp>
      <p:sp>
        <p:nvSpPr>
          <p:cNvPr id="188421" name="Text Box 5">
            <a:extLst>
              <a:ext uri="{FF2B5EF4-FFF2-40B4-BE49-F238E27FC236}">
                <a16:creationId xmlns:a16="http://schemas.microsoft.com/office/drawing/2014/main" id="{5B4BA431-B646-47A8-84D1-6B314FE746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324100"/>
            <a:ext cx="39608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kumimoji="0" lang="en-US" altLang="zh-CN">
                <a:solidFill>
                  <a:schemeClr val="bg1"/>
                </a:solidFill>
              </a:rPr>
              <a:t> 2. </a:t>
            </a:r>
            <a:r>
              <a:rPr kumimoji="0" lang="zh-CN" altLang="en-US">
                <a:solidFill>
                  <a:schemeClr val="bg1"/>
                </a:solidFill>
              </a:rPr>
              <a:t>合振动（解析法） </a:t>
            </a:r>
            <a:r>
              <a:rPr kumimoji="0" lang="en-US" altLang="zh-CN">
                <a:solidFill>
                  <a:schemeClr val="bg1"/>
                </a:solidFill>
              </a:rPr>
              <a:t>:</a:t>
            </a:r>
            <a:endParaRPr kumimoji="0" lang="en-US" altLang="zh-CN" sz="3600" b="0">
              <a:solidFill>
                <a:schemeClr val="bg1"/>
              </a:solidFill>
            </a:endParaRPr>
          </a:p>
        </p:txBody>
      </p:sp>
      <p:graphicFrame>
        <p:nvGraphicFramePr>
          <p:cNvPr id="188422" name="Object 2">
            <a:extLst>
              <a:ext uri="{FF2B5EF4-FFF2-40B4-BE49-F238E27FC236}">
                <a16:creationId xmlns:a16="http://schemas.microsoft.com/office/drawing/2014/main" id="{854FF8FA-799D-47F9-86AA-D034EE828167}"/>
              </a:ext>
            </a:extLst>
          </p:cNvPr>
          <p:cNvGraphicFramePr>
            <a:graphicFrameLocks/>
          </p:cNvGraphicFramePr>
          <p:nvPr/>
        </p:nvGraphicFramePr>
        <p:xfrm>
          <a:off x="2335213" y="2781300"/>
          <a:ext cx="4541837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60" name="公式" r:id="rId3" imgW="5000558" imgH="400050" progId="Equation.3">
                  <p:embed/>
                </p:oleObj>
              </mc:Choice>
              <mc:Fallback>
                <p:oleObj name="公式" r:id="rId3" imgW="5000558" imgH="400050" progId="Equation.3">
                  <p:embed/>
                  <p:pic>
                    <p:nvPicPr>
                      <p:cNvPr id="188422" name="Object 2">
                        <a:extLst>
                          <a:ext uri="{FF2B5EF4-FFF2-40B4-BE49-F238E27FC236}">
                            <a16:creationId xmlns:a16="http://schemas.microsoft.com/office/drawing/2014/main" id="{854FF8FA-799D-47F9-86AA-D034EE82816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5213" y="2781300"/>
                        <a:ext cx="4541837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23" name="Object 3">
            <a:extLst>
              <a:ext uri="{FF2B5EF4-FFF2-40B4-BE49-F238E27FC236}">
                <a16:creationId xmlns:a16="http://schemas.microsoft.com/office/drawing/2014/main" id="{6EA6404B-520D-4B52-8332-BEB10373496A}"/>
              </a:ext>
            </a:extLst>
          </p:cNvPr>
          <p:cNvGraphicFramePr>
            <a:graphicFrameLocks/>
          </p:cNvGraphicFramePr>
          <p:nvPr/>
        </p:nvGraphicFramePr>
        <p:xfrm>
          <a:off x="1112838" y="3351213"/>
          <a:ext cx="7650162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61" name="公式" r:id="rId5" imgW="8362854" imgH="352289" progId="Equation.3">
                  <p:embed/>
                </p:oleObj>
              </mc:Choice>
              <mc:Fallback>
                <p:oleObj name="公式" r:id="rId5" imgW="8362854" imgH="352289" progId="Equation.3">
                  <p:embed/>
                  <p:pic>
                    <p:nvPicPr>
                      <p:cNvPr id="188423" name="Object 3">
                        <a:extLst>
                          <a:ext uri="{FF2B5EF4-FFF2-40B4-BE49-F238E27FC236}">
                            <a16:creationId xmlns:a16="http://schemas.microsoft.com/office/drawing/2014/main" id="{6EA6404B-520D-4B52-8332-BEB10373496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2838" y="3351213"/>
                        <a:ext cx="7650162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26" name="Object 6">
            <a:extLst>
              <a:ext uri="{FF2B5EF4-FFF2-40B4-BE49-F238E27FC236}">
                <a16:creationId xmlns:a16="http://schemas.microsoft.com/office/drawing/2014/main" id="{A54CFD0D-837D-4071-A95E-82955BFB96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5363" y="4840288"/>
          <a:ext cx="6672262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62" name="公式" r:id="rId7" imgW="6943926" imgH="323714" progId="Equation.3">
                  <p:embed/>
                </p:oleObj>
              </mc:Choice>
              <mc:Fallback>
                <p:oleObj name="公式" r:id="rId7" imgW="6943926" imgH="323714" progId="Equation.3">
                  <p:embed/>
                  <p:pic>
                    <p:nvPicPr>
                      <p:cNvPr id="188426" name="Object 6">
                        <a:extLst>
                          <a:ext uri="{FF2B5EF4-FFF2-40B4-BE49-F238E27FC236}">
                            <a16:creationId xmlns:a16="http://schemas.microsoft.com/office/drawing/2014/main" id="{A54CFD0D-837D-4071-A95E-82955BFB96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5363" y="4840288"/>
                        <a:ext cx="6672262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29" name="Object 7">
            <a:extLst>
              <a:ext uri="{FF2B5EF4-FFF2-40B4-BE49-F238E27FC236}">
                <a16:creationId xmlns:a16="http://schemas.microsoft.com/office/drawing/2014/main" id="{D9F2195D-1CD7-4524-ADFA-2FDF191467B9}"/>
              </a:ext>
            </a:extLst>
          </p:cNvPr>
          <p:cNvGraphicFramePr>
            <a:graphicFrameLocks/>
          </p:cNvGraphicFramePr>
          <p:nvPr/>
        </p:nvGraphicFramePr>
        <p:xfrm>
          <a:off x="884238" y="5475288"/>
          <a:ext cx="430530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63" name="公式" r:id="rId9" imgW="4848209" imgH="457200" progId="Equation.3">
                  <p:embed/>
                </p:oleObj>
              </mc:Choice>
              <mc:Fallback>
                <p:oleObj name="公式" r:id="rId9" imgW="4848209" imgH="457200" progId="Equation.3">
                  <p:embed/>
                  <p:pic>
                    <p:nvPicPr>
                      <p:cNvPr id="188429" name="Object 7">
                        <a:extLst>
                          <a:ext uri="{FF2B5EF4-FFF2-40B4-BE49-F238E27FC236}">
                            <a16:creationId xmlns:a16="http://schemas.microsoft.com/office/drawing/2014/main" id="{D9F2195D-1CD7-4524-ADFA-2FDF191467B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4238" y="5475288"/>
                        <a:ext cx="4305300" cy="4603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30" name="Object 8">
            <a:extLst>
              <a:ext uri="{FF2B5EF4-FFF2-40B4-BE49-F238E27FC236}">
                <a16:creationId xmlns:a16="http://schemas.microsoft.com/office/drawing/2014/main" id="{C7B1450D-D508-41BF-88E5-D35A5FCDF0EB}"/>
              </a:ext>
            </a:extLst>
          </p:cNvPr>
          <p:cNvGraphicFramePr>
            <a:graphicFrameLocks/>
          </p:cNvGraphicFramePr>
          <p:nvPr/>
        </p:nvGraphicFramePr>
        <p:xfrm>
          <a:off x="5292725" y="5340350"/>
          <a:ext cx="3432175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64" name="公式" r:id="rId11" imgW="3819343" imgH="847861" progId="Equation.3">
                  <p:embed/>
                </p:oleObj>
              </mc:Choice>
              <mc:Fallback>
                <p:oleObj name="公式" r:id="rId11" imgW="3819343" imgH="847861" progId="Equation.3">
                  <p:embed/>
                  <p:pic>
                    <p:nvPicPr>
                      <p:cNvPr id="188430" name="Object 8">
                        <a:extLst>
                          <a:ext uri="{FF2B5EF4-FFF2-40B4-BE49-F238E27FC236}">
                            <a16:creationId xmlns:a16="http://schemas.microsoft.com/office/drawing/2014/main" id="{C7B1450D-D508-41BF-88E5-D35A5FCDF0E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5340350"/>
                        <a:ext cx="3432175" cy="8032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8431" name="AutoShape 15">
            <a:extLst>
              <a:ext uri="{FF2B5EF4-FFF2-40B4-BE49-F238E27FC236}">
                <a16:creationId xmlns:a16="http://schemas.microsoft.com/office/drawing/2014/main" id="{546C13DC-1E4B-4AC1-886A-80AD719493AF}"/>
              </a:ext>
            </a:extLst>
          </p:cNvPr>
          <p:cNvSpPr>
            <a:spLocks/>
          </p:cNvSpPr>
          <p:nvPr/>
        </p:nvSpPr>
        <p:spPr bwMode="auto">
          <a:xfrm>
            <a:off x="2357438" y="1550988"/>
            <a:ext cx="214312" cy="642937"/>
          </a:xfrm>
          <a:prstGeom prst="leftBrace">
            <a:avLst>
              <a:gd name="adj1" fmla="val 50000"/>
              <a:gd name="adj2" fmla="val 50000"/>
            </a:avLst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188432" name="Object 9">
            <a:extLst>
              <a:ext uri="{FF2B5EF4-FFF2-40B4-BE49-F238E27FC236}">
                <a16:creationId xmlns:a16="http://schemas.microsoft.com/office/drawing/2014/main" id="{A50CB2EF-9752-4FC0-BCE6-52C6BEDF4FD8}"/>
              </a:ext>
            </a:extLst>
          </p:cNvPr>
          <p:cNvGraphicFramePr>
            <a:graphicFrameLocks/>
          </p:cNvGraphicFramePr>
          <p:nvPr/>
        </p:nvGraphicFramePr>
        <p:xfrm>
          <a:off x="2671763" y="1357313"/>
          <a:ext cx="2808287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65" name="公式" r:id="rId13" imgW="2752901" imgH="400050" progId="Equation.3">
                  <p:embed/>
                </p:oleObj>
              </mc:Choice>
              <mc:Fallback>
                <p:oleObj name="公式" r:id="rId13" imgW="2752901" imgH="400050" progId="Equation.3">
                  <p:embed/>
                  <p:pic>
                    <p:nvPicPr>
                      <p:cNvPr id="188432" name="Object 9">
                        <a:extLst>
                          <a:ext uri="{FF2B5EF4-FFF2-40B4-BE49-F238E27FC236}">
                            <a16:creationId xmlns:a16="http://schemas.microsoft.com/office/drawing/2014/main" id="{A50CB2EF-9752-4FC0-BCE6-52C6BEDF4FD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1763" y="1357313"/>
                        <a:ext cx="2808287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33" name="Object 10">
            <a:extLst>
              <a:ext uri="{FF2B5EF4-FFF2-40B4-BE49-F238E27FC236}">
                <a16:creationId xmlns:a16="http://schemas.microsoft.com/office/drawing/2014/main" id="{4E20E591-ECDB-4617-A248-67833C35EBA5}"/>
              </a:ext>
            </a:extLst>
          </p:cNvPr>
          <p:cNvGraphicFramePr>
            <a:graphicFrameLocks/>
          </p:cNvGraphicFramePr>
          <p:nvPr/>
        </p:nvGraphicFramePr>
        <p:xfrm>
          <a:off x="2651125" y="1860550"/>
          <a:ext cx="2921000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66" name="公式" r:id="rId15" imgW="2866856" imgH="400050" progId="Equation.3">
                  <p:embed/>
                </p:oleObj>
              </mc:Choice>
              <mc:Fallback>
                <p:oleObj name="公式" r:id="rId15" imgW="2866856" imgH="400050" progId="Equation.3">
                  <p:embed/>
                  <p:pic>
                    <p:nvPicPr>
                      <p:cNvPr id="188433" name="Object 10">
                        <a:extLst>
                          <a:ext uri="{FF2B5EF4-FFF2-40B4-BE49-F238E27FC236}">
                            <a16:creationId xmlns:a16="http://schemas.microsoft.com/office/drawing/2014/main" id="{4E20E591-ECDB-4617-A248-67833C35EBA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1125" y="1860550"/>
                        <a:ext cx="2921000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34" name="Object 11">
            <a:extLst>
              <a:ext uri="{FF2B5EF4-FFF2-40B4-BE49-F238E27FC236}">
                <a16:creationId xmlns:a16="http://schemas.microsoft.com/office/drawing/2014/main" id="{9BB3FA49-355D-4E27-AFBD-891B8751CA35}"/>
              </a:ext>
            </a:extLst>
          </p:cNvPr>
          <p:cNvGraphicFramePr>
            <a:graphicFrameLocks/>
          </p:cNvGraphicFramePr>
          <p:nvPr/>
        </p:nvGraphicFramePr>
        <p:xfrm>
          <a:off x="903288" y="2781300"/>
          <a:ext cx="13208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67" name="公式" r:id="rId17" imgW="1409534" imgH="352289" progId="Equation.3">
                  <p:embed/>
                </p:oleObj>
              </mc:Choice>
              <mc:Fallback>
                <p:oleObj name="公式" r:id="rId17" imgW="1409534" imgH="352289" progId="Equation.3">
                  <p:embed/>
                  <p:pic>
                    <p:nvPicPr>
                      <p:cNvPr id="188434" name="Object 11">
                        <a:extLst>
                          <a:ext uri="{FF2B5EF4-FFF2-40B4-BE49-F238E27FC236}">
                            <a16:creationId xmlns:a16="http://schemas.microsoft.com/office/drawing/2014/main" id="{9BB3FA49-355D-4E27-AFBD-891B8751CA3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3288" y="2781300"/>
                        <a:ext cx="132080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8435" name="Text Box 19">
            <a:extLst>
              <a:ext uri="{FF2B5EF4-FFF2-40B4-BE49-F238E27FC236}">
                <a16:creationId xmlns:a16="http://schemas.microsoft.com/office/drawing/2014/main" id="{859DDC88-565D-431D-8858-94C61B4BE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6196013"/>
            <a:ext cx="83581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>
                <a:solidFill>
                  <a:srgbClr val="FFFF00"/>
                </a:solidFill>
              </a:rPr>
              <a:t>结论：</a:t>
            </a:r>
            <a:r>
              <a:rPr kumimoji="0"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同方向同频率谐振动的合成仍是同频率的简谐振动</a:t>
            </a:r>
          </a:p>
        </p:txBody>
      </p:sp>
      <p:sp>
        <p:nvSpPr>
          <p:cNvPr id="21" name="Text Box 5">
            <a:extLst>
              <a:ext uri="{FF2B5EF4-FFF2-40B4-BE49-F238E27FC236}">
                <a16:creationId xmlns:a16="http://schemas.microsoft.com/office/drawing/2014/main" id="{5A92AE39-96F5-43E2-8492-A842645012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3835400"/>
            <a:ext cx="3214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kumimoji="0" lang="zh-CN" altLang="en-US">
                <a:solidFill>
                  <a:schemeClr val="bg1"/>
                </a:solidFill>
              </a:rPr>
              <a:t>引入常量 </a:t>
            </a:r>
            <a:r>
              <a:rPr kumimoji="0" lang="en-US" altLang="zh-CN" i="1">
                <a:solidFill>
                  <a:srgbClr val="FFFF00"/>
                </a:solidFill>
              </a:rPr>
              <a:t>A </a:t>
            </a:r>
            <a:r>
              <a:rPr kumimoji="0" lang="zh-CN" altLang="en-US">
                <a:solidFill>
                  <a:schemeClr val="bg1"/>
                </a:solidFill>
              </a:rPr>
              <a:t>和</a:t>
            </a:r>
            <a:r>
              <a:rPr kumimoji="0" lang="el-GR" altLang="zh-CN" i="1">
                <a:solidFill>
                  <a:srgbClr val="FFFF00"/>
                </a:solidFill>
                <a:cs typeface="Times New Roman" panose="02020603050405020304" pitchFamily="18" charset="0"/>
              </a:rPr>
              <a:t>φ</a:t>
            </a:r>
            <a:endParaRPr kumimoji="0" lang="en-US" altLang="zh-CN">
              <a:solidFill>
                <a:schemeClr val="bg1"/>
              </a:solidFill>
            </a:endParaRPr>
          </a:p>
        </p:txBody>
      </p:sp>
      <p:graphicFrame>
        <p:nvGraphicFramePr>
          <p:cNvPr id="2" name="Object 21">
            <a:extLst>
              <a:ext uri="{FF2B5EF4-FFF2-40B4-BE49-F238E27FC236}">
                <a16:creationId xmlns:a16="http://schemas.microsoft.com/office/drawing/2014/main" id="{6C9E7E33-C75C-4FCE-A307-7F369406BF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82963" y="3810000"/>
          <a:ext cx="390366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68" name="公式" r:id="rId19" imgW="1800413" imgH="390661" progId="Equation.3">
                  <p:embed/>
                </p:oleObj>
              </mc:Choice>
              <mc:Fallback>
                <p:oleObj name="公式" r:id="rId19" imgW="1800413" imgH="390661" progId="Equation.3">
                  <p:embed/>
                  <p:pic>
                    <p:nvPicPr>
                      <p:cNvPr id="2" name="Object 21">
                        <a:extLst>
                          <a:ext uri="{FF2B5EF4-FFF2-40B4-BE49-F238E27FC236}">
                            <a16:creationId xmlns:a16="http://schemas.microsoft.com/office/drawing/2014/main" id="{6C9E7E33-C75C-4FCE-A307-7F369406BF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2963" y="3810000"/>
                        <a:ext cx="390366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2" name="灯片编号占位符 1">
            <a:extLst>
              <a:ext uri="{FF2B5EF4-FFF2-40B4-BE49-F238E27FC236}">
                <a16:creationId xmlns:a16="http://schemas.microsoft.com/office/drawing/2014/main" id="{27C876C2-42A3-4AE0-9CA3-9E4FAF907205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73BAAE-03A4-4496-A1A9-6C32B379D88A}" type="slidenum">
              <a:rPr lang="en-US" altLang="zh-CN" b="0">
                <a:solidFill>
                  <a:srgbClr val="FF00FF"/>
                </a:solidFill>
              </a:rPr>
              <a:pPr eaLnBrk="1" hangingPunct="1"/>
              <a:t>11</a:t>
            </a:fld>
            <a:r>
              <a:rPr lang="en-US" altLang="zh-CN" b="0">
                <a:solidFill>
                  <a:srgbClr val="FF00FF"/>
                </a:solidFill>
              </a:rPr>
              <a:t>/25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8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8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8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8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88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8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8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8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8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88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88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88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8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18" grpId="0" autoUpdateAnimBg="0"/>
      <p:bldP spid="188419" grpId="0" autoUpdateAnimBg="0"/>
      <p:bldP spid="188420" grpId="0" autoUpdateAnimBg="0"/>
      <p:bldP spid="188421" grpId="0" autoUpdateAnimBg="0"/>
      <p:bldP spid="188431" grpId="0" animBg="1"/>
      <p:bldP spid="188435" grpId="0" autoUpdateAnimBg="0"/>
      <p:bldP spid="21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>
            <a:extLst>
              <a:ext uri="{FF2B5EF4-FFF2-40B4-BE49-F238E27FC236}">
                <a16:creationId xmlns:a16="http://schemas.microsoft.com/office/drawing/2014/main" id="{DD75FB68-C604-4EDC-AB59-E314AF24CA03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8125" y="1846263"/>
            <a:ext cx="0" cy="1920875"/>
          </a:xfrm>
          <a:prstGeom prst="line">
            <a:avLst/>
          </a:prstGeom>
          <a:noFill/>
          <a:ln w="19050">
            <a:solidFill>
              <a:srgbClr val="66FF33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40" name="Line 4">
            <a:extLst>
              <a:ext uri="{FF2B5EF4-FFF2-40B4-BE49-F238E27FC236}">
                <a16:creationId xmlns:a16="http://schemas.microsoft.com/office/drawing/2014/main" id="{A9BD74AD-5B81-4859-BC34-ACC4BFB1F32C}"/>
              </a:ext>
            </a:extLst>
          </p:cNvPr>
          <p:cNvSpPr>
            <a:spLocks noChangeShapeType="1"/>
          </p:cNvSpPr>
          <p:nvPr/>
        </p:nvSpPr>
        <p:spPr bwMode="auto">
          <a:xfrm>
            <a:off x="5580063" y="3454400"/>
            <a:ext cx="295275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41" name="Line 5">
            <a:extLst>
              <a:ext uri="{FF2B5EF4-FFF2-40B4-BE49-F238E27FC236}">
                <a16:creationId xmlns:a16="http://schemas.microsoft.com/office/drawing/2014/main" id="{DA447A48-D2E6-402E-BC89-A880E24F18D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84888" y="2759075"/>
            <a:ext cx="1223962" cy="706438"/>
          </a:xfrm>
          <a:prstGeom prst="line">
            <a:avLst/>
          </a:prstGeom>
          <a:noFill/>
          <a:ln w="57150">
            <a:solidFill>
              <a:srgbClr val="FFFF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42" name="Arc 6">
            <a:extLst>
              <a:ext uri="{FF2B5EF4-FFF2-40B4-BE49-F238E27FC236}">
                <a16:creationId xmlns:a16="http://schemas.microsoft.com/office/drawing/2014/main" id="{EA79D821-9A3F-4F06-9CA1-0D4A02048898}"/>
              </a:ext>
            </a:extLst>
          </p:cNvPr>
          <p:cNvSpPr>
            <a:spLocks/>
          </p:cNvSpPr>
          <p:nvPr/>
        </p:nvSpPr>
        <p:spPr bwMode="auto">
          <a:xfrm rot="3210649">
            <a:off x="6353176" y="3128962"/>
            <a:ext cx="341312" cy="506413"/>
          </a:xfrm>
          <a:custGeom>
            <a:avLst/>
            <a:gdLst>
              <a:gd name="T0" fmla="*/ 2147483646 w 14371"/>
              <a:gd name="T1" fmla="*/ 0 h 21198"/>
              <a:gd name="T2" fmla="*/ 2147483646 w 14371"/>
              <a:gd name="T3" fmla="*/ 2147483646 h 21198"/>
              <a:gd name="T4" fmla="*/ 0 w 14371"/>
              <a:gd name="T5" fmla="*/ 2147483646 h 21198"/>
              <a:gd name="T6" fmla="*/ 0 60000 65536"/>
              <a:gd name="T7" fmla="*/ 0 60000 65536"/>
              <a:gd name="T8" fmla="*/ 0 60000 65536"/>
              <a:gd name="T9" fmla="*/ 0 w 14371"/>
              <a:gd name="T10" fmla="*/ 0 h 21198"/>
              <a:gd name="T11" fmla="*/ 14371 w 14371"/>
              <a:gd name="T12" fmla="*/ 21198 h 2119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371" h="21198" fill="none" extrusionOk="0">
                <a:moveTo>
                  <a:pt x="4147" y="0"/>
                </a:moveTo>
                <a:cubicBezTo>
                  <a:pt x="7948" y="743"/>
                  <a:pt x="11479" y="2495"/>
                  <a:pt x="14370" y="5072"/>
                </a:cubicBezTo>
              </a:path>
              <a:path w="14371" h="21198" stroke="0" extrusionOk="0">
                <a:moveTo>
                  <a:pt x="4147" y="0"/>
                </a:moveTo>
                <a:cubicBezTo>
                  <a:pt x="7948" y="743"/>
                  <a:pt x="11479" y="2495"/>
                  <a:pt x="14370" y="5072"/>
                </a:cubicBezTo>
                <a:lnTo>
                  <a:pt x="0" y="21198"/>
                </a:lnTo>
                <a:lnTo>
                  <a:pt x="4147" y="0"/>
                </a:lnTo>
                <a:close/>
              </a:path>
            </a:pathLst>
          </a:custGeom>
          <a:noFill/>
          <a:ln w="2857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65543" name="Object 7">
            <a:extLst>
              <a:ext uri="{FF2B5EF4-FFF2-40B4-BE49-F238E27FC236}">
                <a16:creationId xmlns:a16="http://schemas.microsoft.com/office/drawing/2014/main" id="{5F33361F-59F6-4095-A0DE-64F891D1F912}"/>
              </a:ext>
            </a:extLst>
          </p:cNvPr>
          <p:cNvGraphicFramePr>
            <a:graphicFrameLocks/>
          </p:cNvGraphicFramePr>
          <p:nvPr/>
        </p:nvGraphicFramePr>
        <p:xfrm>
          <a:off x="6846888" y="2974975"/>
          <a:ext cx="317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4" name="公式" r:id="rId3" imgW="247516" imgH="352289" progId="Equation.3">
                  <p:embed/>
                </p:oleObj>
              </mc:Choice>
              <mc:Fallback>
                <p:oleObj name="公式" r:id="rId3" imgW="247516" imgH="352289" progId="Equation.3">
                  <p:embed/>
                  <p:pic>
                    <p:nvPicPr>
                      <p:cNvPr id="65543" name="Object 7">
                        <a:extLst>
                          <a:ext uri="{FF2B5EF4-FFF2-40B4-BE49-F238E27FC236}">
                            <a16:creationId xmlns:a16="http://schemas.microsoft.com/office/drawing/2014/main" id="{5F33361F-59F6-4095-A0DE-64F891D1F91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6888" y="2974975"/>
                        <a:ext cx="317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4" name="Object 8">
            <a:extLst>
              <a:ext uri="{FF2B5EF4-FFF2-40B4-BE49-F238E27FC236}">
                <a16:creationId xmlns:a16="http://schemas.microsoft.com/office/drawing/2014/main" id="{B6E178FC-C537-43D2-A04D-DE1980C3704D}"/>
              </a:ext>
            </a:extLst>
          </p:cNvPr>
          <p:cNvGraphicFramePr>
            <a:graphicFrameLocks/>
          </p:cNvGraphicFramePr>
          <p:nvPr/>
        </p:nvGraphicFramePr>
        <p:xfrm>
          <a:off x="6854825" y="2339975"/>
          <a:ext cx="381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5" name="公式" r:id="rId5" imgW="314501" imgH="352289" progId="Equation.3">
                  <p:embed/>
                </p:oleObj>
              </mc:Choice>
              <mc:Fallback>
                <p:oleObj name="公式" r:id="rId5" imgW="314501" imgH="352289" progId="Equation.3">
                  <p:embed/>
                  <p:pic>
                    <p:nvPicPr>
                      <p:cNvPr id="65544" name="Object 8">
                        <a:extLst>
                          <a:ext uri="{FF2B5EF4-FFF2-40B4-BE49-F238E27FC236}">
                            <a16:creationId xmlns:a16="http://schemas.microsoft.com/office/drawing/2014/main" id="{B6E178FC-C537-43D2-A04D-DE1980C3704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4825" y="2339975"/>
                        <a:ext cx="381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5" name="Line 9">
            <a:extLst>
              <a:ext uri="{FF2B5EF4-FFF2-40B4-BE49-F238E27FC236}">
                <a16:creationId xmlns:a16="http://schemas.microsoft.com/office/drawing/2014/main" id="{865B5894-9426-43C8-98E8-A73EE3CDDE6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05525" y="1824038"/>
            <a:ext cx="503238" cy="1639887"/>
          </a:xfrm>
          <a:prstGeom prst="line">
            <a:avLst/>
          </a:prstGeom>
          <a:noFill/>
          <a:ln w="57150">
            <a:solidFill>
              <a:srgbClr val="66FF33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5546" name="Object 10">
            <a:extLst>
              <a:ext uri="{FF2B5EF4-FFF2-40B4-BE49-F238E27FC236}">
                <a16:creationId xmlns:a16="http://schemas.microsoft.com/office/drawing/2014/main" id="{F39D9F28-05B8-4602-8908-628181203F7D}"/>
              </a:ext>
            </a:extLst>
          </p:cNvPr>
          <p:cNvGraphicFramePr>
            <a:graphicFrameLocks/>
          </p:cNvGraphicFramePr>
          <p:nvPr/>
        </p:nvGraphicFramePr>
        <p:xfrm>
          <a:off x="6011863" y="1643063"/>
          <a:ext cx="419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6" name="公式" r:id="rId7" imgW="352486" imgH="352289" progId="Equation.3">
                  <p:embed/>
                </p:oleObj>
              </mc:Choice>
              <mc:Fallback>
                <p:oleObj name="公式" r:id="rId7" imgW="352486" imgH="352289" progId="Equation.3">
                  <p:embed/>
                  <p:pic>
                    <p:nvPicPr>
                      <p:cNvPr id="65546" name="Object 10">
                        <a:extLst>
                          <a:ext uri="{FF2B5EF4-FFF2-40B4-BE49-F238E27FC236}">
                            <a16:creationId xmlns:a16="http://schemas.microsoft.com/office/drawing/2014/main" id="{F39D9F28-05B8-4602-8908-628181203F7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1643063"/>
                        <a:ext cx="419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7" name="Line 11">
            <a:extLst>
              <a:ext uri="{FF2B5EF4-FFF2-40B4-BE49-F238E27FC236}">
                <a16:creationId xmlns:a16="http://schemas.microsoft.com/office/drawing/2014/main" id="{8D2E82B3-541A-4DDB-B863-8C31185E28A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05675" y="1125538"/>
            <a:ext cx="503238" cy="1639887"/>
          </a:xfrm>
          <a:prstGeom prst="line">
            <a:avLst/>
          </a:prstGeom>
          <a:noFill/>
          <a:ln w="38100">
            <a:solidFill>
              <a:srgbClr val="66CCFF"/>
            </a:solidFill>
            <a:prstDash val="dash"/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48" name="Line 12">
            <a:extLst>
              <a:ext uri="{FF2B5EF4-FFF2-40B4-BE49-F238E27FC236}">
                <a16:creationId xmlns:a16="http://schemas.microsoft.com/office/drawing/2014/main" id="{753F8AED-88B2-4DA6-9598-0CE61B9D763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97650" y="1127125"/>
            <a:ext cx="1223963" cy="706438"/>
          </a:xfrm>
          <a:prstGeom prst="line">
            <a:avLst/>
          </a:prstGeom>
          <a:noFill/>
          <a:ln w="38100">
            <a:solidFill>
              <a:srgbClr val="66CCFF"/>
            </a:solidFill>
            <a:prstDash val="dash"/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49" name="Line 13">
            <a:extLst>
              <a:ext uri="{FF2B5EF4-FFF2-40B4-BE49-F238E27FC236}">
                <a16:creationId xmlns:a16="http://schemas.microsoft.com/office/drawing/2014/main" id="{65FBC453-708A-4FFC-A9FC-EB08F5434C0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15050" y="1168400"/>
            <a:ext cx="1665288" cy="2279650"/>
          </a:xfrm>
          <a:prstGeom prst="line">
            <a:avLst/>
          </a:prstGeom>
          <a:noFill/>
          <a:ln w="57150">
            <a:solidFill>
              <a:srgbClr val="FF99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50" name="Oval 14">
            <a:extLst>
              <a:ext uri="{FF2B5EF4-FFF2-40B4-BE49-F238E27FC236}">
                <a16:creationId xmlns:a16="http://schemas.microsoft.com/office/drawing/2014/main" id="{5D3D61CC-88C9-45AD-A235-9F9033F747B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84888" y="3408363"/>
            <a:ext cx="71437" cy="7143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65551" name="Object 15">
            <a:extLst>
              <a:ext uri="{FF2B5EF4-FFF2-40B4-BE49-F238E27FC236}">
                <a16:creationId xmlns:a16="http://schemas.microsoft.com/office/drawing/2014/main" id="{2707363B-ED29-477C-ACC1-230D20CD1441}"/>
              </a:ext>
            </a:extLst>
          </p:cNvPr>
          <p:cNvGraphicFramePr>
            <a:graphicFrameLocks/>
          </p:cNvGraphicFramePr>
          <p:nvPr/>
        </p:nvGraphicFramePr>
        <p:xfrm>
          <a:off x="5795963" y="2565400"/>
          <a:ext cx="355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7" name="公式" r:id="rId9" imgW="285910" imgH="352289" progId="Equation.3">
                  <p:embed/>
                </p:oleObj>
              </mc:Choice>
              <mc:Fallback>
                <p:oleObj name="公式" r:id="rId9" imgW="285910" imgH="352289" progId="Equation.3">
                  <p:embed/>
                  <p:pic>
                    <p:nvPicPr>
                      <p:cNvPr id="65551" name="Object 15">
                        <a:extLst>
                          <a:ext uri="{FF2B5EF4-FFF2-40B4-BE49-F238E27FC236}">
                            <a16:creationId xmlns:a16="http://schemas.microsoft.com/office/drawing/2014/main" id="{2707363B-ED29-477C-ACC1-230D20CD144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2565400"/>
                        <a:ext cx="3556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52" name="Arc 16">
            <a:extLst>
              <a:ext uri="{FF2B5EF4-FFF2-40B4-BE49-F238E27FC236}">
                <a16:creationId xmlns:a16="http://schemas.microsoft.com/office/drawing/2014/main" id="{12781204-AFBE-4AAC-BE15-271B66BAD45E}"/>
              </a:ext>
            </a:extLst>
          </p:cNvPr>
          <p:cNvSpPr>
            <a:spLocks/>
          </p:cNvSpPr>
          <p:nvPr/>
        </p:nvSpPr>
        <p:spPr bwMode="auto">
          <a:xfrm>
            <a:off x="6173788" y="3192463"/>
            <a:ext cx="128587" cy="269875"/>
          </a:xfrm>
          <a:custGeom>
            <a:avLst/>
            <a:gdLst>
              <a:gd name="T0" fmla="*/ 0 w 21600"/>
              <a:gd name="T1" fmla="*/ 0 h 26676"/>
              <a:gd name="T2" fmla="*/ 2147483646 w 21600"/>
              <a:gd name="T3" fmla="*/ 2147483646 h 26676"/>
              <a:gd name="T4" fmla="*/ 0 w 21600"/>
              <a:gd name="T5" fmla="*/ 2147483646 h 26676"/>
              <a:gd name="T6" fmla="*/ 0 60000 65536"/>
              <a:gd name="T7" fmla="*/ 0 60000 65536"/>
              <a:gd name="T8" fmla="*/ 0 60000 65536"/>
              <a:gd name="T9" fmla="*/ 0 w 21600"/>
              <a:gd name="T10" fmla="*/ 0 h 26676"/>
              <a:gd name="T11" fmla="*/ 21600 w 21600"/>
              <a:gd name="T12" fmla="*/ 26676 h 266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6676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3309"/>
                  <a:pt x="21396" y="25013"/>
                  <a:pt x="20995" y="26676"/>
                </a:cubicBezTo>
              </a:path>
              <a:path w="21600" h="26676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3309"/>
                  <a:pt x="21396" y="25013"/>
                  <a:pt x="20995" y="26676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8575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553" name="Arc 17">
            <a:extLst>
              <a:ext uri="{FF2B5EF4-FFF2-40B4-BE49-F238E27FC236}">
                <a16:creationId xmlns:a16="http://schemas.microsoft.com/office/drawing/2014/main" id="{854AC51D-9FB4-4276-AFC2-C083F3106837}"/>
              </a:ext>
            </a:extLst>
          </p:cNvPr>
          <p:cNvSpPr>
            <a:spLocks/>
          </p:cNvSpPr>
          <p:nvPr/>
        </p:nvSpPr>
        <p:spPr bwMode="auto">
          <a:xfrm rot="727159">
            <a:off x="6237288" y="3155950"/>
            <a:ext cx="263525" cy="328613"/>
          </a:xfrm>
          <a:custGeom>
            <a:avLst/>
            <a:gdLst>
              <a:gd name="T0" fmla="*/ 2147483646 w 21304"/>
              <a:gd name="T1" fmla="*/ 0 h 20283"/>
              <a:gd name="T2" fmla="*/ 2147483646 w 21304"/>
              <a:gd name="T3" fmla="*/ 2147483646 h 20283"/>
              <a:gd name="T4" fmla="*/ 0 w 21304"/>
              <a:gd name="T5" fmla="*/ 2147483646 h 20283"/>
              <a:gd name="T6" fmla="*/ 0 60000 65536"/>
              <a:gd name="T7" fmla="*/ 0 60000 65536"/>
              <a:gd name="T8" fmla="*/ 0 60000 65536"/>
              <a:gd name="T9" fmla="*/ 0 w 21304"/>
              <a:gd name="T10" fmla="*/ 0 h 20283"/>
              <a:gd name="T11" fmla="*/ 21304 w 21304"/>
              <a:gd name="T12" fmla="*/ 20283 h 2028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304" h="20283" fill="none" extrusionOk="0">
                <a:moveTo>
                  <a:pt x="7426" y="0"/>
                </a:moveTo>
                <a:cubicBezTo>
                  <a:pt x="14723" y="2671"/>
                  <a:pt x="20022" y="9056"/>
                  <a:pt x="21304" y="16719"/>
                </a:cubicBezTo>
              </a:path>
              <a:path w="21304" h="20283" stroke="0" extrusionOk="0">
                <a:moveTo>
                  <a:pt x="7426" y="0"/>
                </a:moveTo>
                <a:cubicBezTo>
                  <a:pt x="14723" y="2671"/>
                  <a:pt x="20022" y="9056"/>
                  <a:pt x="21304" y="16719"/>
                </a:cubicBezTo>
                <a:lnTo>
                  <a:pt x="0" y="20283"/>
                </a:lnTo>
                <a:lnTo>
                  <a:pt x="7426" y="0"/>
                </a:lnTo>
                <a:close/>
              </a:path>
            </a:pathLst>
          </a:custGeom>
          <a:noFill/>
          <a:ln w="28575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65554" name="Object 18">
            <a:extLst>
              <a:ext uri="{FF2B5EF4-FFF2-40B4-BE49-F238E27FC236}">
                <a16:creationId xmlns:a16="http://schemas.microsoft.com/office/drawing/2014/main" id="{FFE8FF2B-838E-441F-B9AE-E1D7AC43770A}"/>
              </a:ext>
            </a:extLst>
          </p:cNvPr>
          <p:cNvGraphicFramePr>
            <a:graphicFrameLocks/>
          </p:cNvGraphicFramePr>
          <p:nvPr/>
        </p:nvGraphicFramePr>
        <p:xfrm>
          <a:off x="6578600" y="2676525"/>
          <a:ext cx="3429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8" name="公式" r:id="rId11" imgW="276107" imgH="400050" progId="Equation.3">
                  <p:embed/>
                </p:oleObj>
              </mc:Choice>
              <mc:Fallback>
                <p:oleObj name="公式" r:id="rId11" imgW="276107" imgH="400050" progId="Equation.3">
                  <p:embed/>
                  <p:pic>
                    <p:nvPicPr>
                      <p:cNvPr id="65554" name="Object 18">
                        <a:extLst>
                          <a:ext uri="{FF2B5EF4-FFF2-40B4-BE49-F238E27FC236}">
                            <a16:creationId xmlns:a16="http://schemas.microsoft.com/office/drawing/2014/main" id="{FFE8FF2B-838E-441F-B9AE-E1D7AC43770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8600" y="2676525"/>
                        <a:ext cx="3429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55" name="Line 19">
            <a:extLst>
              <a:ext uri="{FF2B5EF4-FFF2-40B4-BE49-F238E27FC236}">
                <a16:creationId xmlns:a16="http://schemas.microsoft.com/office/drawing/2014/main" id="{61A6AB85-7B7F-4F3A-8CF3-649F7B6E6567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8850" y="2832100"/>
            <a:ext cx="0" cy="1223963"/>
          </a:xfrm>
          <a:prstGeom prst="line">
            <a:avLst/>
          </a:prstGeom>
          <a:noFill/>
          <a:ln w="19050">
            <a:solidFill>
              <a:srgbClr val="FFFF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56" name="Line 20">
            <a:extLst>
              <a:ext uri="{FF2B5EF4-FFF2-40B4-BE49-F238E27FC236}">
                <a16:creationId xmlns:a16="http://schemas.microsoft.com/office/drawing/2014/main" id="{68C66815-8025-49B7-99B8-F0A96D166046}"/>
              </a:ext>
            </a:extLst>
          </p:cNvPr>
          <p:cNvSpPr>
            <a:spLocks noChangeShapeType="1"/>
          </p:cNvSpPr>
          <p:nvPr/>
        </p:nvSpPr>
        <p:spPr bwMode="auto">
          <a:xfrm>
            <a:off x="7793038" y="1174750"/>
            <a:ext cx="0" cy="3263900"/>
          </a:xfrm>
          <a:prstGeom prst="line">
            <a:avLst/>
          </a:prstGeom>
          <a:noFill/>
          <a:ln w="19050">
            <a:solidFill>
              <a:srgbClr val="FF99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57" name="Line 21">
            <a:extLst>
              <a:ext uri="{FF2B5EF4-FFF2-40B4-BE49-F238E27FC236}">
                <a16:creationId xmlns:a16="http://schemas.microsoft.com/office/drawing/2014/main" id="{698B84C6-C403-417C-B906-43D31DC7FB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32513" y="2338388"/>
            <a:ext cx="1897062" cy="1093787"/>
          </a:xfrm>
          <a:prstGeom prst="line">
            <a:avLst/>
          </a:prstGeom>
          <a:noFill/>
          <a:ln w="19050">
            <a:solidFill>
              <a:schemeClr val="bg1"/>
            </a:solidFill>
            <a:prstDash val="dash"/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58" name="Arc 22">
            <a:extLst>
              <a:ext uri="{FF2B5EF4-FFF2-40B4-BE49-F238E27FC236}">
                <a16:creationId xmlns:a16="http://schemas.microsoft.com/office/drawing/2014/main" id="{83E059CB-7F50-4FA6-973A-5F1858CFC1AD}"/>
              </a:ext>
            </a:extLst>
          </p:cNvPr>
          <p:cNvSpPr>
            <a:spLocks/>
          </p:cNvSpPr>
          <p:nvPr/>
        </p:nvSpPr>
        <p:spPr bwMode="auto">
          <a:xfrm>
            <a:off x="7453313" y="2365375"/>
            <a:ext cx="146050" cy="209550"/>
          </a:xfrm>
          <a:custGeom>
            <a:avLst/>
            <a:gdLst>
              <a:gd name="T0" fmla="*/ 0 w 23713"/>
              <a:gd name="T1" fmla="*/ 2147483646 h 21600"/>
              <a:gd name="T2" fmla="*/ 2147483646 w 23713"/>
              <a:gd name="T3" fmla="*/ 2147483646 h 21600"/>
              <a:gd name="T4" fmla="*/ 2147483646 w 23713"/>
              <a:gd name="T5" fmla="*/ 2147483646 h 21600"/>
              <a:gd name="T6" fmla="*/ 0 60000 65536"/>
              <a:gd name="T7" fmla="*/ 0 60000 65536"/>
              <a:gd name="T8" fmla="*/ 0 60000 65536"/>
              <a:gd name="T9" fmla="*/ 0 w 23713"/>
              <a:gd name="T10" fmla="*/ 0 h 21600"/>
              <a:gd name="T11" fmla="*/ 23713 w 23713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713" h="21600" fill="none" extrusionOk="0">
                <a:moveTo>
                  <a:pt x="-1" y="112"/>
                </a:moveTo>
                <a:cubicBezTo>
                  <a:pt x="732" y="37"/>
                  <a:pt x="1469" y="-1"/>
                  <a:pt x="2206" y="0"/>
                </a:cubicBezTo>
                <a:cubicBezTo>
                  <a:pt x="13357" y="0"/>
                  <a:pt x="22676" y="8489"/>
                  <a:pt x="23712" y="19593"/>
                </a:cubicBezTo>
              </a:path>
              <a:path w="23713" h="21600" stroke="0" extrusionOk="0">
                <a:moveTo>
                  <a:pt x="-1" y="112"/>
                </a:moveTo>
                <a:cubicBezTo>
                  <a:pt x="732" y="37"/>
                  <a:pt x="1469" y="-1"/>
                  <a:pt x="2206" y="0"/>
                </a:cubicBezTo>
                <a:cubicBezTo>
                  <a:pt x="13357" y="0"/>
                  <a:pt x="22676" y="8489"/>
                  <a:pt x="23712" y="19593"/>
                </a:cubicBezTo>
                <a:lnTo>
                  <a:pt x="2206" y="21600"/>
                </a:lnTo>
                <a:lnTo>
                  <a:pt x="-1" y="112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65559" name="Object 23">
            <a:extLst>
              <a:ext uri="{FF2B5EF4-FFF2-40B4-BE49-F238E27FC236}">
                <a16:creationId xmlns:a16="http://schemas.microsoft.com/office/drawing/2014/main" id="{E88F5031-341C-4270-9DD3-7204D7D9C6E3}"/>
              </a:ext>
            </a:extLst>
          </p:cNvPr>
          <p:cNvGraphicFramePr>
            <a:graphicFrameLocks/>
          </p:cNvGraphicFramePr>
          <p:nvPr/>
        </p:nvGraphicFramePr>
        <p:xfrm>
          <a:off x="7858125" y="928688"/>
          <a:ext cx="2794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9" name="公式" r:id="rId13" imgW="209531" imgH="237989" progId="Equation.3">
                  <p:embed/>
                </p:oleObj>
              </mc:Choice>
              <mc:Fallback>
                <p:oleObj name="公式" r:id="rId13" imgW="209531" imgH="237989" progId="Equation.3">
                  <p:embed/>
                  <p:pic>
                    <p:nvPicPr>
                      <p:cNvPr id="65559" name="Object 23">
                        <a:extLst>
                          <a:ext uri="{FF2B5EF4-FFF2-40B4-BE49-F238E27FC236}">
                            <a16:creationId xmlns:a16="http://schemas.microsoft.com/office/drawing/2014/main" id="{E88F5031-341C-4270-9DD3-7204D7D9C6E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25" y="928688"/>
                        <a:ext cx="2794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60" name="Line 24">
            <a:extLst>
              <a:ext uri="{FF2B5EF4-FFF2-40B4-BE49-F238E27FC236}">
                <a16:creationId xmlns:a16="http://schemas.microsoft.com/office/drawing/2014/main" id="{2D579425-1D82-48A1-8CB0-FC61A76B7633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0763" y="3465513"/>
            <a:ext cx="0" cy="973137"/>
          </a:xfrm>
          <a:prstGeom prst="line">
            <a:avLst/>
          </a:prstGeom>
          <a:noFill/>
          <a:ln w="19050">
            <a:solidFill>
              <a:srgbClr val="66FF33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5561" name="Object 25">
            <a:extLst>
              <a:ext uri="{FF2B5EF4-FFF2-40B4-BE49-F238E27FC236}">
                <a16:creationId xmlns:a16="http://schemas.microsoft.com/office/drawing/2014/main" id="{6DC648E1-9175-4A44-91C6-8BA3743A1A57}"/>
              </a:ext>
            </a:extLst>
          </p:cNvPr>
          <p:cNvGraphicFramePr>
            <a:graphicFrameLocks/>
          </p:cNvGraphicFramePr>
          <p:nvPr/>
        </p:nvGraphicFramePr>
        <p:xfrm>
          <a:off x="8316913" y="3573463"/>
          <a:ext cx="215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0" name="公式" r:id="rId15" imgW="152349" imgH="162061" progId="Equation.3">
                  <p:embed/>
                </p:oleObj>
              </mc:Choice>
              <mc:Fallback>
                <p:oleObj name="公式" r:id="rId15" imgW="152349" imgH="162061" progId="Equation.3">
                  <p:embed/>
                  <p:pic>
                    <p:nvPicPr>
                      <p:cNvPr id="65561" name="Object 25">
                        <a:extLst>
                          <a:ext uri="{FF2B5EF4-FFF2-40B4-BE49-F238E27FC236}">
                            <a16:creationId xmlns:a16="http://schemas.microsoft.com/office/drawing/2014/main" id="{6DC648E1-9175-4A44-91C6-8BA3743A1A5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6913" y="3573463"/>
                        <a:ext cx="2159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62" name="Object 26">
            <a:extLst>
              <a:ext uri="{FF2B5EF4-FFF2-40B4-BE49-F238E27FC236}">
                <a16:creationId xmlns:a16="http://schemas.microsoft.com/office/drawing/2014/main" id="{6DCBD880-8C5B-48B9-8213-349F796C12FA}"/>
              </a:ext>
            </a:extLst>
          </p:cNvPr>
          <p:cNvGraphicFramePr>
            <a:graphicFrameLocks/>
          </p:cNvGraphicFramePr>
          <p:nvPr/>
        </p:nvGraphicFramePr>
        <p:xfrm>
          <a:off x="6199188" y="3421063"/>
          <a:ext cx="317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1" name="公式" r:id="rId17" imgW="247516" imgH="352289" progId="Equation.3">
                  <p:embed/>
                </p:oleObj>
              </mc:Choice>
              <mc:Fallback>
                <p:oleObj name="公式" r:id="rId17" imgW="247516" imgH="352289" progId="Equation.3">
                  <p:embed/>
                  <p:pic>
                    <p:nvPicPr>
                      <p:cNvPr id="65562" name="Object 26">
                        <a:extLst>
                          <a:ext uri="{FF2B5EF4-FFF2-40B4-BE49-F238E27FC236}">
                            <a16:creationId xmlns:a16="http://schemas.microsoft.com/office/drawing/2014/main" id="{6DCBD880-8C5B-48B9-8213-349F796C12F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9188" y="3421063"/>
                        <a:ext cx="317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63" name="Line 27">
            <a:extLst>
              <a:ext uri="{FF2B5EF4-FFF2-40B4-BE49-F238E27FC236}">
                <a16:creationId xmlns:a16="http://schemas.microsoft.com/office/drawing/2014/main" id="{BA2CC885-8922-47F7-A0D2-F79DB86ABE0E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8988" y="3624263"/>
            <a:ext cx="2159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64" name="Line 28">
            <a:extLst>
              <a:ext uri="{FF2B5EF4-FFF2-40B4-BE49-F238E27FC236}">
                <a16:creationId xmlns:a16="http://schemas.microsoft.com/office/drawing/2014/main" id="{9C4457D1-D8FD-452B-9348-087B2DD9BF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88125" y="3624263"/>
            <a:ext cx="2159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5565" name="Object 29">
            <a:extLst>
              <a:ext uri="{FF2B5EF4-FFF2-40B4-BE49-F238E27FC236}">
                <a16:creationId xmlns:a16="http://schemas.microsoft.com/office/drawing/2014/main" id="{BB52A616-5640-49D8-8FD7-15E89908FFE1}"/>
              </a:ext>
            </a:extLst>
          </p:cNvPr>
          <p:cNvGraphicFramePr>
            <a:graphicFrameLocks/>
          </p:cNvGraphicFramePr>
          <p:nvPr/>
        </p:nvGraphicFramePr>
        <p:xfrm>
          <a:off x="6597650" y="3692525"/>
          <a:ext cx="279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2" name="公式" r:id="rId19" imgW="209531" imgH="352289" progId="Equation.3">
                  <p:embed/>
                </p:oleObj>
              </mc:Choice>
              <mc:Fallback>
                <p:oleObj name="公式" r:id="rId19" imgW="209531" imgH="352289" progId="Equation.3">
                  <p:embed/>
                  <p:pic>
                    <p:nvPicPr>
                      <p:cNvPr id="65565" name="Object 29">
                        <a:extLst>
                          <a:ext uri="{FF2B5EF4-FFF2-40B4-BE49-F238E27FC236}">
                            <a16:creationId xmlns:a16="http://schemas.microsoft.com/office/drawing/2014/main" id="{BB52A616-5640-49D8-8FD7-15E89908FFE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7650" y="3692525"/>
                        <a:ext cx="2794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66" name="Line 30">
            <a:extLst>
              <a:ext uri="{FF2B5EF4-FFF2-40B4-BE49-F238E27FC236}">
                <a16:creationId xmlns:a16="http://schemas.microsoft.com/office/drawing/2014/main" id="{A58D9EBD-FF7D-43D1-90AD-3A018B461D9B}"/>
              </a:ext>
            </a:extLst>
          </p:cNvPr>
          <p:cNvSpPr>
            <a:spLocks noChangeShapeType="1"/>
          </p:cNvSpPr>
          <p:nvPr/>
        </p:nvSpPr>
        <p:spPr bwMode="auto">
          <a:xfrm>
            <a:off x="6950075" y="3951288"/>
            <a:ext cx="358775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67" name="Line 31">
            <a:extLst>
              <a:ext uri="{FF2B5EF4-FFF2-40B4-BE49-F238E27FC236}">
                <a16:creationId xmlns:a16="http://schemas.microsoft.com/office/drawing/2014/main" id="{7B1812D3-664B-4B1C-B515-ECBE427C67E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08700" y="3943350"/>
            <a:ext cx="358775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5568" name="Object 32">
            <a:extLst>
              <a:ext uri="{FF2B5EF4-FFF2-40B4-BE49-F238E27FC236}">
                <a16:creationId xmlns:a16="http://schemas.microsoft.com/office/drawing/2014/main" id="{9A79792A-843B-4919-A66F-2EC1C3D20C43}"/>
              </a:ext>
            </a:extLst>
          </p:cNvPr>
          <p:cNvGraphicFramePr>
            <a:graphicFrameLocks/>
          </p:cNvGraphicFramePr>
          <p:nvPr/>
        </p:nvGraphicFramePr>
        <p:xfrm>
          <a:off x="6323013" y="4006850"/>
          <a:ext cx="1201737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3" name="公式" r:id="rId21" imgW="1409534" imgH="352289" progId="Equation.3">
                  <p:embed/>
                </p:oleObj>
              </mc:Choice>
              <mc:Fallback>
                <p:oleObj name="公式" r:id="rId21" imgW="1409534" imgH="352289" progId="Equation.3">
                  <p:embed/>
                  <p:pic>
                    <p:nvPicPr>
                      <p:cNvPr id="65568" name="Object 32">
                        <a:extLst>
                          <a:ext uri="{FF2B5EF4-FFF2-40B4-BE49-F238E27FC236}">
                            <a16:creationId xmlns:a16="http://schemas.microsoft.com/office/drawing/2014/main" id="{9A79792A-843B-4919-A66F-2EC1C3D20C4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3013" y="4006850"/>
                        <a:ext cx="1201737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69" name="Line 33">
            <a:extLst>
              <a:ext uri="{FF2B5EF4-FFF2-40B4-BE49-F238E27FC236}">
                <a16:creationId xmlns:a16="http://schemas.microsoft.com/office/drawing/2014/main" id="{6FA0A509-7D0D-4854-AB0B-A4549D6985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84888" y="4222750"/>
            <a:ext cx="2159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70" name="Line 34">
            <a:extLst>
              <a:ext uri="{FF2B5EF4-FFF2-40B4-BE49-F238E27FC236}">
                <a16:creationId xmlns:a16="http://schemas.microsoft.com/office/drawing/2014/main" id="{647D776D-5216-4540-ACE2-708D260A7BDE}"/>
              </a:ext>
            </a:extLst>
          </p:cNvPr>
          <p:cNvSpPr>
            <a:spLocks noChangeShapeType="1"/>
          </p:cNvSpPr>
          <p:nvPr/>
        </p:nvSpPr>
        <p:spPr bwMode="auto">
          <a:xfrm>
            <a:off x="7596188" y="4222750"/>
            <a:ext cx="2159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5571" name="Object 35">
            <a:extLst>
              <a:ext uri="{FF2B5EF4-FFF2-40B4-BE49-F238E27FC236}">
                <a16:creationId xmlns:a16="http://schemas.microsoft.com/office/drawing/2014/main" id="{FC5FEF83-C706-4B21-A1D5-5DA2E37221C7}"/>
              </a:ext>
            </a:extLst>
          </p:cNvPr>
          <p:cNvGraphicFramePr>
            <a:graphicFrameLocks/>
          </p:cNvGraphicFramePr>
          <p:nvPr/>
        </p:nvGraphicFramePr>
        <p:xfrm>
          <a:off x="5791200" y="3143250"/>
          <a:ext cx="220663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4" name="公式" r:id="rId23" imgW="228728" imgH="247786" progId="Equation.3">
                  <p:embed/>
                </p:oleObj>
              </mc:Choice>
              <mc:Fallback>
                <p:oleObj name="公式" r:id="rId23" imgW="228728" imgH="247786" progId="Equation.3">
                  <p:embed/>
                  <p:pic>
                    <p:nvPicPr>
                      <p:cNvPr id="65571" name="Object 35">
                        <a:extLst>
                          <a:ext uri="{FF2B5EF4-FFF2-40B4-BE49-F238E27FC236}">
                            <a16:creationId xmlns:a16="http://schemas.microsoft.com/office/drawing/2014/main" id="{FC5FEF83-C706-4B21-A1D5-5DA2E37221C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3143250"/>
                        <a:ext cx="220663" cy="28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72" name="Object 36">
            <a:extLst>
              <a:ext uri="{FF2B5EF4-FFF2-40B4-BE49-F238E27FC236}">
                <a16:creationId xmlns:a16="http://schemas.microsoft.com/office/drawing/2014/main" id="{F485D57E-D1F2-4D59-B7E6-5F72A3EBEB02}"/>
              </a:ext>
            </a:extLst>
          </p:cNvPr>
          <p:cNvGraphicFramePr>
            <a:graphicFrameLocks/>
          </p:cNvGraphicFramePr>
          <p:nvPr/>
        </p:nvGraphicFramePr>
        <p:xfrm>
          <a:off x="7613650" y="1917700"/>
          <a:ext cx="990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5" name="公式" r:id="rId25" imgW="923896" imgH="352289" progId="Equation.3">
                  <p:embed/>
                </p:oleObj>
              </mc:Choice>
              <mc:Fallback>
                <p:oleObj name="公式" r:id="rId25" imgW="923896" imgH="352289" progId="Equation.3">
                  <p:embed/>
                  <p:pic>
                    <p:nvPicPr>
                      <p:cNvPr id="65572" name="Object 36">
                        <a:extLst>
                          <a:ext uri="{FF2B5EF4-FFF2-40B4-BE49-F238E27FC236}">
                            <a16:creationId xmlns:a16="http://schemas.microsoft.com/office/drawing/2014/main" id="{F485D57E-D1F2-4D59-B7E6-5F72A3EBEB0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13650" y="1917700"/>
                        <a:ext cx="9906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73" name="Arc 37">
            <a:extLst>
              <a:ext uri="{FF2B5EF4-FFF2-40B4-BE49-F238E27FC236}">
                <a16:creationId xmlns:a16="http://schemas.microsoft.com/office/drawing/2014/main" id="{963FBE55-4F24-4752-836D-46B283B88D22}"/>
              </a:ext>
            </a:extLst>
          </p:cNvPr>
          <p:cNvSpPr>
            <a:spLocks/>
          </p:cNvSpPr>
          <p:nvPr/>
        </p:nvSpPr>
        <p:spPr bwMode="auto">
          <a:xfrm rot="-698086">
            <a:off x="6011863" y="1470025"/>
            <a:ext cx="544512" cy="447675"/>
          </a:xfrm>
          <a:custGeom>
            <a:avLst/>
            <a:gdLst>
              <a:gd name="T0" fmla="*/ 2147483646 w 19335"/>
              <a:gd name="T1" fmla="*/ 0 h 21205"/>
              <a:gd name="T2" fmla="*/ 2147483646 w 19335"/>
              <a:gd name="T3" fmla="*/ 2147483646 h 21205"/>
              <a:gd name="T4" fmla="*/ 0 w 19335"/>
              <a:gd name="T5" fmla="*/ 2147483646 h 21205"/>
              <a:gd name="T6" fmla="*/ 0 60000 65536"/>
              <a:gd name="T7" fmla="*/ 0 60000 65536"/>
              <a:gd name="T8" fmla="*/ 0 60000 65536"/>
              <a:gd name="T9" fmla="*/ 0 w 19335"/>
              <a:gd name="T10" fmla="*/ 0 h 21205"/>
              <a:gd name="T11" fmla="*/ 19335 w 19335"/>
              <a:gd name="T12" fmla="*/ 21205 h 2120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335" h="21205" fill="none" extrusionOk="0">
                <a:moveTo>
                  <a:pt x="4111" y="0"/>
                </a:moveTo>
                <a:cubicBezTo>
                  <a:pt x="10711" y="1279"/>
                  <a:pt x="16338" y="5558"/>
                  <a:pt x="19335" y="11575"/>
                </a:cubicBezTo>
              </a:path>
              <a:path w="19335" h="21205" stroke="0" extrusionOk="0">
                <a:moveTo>
                  <a:pt x="4111" y="0"/>
                </a:moveTo>
                <a:cubicBezTo>
                  <a:pt x="10711" y="1279"/>
                  <a:pt x="16338" y="5558"/>
                  <a:pt x="19335" y="11575"/>
                </a:cubicBezTo>
                <a:lnTo>
                  <a:pt x="0" y="21205"/>
                </a:lnTo>
                <a:lnTo>
                  <a:pt x="4111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65574" name="Object 38">
            <a:extLst>
              <a:ext uri="{FF2B5EF4-FFF2-40B4-BE49-F238E27FC236}">
                <a16:creationId xmlns:a16="http://schemas.microsoft.com/office/drawing/2014/main" id="{3C30F6C3-C667-45D1-A1EC-577B0C1CD180}"/>
              </a:ext>
            </a:extLst>
          </p:cNvPr>
          <p:cNvGraphicFramePr>
            <a:graphicFrameLocks/>
          </p:cNvGraphicFramePr>
          <p:nvPr/>
        </p:nvGraphicFramePr>
        <p:xfrm>
          <a:off x="6445250" y="1257300"/>
          <a:ext cx="279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6" name="公式" r:id="rId27" imgW="209531" imgH="162061" progId="Equation.3">
                  <p:embed/>
                </p:oleObj>
              </mc:Choice>
              <mc:Fallback>
                <p:oleObj name="公式" r:id="rId27" imgW="209531" imgH="162061" progId="Equation.3">
                  <p:embed/>
                  <p:pic>
                    <p:nvPicPr>
                      <p:cNvPr id="65574" name="Object 38">
                        <a:extLst>
                          <a:ext uri="{FF2B5EF4-FFF2-40B4-BE49-F238E27FC236}">
                            <a16:creationId xmlns:a16="http://schemas.microsoft.com/office/drawing/2014/main" id="{3C30F6C3-C667-45D1-A1EC-577B0C1CD18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5250" y="1257300"/>
                        <a:ext cx="2794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75" name="Object 39">
            <a:extLst>
              <a:ext uri="{FF2B5EF4-FFF2-40B4-BE49-F238E27FC236}">
                <a16:creationId xmlns:a16="http://schemas.microsoft.com/office/drawing/2014/main" id="{7111B6E7-C182-4B01-920E-D78DF76C01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3500438"/>
          <a:ext cx="12573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7" name="公式" r:id="rId29" imgW="1190609" imgH="304936" progId="Equation.3">
                  <p:embed/>
                </p:oleObj>
              </mc:Choice>
              <mc:Fallback>
                <p:oleObj name="公式" r:id="rId29" imgW="1190609" imgH="304936" progId="Equation.3">
                  <p:embed/>
                  <p:pic>
                    <p:nvPicPr>
                      <p:cNvPr id="65575" name="Object 39">
                        <a:extLst>
                          <a:ext uri="{FF2B5EF4-FFF2-40B4-BE49-F238E27FC236}">
                            <a16:creationId xmlns:a16="http://schemas.microsoft.com/office/drawing/2014/main" id="{7111B6E7-C182-4B01-920E-D78DF76C01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3500438"/>
                        <a:ext cx="12573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76" name="Object 40">
            <a:extLst>
              <a:ext uri="{FF2B5EF4-FFF2-40B4-BE49-F238E27FC236}">
                <a16:creationId xmlns:a16="http://schemas.microsoft.com/office/drawing/2014/main" id="{EF60C0AB-0CF5-4E4E-A6AC-B8D06FA123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7313" y="3517900"/>
          <a:ext cx="1954212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8" name="公式" r:id="rId31" imgW="1885778" imgH="276361" progId="Equation.3">
                  <p:embed/>
                </p:oleObj>
              </mc:Choice>
              <mc:Fallback>
                <p:oleObj name="公式" r:id="rId31" imgW="1885778" imgH="276361" progId="Equation.3">
                  <p:embed/>
                  <p:pic>
                    <p:nvPicPr>
                      <p:cNvPr id="65576" name="Object 40">
                        <a:extLst>
                          <a:ext uri="{FF2B5EF4-FFF2-40B4-BE49-F238E27FC236}">
                            <a16:creationId xmlns:a16="http://schemas.microsoft.com/office/drawing/2014/main" id="{EF60C0AB-0CF5-4E4E-A6AC-B8D06FA123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3517900"/>
                        <a:ext cx="1954212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77" name="Object 41">
            <a:extLst>
              <a:ext uri="{FF2B5EF4-FFF2-40B4-BE49-F238E27FC236}">
                <a16:creationId xmlns:a16="http://schemas.microsoft.com/office/drawing/2014/main" id="{4634F783-B021-40A4-AACF-063F46797A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89050" y="4186238"/>
          <a:ext cx="420211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9" name="公式" r:id="rId33" imgW="4133844" imgH="380864" progId="Equation.3">
                  <p:embed/>
                </p:oleObj>
              </mc:Choice>
              <mc:Fallback>
                <p:oleObj name="公式" r:id="rId33" imgW="4133844" imgH="380864" progId="Equation.3">
                  <p:embed/>
                  <p:pic>
                    <p:nvPicPr>
                      <p:cNvPr id="65577" name="Object 41">
                        <a:extLst>
                          <a:ext uri="{FF2B5EF4-FFF2-40B4-BE49-F238E27FC236}">
                            <a16:creationId xmlns:a16="http://schemas.microsoft.com/office/drawing/2014/main" id="{4634F783-B021-40A4-AACF-063F46797A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9050" y="4186238"/>
                        <a:ext cx="4202113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78" name="Object 42">
            <a:extLst>
              <a:ext uri="{FF2B5EF4-FFF2-40B4-BE49-F238E27FC236}">
                <a16:creationId xmlns:a16="http://schemas.microsoft.com/office/drawing/2014/main" id="{71C07FF2-DD97-4DA7-B49B-16D3E7F213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30313" y="4929188"/>
          <a:ext cx="3363912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0" name="公式" r:id="rId35" imgW="3295720" imgH="733561" progId="Equation.3">
                  <p:embed/>
                </p:oleObj>
              </mc:Choice>
              <mc:Fallback>
                <p:oleObj name="公式" r:id="rId35" imgW="3295720" imgH="733561" progId="Equation.3">
                  <p:embed/>
                  <p:pic>
                    <p:nvPicPr>
                      <p:cNvPr id="65578" name="Object 42">
                        <a:extLst>
                          <a:ext uri="{FF2B5EF4-FFF2-40B4-BE49-F238E27FC236}">
                            <a16:creationId xmlns:a16="http://schemas.microsoft.com/office/drawing/2014/main" id="{71C07FF2-DD97-4DA7-B49B-16D3E7F213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0313" y="4929188"/>
                        <a:ext cx="3363912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79" name="Text Box 43">
            <a:hlinkClick r:id="" action="ppaction://noaction"/>
            <a:extLst>
              <a:ext uri="{FF2B5EF4-FFF2-40B4-BE49-F238E27FC236}">
                <a16:creationId xmlns:a16="http://schemas.microsoft.com/office/drawing/2014/main" id="{7D839005-D4AB-43C4-8680-33F7AA60C7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019175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>
                <a:solidFill>
                  <a:schemeClr val="bg1"/>
                </a:solidFill>
                <a:ea typeface="仿宋_GB2312" pitchFamily="49" charset="-122"/>
              </a:rPr>
              <a:t>分振动</a:t>
            </a:r>
          </a:p>
        </p:txBody>
      </p:sp>
      <p:sp>
        <p:nvSpPr>
          <p:cNvPr id="65580" name="AutoShape 44">
            <a:extLst>
              <a:ext uri="{FF2B5EF4-FFF2-40B4-BE49-F238E27FC236}">
                <a16:creationId xmlns:a16="http://schemas.microsoft.com/office/drawing/2014/main" id="{E762EEBE-0248-4867-B645-06DAA8AEA3CD}"/>
              </a:ext>
            </a:extLst>
          </p:cNvPr>
          <p:cNvSpPr>
            <a:spLocks/>
          </p:cNvSpPr>
          <p:nvPr/>
        </p:nvSpPr>
        <p:spPr bwMode="auto">
          <a:xfrm>
            <a:off x="1354138" y="1890713"/>
            <a:ext cx="76200" cy="457200"/>
          </a:xfrm>
          <a:prstGeom prst="leftBrace">
            <a:avLst>
              <a:gd name="adj1" fmla="val 50000"/>
              <a:gd name="adj2" fmla="val 50000"/>
            </a:avLst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65581" name="Object 45">
            <a:extLst>
              <a:ext uri="{FF2B5EF4-FFF2-40B4-BE49-F238E27FC236}">
                <a16:creationId xmlns:a16="http://schemas.microsoft.com/office/drawing/2014/main" id="{705140FC-8889-40E9-80C3-37AB097E0B62}"/>
              </a:ext>
            </a:extLst>
          </p:cNvPr>
          <p:cNvGraphicFramePr>
            <a:graphicFrameLocks/>
          </p:cNvGraphicFramePr>
          <p:nvPr/>
        </p:nvGraphicFramePr>
        <p:xfrm>
          <a:off x="1546225" y="1662113"/>
          <a:ext cx="2808288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1" name="公式" r:id="rId37" imgW="2752901" imgH="400050" progId="Equation.3">
                  <p:embed/>
                </p:oleObj>
              </mc:Choice>
              <mc:Fallback>
                <p:oleObj name="公式" r:id="rId37" imgW="2752901" imgH="400050" progId="Equation.3">
                  <p:embed/>
                  <p:pic>
                    <p:nvPicPr>
                      <p:cNvPr id="65581" name="Object 45">
                        <a:extLst>
                          <a:ext uri="{FF2B5EF4-FFF2-40B4-BE49-F238E27FC236}">
                            <a16:creationId xmlns:a16="http://schemas.microsoft.com/office/drawing/2014/main" id="{705140FC-8889-40E9-80C3-37AB097E0B6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6225" y="1662113"/>
                        <a:ext cx="2808288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82" name="Object 46">
            <a:extLst>
              <a:ext uri="{FF2B5EF4-FFF2-40B4-BE49-F238E27FC236}">
                <a16:creationId xmlns:a16="http://schemas.microsoft.com/office/drawing/2014/main" id="{1639482E-E9BC-4CE3-8650-CF087A022E0D}"/>
              </a:ext>
            </a:extLst>
          </p:cNvPr>
          <p:cNvGraphicFramePr>
            <a:graphicFrameLocks/>
          </p:cNvGraphicFramePr>
          <p:nvPr/>
        </p:nvGraphicFramePr>
        <p:xfrm>
          <a:off x="1506538" y="2165350"/>
          <a:ext cx="2921000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2" name="公式" r:id="rId39" imgW="2866856" imgH="400050" progId="Equation.3">
                  <p:embed/>
                </p:oleObj>
              </mc:Choice>
              <mc:Fallback>
                <p:oleObj name="公式" r:id="rId39" imgW="2866856" imgH="400050" progId="Equation.3">
                  <p:embed/>
                  <p:pic>
                    <p:nvPicPr>
                      <p:cNvPr id="65582" name="Object 46">
                        <a:extLst>
                          <a:ext uri="{FF2B5EF4-FFF2-40B4-BE49-F238E27FC236}">
                            <a16:creationId xmlns:a16="http://schemas.microsoft.com/office/drawing/2014/main" id="{1639482E-E9BC-4CE3-8650-CF087A022E0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6538" y="2165350"/>
                        <a:ext cx="2921000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83" name="Text Box 47">
            <a:extLst>
              <a:ext uri="{FF2B5EF4-FFF2-40B4-BE49-F238E27FC236}">
                <a16:creationId xmlns:a16="http://schemas.microsoft.com/office/drawing/2014/main" id="{30C7893D-D067-4C0D-B9ED-0E8DE4CADE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8" y="2755900"/>
            <a:ext cx="2614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>
                <a:solidFill>
                  <a:schemeClr val="bg1"/>
                </a:solidFill>
                <a:ea typeface="仿宋_GB2312" pitchFamily="49" charset="-122"/>
              </a:rPr>
              <a:t>合振动</a:t>
            </a:r>
            <a:endParaRPr lang="zh-CN" altLang="en-US" sz="3600">
              <a:solidFill>
                <a:schemeClr val="bg1"/>
              </a:solidFill>
              <a:ea typeface="仿宋_GB2312" pitchFamily="49" charset="-122"/>
            </a:endParaRPr>
          </a:p>
        </p:txBody>
      </p:sp>
      <p:sp>
        <p:nvSpPr>
          <p:cNvPr id="65584" name="Text Box 48">
            <a:extLst>
              <a:ext uri="{FF2B5EF4-FFF2-40B4-BE49-F238E27FC236}">
                <a16:creationId xmlns:a16="http://schemas.microsoft.com/office/drawing/2014/main" id="{2C5CBB70-28D0-4AF4-A33A-8FECB864AA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857875"/>
            <a:ext cx="7810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FF9900"/>
              </a:buClr>
            </a:pPr>
            <a:r>
              <a:rPr lang="zh-CN" altLang="en-US">
                <a:solidFill>
                  <a:srgbClr val="FFFF00"/>
                </a:solidFill>
              </a:rPr>
              <a:t>结论：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与解析法求得的结果一致，方法直观、简捷</a:t>
            </a:r>
            <a:endParaRPr lang="en-US" altLang="zh-CN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9" name="Text Box 9">
            <a:extLst>
              <a:ext uri="{FF2B5EF4-FFF2-40B4-BE49-F238E27FC236}">
                <a16:creationId xmlns:a16="http://schemas.microsoft.com/office/drawing/2014/main" id="{31176CE2-E875-48BD-8B7E-E63F86A0D5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428625"/>
            <a:ext cx="4752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旋转矢量法</a:t>
            </a:r>
            <a:r>
              <a:rPr kumimoji="0"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处理谐振动的合成</a:t>
            </a:r>
            <a:r>
              <a:rPr kumimoji="0" lang="en-US" altLang="zh-CN">
                <a:solidFill>
                  <a:schemeClr val="bg1"/>
                </a:solidFill>
                <a:latin typeface="宋体" panose="02010600030101010101" pitchFamily="2" charset="-122"/>
              </a:rPr>
              <a:t>:</a:t>
            </a:r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7217" name="灯片编号占位符 1">
            <a:extLst>
              <a:ext uri="{FF2B5EF4-FFF2-40B4-BE49-F238E27FC236}">
                <a16:creationId xmlns:a16="http://schemas.microsoft.com/office/drawing/2014/main" id="{804FC513-81AE-4B44-A582-A23E05E9E86F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08E2048-4A7D-482C-815B-3AC80010E414}" type="slidenum">
              <a:rPr lang="en-US" altLang="zh-CN" b="0">
                <a:solidFill>
                  <a:srgbClr val="FF00FF"/>
                </a:solidFill>
              </a:rPr>
              <a:pPr eaLnBrk="1" hangingPunct="1"/>
              <a:t>12</a:t>
            </a:fld>
            <a:r>
              <a:rPr lang="en-US" altLang="zh-CN" b="0">
                <a:solidFill>
                  <a:srgbClr val="FF00FF"/>
                </a:solidFill>
              </a:rPr>
              <a:t>/25</a:t>
            </a:r>
          </a:p>
        </p:txBody>
      </p:sp>
      <p:sp>
        <p:nvSpPr>
          <p:cNvPr id="50" name="动作按钮: 后退或前一项 49">
            <a:hlinkClick r:id="rId41" action="ppaction://program" highlightClick="1"/>
            <a:extLst>
              <a:ext uri="{FF2B5EF4-FFF2-40B4-BE49-F238E27FC236}">
                <a16:creationId xmlns:a16="http://schemas.microsoft.com/office/drawing/2014/main" id="{386C6587-8355-488B-8007-1AC91AC4F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2063" y="500063"/>
            <a:ext cx="642937" cy="357187"/>
          </a:xfrm>
          <a:prstGeom prst="actionButtonBackPrevious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5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5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5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5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5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5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5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5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5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5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5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5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65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65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65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65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65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5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65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65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65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65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65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65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65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65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65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65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65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65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65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65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65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65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65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65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65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65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65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65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65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65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9" dur="500"/>
                                        <p:tgtEl>
                                          <p:spTgt spid="65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65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50" grpId="0" animBg="1"/>
      <p:bldP spid="65579" grpId="0" autoUpdateAnimBg="0"/>
      <p:bldP spid="65580" grpId="0" animBg="1"/>
      <p:bldP spid="65583" grpId="0" autoUpdateAnimBg="0"/>
      <p:bldP spid="65584" grpId="0" autoUpdateAnimBg="0"/>
      <p:bldP spid="49" grpId="0" autoUpdateAnimBg="0"/>
      <p:bldP spid="5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2">
            <a:extLst>
              <a:ext uri="{FF2B5EF4-FFF2-40B4-BE49-F238E27FC236}">
                <a16:creationId xmlns:a16="http://schemas.microsoft.com/office/drawing/2014/main" id="{EB86749C-C5B8-4F64-B04C-DDB57B100F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263" y="471488"/>
            <a:ext cx="61071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buFont typeface="Wingdings" panose="05000000000000000000" pitchFamily="2" charset="2"/>
              <a:buChar char="Ø"/>
            </a:pPr>
            <a:r>
              <a:rPr lang="en-US" altLang="zh-CN">
                <a:solidFill>
                  <a:srgbClr val="66FF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讨论：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同方向同频率谐振动合成</a:t>
            </a:r>
            <a:endParaRPr lang="en-US" altLang="zh-CN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64515" name="Text Box 3">
            <a:extLst>
              <a:ext uri="{FF2B5EF4-FFF2-40B4-BE49-F238E27FC236}">
                <a16:creationId xmlns:a16="http://schemas.microsoft.com/office/drawing/2014/main" id="{49FD7C29-2331-4A1A-B2AE-77706BA2BC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450" y="2035175"/>
            <a:ext cx="792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 (1)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若两分振动同相</a:t>
            </a: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,  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即</a:t>
            </a:r>
            <a:r>
              <a:rPr lang="zh-CN" altLang="en-US">
                <a:solidFill>
                  <a:srgbClr val="FFFF00"/>
                </a:solidFill>
                <a:ea typeface="楷体_GB2312" pitchFamily="49" charset="-122"/>
                <a:sym typeface="Symbol" panose="05050102010706020507" pitchFamily="18" charset="2"/>
              </a:rPr>
              <a:t>    </a:t>
            </a:r>
            <a:r>
              <a:rPr lang="zh-CN" altLang="en-US" i="1">
                <a:solidFill>
                  <a:srgbClr val="FFFF00"/>
                </a:solidFill>
                <a:ea typeface="楷体_GB2312" pitchFamily="49" charset="-122"/>
                <a:sym typeface="Symbol" panose="05050102010706020507" pitchFamily="18" charset="2"/>
              </a:rPr>
              <a:t></a:t>
            </a:r>
            <a:r>
              <a:rPr lang="en-US" altLang="zh-CN" baseline="-25000">
                <a:solidFill>
                  <a:srgbClr val="FFFF00"/>
                </a:solidFill>
                <a:ea typeface="楷体_GB2312" pitchFamily="49" charset="-122"/>
              </a:rPr>
              <a:t>2</a:t>
            </a:r>
            <a:r>
              <a:rPr lang="en-US" altLang="zh-CN">
                <a:solidFill>
                  <a:srgbClr val="FFFF00"/>
                </a:solidFill>
                <a:ea typeface="楷体_GB2312" pitchFamily="49" charset="-122"/>
                <a:sym typeface="Symbol" panose="05050102010706020507" pitchFamily="18" charset="2"/>
              </a:rPr>
              <a:t></a:t>
            </a:r>
            <a:r>
              <a:rPr lang="en-US" altLang="zh-CN" i="1">
                <a:solidFill>
                  <a:srgbClr val="FFFF00"/>
                </a:solidFill>
                <a:ea typeface="楷体_GB2312" pitchFamily="49" charset="-122"/>
                <a:sym typeface="Symbol" panose="05050102010706020507" pitchFamily="18" charset="2"/>
              </a:rPr>
              <a:t></a:t>
            </a:r>
            <a:r>
              <a:rPr lang="en-US" altLang="zh-CN" baseline="-25000">
                <a:solidFill>
                  <a:srgbClr val="FFFF00"/>
                </a:solidFill>
                <a:ea typeface="楷体_GB2312" pitchFamily="49" charset="-122"/>
              </a:rPr>
              <a:t>1</a:t>
            </a:r>
            <a:r>
              <a:rPr lang="en-US" altLang="zh-CN">
                <a:solidFill>
                  <a:srgbClr val="FFFF00"/>
                </a:solidFill>
                <a:ea typeface="楷体_GB2312" pitchFamily="49" charset="-122"/>
              </a:rPr>
              <a:t>= </a:t>
            </a:r>
            <a:r>
              <a:rPr lang="en-US" altLang="zh-CN">
                <a:solidFill>
                  <a:srgbClr val="FFFF00"/>
                </a:solidFill>
                <a:ea typeface="楷体_GB2312" pitchFamily="49" charset="-122"/>
                <a:sym typeface="Symbol" panose="05050102010706020507" pitchFamily="18" charset="2"/>
              </a:rPr>
              <a:t> </a:t>
            </a:r>
            <a:r>
              <a:rPr lang="en-US" altLang="zh-CN">
                <a:solidFill>
                  <a:srgbClr val="FFFF00"/>
                </a:solidFill>
                <a:ea typeface="楷体_GB2312" pitchFamily="49" charset="-122"/>
              </a:rPr>
              <a:t>2</a:t>
            </a:r>
            <a:r>
              <a:rPr lang="en-US" altLang="zh-CN" i="1">
                <a:solidFill>
                  <a:srgbClr val="FFFF00"/>
                </a:solidFill>
                <a:ea typeface="楷体_GB2312" pitchFamily="49" charset="-122"/>
              </a:rPr>
              <a:t>k</a:t>
            </a:r>
            <a:r>
              <a:rPr lang="en-US" altLang="zh-CN">
                <a:solidFill>
                  <a:srgbClr val="FFFF00"/>
                </a:solidFill>
                <a:ea typeface="楷体_GB2312" pitchFamily="49" charset="-122"/>
                <a:sym typeface="Symbol" panose="05050102010706020507" pitchFamily="18" charset="2"/>
              </a:rPr>
              <a:t>    </a:t>
            </a:r>
            <a:r>
              <a:rPr lang="en-US" altLang="zh-CN">
                <a:solidFill>
                  <a:srgbClr val="FFFF00"/>
                </a:solidFill>
                <a:ea typeface="楷体_GB2312" pitchFamily="49" charset="-122"/>
              </a:rPr>
              <a:t>   </a:t>
            </a:r>
            <a:r>
              <a:rPr lang="en-US" altLang="zh-CN">
                <a:solidFill>
                  <a:srgbClr val="FFCC00"/>
                </a:solidFill>
                <a:ea typeface="楷体_GB2312" pitchFamily="49" charset="-122"/>
              </a:rPr>
              <a:t>(</a:t>
            </a:r>
            <a:r>
              <a:rPr lang="en-US" altLang="zh-CN" i="1">
                <a:solidFill>
                  <a:srgbClr val="FFCC00"/>
                </a:solidFill>
                <a:ea typeface="楷体_GB2312" pitchFamily="49" charset="-122"/>
              </a:rPr>
              <a:t>k</a:t>
            </a:r>
            <a:r>
              <a:rPr lang="en-US" altLang="zh-CN">
                <a:solidFill>
                  <a:srgbClr val="FFCC00"/>
                </a:solidFill>
                <a:ea typeface="楷体_GB2312" pitchFamily="49" charset="-122"/>
              </a:rPr>
              <a:t>=0,1,2,…)</a:t>
            </a:r>
            <a:r>
              <a:rPr lang="en-US" altLang="zh-CN">
                <a:solidFill>
                  <a:srgbClr val="FFCC00"/>
                </a:solidFill>
                <a:latin typeface="仿宋_GB2312" pitchFamily="49" charset="-122"/>
                <a:ea typeface="仿宋_GB2312" pitchFamily="49" charset="-122"/>
              </a:rPr>
              <a:t>,</a:t>
            </a:r>
          </a:p>
        </p:txBody>
      </p:sp>
      <p:sp>
        <p:nvSpPr>
          <p:cNvPr id="64516" name="Text Box 4">
            <a:extLst>
              <a:ext uri="{FF2B5EF4-FFF2-40B4-BE49-F238E27FC236}">
                <a16:creationId xmlns:a16="http://schemas.microsoft.com/office/drawing/2014/main" id="{B6980EC8-712C-472D-9A8E-8CD730CE0E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950" y="3789363"/>
            <a:ext cx="807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(2)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若两分振动反相</a:t>
            </a: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, 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即</a:t>
            </a:r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 </a:t>
            </a:r>
            <a:r>
              <a:rPr lang="zh-CN" altLang="en-US">
                <a:solidFill>
                  <a:srgbClr val="FFFF00"/>
                </a:solidFill>
                <a:ea typeface="楷体_GB2312" pitchFamily="49" charset="-122"/>
                <a:sym typeface="Symbol" panose="05050102010706020507" pitchFamily="18" charset="2"/>
              </a:rPr>
              <a:t>  </a:t>
            </a:r>
            <a:r>
              <a:rPr lang="zh-CN" altLang="en-US" i="1">
                <a:solidFill>
                  <a:srgbClr val="FFFF00"/>
                </a:solidFill>
                <a:ea typeface="楷体_GB2312" pitchFamily="49" charset="-122"/>
                <a:sym typeface="Symbol" panose="05050102010706020507" pitchFamily="18" charset="2"/>
              </a:rPr>
              <a:t></a:t>
            </a:r>
            <a:r>
              <a:rPr lang="en-US" altLang="zh-CN" baseline="-25000">
                <a:solidFill>
                  <a:srgbClr val="FFFF00"/>
                </a:solidFill>
                <a:ea typeface="楷体_GB2312" pitchFamily="49" charset="-122"/>
              </a:rPr>
              <a:t>2</a:t>
            </a:r>
            <a:r>
              <a:rPr lang="en-US" altLang="zh-CN">
                <a:solidFill>
                  <a:srgbClr val="FFFF00"/>
                </a:solidFill>
                <a:ea typeface="楷体_GB2312" pitchFamily="49" charset="-122"/>
                <a:sym typeface="Symbol" panose="05050102010706020507" pitchFamily="18" charset="2"/>
              </a:rPr>
              <a:t></a:t>
            </a:r>
            <a:r>
              <a:rPr lang="en-US" altLang="zh-CN" i="1">
                <a:solidFill>
                  <a:srgbClr val="FFFF00"/>
                </a:solidFill>
                <a:ea typeface="楷体_GB2312" pitchFamily="49" charset="-122"/>
                <a:sym typeface="Symbol" panose="05050102010706020507" pitchFamily="18" charset="2"/>
              </a:rPr>
              <a:t></a:t>
            </a:r>
            <a:r>
              <a:rPr lang="en-US" altLang="zh-CN" baseline="-25000">
                <a:solidFill>
                  <a:srgbClr val="FFFF00"/>
                </a:solidFill>
                <a:ea typeface="楷体_GB2312" pitchFamily="49" charset="-122"/>
              </a:rPr>
              <a:t>1</a:t>
            </a:r>
            <a:r>
              <a:rPr lang="en-US" altLang="zh-CN">
                <a:solidFill>
                  <a:srgbClr val="FFFF00"/>
                </a:solidFill>
                <a:ea typeface="楷体_GB2312" pitchFamily="49" charset="-122"/>
              </a:rPr>
              <a:t>= </a:t>
            </a:r>
            <a:r>
              <a:rPr lang="en-US" altLang="zh-CN">
                <a:solidFill>
                  <a:srgbClr val="FFFF00"/>
                </a:solidFill>
                <a:ea typeface="楷体_GB2312" pitchFamily="49" charset="-122"/>
                <a:sym typeface="Symbol" panose="05050102010706020507" pitchFamily="18" charset="2"/>
              </a:rPr>
              <a:t> </a:t>
            </a:r>
            <a:r>
              <a:rPr lang="en-US" altLang="zh-CN">
                <a:solidFill>
                  <a:srgbClr val="FFFF00"/>
                </a:solidFill>
                <a:ea typeface="楷体_GB2312" pitchFamily="49" charset="-122"/>
              </a:rPr>
              <a:t>(2</a:t>
            </a:r>
            <a:r>
              <a:rPr lang="en-US" altLang="zh-CN" i="1">
                <a:solidFill>
                  <a:srgbClr val="FFFF00"/>
                </a:solidFill>
                <a:ea typeface="楷体_GB2312" pitchFamily="49" charset="-122"/>
              </a:rPr>
              <a:t>k</a:t>
            </a:r>
            <a:r>
              <a:rPr lang="en-US" altLang="zh-CN">
                <a:solidFill>
                  <a:srgbClr val="FFFF00"/>
                </a:solidFill>
                <a:ea typeface="楷体_GB2312" pitchFamily="49" charset="-122"/>
              </a:rPr>
              <a:t>+1)</a:t>
            </a:r>
            <a:r>
              <a:rPr lang="en-US" altLang="zh-CN">
                <a:solidFill>
                  <a:srgbClr val="FFFF00"/>
                </a:solidFill>
                <a:ea typeface="楷体_GB2312" pitchFamily="49" charset="-122"/>
                <a:sym typeface="Symbol" panose="05050102010706020507" pitchFamily="18" charset="2"/>
              </a:rPr>
              <a:t></a:t>
            </a:r>
            <a:r>
              <a:rPr lang="en-US" altLang="zh-CN">
                <a:solidFill>
                  <a:srgbClr val="FFFF00"/>
                </a:solidFill>
                <a:ea typeface="楷体_GB2312" pitchFamily="49" charset="-122"/>
              </a:rPr>
              <a:t>      </a:t>
            </a:r>
            <a:r>
              <a:rPr lang="en-US" altLang="zh-CN">
                <a:solidFill>
                  <a:srgbClr val="FFCC00"/>
                </a:solidFill>
                <a:ea typeface="楷体_GB2312" pitchFamily="49" charset="-122"/>
              </a:rPr>
              <a:t>(</a:t>
            </a:r>
            <a:r>
              <a:rPr lang="en-US" altLang="zh-CN" i="1">
                <a:solidFill>
                  <a:srgbClr val="FFCC00"/>
                </a:solidFill>
                <a:ea typeface="楷体_GB2312" pitchFamily="49" charset="-122"/>
              </a:rPr>
              <a:t>k</a:t>
            </a:r>
            <a:r>
              <a:rPr lang="en-US" altLang="zh-CN">
                <a:solidFill>
                  <a:srgbClr val="FFCC00"/>
                </a:solidFill>
                <a:ea typeface="楷体_GB2312" pitchFamily="49" charset="-122"/>
              </a:rPr>
              <a:t>=0,1,2,…)</a:t>
            </a: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,</a:t>
            </a:r>
          </a:p>
        </p:txBody>
      </p:sp>
      <p:sp>
        <p:nvSpPr>
          <p:cNvPr id="64517" name="Text Box 5">
            <a:extLst>
              <a:ext uri="{FF2B5EF4-FFF2-40B4-BE49-F238E27FC236}">
                <a16:creationId xmlns:a16="http://schemas.microsoft.com/office/drawing/2014/main" id="{9BBFBFD5-E7FB-46F7-A9F8-D4A186A9DC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4652963"/>
            <a:ext cx="2749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当</a:t>
            </a:r>
            <a:r>
              <a:rPr lang="zh-CN" altLang="en-US">
                <a:solidFill>
                  <a:srgbClr val="FFFF66"/>
                </a:solidFill>
                <a:ea typeface="楷体_GB2312" pitchFamily="49" charset="-122"/>
              </a:rPr>
              <a:t> </a:t>
            </a:r>
            <a:r>
              <a:rPr lang="en-US" altLang="zh-CN" i="1">
                <a:solidFill>
                  <a:srgbClr val="FFCC00"/>
                </a:solidFill>
                <a:ea typeface="楷体_GB2312" pitchFamily="49" charset="-122"/>
              </a:rPr>
              <a:t>A</a:t>
            </a:r>
            <a:r>
              <a:rPr lang="en-US" altLang="zh-CN" baseline="-25000">
                <a:solidFill>
                  <a:srgbClr val="FFCC00"/>
                </a:solidFill>
                <a:ea typeface="楷体_GB2312" pitchFamily="49" charset="-122"/>
              </a:rPr>
              <a:t>1</a:t>
            </a:r>
            <a:r>
              <a:rPr lang="en-US" altLang="zh-CN">
                <a:solidFill>
                  <a:srgbClr val="FFCC00"/>
                </a:solidFill>
                <a:ea typeface="楷体_GB2312" pitchFamily="49" charset="-122"/>
              </a:rPr>
              <a:t>=</a:t>
            </a:r>
            <a:r>
              <a:rPr lang="en-US" altLang="zh-CN" i="1">
                <a:solidFill>
                  <a:srgbClr val="FFCC00"/>
                </a:solidFill>
                <a:ea typeface="楷体_GB2312" pitchFamily="49" charset="-122"/>
              </a:rPr>
              <a:t>A</a:t>
            </a:r>
            <a:r>
              <a:rPr lang="en-US" altLang="zh-CN" baseline="-25000">
                <a:solidFill>
                  <a:srgbClr val="FFCC00"/>
                </a:solidFill>
                <a:ea typeface="楷体_GB2312" pitchFamily="49" charset="-122"/>
              </a:rPr>
              <a:t>2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时</a:t>
            </a: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,</a:t>
            </a:r>
            <a:r>
              <a:rPr lang="en-US" altLang="zh-CN">
                <a:solidFill>
                  <a:srgbClr val="FFFF66"/>
                </a:solidFill>
                <a:ea typeface="楷体_GB2312" pitchFamily="49" charset="-122"/>
              </a:rPr>
              <a:t> </a:t>
            </a:r>
            <a:r>
              <a:rPr lang="en-US" altLang="zh-CN" i="1">
                <a:solidFill>
                  <a:srgbClr val="FFCC00"/>
                </a:solidFill>
                <a:ea typeface="楷体_GB2312" pitchFamily="49" charset="-122"/>
              </a:rPr>
              <a:t>A</a:t>
            </a:r>
            <a:r>
              <a:rPr lang="en-US" altLang="zh-CN">
                <a:solidFill>
                  <a:srgbClr val="FFCC00"/>
                </a:solidFill>
                <a:ea typeface="楷体_GB2312" pitchFamily="49" charset="-122"/>
              </a:rPr>
              <a:t>=0</a:t>
            </a:r>
            <a:r>
              <a:rPr lang="en-US" altLang="zh-CN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64518" name="Text Box 6">
            <a:extLst>
              <a:ext uri="{FF2B5EF4-FFF2-40B4-BE49-F238E27FC236}">
                <a16:creationId xmlns:a16="http://schemas.microsoft.com/office/drawing/2014/main" id="{CCBBB553-367D-4309-A2FB-F98FC6CD4D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0138" y="2924175"/>
            <a:ext cx="5184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则</a:t>
            </a:r>
            <a:r>
              <a:rPr lang="zh-CN" altLang="en-US">
                <a:solidFill>
                  <a:srgbClr val="66FFFF"/>
                </a:solidFill>
                <a:ea typeface="楷体_GB2312" pitchFamily="49" charset="-122"/>
              </a:rPr>
              <a:t> </a:t>
            </a:r>
            <a:r>
              <a:rPr lang="en-US" altLang="zh-CN" i="1">
                <a:solidFill>
                  <a:srgbClr val="FFFF00"/>
                </a:solidFill>
                <a:ea typeface="楷体_GB2312" pitchFamily="49" charset="-122"/>
              </a:rPr>
              <a:t>A</a:t>
            </a:r>
            <a:r>
              <a:rPr lang="en-US" altLang="zh-CN">
                <a:solidFill>
                  <a:srgbClr val="FFFF00"/>
                </a:solidFill>
                <a:ea typeface="楷体_GB2312" pitchFamily="49" charset="-122"/>
              </a:rPr>
              <a:t>=</a:t>
            </a:r>
            <a:r>
              <a:rPr lang="en-US" altLang="zh-CN" i="1">
                <a:solidFill>
                  <a:srgbClr val="FFFF00"/>
                </a:solidFill>
                <a:ea typeface="楷体_GB2312" pitchFamily="49" charset="-122"/>
              </a:rPr>
              <a:t>A</a:t>
            </a:r>
            <a:r>
              <a:rPr lang="en-US" altLang="zh-CN" baseline="-25000">
                <a:solidFill>
                  <a:srgbClr val="FFFF00"/>
                </a:solidFill>
                <a:ea typeface="楷体_GB2312" pitchFamily="49" charset="-122"/>
              </a:rPr>
              <a:t>1</a:t>
            </a:r>
            <a:r>
              <a:rPr lang="en-US" altLang="zh-CN">
                <a:solidFill>
                  <a:srgbClr val="FFFF00"/>
                </a:solidFill>
                <a:ea typeface="楷体_GB2312" pitchFamily="49" charset="-122"/>
              </a:rPr>
              <a:t>+</a:t>
            </a:r>
            <a:r>
              <a:rPr lang="en-US" altLang="zh-CN" i="1">
                <a:solidFill>
                  <a:srgbClr val="FFFF00"/>
                </a:solidFill>
                <a:ea typeface="楷体_GB2312" pitchFamily="49" charset="-122"/>
              </a:rPr>
              <a:t>A</a:t>
            </a:r>
            <a:r>
              <a:rPr lang="en-US" altLang="zh-CN" baseline="-25000">
                <a:solidFill>
                  <a:srgbClr val="FFFF00"/>
                </a:solidFill>
                <a:ea typeface="楷体_GB2312" pitchFamily="49" charset="-122"/>
              </a:rPr>
              <a:t>2</a:t>
            </a:r>
            <a:r>
              <a:rPr lang="en-US" altLang="zh-CN" baseline="-25000">
                <a:solidFill>
                  <a:srgbClr val="66FFFF"/>
                </a:solidFill>
                <a:ea typeface="楷体_GB2312" pitchFamily="49" charset="-122"/>
              </a:rPr>
              <a:t> </a:t>
            </a: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, 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两分振动相互加强，</a:t>
            </a:r>
          </a:p>
        </p:txBody>
      </p:sp>
      <p:sp>
        <p:nvSpPr>
          <p:cNvPr id="64519" name="Text Box 7">
            <a:extLst>
              <a:ext uri="{FF2B5EF4-FFF2-40B4-BE49-F238E27FC236}">
                <a16:creationId xmlns:a16="http://schemas.microsoft.com/office/drawing/2014/main" id="{F2E1299B-4400-4E1C-85B5-E90165C83F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1725" y="4687888"/>
            <a:ext cx="4851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则</a:t>
            </a:r>
            <a:r>
              <a:rPr lang="en-US" altLang="zh-CN" i="1">
                <a:solidFill>
                  <a:srgbClr val="FFFF00"/>
                </a:solidFill>
                <a:ea typeface="楷体_GB2312" pitchFamily="49" charset="-122"/>
              </a:rPr>
              <a:t>A</a:t>
            </a:r>
            <a:r>
              <a:rPr lang="en-US" altLang="zh-CN">
                <a:solidFill>
                  <a:srgbClr val="FFFF00"/>
                </a:solidFill>
                <a:ea typeface="楷体_GB2312" pitchFamily="49" charset="-122"/>
              </a:rPr>
              <a:t>=|</a:t>
            </a:r>
            <a:r>
              <a:rPr lang="en-US" altLang="zh-CN" i="1">
                <a:solidFill>
                  <a:srgbClr val="FFFF00"/>
                </a:solidFill>
                <a:ea typeface="楷体_GB2312" pitchFamily="49" charset="-122"/>
              </a:rPr>
              <a:t>A</a:t>
            </a:r>
            <a:r>
              <a:rPr lang="en-US" altLang="zh-CN" baseline="-25000">
                <a:solidFill>
                  <a:srgbClr val="FFFF00"/>
                </a:solidFill>
                <a:ea typeface="楷体_GB2312" pitchFamily="49" charset="-122"/>
              </a:rPr>
              <a:t>1</a:t>
            </a:r>
            <a:r>
              <a:rPr lang="en-US" altLang="zh-CN">
                <a:solidFill>
                  <a:srgbClr val="FFFF00"/>
                </a:solidFill>
                <a:ea typeface="楷体_GB2312" pitchFamily="49" charset="-122"/>
              </a:rPr>
              <a:t>-</a:t>
            </a:r>
            <a:r>
              <a:rPr lang="en-US" altLang="zh-CN" i="1">
                <a:solidFill>
                  <a:srgbClr val="FFFF00"/>
                </a:solidFill>
                <a:ea typeface="楷体_GB2312" pitchFamily="49" charset="-122"/>
              </a:rPr>
              <a:t>A</a:t>
            </a:r>
            <a:r>
              <a:rPr lang="en-US" altLang="zh-CN" baseline="-25000">
                <a:solidFill>
                  <a:srgbClr val="FFFF00"/>
                </a:solidFill>
                <a:ea typeface="楷体_GB2312" pitchFamily="49" charset="-122"/>
              </a:rPr>
              <a:t>2</a:t>
            </a:r>
            <a:r>
              <a:rPr lang="en-US" altLang="zh-CN">
                <a:solidFill>
                  <a:srgbClr val="FFFF00"/>
                </a:solidFill>
                <a:ea typeface="楷体_GB2312" pitchFamily="49" charset="-122"/>
              </a:rPr>
              <a:t>|</a:t>
            </a:r>
            <a:r>
              <a:rPr lang="en-US" altLang="zh-CN">
                <a:solidFill>
                  <a:srgbClr val="66FFFF"/>
                </a:solidFill>
                <a:ea typeface="楷体_GB2312" pitchFamily="49" charset="-122"/>
              </a:rPr>
              <a:t> </a:t>
            </a: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, 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两分振动相互减弱，</a:t>
            </a:r>
          </a:p>
        </p:txBody>
      </p:sp>
      <p:sp>
        <p:nvSpPr>
          <p:cNvPr id="64520" name="Text Box 8">
            <a:extLst>
              <a:ext uri="{FF2B5EF4-FFF2-40B4-BE49-F238E27FC236}">
                <a16:creationId xmlns:a16="http://schemas.microsoft.com/office/drawing/2014/main" id="{D54CD119-0AB6-4125-A1B3-545563A84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8650" y="2900363"/>
            <a:ext cx="3097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当</a:t>
            </a:r>
            <a:r>
              <a:rPr lang="zh-CN" altLang="en-US">
                <a:solidFill>
                  <a:srgbClr val="FFFF66"/>
                </a:solidFill>
                <a:ea typeface="楷体_GB2312" pitchFamily="49" charset="-122"/>
              </a:rPr>
              <a:t> </a:t>
            </a:r>
            <a:r>
              <a:rPr lang="en-US" altLang="zh-CN" i="1">
                <a:solidFill>
                  <a:srgbClr val="FFCC00"/>
                </a:solidFill>
                <a:ea typeface="楷体_GB2312" pitchFamily="49" charset="-122"/>
              </a:rPr>
              <a:t>A</a:t>
            </a:r>
            <a:r>
              <a:rPr lang="en-US" altLang="zh-CN" baseline="-25000">
                <a:solidFill>
                  <a:srgbClr val="FFCC00"/>
                </a:solidFill>
                <a:ea typeface="楷体_GB2312" pitchFamily="49" charset="-122"/>
              </a:rPr>
              <a:t>1</a:t>
            </a:r>
            <a:r>
              <a:rPr lang="en-US" altLang="zh-CN">
                <a:solidFill>
                  <a:srgbClr val="FFCC00"/>
                </a:solidFill>
                <a:ea typeface="楷体_GB2312" pitchFamily="49" charset="-122"/>
              </a:rPr>
              <a:t>=</a:t>
            </a:r>
            <a:r>
              <a:rPr lang="en-US" altLang="zh-CN" i="1">
                <a:solidFill>
                  <a:srgbClr val="FFCC00"/>
                </a:solidFill>
                <a:ea typeface="楷体_GB2312" pitchFamily="49" charset="-122"/>
              </a:rPr>
              <a:t>A</a:t>
            </a:r>
            <a:r>
              <a:rPr lang="en-US" altLang="zh-CN" baseline="-25000">
                <a:solidFill>
                  <a:srgbClr val="FFCC00"/>
                </a:solidFill>
                <a:ea typeface="楷体_GB2312" pitchFamily="49" charset="-122"/>
              </a:rPr>
              <a:t>2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时</a:t>
            </a: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,</a:t>
            </a:r>
            <a:r>
              <a:rPr lang="en-US" altLang="zh-CN">
                <a:solidFill>
                  <a:srgbClr val="FFFF66"/>
                </a:solidFill>
                <a:ea typeface="楷体_GB2312" pitchFamily="49" charset="-122"/>
              </a:rPr>
              <a:t>  </a:t>
            </a:r>
            <a:r>
              <a:rPr lang="en-US" altLang="zh-CN" i="1">
                <a:solidFill>
                  <a:srgbClr val="FFCC00"/>
                </a:solidFill>
                <a:ea typeface="楷体_GB2312" pitchFamily="49" charset="-122"/>
              </a:rPr>
              <a:t>A</a:t>
            </a:r>
            <a:r>
              <a:rPr lang="en-US" altLang="zh-CN">
                <a:solidFill>
                  <a:srgbClr val="FFCC00"/>
                </a:solidFill>
                <a:ea typeface="楷体_GB2312" pitchFamily="49" charset="-122"/>
              </a:rPr>
              <a:t>=2</a:t>
            </a:r>
            <a:r>
              <a:rPr lang="en-US" altLang="zh-CN" i="1">
                <a:solidFill>
                  <a:srgbClr val="FFCC00"/>
                </a:solidFill>
                <a:ea typeface="楷体_GB2312" pitchFamily="49" charset="-122"/>
              </a:rPr>
              <a:t>A</a:t>
            </a:r>
            <a:r>
              <a:rPr lang="en-US" altLang="zh-CN" baseline="-25000">
                <a:solidFill>
                  <a:srgbClr val="FFCC00"/>
                </a:solidFill>
                <a:ea typeface="楷体_GB2312" pitchFamily="49" charset="-122"/>
              </a:rPr>
              <a:t>1</a:t>
            </a: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,</a:t>
            </a:r>
            <a:endParaRPr lang="en-US" altLang="zh-CN" baseline="-25000">
              <a:solidFill>
                <a:schemeClr val="bg1"/>
              </a:solidFill>
              <a:ea typeface="楷体_GB2312" pitchFamily="49" charset="-122"/>
            </a:endParaRPr>
          </a:p>
        </p:txBody>
      </p:sp>
      <p:graphicFrame>
        <p:nvGraphicFramePr>
          <p:cNvPr id="189499" name="Object 19">
            <a:extLst>
              <a:ext uri="{FF2B5EF4-FFF2-40B4-BE49-F238E27FC236}">
                <a16:creationId xmlns:a16="http://schemas.microsoft.com/office/drawing/2014/main" id="{122768FF-BDB4-40B7-B5CC-A38CA77A61AB}"/>
              </a:ext>
            </a:extLst>
          </p:cNvPr>
          <p:cNvGraphicFramePr>
            <a:graphicFrameLocks/>
          </p:cNvGraphicFramePr>
          <p:nvPr/>
        </p:nvGraphicFramePr>
        <p:xfrm>
          <a:off x="1766888" y="1254125"/>
          <a:ext cx="430530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4" name="公式" r:id="rId3" imgW="4848209" imgH="457200" progId="Equation.3">
                  <p:embed/>
                </p:oleObj>
              </mc:Choice>
              <mc:Fallback>
                <p:oleObj name="公式" r:id="rId3" imgW="4848209" imgH="457200" progId="Equation.3">
                  <p:embed/>
                  <p:pic>
                    <p:nvPicPr>
                      <p:cNvPr id="189499" name="Object 19">
                        <a:extLst>
                          <a:ext uri="{FF2B5EF4-FFF2-40B4-BE49-F238E27FC236}">
                            <a16:creationId xmlns:a16="http://schemas.microsoft.com/office/drawing/2014/main" id="{122768FF-BDB4-40B7-B5CC-A38CA77A61A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6888" y="1254125"/>
                        <a:ext cx="4305300" cy="4603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2" name="灯片编号占位符 1">
            <a:extLst>
              <a:ext uri="{FF2B5EF4-FFF2-40B4-BE49-F238E27FC236}">
                <a16:creationId xmlns:a16="http://schemas.microsoft.com/office/drawing/2014/main" id="{A06E9F86-CD07-44CC-BDE2-F4D30D56485B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32368F6-A95D-4794-9283-EB6CB6A3443C}" type="slidenum">
              <a:rPr lang="en-US" altLang="zh-CN" b="0">
                <a:solidFill>
                  <a:srgbClr val="FF00FF"/>
                </a:solidFill>
              </a:rPr>
              <a:pPr eaLnBrk="1" hangingPunct="1"/>
              <a:t>13</a:t>
            </a:fld>
            <a:r>
              <a:rPr lang="en-US" altLang="zh-CN" b="0">
                <a:solidFill>
                  <a:srgbClr val="FF00FF"/>
                </a:solidFill>
              </a:rPr>
              <a:t>/25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9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4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4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4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5" grpId="0" autoUpdateAnimBg="0"/>
      <p:bldP spid="64516" grpId="0" autoUpdateAnimBg="0"/>
      <p:bldP spid="64517" grpId="0"/>
      <p:bldP spid="64518" grpId="0" autoUpdateAnimBg="0"/>
      <p:bldP spid="64519" grpId="0" autoUpdateAnimBg="0"/>
      <p:bldP spid="6452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Text Box 2">
            <a:extLst>
              <a:ext uri="{FF2B5EF4-FFF2-40B4-BE49-F238E27FC236}">
                <a16:creationId xmlns:a16="http://schemas.microsoft.com/office/drawing/2014/main" id="{58904B9A-300C-4BDF-94FB-D994B72977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588" y="250825"/>
            <a:ext cx="7399337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有三个同方向、同频率的简谐振动，振动方程分别为</a:t>
            </a:r>
            <a:r>
              <a:rPr kumimoji="0" lang="en-US" altLang="zh-CN">
                <a:solidFill>
                  <a:schemeClr val="bg1"/>
                </a:solidFill>
              </a:rPr>
              <a:t>:</a:t>
            </a:r>
          </a:p>
        </p:txBody>
      </p:sp>
      <p:graphicFrame>
        <p:nvGraphicFramePr>
          <p:cNvPr id="190467" name="Object 2">
            <a:extLst>
              <a:ext uri="{FF2B5EF4-FFF2-40B4-BE49-F238E27FC236}">
                <a16:creationId xmlns:a16="http://schemas.microsoft.com/office/drawing/2014/main" id="{C24D09F4-F5D9-4AFF-ADD3-403FFF81EF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8625" y="769938"/>
          <a:ext cx="2286000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68" name="公式" r:id="rId3" imgW="961881" imgH="152264" progId="Equation.3">
                  <p:embed/>
                </p:oleObj>
              </mc:Choice>
              <mc:Fallback>
                <p:oleObj name="公式" r:id="rId3" imgW="961881" imgH="152264" progId="Equation.3">
                  <p:embed/>
                  <p:pic>
                    <p:nvPicPr>
                      <p:cNvPr id="190467" name="Object 2">
                        <a:extLst>
                          <a:ext uri="{FF2B5EF4-FFF2-40B4-BE49-F238E27FC236}">
                            <a16:creationId xmlns:a16="http://schemas.microsoft.com/office/drawing/2014/main" id="{C24D09F4-F5D9-4AFF-ADD3-403FFF81EF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5" y="769938"/>
                        <a:ext cx="2286000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68" name="Object 3">
            <a:extLst>
              <a:ext uri="{FF2B5EF4-FFF2-40B4-BE49-F238E27FC236}">
                <a16:creationId xmlns:a16="http://schemas.microsoft.com/office/drawing/2014/main" id="{2B5DFDC0-7349-4C41-B3F5-94438F93C2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7500" y="555625"/>
          <a:ext cx="2878138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69" name="公式" r:id="rId5" imgW="1228594" imgH="323714" progId="Equation.3">
                  <p:embed/>
                </p:oleObj>
              </mc:Choice>
              <mc:Fallback>
                <p:oleObj name="公式" r:id="rId5" imgW="1228594" imgH="323714" progId="Equation.3">
                  <p:embed/>
                  <p:pic>
                    <p:nvPicPr>
                      <p:cNvPr id="190468" name="Object 3">
                        <a:extLst>
                          <a:ext uri="{FF2B5EF4-FFF2-40B4-BE49-F238E27FC236}">
                            <a16:creationId xmlns:a16="http://schemas.microsoft.com/office/drawing/2014/main" id="{2B5DFDC0-7349-4C41-B3F5-94438F93C2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555625"/>
                        <a:ext cx="2878138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69" name="Object 4">
            <a:extLst>
              <a:ext uri="{FF2B5EF4-FFF2-40B4-BE49-F238E27FC236}">
                <a16:creationId xmlns:a16="http://schemas.microsoft.com/office/drawing/2014/main" id="{6263EEA7-2AB5-41F1-B55A-A0A4B53C51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29313" y="539750"/>
          <a:ext cx="3021012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70" name="公式" r:id="rId7" imgW="1295579" imgH="323714" progId="Equation.3">
                  <p:embed/>
                </p:oleObj>
              </mc:Choice>
              <mc:Fallback>
                <p:oleObj name="公式" r:id="rId7" imgW="1295579" imgH="323714" progId="Equation.3">
                  <p:embed/>
                  <p:pic>
                    <p:nvPicPr>
                      <p:cNvPr id="190469" name="Object 4">
                        <a:extLst>
                          <a:ext uri="{FF2B5EF4-FFF2-40B4-BE49-F238E27FC236}">
                            <a16:creationId xmlns:a16="http://schemas.microsoft.com/office/drawing/2014/main" id="{6263EEA7-2AB5-41F1-B55A-A0A4B53C51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9313" y="539750"/>
                        <a:ext cx="3021012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0470" name="Text Box 6">
            <a:extLst>
              <a:ext uri="{FF2B5EF4-FFF2-40B4-BE49-F238E27FC236}">
                <a16:creationId xmlns:a16="http://schemas.microsoft.com/office/drawing/2014/main" id="{250B5B30-84B7-4064-93D2-0B31BA6D40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1250950"/>
            <a:ext cx="38576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rgbClr val="FFFF00"/>
                </a:solidFill>
              </a:rPr>
              <a:t>求 </a:t>
            </a:r>
            <a:r>
              <a:rPr kumimoji="0" lang="zh-CN" altLang="en-US">
                <a:solidFill>
                  <a:schemeClr val="bg1"/>
                </a:solidFill>
              </a:rPr>
              <a:t>合振动的振动方程？</a:t>
            </a:r>
          </a:p>
        </p:txBody>
      </p:sp>
      <p:sp>
        <p:nvSpPr>
          <p:cNvPr id="190471" name="Rectangle 7">
            <a:extLst>
              <a:ext uri="{FF2B5EF4-FFF2-40B4-BE49-F238E27FC236}">
                <a16:creationId xmlns:a16="http://schemas.microsoft.com/office/drawing/2014/main" id="{4C1B1429-DF10-4C13-9D8F-1810B35F2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250825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rgbClr val="FFFF00"/>
                </a:solidFill>
              </a:rPr>
              <a:t>例</a:t>
            </a:r>
          </a:p>
        </p:txBody>
      </p:sp>
      <p:grpSp>
        <p:nvGrpSpPr>
          <p:cNvPr id="2" name="Group 8">
            <a:extLst>
              <a:ext uri="{FF2B5EF4-FFF2-40B4-BE49-F238E27FC236}">
                <a16:creationId xmlns:a16="http://schemas.microsoft.com/office/drawing/2014/main" id="{2AB564B2-B050-44D1-846E-94C084E5C74E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6019800"/>
            <a:ext cx="3124200" cy="549275"/>
            <a:chOff x="3504" y="2736"/>
            <a:chExt cx="1968" cy="346"/>
          </a:xfrm>
        </p:grpSpPr>
        <p:sp>
          <p:nvSpPr>
            <p:cNvPr id="9251" name="Line 9">
              <a:extLst>
                <a:ext uri="{FF2B5EF4-FFF2-40B4-BE49-F238E27FC236}">
                  <a16:creationId xmlns:a16="http://schemas.microsoft.com/office/drawing/2014/main" id="{6749F1C1-F67A-44DA-BADC-267C40A3CF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2784"/>
              <a:ext cx="1968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252" name="Text Box 10">
              <a:extLst>
                <a:ext uri="{FF2B5EF4-FFF2-40B4-BE49-F238E27FC236}">
                  <a16:creationId xmlns:a16="http://schemas.microsoft.com/office/drawing/2014/main" id="{A8CC82F3-5848-4564-9A87-0DBF86FBEC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4" y="2784"/>
              <a:ext cx="2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i="1">
                  <a:solidFill>
                    <a:schemeClr val="bg1"/>
                  </a:solidFill>
                </a:rPr>
                <a:t>x</a:t>
              </a:r>
              <a:endParaRPr kumimoji="0" lang="en-US" altLang="zh-CN">
                <a:solidFill>
                  <a:srgbClr val="00FFFF"/>
                </a:solidFill>
              </a:endParaRPr>
            </a:p>
          </p:txBody>
        </p:sp>
        <p:grpSp>
          <p:nvGrpSpPr>
            <p:cNvPr id="9253" name="Group 11">
              <a:extLst>
                <a:ext uri="{FF2B5EF4-FFF2-40B4-BE49-F238E27FC236}">
                  <a16:creationId xmlns:a16="http://schemas.microsoft.com/office/drawing/2014/main" id="{DC99D95D-A02A-47F5-B613-50897D0D98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84" y="2736"/>
              <a:ext cx="255" cy="346"/>
              <a:chOff x="4208" y="2030"/>
              <a:chExt cx="255" cy="346"/>
            </a:xfrm>
          </p:grpSpPr>
          <p:sp>
            <p:nvSpPr>
              <p:cNvPr id="9254" name="Oval 12">
                <a:extLst>
                  <a:ext uri="{FF2B5EF4-FFF2-40B4-BE49-F238E27FC236}">
                    <a16:creationId xmlns:a16="http://schemas.microsoft.com/office/drawing/2014/main" id="{9F0833B4-F829-4FDC-B5A1-BAF05A559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4" y="2030"/>
                <a:ext cx="88" cy="88"/>
              </a:xfrm>
              <a:prstGeom prst="ellipse">
                <a:avLst/>
              </a:prstGeom>
              <a:solidFill>
                <a:schemeClr val="bg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0"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255" name="Text Box 13">
                <a:extLst>
                  <a:ext uri="{FF2B5EF4-FFF2-40B4-BE49-F238E27FC236}">
                    <a16:creationId xmlns:a16="http://schemas.microsoft.com/office/drawing/2014/main" id="{C806BD97-5886-49E5-BD7B-184D6B686B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08" y="2088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defTabSz="7620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defTabSz="7620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defTabSz="7620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defTabSz="7620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defTabSz="7620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0" lang="en-US" altLang="zh-CN" i="1">
                    <a:solidFill>
                      <a:schemeClr val="bg1"/>
                    </a:solidFill>
                  </a:rPr>
                  <a:t>O</a:t>
                </a:r>
              </a:p>
            </p:txBody>
          </p:sp>
        </p:grpSp>
      </p:grpSp>
      <p:sp>
        <p:nvSpPr>
          <p:cNvPr id="190478" name="Line 14">
            <a:extLst>
              <a:ext uri="{FF2B5EF4-FFF2-40B4-BE49-F238E27FC236}">
                <a16:creationId xmlns:a16="http://schemas.microsoft.com/office/drawing/2014/main" id="{88419B55-0178-49C5-A834-3417F6EA1A4E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6096000"/>
            <a:ext cx="990600" cy="0"/>
          </a:xfrm>
          <a:prstGeom prst="line">
            <a:avLst/>
          </a:prstGeom>
          <a:noFill/>
          <a:ln w="38100">
            <a:solidFill>
              <a:srgbClr val="00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0479" name="Line 15">
            <a:extLst>
              <a:ext uri="{FF2B5EF4-FFF2-40B4-BE49-F238E27FC236}">
                <a16:creationId xmlns:a16="http://schemas.microsoft.com/office/drawing/2014/main" id="{0B04F35B-602B-4C82-8912-7FB7365A2092}"/>
              </a:ext>
            </a:extLst>
          </p:cNvPr>
          <p:cNvSpPr>
            <a:spLocks noChangeShapeType="1"/>
          </p:cNvSpPr>
          <p:nvPr/>
        </p:nvSpPr>
        <p:spPr bwMode="auto">
          <a:xfrm rot="-8016929">
            <a:off x="7049294" y="4914106"/>
            <a:ext cx="990600" cy="1588"/>
          </a:xfrm>
          <a:prstGeom prst="line">
            <a:avLst/>
          </a:prstGeom>
          <a:noFill/>
          <a:ln w="38100">
            <a:solidFill>
              <a:srgbClr val="FFFF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0480" name="Line 16">
            <a:extLst>
              <a:ext uri="{FF2B5EF4-FFF2-40B4-BE49-F238E27FC236}">
                <a16:creationId xmlns:a16="http://schemas.microsoft.com/office/drawing/2014/main" id="{835CDDA0-551D-44BE-BC6E-8EA7AB9DAB28}"/>
              </a:ext>
            </a:extLst>
          </p:cNvPr>
          <p:cNvSpPr>
            <a:spLocks noChangeShapeType="1"/>
          </p:cNvSpPr>
          <p:nvPr/>
        </p:nvSpPr>
        <p:spPr bwMode="auto">
          <a:xfrm rot="-3875040">
            <a:off x="7277894" y="5676106"/>
            <a:ext cx="990600" cy="1588"/>
          </a:xfrm>
          <a:prstGeom prst="line">
            <a:avLst/>
          </a:prstGeom>
          <a:noFill/>
          <a:ln w="38100">
            <a:solidFill>
              <a:srgbClr val="66FF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0481" name="Line 17">
            <a:extLst>
              <a:ext uri="{FF2B5EF4-FFF2-40B4-BE49-F238E27FC236}">
                <a16:creationId xmlns:a16="http://schemas.microsoft.com/office/drawing/2014/main" id="{A3C2B133-4BE1-4615-9993-72D6FBF76A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29400" y="4648200"/>
            <a:ext cx="609600" cy="13716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0482" name="Line 18">
            <a:extLst>
              <a:ext uri="{FF2B5EF4-FFF2-40B4-BE49-F238E27FC236}">
                <a16:creationId xmlns:a16="http://schemas.microsoft.com/office/drawing/2014/main" id="{EFD178F6-9A21-4D7A-B956-BAE738D14D74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4800" y="5334000"/>
            <a:ext cx="685800" cy="0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0483" name="Rectangle 19">
            <a:extLst>
              <a:ext uri="{FF2B5EF4-FFF2-40B4-BE49-F238E27FC236}">
                <a16:creationId xmlns:a16="http://schemas.microsoft.com/office/drawing/2014/main" id="{7E2C6691-0ADA-42E0-9D43-DEB89B4ACE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5125" y="4500563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i="1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90484" name="Rectangle 20">
            <a:extLst>
              <a:ext uri="{FF2B5EF4-FFF2-40B4-BE49-F238E27FC236}">
                <a16:creationId xmlns:a16="http://schemas.microsoft.com/office/drawing/2014/main" id="{93F36012-14E4-43BE-BA3E-60E8DDD20F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60960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i="1">
                <a:solidFill>
                  <a:srgbClr val="00FFFF"/>
                </a:solidFill>
              </a:rPr>
              <a:t>A</a:t>
            </a:r>
            <a:r>
              <a:rPr kumimoji="0" lang="en-US" altLang="zh-CN" baseline="-25000">
                <a:solidFill>
                  <a:srgbClr val="00FFFF"/>
                </a:solidFill>
              </a:rPr>
              <a:t>1</a:t>
            </a:r>
          </a:p>
        </p:txBody>
      </p:sp>
      <p:sp>
        <p:nvSpPr>
          <p:cNvPr id="190485" name="Rectangle 21">
            <a:extLst>
              <a:ext uri="{FF2B5EF4-FFF2-40B4-BE49-F238E27FC236}">
                <a16:creationId xmlns:a16="http://schemas.microsoft.com/office/drawing/2014/main" id="{B7F72752-14EF-4CEE-9DA3-F794868DF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54102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i="1">
                <a:solidFill>
                  <a:srgbClr val="66FF33"/>
                </a:solidFill>
              </a:rPr>
              <a:t>A</a:t>
            </a:r>
            <a:r>
              <a:rPr kumimoji="0" lang="en-US" altLang="zh-CN" baseline="-25000">
                <a:solidFill>
                  <a:srgbClr val="66FF33"/>
                </a:solidFill>
              </a:rPr>
              <a:t>2</a:t>
            </a:r>
            <a:endParaRPr kumimoji="0" lang="en-US" altLang="zh-CN" baseline="-25000">
              <a:solidFill>
                <a:srgbClr val="00FFFF"/>
              </a:solidFill>
            </a:endParaRPr>
          </a:p>
        </p:txBody>
      </p:sp>
      <p:sp>
        <p:nvSpPr>
          <p:cNvPr id="190486" name="Rectangle 22">
            <a:extLst>
              <a:ext uri="{FF2B5EF4-FFF2-40B4-BE49-F238E27FC236}">
                <a16:creationId xmlns:a16="http://schemas.microsoft.com/office/drawing/2014/main" id="{26AAC71E-67D0-4D63-95DB-5934B6092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43434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i="1">
                <a:solidFill>
                  <a:srgbClr val="FFFF66"/>
                </a:solidFill>
              </a:rPr>
              <a:t>A</a:t>
            </a:r>
            <a:r>
              <a:rPr kumimoji="0" lang="en-US" altLang="zh-CN" baseline="-25000">
                <a:solidFill>
                  <a:srgbClr val="FFFF66"/>
                </a:solidFill>
              </a:rPr>
              <a:t>3</a:t>
            </a:r>
            <a:endParaRPr kumimoji="0" lang="en-US" altLang="zh-CN" baseline="-25000">
              <a:solidFill>
                <a:srgbClr val="00FFFF"/>
              </a:solidFill>
            </a:endParaRPr>
          </a:p>
        </p:txBody>
      </p:sp>
      <p:sp>
        <p:nvSpPr>
          <p:cNvPr id="190487" name="Arc 23">
            <a:extLst>
              <a:ext uri="{FF2B5EF4-FFF2-40B4-BE49-F238E27FC236}">
                <a16:creationId xmlns:a16="http://schemas.microsoft.com/office/drawing/2014/main" id="{699D8DE5-0454-4967-8CBF-7569B1EECCF4}"/>
              </a:ext>
            </a:extLst>
          </p:cNvPr>
          <p:cNvSpPr>
            <a:spLocks/>
          </p:cNvSpPr>
          <p:nvPr/>
        </p:nvSpPr>
        <p:spPr bwMode="auto">
          <a:xfrm>
            <a:off x="7696200" y="5791200"/>
            <a:ext cx="381000" cy="30480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0488" name="Arc 24">
            <a:extLst>
              <a:ext uri="{FF2B5EF4-FFF2-40B4-BE49-F238E27FC236}">
                <a16:creationId xmlns:a16="http://schemas.microsoft.com/office/drawing/2014/main" id="{930EA617-5A02-4CDE-A7EB-AB908FA20F9B}"/>
              </a:ext>
            </a:extLst>
          </p:cNvPr>
          <p:cNvSpPr>
            <a:spLocks/>
          </p:cNvSpPr>
          <p:nvPr/>
        </p:nvSpPr>
        <p:spPr bwMode="auto">
          <a:xfrm>
            <a:off x="7572375" y="4878388"/>
            <a:ext cx="733425" cy="457200"/>
          </a:xfrm>
          <a:custGeom>
            <a:avLst/>
            <a:gdLst>
              <a:gd name="T0" fmla="*/ 0 w 29726"/>
              <a:gd name="T1" fmla="*/ 2147483646 h 21600"/>
              <a:gd name="T2" fmla="*/ 2147483646 w 29726"/>
              <a:gd name="T3" fmla="*/ 2147483646 h 21600"/>
              <a:gd name="T4" fmla="*/ 2147483646 w 29726"/>
              <a:gd name="T5" fmla="*/ 2147483646 h 21600"/>
              <a:gd name="T6" fmla="*/ 0 60000 65536"/>
              <a:gd name="T7" fmla="*/ 0 60000 65536"/>
              <a:gd name="T8" fmla="*/ 0 60000 65536"/>
              <a:gd name="T9" fmla="*/ 0 w 29726"/>
              <a:gd name="T10" fmla="*/ 0 h 21600"/>
              <a:gd name="T11" fmla="*/ 29726 w 29726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9726" h="21600" fill="none" extrusionOk="0">
                <a:moveTo>
                  <a:pt x="-1" y="1586"/>
                </a:moveTo>
                <a:cubicBezTo>
                  <a:pt x="2580" y="538"/>
                  <a:pt x="5340" y="-1"/>
                  <a:pt x="8126" y="0"/>
                </a:cubicBezTo>
                <a:cubicBezTo>
                  <a:pt x="20055" y="0"/>
                  <a:pt x="29726" y="9670"/>
                  <a:pt x="29726" y="21600"/>
                </a:cubicBezTo>
              </a:path>
              <a:path w="29726" h="21600" stroke="0" extrusionOk="0">
                <a:moveTo>
                  <a:pt x="-1" y="1586"/>
                </a:moveTo>
                <a:cubicBezTo>
                  <a:pt x="2580" y="538"/>
                  <a:pt x="5340" y="-1"/>
                  <a:pt x="8126" y="0"/>
                </a:cubicBezTo>
                <a:cubicBezTo>
                  <a:pt x="20055" y="0"/>
                  <a:pt x="29726" y="9670"/>
                  <a:pt x="29726" y="21600"/>
                </a:cubicBezTo>
                <a:lnTo>
                  <a:pt x="8126" y="21600"/>
                </a:lnTo>
                <a:lnTo>
                  <a:pt x="-1" y="1586"/>
                </a:lnTo>
                <a:close/>
              </a:path>
            </a:pathLst>
          </a:cu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90489" name="Object 5">
            <a:extLst>
              <a:ext uri="{FF2B5EF4-FFF2-40B4-BE49-F238E27FC236}">
                <a16:creationId xmlns:a16="http://schemas.microsoft.com/office/drawing/2014/main" id="{D682231B-7C1A-43EA-B218-C73B989732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27988" y="5270500"/>
          <a:ext cx="328612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71" name="公式" r:id="rId9" imgW="85773" imgH="323714" progId="Equation.3">
                  <p:embed/>
                </p:oleObj>
              </mc:Choice>
              <mc:Fallback>
                <p:oleObj name="公式" r:id="rId9" imgW="85773" imgH="323714" progId="Equation.3">
                  <p:embed/>
                  <p:pic>
                    <p:nvPicPr>
                      <p:cNvPr id="190489" name="Object 5">
                        <a:extLst>
                          <a:ext uri="{FF2B5EF4-FFF2-40B4-BE49-F238E27FC236}">
                            <a16:creationId xmlns:a16="http://schemas.microsoft.com/office/drawing/2014/main" id="{D682231B-7C1A-43EA-B218-C73B989732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7988" y="5270500"/>
                        <a:ext cx="328612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90" name="Object 6">
            <a:extLst>
              <a:ext uri="{FF2B5EF4-FFF2-40B4-BE49-F238E27FC236}">
                <a16:creationId xmlns:a16="http://schemas.microsoft.com/office/drawing/2014/main" id="{79469081-DE74-44EB-88B9-07B9DB9B43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01013" y="4292600"/>
          <a:ext cx="495300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72" name="公式" r:id="rId11" imgW="161743" imgH="323714" progId="Equation.3">
                  <p:embed/>
                </p:oleObj>
              </mc:Choice>
              <mc:Fallback>
                <p:oleObj name="公式" r:id="rId11" imgW="161743" imgH="323714" progId="Equation.3">
                  <p:embed/>
                  <p:pic>
                    <p:nvPicPr>
                      <p:cNvPr id="190490" name="Object 6">
                        <a:extLst>
                          <a:ext uri="{FF2B5EF4-FFF2-40B4-BE49-F238E27FC236}">
                            <a16:creationId xmlns:a16="http://schemas.microsoft.com/office/drawing/2014/main" id="{79469081-DE74-44EB-88B9-07B9DB9B43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1013" y="4292600"/>
                        <a:ext cx="495300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0491" name="Arc 27">
            <a:extLst>
              <a:ext uri="{FF2B5EF4-FFF2-40B4-BE49-F238E27FC236}">
                <a16:creationId xmlns:a16="http://schemas.microsoft.com/office/drawing/2014/main" id="{46F3300D-103D-4A63-BBC6-208CFA52F3DE}"/>
              </a:ext>
            </a:extLst>
          </p:cNvPr>
          <p:cNvSpPr>
            <a:spLocks/>
          </p:cNvSpPr>
          <p:nvPr/>
        </p:nvSpPr>
        <p:spPr bwMode="auto">
          <a:xfrm>
            <a:off x="6705600" y="5867400"/>
            <a:ext cx="228600" cy="228600"/>
          </a:xfrm>
          <a:custGeom>
            <a:avLst/>
            <a:gdLst>
              <a:gd name="T0" fmla="*/ 0 w 21600"/>
              <a:gd name="T1" fmla="*/ 0 h 32394"/>
              <a:gd name="T2" fmla="*/ 2147483646 w 21600"/>
              <a:gd name="T3" fmla="*/ 2147483646 h 32394"/>
              <a:gd name="T4" fmla="*/ 0 w 21600"/>
              <a:gd name="T5" fmla="*/ 2147483646 h 32394"/>
              <a:gd name="T6" fmla="*/ 0 60000 65536"/>
              <a:gd name="T7" fmla="*/ 0 60000 65536"/>
              <a:gd name="T8" fmla="*/ 0 60000 65536"/>
              <a:gd name="T9" fmla="*/ 0 w 21600"/>
              <a:gd name="T10" fmla="*/ 0 h 32394"/>
              <a:gd name="T11" fmla="*/ 21600 w 21600"/>
              <a:gd name="T12" fmla="*/ 32394 h 3239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2394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5389"/>
                  <a:pt x="20603" y="29111"/>
                  <a:pt x="18709" y="32393"/>
                </a:cubicBezTo>
              </a:path>
              <a:path w="21600" h="32394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5389"/>
                  <a:pt x="20603" y="29111"/>
                  <a:pt x="18709" y="32393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0492" name="Rectangle 28">
            <a:extLst>
              <a:ext uri="{FF2B5EF4-FFF2-40B4-BE49-F238E27FC236}">
                <a16:creationId xmlns:a16="http://schemas.microsoft.com/office/drawing/2014/main" id="{37C6C304-0704-4FA9-8D6E-602923AF97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5486400"/>
            <a:ext cx="3984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800">
                <a:solidFill>
                  <a:schemeClr val="bg1"/>
                </a:solidFill>
                <a:sym typeface="Symbol" panose="05050102010706020507" pitchFamily="18" charset="2"/>
              </a:rPr>
              <a:t></a:t>
            </a:r>
          </a:p>
        </p:txBody>
      </p:sp>
      <p:graphicFrame>
        <p:nvGraphicFramePr>
          <p:cNvPr id="190493" name="Object 7">
            <a:extLst>
              <a:ext uri="{FF2B5EF4-FFF2-40B4-BE49-F238E27FC236}">
                <a16:creationId xmlns:a16="http://schemas.microsoft.com/office/drawing/2014/main" id="{20C98E86-CBB4-44BD-86D5-3E8FB5B3D8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1213" y="2286000"/>
          <a:ext cx="7618412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73" name="公式" r:id="rId13" imgW="4248207" imgH="228600" progId="Equation.3">
                  <p:embed/>
                </p:oleObj>
              </mc:Choice>
              <mc:Fallback>
                <p:oleObj name="公式" r:id="rId13" imgW="4248207" imgH="228600" progId="Equation.3">
                  <p:embed/>
                  <p:pic>
                    <p:nvPicPr>
                      <p:cNvPr id="190493" name="Object 7">
                        <a:extLst>
                          <a:ext uri="{FF2B5EF4-FFF2-40B4-BE49-F238E27FC236}">
                            <a16:creationId xmlns:a16="http://schemas.microsoft.com/office/drawing/2014/main" id="{20C98E86-CBB4-44BD-86D5-3E8FB5B3D8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213" y="2286000"/>
                        <a:ext cx="7618412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94" name="Object 8">
            <a:extLst>
              <a:ext uri="{FF2B5EF4-FFF2-40B4-BE49-F238E27FC236}">
                <a16:creationId xmlns:a16="http://schemas.microsoft.com/office/drawing/2014/main" id="{40BAC34A-15FE-410B-BBB5-F9EFA7DEE6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4738" y="3000375"/>
          <a:ext cx="4783137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74" name="公式" r:id="rId15" imgW="2743098" imgH="380864" progId="Equation.3">
                  <p:embed/>
                </p:oleObj>
              </mc:Choice>
              <mc:Fallback>
                <p:oleObj name="公式" r:id="rId15" imgW="2743098" imgH="380864" progId="Equation.3">
                  <p:embed/>
                  <p:pic>
                    <p:nvPicPr>
                      <p:cNvPr id="190494" name="Object 8">
                        <a:extLst>
                          <a:ext uri="{FF2B5EF4-FFF2-40B4-BE49-F238E27FC236}">
                            <a16:creationId xmlns:a16="http://schemas.microsoft.com/office/drawing/2014/main" id="{40BAC34A-15FE-410B-BBB5-F9EFA7DEE6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4738" y="3000375"/>
                        <a:ext cx="4783137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95" name="Object 9">
            <a:extLst>
              <a:ext uri="{FF2B5EF4-FFF2-40B4-BE49-F238E27FC236}">
                <a16:creationId xmlns:a16="http://schemas.microsoft.com/office/drawing/2014/main" id="{270E5466-C925-4497-B08D-4820E6E9CD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1563" y="3857625"/>
          <a:ext cx="280352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75" name="公式" r:id="rId17" imgW="1371549" imgH="171450" progId="Equation.3">
                  <p:embed/>
                </p:oleObj>
              </mc:Choice>
              <mc:Fallback>
                <p:oleObj name="公式" r:id="rId17" imgW="1371549" imgH="171450" progId="Equation.3">
                  <p:embed/>
                  <p:pic>
                    <p:nvPicPr>
                      <p:cNvPr id="190495" name="Object 9">
                        <a:extLst>
                          <a:ext uri="{FF2B5EF4-FFF2-40B4-BE49-F238E27FC236}">
                            <a16:creationId xmlns:a16="http://schemas.microsoft.com/office/drawing/2014/main" id="{270E5466-C925-4497-B08D-4820E6E9CD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3857625"/>
                        <a:ext cx="2803525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96" name="Object 10">
            <a:extLst>
              <a:ext uri="{FF2B5EF4-FFF2-40B4-BE49-F238E27FC236}">
                <a16:creationId xmlns:a16="http://schemas.microsoft.com/office/drawing/2014/main" id="{4457390E-2714-4DF9-B7CB-30D4A7C2A3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3600" y="4957763"/>
          <a:ext cx="4422775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76" name="公式" r:id="rId19" imgW="2514779" imgH="362086" progId="Equation.3">
                  <p:embed/>
                </p:oleObj>
              </mc:Choice>
              <mc:Fallback>
                <p:oleObj name="公式" r:id="rId19" imgW="2514779" imgH="362086" progId="Equation.3">
                  <p:embed/>
                  <p:pic>
                    <p:nvPicPr>
                      <p:cNvPr id="190496" name="Object 10">
                        <a:extLst>
                          <a:ext uri="{FF2B5EF4-FFF2-40B4-BE49-F238E27FC236}">
                            <a16:creationId xmlns:a16="http://schemas.microsoft.com/office/drawing/2014/main" id="{4457390E-2714-4DF9-B7CB-30D4A7C2A3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3600" y="4957763"/>
                        <a:ext cx="4422775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97" name="Object 11">
            <a:extLst>
              <a:ext uri="{FF2B5EF4-FFF2-40B4-BE49-F238E27FC236}">
                <a16:creationId xmlns:a16="http://schemas.microsoft.com/office/drawing/2014/main" id="{94CD39F1-A369-497C-ACA1-0E0834A2A7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86375" y="5070475"/>
          <a:ext cx="754063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77" name="公式" r:id="rId21" imgW="314501" imgH="152264" progId="Equation.3">
                  <p:embed/>
                </p:oleObj>
              </mc:Choice>
              <mc:Fallback>
                <p:oleObj name="公式" r:id="rId21" imgW="314501" imgH="152264" progId="Equation.3">
                  <p:embed/>
                  <p:pic>
                    <p:nvPicPr>
                      <p:cNvPr id="190497" name="Object 11">
                        <a:extLst>
                          <a:ext uri="{FF2B5EF4-FFF2-40B4-BE49-F238E27FC236}">
                            <a16:creationId xmlns:a16="http://schemas.microsoft.com/office/drawing/2014/main" id="{94CD39F1-A369-497C-ACA1-0E0834A2A7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375" y="5070475"/>
                        <a:ext cx="754063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98" name="Object 12">
            <a:extLst>
              <a:ext uri="{FF2B5EF4-FFF2-40B4-BE49-F238E27FC236}">
                <a16:creationId xmlns:a16="http://schemas.microsoft.com/office/drawing/2014/main" id="{0A2DEFB6-80D1-4B17-998B-67866DE3E0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78138" y="5743575"/>
          <a:ext cx="262255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78" name="公式" r:id="rId23" imgW="1181215" imgH="323714" progId="Equation.3">
                  <p:embed/>
                </p:oleObj>
              </mc:Choice>
              <mc:Fallback>
                <p:oleObj name="公式" r:id="rId23" imgW="1181215" imgH="323714" progId="Equation.3">
                  <p:embed/>
                  <p:pic>
                    <p:nvPicPr>
                      <p:cNvPr id="190498" name="Object 12">
                        <a:extLst>
                          <a:ext uri="{FF2B5EF4-FFF2-40B4-BE49-F238E27FC236}">
                            <a16:creationId xmlns:a16="http://schemas.microsoft.com/office/drawing/2014/main" id="{0A2DEFB6-80D1-4B17-998B-67866DE3E0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8138" y="5743575"/>
                        <a:ext cx="2622550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0499" name="Text Box 35">
            <a:extLst>
              <a:ext uri="{FF2B5EF4-FFF2-40B4-BE49-F238E27FC236}">
                <a16:creationId xmlns:a16="http://schemas.microsoft.com/office/drawing/2014/main" id="{3F51067F-54EA-4D97-824B-B05B3A8D96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150" y="5929313"/>
            <a:ext cx="2030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合振动方程：</a:t>
            </a:r>
          </a:p>
        </p:txBody>
      </p:sp>
      <p:sp>
        <p:nvSpPr>
          <p:cNvPr id="190500" name="Text Box 36">
            <a:extLst>
              <a:ext uri="{FF2B5EF4-FFF2-40B4-BE49-F238E27FC236}">
                <a16:creationId xmlns:a16="http://schemas.microsoft.com/office/drawing/2014/main" id="{11F909B7-AC6E-46AC-B91B-B047813B4F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3613" y="4357688"/>
            <a:ext cx="30368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>
                <a:solidFill>
                  <a:schemeClr val="bg1"/>
                </a:solidFill>
              </a:rPr>
              <a:t>合振动初相位</a:t>
            </a:r>
            <a:r>
              <a:rPr kumimoji="0" lang="zh-CN" altLang="en-US" i="1">
                <a:solidFill>
                  <a:srgbClr val="FFFF00"/>
                </a:solidFill>
                <a:sym typeface="Symbol" panose="05050102010706020507" pitchFamily="18" charset="2"/>
              </a:rPr>
              <a:t></a:t>
            </a:r>
            <a:endParaRPr kumimoji="0" lang="zh-CN" altLang="en-US" i="1">
              <a:solidFill>
                <a:srgbClr val="FFFF00"/>
              </a:solidFill>
            </a:endParaRPr>
          </a:p>
        </p:txBody>
      </p:sp>
      <p:sp>
        <p:nvSpPr>
          <p:cNvPr id="190501" name="Text Box 37">
            <a:extLst>
              <a:ext uri="{FF2B5EF4-FFF2-40B4-BE49-F238E27FC236}">
                <a16:creationId xmlns:a16="http://schemas.microsoft.com/office/drawing/2014/main" id="{82242017-CEA4-4201-BFAB-0883DA3DB4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688" y="1752600"/>
            <a:ext cx="3429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合振动的振幅：</a:t>
            </a:r>
          </a:p>
        </p:txBody>
      </p:sp>
      <p:sp>
        <p:nvSpPr>
          <p:cNvPr id="190502" name="Rectangle 38">
            <a:extLst>
              <a:ext uri="{FF2B5EF4-FFF2-40B4-BE49-F238E27FC236}">
                <a16:creationId xmlns:a16="http://schemas.microsoft.com/office/drawing/2014/main" id="{75F3DEC9-3B8E-4465-9706-786F466137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1752600"/>
            <a:ext cx="4000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rgbClr val="FFFF66"/>
                </a:solidFill>
              </a:rPr>
              <a:t>解：</a:t>
            </a:r>
            <a:r>
              <a:rPr kumimoji="0" lang="zh-CN" altLang="en-US">
                <a:solidFill>
                  <a:schemeClr val="bg1"/>
                </a:solidFill>
              </a:rPr>
              <a:t>旋转矢量法求合振动</a:t>
            </a:r>
          </a:p>
        </p:txBody>
      </p:sp>
      <p:sp>
        <p:nvSpPr>
          <p:cNvPr id="9250" name="灯片编号占位符 1">
            <a:extLst>
              <a:ext uri="{FF2B5EF4-FFF2-40B4-BE49-F238E27FC236}">
                <a16:creationId xmlns:a16="http://schemas.microsoft.com/office/drawing/2014/main" id="{08F52FF1-3BD7-40F2-AF16-16167DE823A0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8F8FEEE-BEE0-4A26-9AAD-25FCF3FE9D19}" type="slidenum">
              <a:rPr lang="en-US" altLang="zh-CN" b="0">
                <a:solidFill>
                  <a:srgbClr val="FF00FF"/>
                </a:solidFill>
              </a:rPr>
              <a:pPr eaLnBrk="1" hangingPunct="1"/>
              <a:t>14</a:t>
            </a:fld>
            <a:r>
              <a:rPr lang="en-US" altLang="zh-CN" b="0">
                <a:solidFill>
                  <a:srgbClr val="FF00FF"/>
                </a:solidFill>
              </a:rPr>
              <a:t>/25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0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90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90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90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90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0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0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0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9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90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9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9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0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9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9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9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9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90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9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9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90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90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90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90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90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190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190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190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190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90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66" grpId="0" autoUpdateAnimBg="0"/>
      <p:bldP spid="190470" grpId="0" autoUpdateAnimBg="0"/>
      <p:bldP spid="190471" grpId="0" autoUpdateAnimBg="0"/>
      <p:bldP spid="190483" grpId="0" autoUpdateAnimBg="0"/>
      <p:bldP spid="190484" grpId="0" autoUpdateAnimBg="0"/>
      <p:bldP spid="190485" grpId="0" autoUpdateAnimBg="0"/>
      <p:bldP spid="190486" grpId="0" autoUpdateAnimBg="0"/>
      <p:bldP spid="190492" grpId="0" autoUpdateAnimBg="0"/>
      <p:bldP spid="190499" grpId="0" autoUpdateAnimBg="0"/>
      <p:bldP spid="190500" grpId="0" autoUpdateAnimBg="0"/>
      <p:bldP spid="190501" grpId="0" autoUpdateAnimBg="0"/>
      <p:bldP spid="190502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>
            <a:extLst>
              <a:ext uri="{FF2B5EF4-FFF2-40B4-BE49-F238E27FC236}">
                <a16:creationId xmlns:a16="http://schemas.microsoft.com/office/drawing/2014/main" id="{B8A92557-7F53-43FC-96D2-2778A9C66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828675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rgbClr val="FFFF00"/>
                </a:solidFill>
                <a:latin typeface="Arial" panose="020B0604020202020204" pitchFamily="34" charset="0"/>
              </a:rPr>
              <a:t>例</a:t>
            </a:r>
          </a:p>
        </p:txBody>
      </p:sp>
      <p:sp>
        <p:nvSpPr>
          <p:cNvPr id="219139" name="Rectangle 3">
            <a:extLst>
              <a:ext uri="{FF2B5EF4-FFF2-40B4-BE49-F238E27FC236}">
                <a16:creationId xmlns:a16="http://schemas.microsoft.com/office/drawing/2014/main" id="{FE1AF3B8-88FA-49A0-A970-4A569D5FB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075" y="809625"/>
            <a:ext cx="80645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400"/>
              </a:lnSpc>
            </a:pPr>
            <a:r>
              <a:rPr kumimoji="0" lang="zh-CN" altLang="en-US">
                <a:solidFill>
                  <a:schemeClr val="bg1"/>
                </a:solidFill>
              </a:rPr>
              <a:t>假设有 </a:t>
            </a:r>
            <a:r>
              <a:rPr kumimoji="0" lang="en-US" altLang="zh-CN" i="1">
                <a:solidFill>
                  <a:srgbClr val="FFFF00"/>
                </a:solidFill>
              </a:rPr>
              <a:t>n</a:t>
            </a:r>
            <a:r>
              <a:rPr kumimoji="0" lang="en-US" altLang="zh-CN" i="1">
                <a:solidFill>
                  <a:schemeClr val="bg1"/>
                </a:solidFill>
              </a:rPr>
              <a:t> </a:t>
            </a:r>
            <a:r>
              <a:rPr kumimoji="0" lang="zh-CN" altLang="en-US">
                <a:solidFill>
                  <a:schemeClr val="bg1"/>
                </a:solidFill>
              </a:rPr>
              <a:t>个同方向、同频率、振幅 </a:t>
            </a:r>
            <a:r>
              <a:rPr kumimoji="0" lang="en-US" altLang="zh-CN" i="1">
                <a:solidFill>
                  <a:srgbClr val="FFFF00"/>
                </a:solidFill>
              </a:rPr>
              <a:t>a</a:t>
            </a:r>
            <a:r>
              <a:rPr kumimoji="0" lang="en-US" altLang="zh-CN" i="1">
                <a:solidFill>
                  <a:schemeClr val="bg1"/>
                </a:solidFill>
              </a:rPr>
              <a:t> </a:t>
            </a:r>
            <a:r>
              <a:rPr kumimoji="0" lang="zh-CN" altLang="en-US">
                <a:solidFill>
                  <a:schemeClr val="bg1"/>
                </a:solidFill>
              </a:rPr>
              <a:t>相同、初相差依次为一常量 </a:t>
            </a:r>
            <a:r>
              <a:rPr kumimoji="0" lang="el-GR" altLang="zh-CN" i="1">
                <a:solidFill>
                  <a:srgbClr val="FFFF00"/>
                </a:solidFill>
                <a:cs typeface="Arial" panose="020B0604020202020204" pitchFamily="34" charset="0"/>
              </a:rPr>
              <a:t>ε</a:t>
            </a:r>
            <a:r>
              <a:rPr kumimoji="0" lang="en-US" altLang="zh-CN" i="1">
                <a:solidFill>
                  <a:srgbClr val="FFFF00"/>
                </a:solidFill>
                <a:cs typeface="Arial" panose="020B0604020202020204" pitchFamily="34" charset="0"/>
              </a:rPr>
              <a:t> </a:t>
            </a:r>
            <a:r>
              <a:rPr kumimoji="0" lang="zh-CN" altLang="en-US">
                <a:solidFill>
                  <a:schemeClr val="bg1"/>
                </a:solidFill>
              </a:rPr>
              <a:t>的谐振动，它们的振动分别为</a:t>
            </a:r>
          </a:p>
        </p:txBody>
      </p:sp>
      <p:graphicFrame>
        <p:nvGraphicFramePr>
          <p:cNvPr id="219140" name="Object 2">
            <a:extLst>
              <a:ext uri="{FF2B5EF4-FFF2-40B4-BE49-F238E27FC236}">
                <a16:creationId xmlns:a16="http://schemas.microsoft.com/office/drawing/2014/main" id="{30CB9D56-5A5B-451B-9256-960F683351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73175" y="1717675"/>
          <a:ext cx="151765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49" name="公式" r:id="rId3" imgW="1447928" imgH="304936" progId="Equation.3">
                  <p:embed/>
                </p:oleObj>
              </mc:Choice>
              <mc:Fallback>
                <p:oleObj name="公式" r:id="rId3" imgW="1447928" imgH="304936" progId="Equation.3">
                  <p:embed/>
                  <p:pic>
                    <p:nvPicPr>
                      <p:cNvPr id="219140" name="Object 2">
                        <a:extLst>
                          <a:ext uri="{FF2B5EF4-FFF2-40B4-BE49-F238E27FC236}">
                            <a16:creationId xmlns:a16="http://schemas.microsoft.com/office/drawing/2014/main" id="{30CB9D56-5A5B-451B-9256-960F683351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3175" y="1717675"/>
                        <a:ext cx="151765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41" name="Object 3">
            <a:extLst>
              <a:ext uri="{FF2B5EF4-FFF2-40B4-BE49-F238E27FC236}">
                <a16:creationId xmlns:a16="http://schemas.microsoft.com/office/drawing/2014/main" id="{038C3589-2487-4D05-BD2A-B625586BDD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20788" y="2149475"/>
          <a:ext cx="21590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50" name="公式" r:id="rId5" imgW="2095309" imgH="304936" progId="Equation.3">
                  <p:embed/>
                </p:oleObj>
              </mc:Choice>
              <mc:Fallback>
                <p:oleObj name="公式" r:id="rId5" imgW="2095309" imgH="304936" progId="Equation.3">
                  <p:embed/>
                  <p:pic>
                    <p:nvPicPr>
                      <p:cNvPr id="219141" name="Object 3">
                        <a:extLst>
                          <a:ext uri="{FF2B5EF4-FFF2-40B4-BE49-F238E27FC236}">
                            <a16:creationId xmlns:a16="http://schemas.microsoft.com/office/drawing/2014/main" id="{038C3589-2487-4D05-BD2A-B625586BDD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0788" y="2149475"/>
                        <a:ext cx="21590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42" name="Object 4">
            <a:extLst>
              <a:ext uri="{FF2B5EF4-FFF2-40B4-BE49-F238E27FC236}">
                <a16:creationId xmlns:a16="http://schemas.microsoft.com/office/drawing/2014/main" id="{A40B1DA8-FFCA-469C-83FB-99DCACCA41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20788" y="2632075"/>
          <a:ext cx="23050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51" name="公式" r:id="rId7" imgW="2228869" imgH="314325" progId="Equation.3">
                  <p:embed/>
                </p:oleObj>
              </mc:Choice>
              <mc:Fallback>
                <p:oleObj name="公式" r:id="rId7" imgW="2228869" imgH="314325" progId="Equation.3">
                  <p:embed/>
                  <p:pic>
                    <p:nvPicPr>
                      <p:cNvPr id="219142" name="Object 4">
                        <a:extLst>
                          <a:ext uri="{FF2B5EF4-FFF2-40B4-BE49-F238E27FC236}">
                            <a16:creationId xmlns:a16="http://schemas.microsoft.com/office/drawing/2014/main" id="{A40B1DA8-FFCA-469C-83FB-99DCACCA41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0788" y="2632075"/>
                        <a:ext cx="230505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9143" name="Rectangle 7">
            <a:extLst>
              <a:ext uri="{FF2B5EF4-FFF2-40B4-BE49-F238E27FC236}">
                <a16:creationId xmlns:a16="http://schemas.microsoft.com/office/drawing/2014/main" id="{83F24620-718D-401E-9015-7A3339B52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2400" y="2870200"/>
            <a:ext cx="877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b="0">
                <a:solidFill>
                  <a:schemeClr val="bg1"/>
                </a:solidFill>
                <a:latin typeface="Arial" panose="020B0604020202020204" pitchFamily="34" charset="0"/>
              </a:rPr>
              <a:t>… …</a:t>
            </a:r>
          </a:p>
        </p:txBody>
      </p:sp>
      <p:graphicFrame>
        <p:nvGraphicFramePr>
          <p:cNvPr id="219144" name="Object 5">
            <a:extLst>
              <a:ext uri="{FF2B5EF4-FFF2-40B4-BE49-F238E27FC236}">
                <a16:creationId xmlns:a16="http://schemas.microsoft.com/office/drawing/2014/main" id="{234D550A-BB0D-44CC-91C3-24CC962E7C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3327400"/>
          <a:ext cx="2984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52" name="公式" r:id="rId9" imgW="2914644" imgH="314325" progId="Equation.3">
                  <p:embed/>
                </p:oleObj>
              </mc:Choice>
              <mc:Fallback>
                <p:oleObj name="公式" r:id="rId9" imgW="2914644" imgH="314325" progId="Equation.3">
                  <p:embed/>
                  <p:pic>
                    <p:nvPicPr>
                      <p:cNvPr id="219144" name="Object 5">
                        <a:extLst>
                          <a:ext uri="{FF2B5EF4-FFF2-40B4-BE49-F238E27FC236}">
                            <a16:creationId xmlns:a16="http://schemas.microsoft.com/office/drawing/2014/main" id="{234D550A-BB0D-44CC-91C3-24CC962E7C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3327400"/>
                        <a:ext cx="29845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9145" name="Text Box 9">
            <a:extLst>
              <a:ext uri="{FF2B5EF4-FFF2-40B4-BE49-F238E27FC236}">
                <a16:creationId xmlns:a16="http://schemas.microsoft.com/office/drawing/2014/main" id="{796AD176-3CDC-4190-B77F-FE3251480D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307975"/>
            <a:ext cx="8137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66FFFF"/>
              </a:buClr>
              <a:buFont typeface="Wingdings" panose="05000000000000000000" pitchFamily="2" charset="2"/>
              <a:buNone/>
            </a:pPr>
            <a:r>
              <a:rPr kumimoji="0" lang="zh-CN" altLang="en-US">
                <a:solidFill>
                  <a:srgbClr val="FFFF00"/>
                </a:solidFill>
              </a:rPr>
              <a:t>推广：</a:t>
            </a:r>
            <a:r>
              <a:rPr kumimoji="0" lang="en-US" altLang="zh-CN">
                <a:solidFill>
                  <a:srgbClr val="00FFFF"/>
                </a:solidFill>
              </a:rPr>
              <a:t>  </a:t>
            </a:r>
            <a:r>
              <a:rPr kumimoji="0" lang="en-US" altLang="zh-CN" i="1">
                <a:solidFill>
                  <a:srgbClr val="FFFF00"/>
                </a:solidFill>
              </a:rPr>
              <a:t>n</a:t>
            </a:r>
            <a:r>
              <a:rPr kumimoji="0" lang="en-US" altLang="zh-CN" i="1">
                <a:solidFill>
                  <a:schemeClr val="bg1"/>
                </a:solidFill>
              </a:rPr>
              <a:t> </a:t>
            </a:r>
            <a:r>
              <a:rPr kumimoji="0" lang="zh-CN" altLang="en-US">
                <a:solidFill>
                  <a:schemeClr val="bg1"/>
                </a:solidFill>
              </a:rPr>
              <a:t>个同方向同频率谐振动的合成</a:t>
            </a:r>
          </a:p>
        </p:txBody>
      </p:sp>
      <p:sp>
        <p:nvSpPr>
          <p:cNvPr id="219146" name="Rectangle 10">
            <a:extLst>
              <a:ext uri="{FF2B5EF4-FFF2-40B4-BE49-F238E27FC236}">
                <a16:creationId xmlns:a16="http://schemas.microsoft.com/office/drawing/2014/main" id="{6A9DD1C7-2177-40D7-8085-6FA612396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763963"/>
            <a:ext cx="1511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rgbClr val="00FF00"/>
                </a:solidFill>
              </a:rPr>
              <a:t>求</a:t>
            </a:r>
          </a:p>
        </p:txBody>
      </p:sp>
      <p:sp>
        <p:nvSpPr>
          <p:cNvPr id="219147" name="Rectangle 11">
            <a:extLst>
              <a:ext uri="{FF2B5EF4-FFF2-40B4-BE49-F238E27FC236}">
                <a16:creationId xmlns:a16="http://schemas.microsoft.com/office/drawing/2014/main" id="{E8CCE067-1C33-463F-9F7F-B7203AF100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9025" y="2870200"/>
            <a:ext cx="877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b="0">
                <a:solidFill>
                  <a:schemeClr val="bg1"/>
                </a:solidFill>
                <a:latin typeface="Arial" panose="020B0604020202020204" pitchFamily="34" charset="0"/>
              </a:rPr>
              <a:t>… …</a:t>
            </a:r>
          </a:p>
        </p:txBody>
      </p:sp>
      <p:sp>
        <p:nvSpPr>
          <p:cNvPr id="219148" name="Rectangle 12">
            <a:extLst>
              <a:ext uri="{FF2B5EF4-FFF2-40B4-BE49-F238E27FC236}">
                <a16:creationId xmlns:a16="http://schemas.microsoft.com/office/drawing/2014/main" id="{211343A4-8F2E-4B0E-B422-65FC68A286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763963"/>
            <a:ext cx="4535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ea typeface="仿宋_GB2312" pitchFamily="49" charset="-122"/>
              </a:rPr>
              <a:t>合振动的振动方程</a:t>
            </a:r>
            <a:r>
              <a:rPr kumimoji="0" lang="en-US" altLang="zh-CN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?</a:t>
            </a:r>
          </a:p>
        </p:txBody>
      </p:sp>
      <p:sp>
        <p:nvSpPr>
          <p:cNvPr id="219149" name="Rectangle 13">
            <a:extLst>
              <a:ext uri="{FF2B5EF4-FFF2-40B4-BE49-F238E27FC236}">
                <a16:creationId xmlns:a16="http://schemas.microsoft.com/office/drawing/2014/main" id="{FBFE61D8-1526-4E73-809A-977367108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13" y="4338638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rgbClr val="00CC00"/>
                </a:solidFill>
                <a:latin typeface="Arial" panose="020B0604020202020204" pitchFamily="34" charset="0"/>
              </a:rPr>
              <a:t>解</a:t>
            </a:r>
          </a:p>
        </p:txBody>
      </p:sp>
      <p:graphicFrame>
        <p:nvGraphicFramePr>
          <p:cNvPr id="219150" name="Object 6">
            <a:extLst>
              <a:ext uri="{FF2B5EF4-FFF2-40B4-BE49-F238E27FC236}">
                <a16:creationId xmlns:a16="http://schemas.microsoft.com/office/drawing/2014/main" id="{D8C76C78-79CC-4D69-92F8-024CFF3E48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95388" y="4365625"/>
          <a:ext cx="314960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53" name="公式" r:id="rId11" imgW="3086189" imgH="380864" progId="Equation.3">
                  <p:embed/>
                </p:oleObj>
              </mc:Choice>
              <mc:Fallback>
                <p:oleObj name="公式" r:id="rId11" imgW="3086189" imgH="380864" progId="Equation.3">
                  <p:embed/>
                  <p:pic>
                    <p:nvPicPr>
                      <p:cNvPr id="219150" name="Object 6">
                        <a:extLst>
                          <a:ext uri="{FF2B5EF4-FFF2-40B4-BE49-F238E27FC236}">
                            <a16:creationId xmlns:a16="http://schemas.microsoft.com/office/drawing/2014/main" id="{D8C76C78-79CC-4D69-92F8-024CFF3E48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5388" y="4365625"/>
                        <a:ext cx="3149600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9151" name="Rectangle 15">
            <a:extLst>
              <a:ext uri="{FF2B5EF4-FFF2-40B4-BE49-F238E27FC236}">
                <a16:creationId xmlns:a16="http://schemas.microsoft.com/office/drawing/2014/main" id="{DD5232F5-B8AA-4575-9500-62CA8CBEB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0150" y="2214563"/>
            <a:ext cx="9350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1800" i="1">
                <a:solidFill>
                  <a:srgbClr val="FF9900"/>
                </a:solidFill>
                <a:cs typeface="Arial" panose="020B0604020202020204" pitchFamily="34" charset="0"/>
              </a:rPr>
              <a:t>n</a:t>
            </a:r>
          </a:p>
        </p:txBody>
      </p:sp>
      <p:sp>
        <p:nvSpPr>
          <p:cNvPr id="219152" name="Rectangle 16">
            <a:extLst>
              <a:ext uri="{FF2B5EF4-FFF2-40B4-BE49-F238E27FC236}">
                <a16:creationId xmlns:a16="http://schemas.microsoft.com/office/drawing/2014/main" id="{ED0F2823-2589-4EA1-B495-D1F3D39C2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75" y="2214563"/>
            <a:ext cx="4143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l-GR" altLang="zh-CN" sz="1800" i="1">
                <a:solidFill>
                  <a:srgbClr val="FF9900"/>
                </a:solidFill>
                <a:cs typeface="Arial" panose="020B0604020202020204" pitchFamily="34" charset="0"/>
              </a:rPr>
              <a:t>ε</a:t>
            </a:r>
            <a:endParaRPr kumimoji="0" lang="en-US" altLang="zh-CN" sz="1800" i="1">
              <a:solidFill>
                <a:srgbClr val="FF9900"/>
              </a:solidFill>
              <a:cs typeface="Arial" panose="020B0604020202020204" pitchFamily="34" charset="0"/>
            </a:endParaRPr>
          </a:p>
        </p:txBody>
      </p:sp>
      <p:sp>
        <p:nvSpPr>
          <p:cNvPr id="219153" name="Line 17">
            <a:extLst>
              <a:ext uri="{FF2B5EF4-FFF2-40B4-BE49-F238E27FC236}">
                <a16:creationId xmlns:a16="http://schemas.microsoft.com/office/drawing/2014/main" id="{547BC2DD-4B81-4312-BD9A-B8B97B1A9B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76950" y="1776413"/>
            <a:ext cx="1755775" cy="579437"/>
          </a:xfrm>
          <a:prstGeom prst="line">
            <a:avLst/>
          </a:prstGeom>
          <a:noFill/>
          <a:ln w="19050">
            <a:solidFill>
              <a:srgbClr val="FFFF4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9154" name="Line 18">
            <a:extLst>
              <a:ext uri="{FF2B5EF4-FFF2-40B4-BE49-F238E27FC236}">
                <a16:creationId xmlns:a16="http://schemas.microsoft.com/office/drawing/2014/main" id="{8C6217F2-B6A4-4C28-B58D-2EA0B270BA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95975" y="2360613"/>
            <a:ext cx="185738" cy="1825625"/>
          </a:xfrm>
          <a:prstGeom prst="line">
            <a:avLst/>
          </a:prstGeom>
          <a:noFill/>
          <a:ln w="19050">
            <a:solidFill>
              <a:srgbClr val="FFFF4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9155" name="Line 19">
            <a:extLst>
              <a:ext uri="{FF2B5EF4-FFF2-40B4-BE49-F238E27FC236}">
                <a16:creationId xmlns:a16="http://schemas.microsoft.com/office/drawing/2014/main" id="{520261F2-5A5E-4B00-A9AC-8B3476BDD4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21613" y="1792288"/>
            <a:ext cx="0" cy="2393950"/>
          </a:xfrm>
          <a:prstGeom prst="line">
            <a:avLst/>
          </a:prstGeom>
          <a:noFill/>
          <a:ln w="19050">
            <a:solidFill>
              <a:srgbClr val="FFFF4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9156" name="Line 20">
            <a:extLst>
              <a:ext uri="{FF2B5EF4-FFF2-40B4-BE49-F238E27FC236}">
                <a16:creationId xmlns:a16="http://schemas.microsoft.com/office/drawing/2014/main" id="{DC409F5B-3A6F-405C-B521-493DCE329B2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081713" y="2362200"/>
            <a:ext cx="704850" cy="638175"/>
          </a:xfrm>
          <a:prstGeom prst="line">
            <a:avLst/>
          </a:prstGeom>
          <a:noFill/>
          <a:ln w="19050">
            <a:solidFill>
              <a:srgbClr val="FFFF4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9157" name="Line 21">
            <a:extLst>
              <a:ext uri="{FF2B5EF4-FFF2-40B4-BE49-F238E27FC236}">
                <a16:creationId xmlns:a16="http://schemas.microsoft.com/office/drawing/2014/main" id="{9A948C46-9717-4D9D-894B-B67C46C1664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95975" y="1781175"/>
            <a:ext cx="1930400" cy="2405063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9158" name="Arc 22">
            <a:extLst>
              <a:ext uri="{FF2B5EF4-FFF2-40B4-BE49-F238E27FC236}">
                <a16:creationId xmlns:a16="http://schemas.microsoft.com/office/drawing/2014/main" id="{4231314C-7D86-45CA-8A2E-3ABFCAA55F2F}"/>
              </a:ext>
            </a:extLst>
          </p:cNvPr>
          <p:cNvSpPr>
            <a:spLocks/>
          </p:cNvSpPr>
          <p:nvPr/>
        </p:nvSpPr>
        <p:spPr bwMode="auto">
          <a:xfrm flipH="1">
            <a:off x="6010275" y="2265363"/>
            <a:ext cx="347663" cy="395287"/>
          </a:xfrm>
          <a:custGeom>
            <a:avLst/>
            <a:gdLst>
              <a:gd name="T0" fmla="*/ 2147483646 w 21600"/>
              <a:gd name="T1" fmla="*/ 2147483646 h 24900"/>
              <a:gd name="T2" fmla="*/ 2147483646 w 21600"/>
              <a:gd name="T3" fmla="*/ 0 h 24900"/>
              <a:gd name="T4" fmla="*/ 2147483646 w 21600"/>
              <a:gd name="T5" fmla="*/ 2147483646 h 24900"/>
              <a:gd name="T6" fmla="*/ 0 60000 65536"/>
              <a:gd name="T7" fmla="*/ 0 60000 65536"/>
              <a:gd name="T8" fmla="*/ 0 60000 65536"/>
              <a:gd name="T9" fmla="*/ 0 w 21600"/>
              <a:gd name="T10" fmla="*/ 0 h 24900"/>
              <a:gd name="T11" fmla="*/ 21600 w 21600"/>
              <a:gd name="T12" fmla="*/ 24900 h 249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4900" fill="none" extrusionOk="0">
                <a:moveTo>
                  <a:pt x="19221" y="24899"/>
                </a:moveTo>
                <a:cubicBezTo>
                  <a:pt x="8279" y="23687"/>
                  <a:pt x="0" y="14439"/>
                  <a:pt x="0" y="3431"/>
                </a:cubicBezTo>
                <a:cubicBezTo>
                  <a:pt x="-1" y="2281"/>
                  <a:pt x="91" y="1134"/>
                  <a:pt x="274" y="0"/>
                </a:cubicBezTo>
              </a:path>
              <a:path w="21600" h="24900" stroke="0" extrusionOk="0">
                <a:moveTo>
                  <a:pt x="19221" y="24899"/>
                </a:moveTo>
                <a:cubicBezTo>
                  <a:pt x="8279" y="23687"/>
                  <a:pt x="0" y="14439"/>
                  <a:pt x="0" y="3431"/>
                </a:cubicBezTo>
                <a:cubicBezTo>
                  <a:pt x="-1" y="2281"/>
                  <a:pt x="91" y="1134"/>
                  <a:pt x="274" y="0"/>
                </a:cubicBezTo>
                <a:lnTo>
                  <a:pt x="21600" y="3431"/>
                </a:lnTo>
                <a:lnTo>
                  <a:pt x="19221" y="24899"/>
                </a:lnTo>
                <a:close/>
              </a:path>
            </a:pathLst>
          </a:custGeom>
          <a:noFill/>
          <a:ln w="28575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159" name="Line 23">
            <a:extLst>
              <a:ext uri="{FF2B5EF4-FFF2-40B4-BE49-F238E27FC236}">
                <a16:creationId xmlns:a16="http://schemas.microsoft.com/office/drawing/2014/main" id="{3FB2C2B4-B601-48FB-94AF-3AC8F94D052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80125" y="2360613"/>
            <a:ext cx="185738" cy="1825625"/>
          </a:xfrm>
          <a:prstGeom prst="line">
            <a:avLst/>
          </a:prstGeom>
          <a:noFill/>
          <a:ln w="19050">
            <a:solidFill>
              <a:srgbClr val="FFFF4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9160" name="Rectangle 24">
            <a:extLst>
              <a:ext uri="{FF2B5EF4-FFF2-40B4-BE49-F238E27FC236}">
                <a16:creationId xmlns:a16="http://schemas.microsoft.com/office/drawing/2014/main" id="{885D5706-086A-44F3-9E88-1B5595AF0D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9313" y="413385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1800" i="1">
                <a:solidFill>
                  <a:srgbClr val="FF9900"/>
                </a:solidFill>
              </a:rPr>
              <a:t>a</a:t>
            </a:r>
          </a:p>
        </p:txBody>
      </p:sp>
      <p:sp>
        <p:nvSpPr>
          <p:cNvPr id="219161" name="Arc 25">
            <a:extLst>
              <a:ext uri="{FF2B5EF4-FFF2-40B4-BE49-F238E27FC236}">
                <a16:creationId xmlns:a16="http://schemas.microsoft.com/office/drawing/2014/main" id="{BC2C05AA-BB55-451F-B2D0-F9538834DB90}"/>
              </a:ext>
            </a:extLst>
          </p:cNvPr>
          <p:cNvSpPr>
            <a:spLocks/>
          </p:cNvSpPr>
          <p:nvPr/>
        </p:nvSpPr>
        <p:spPr bwMode="auto">
          <a:xfrm flipH="1">
            <a:off x="6021388" y="2901950"/>
            <a:ext cx="122237" cy="131763"/>
          </a:xfrm>
          <a:custGeom>
            <a:avLst/>
            <a:gdLst>
              <a:gd name="T0" fmla="*/ 2147483646 w 25027"/>
              <a:gd name="T1" fmla="*/ 2147483646 h 21600"/>
              <a:gd name="T2" fmla="*/ 0 w 25027"/>
              <a:gd name="T3" fmla="*/ 2147483646 h 21600"/>
              <a:gd name="T4" fmla="*/ 2147483646 w 25027"/>
              <a:gd name="T5" fmla="*/ 0 h 21600"/>
              <a:gd name="T6" fmla="*/ 0 60000 65536"/>
              <a:gd name="T7" fmla="*/ 0 60000 65536"/>
              <a:gd name="T8" fmla="*/ 0 60000 65536"/>
              <a:gd name="T9" fmla="*/ 0 w 25027"/>
              <a:gd name="T10" fmla="*/ 0 h 21600"/>
              <a:gd name="T11" fmla="*/ 25027 w 25027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5027" h="21600" fill="none" extrusionOk="0">
                <a:moveTo>
                  <a:pt x="25026" y="17485"/>
                </a:moveTo>
                <a:cubicBezTo>
                  <a:pt x="21339" y="20160"/>
                  <a:pt x="16901" y="21599"/>
                  <a:pt x="12346" y="21600"/>
                </a:cubicBezTo>
                <a:cubicBezTo>
                  <a:pt x="7931" y="21600"/>
                  <a:pt x="3622" y="20247"/>
                  <a:pt x="0" y="17723"/>
                </a:cubicBezTo>
              </a:path>
              <a:path w="25027" h="21600" stroke="0" extrusionOk="0">
                <a:moveTo>
                  <a:pt x="25026" y="17485"/>
                </a:moveTo>
                <a:cubicBezTo>
                  <a:pt x="21339" y="20160"/>
                  <a:pt x="16901" y="21599"/>
                  <a:pt x="12346" y="21600"/>
                </a:cubicBezTo>
                <a:cubicBezTo>
                  <a:pt x="7931" y="21600"/>
                  <a:pt x="3622" y="20247"/>
                  <a:pt x="0" y="17723"/>
                </a:cubicBezTo>
                <a:lnTo>
                  <a:pt x="12346" y="0"/>
                </a:lnTo>
                <a:lnTo>
                  <a:pt x="25026" y="17485"/>
                </a:lnTo>
                <a:close/>
              </a:path>
            </a:pathLst>
          </a:custGeom>
          <a:noFill/>
          <a:ln w="28575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162" name="Rectangle 26">
            <a:extLst>
              <a:ext uri="{FF2B5EF4-FFF2-40B4-BE49-F238E27FC236}">
                <a16:creationId xmlns:a16="http://schemas.microsoft.com/office/drawing/2014/main" id="{566DF2D8-09E8-4D07-8447-0F270CF96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2971800"/>
            <a:ext cx="4143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l-GR" altLang="zh-CN" sz="1800" i="1">
                <a:solidFill>
                  <a:srgbClr val="FF9900"/>
                </a:solidFill>
                <a:cs typeface="Arial" panose="020B0604020202020204" pitchFamily="34" charset="0"/>
              </a:rPr>
              <a:t>ε</a:t>
            </a:r>
            <a:endParaRPr kumimoji="0" lang="en-US" altLang="zh-CN" sz="1800" i="1">
              <a:solidFill>
                <a:srgbClr val="FF9900"/>
              </a:solidFill>
              <a:cs typeface="Arial" panose="020B0604020202020204" pitchFamily="34" charset="0"/>
            </a:endParaRPr>
          </a:p>
        </p:txBody>
      </p:sp>
      <p:sp>
        <p:nvSpPr>
          <p:cNvPr id="219163" name="Rectangle 27">
            <a:extLst>
              <a:ext uri="{FF2B5EF4-FFF2-40B4-BE49-F238E27FC236}">
                <a16:creationId xmlns:a16="http://schemas.microsoft.com/office/drawing/2014/main" id="{454BDE9E-602F-4DDC-B8D5-9B03B5780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8650" y="2171700"/>
            <a:ext cx="336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1800" i="1">
                <a:solidFill>
                  <a:srgbClr val="FF9900"/>
                </a:solidFill>
                <a:cs typeface="Arial" panose="020B0604020202020204" pitchFamily="34" charset="0"/>
              </a:rPr>
              <a:t>C</a:t>
            </a:r>
          </a:p>
        </p:txBody>
      </p:sp>
      <p:sp>
        <p:nvSpPr>
          <p:cNvPr id="219164" name="Rectangle 28">
            <a:extLst>
              <a:ext uri="{FF2B5EF4-FFF2-40B4-BE49-F238E27FC236}">
                <a16:creationId xmlns:a16="http://schemas.microsoft.com/office/drawing/2014/main" id="{790DD347-F491-4661-8F34-7AFF91868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2113" y="2865438"/>
            <a:ext cx="336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1800" i="1">
                <a:solidFill>
                  <a:srgbClr val="FF9900"/>
                </a:solidFill>
                <a:cs typeface="Arial" panose="020B0604020202020204" pitchFamily="34" charset="0"/>
              </a:rPr>
              <a:t>B</a:t>
            </a:r>
          </a:p>
        </p:txBody>
      </p:sp>
      <p:sp>
        <p:nvSpPr>
          <p:cNvPr id="219165" name="Rectangle 29">
            <a:extLst>
              <a:ext uri="{FF2B5EF4-FFF2-40B4-BE49-F238E27FC236}">
                <a16:creationId xmlns:a16="http://schemas.microsoft.com/office/drawing/2014/main" id="{12494D61-66DA-4702-A72B-C98A20C46D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4838" y="3035300"/>
            <a:ext cx="336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1800" i="1">
                <a:solidFill>
                  <a:srgbClr val="FF9900"/>
                </a:solidFill>
                <a:cs typeface="Arial" panose="020B0604020202020204" pitchFamily="34" charset="0"/>
              </a:rPr>
              <a:t>R</a:t>
            </a:r>
          </a:p>
        </p:txBody>
      </p:sp>
      <p:sp>
        <p:nvSpPr>
          <p:cNvPr id="219166" name="Arc 30">
            <a:extLst>
              <a:ext uri="{FF2B5EF4-FFF2-40B4-BE49-F238E27FC236}">
                <a16:creationId xmlns:a16="http://schemas.microsoft.com/office/drawing/2014/main" id="{CA805709-BBD5-4A19-8B05-8B370CFD3BD2}"/>
              </a:ext>
            </a:extLst>
          </p:cNvPr>
          <p:cNvSpPr>
            <a:spLocks/>
          </p:cNvSpPr>
          <p:nvPr/>
        </p:nvSpPr>
        <p:spPr bwMode="auto">
          <a:xfrm rot="427055">
            <a:off x="5911850" y="4067175"/>
            <a:ext cx="144463" cy="133350"/>
          </a:xfrm>
          <a:custGeom>
            <a:avLst/>
            <a:gdLst>
              <a:gd name="T0" fmla="*/ 2147483646 w 21392"/>
              <a:gd name="T1" fmla="*/ 0 h 18465"/>
              <a:gd name="T2" fmla="*/ 2147483646 w 21392"/>
              <a:gd name="T3" fmla="*/ 2147483646 h 18465"/>
              <a:gd name="T4" fmla="*/ 0 w 21392"/>
              <a:gd name="T5" fmla="*/ 2147483646 h 18465"/>
              <a:gd name="T6" fmla="*/ 0 60000 65536"/>
              <a:gd name="T7" fmla="*/ 0 60000 65536"/>
              <a:gd name="T8" fmla="*/ 0 60000 65536"/>
              <a:gd name="T9" fmla="*/ 0 w 21392"/>
              <a:gd name="T10" fmla="*/ 0 h 18465"/>
              <a:gd name="T11" fmla="*/ 21392 w 21392"/>
              <a:gd name="T12" fmla="*/ 18465 h 184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392" h="18465" fill="none" extrusionOk="0">
                <a:moveTo>
                  <a:pt x="11207" y="-1"/>
                </a:moveTo>
                <a:cubicBezTo>
                  <a:pt x="16755" y="3367"/>
                  <a:pt x="20494" y="9050"/>
                  <a:pt x="21392" y="15477"/>
                </a:cubicBezTo>
              </a:path>
              <a:path w="21392" h="18465" stroke="0" extrusionOk="0">
                <a:moveTo>
                  <a:pt x="11207" y="-1"/>
                </a:moveTo>
                <a:cubicBezTo>
                  <a:pt x="16755" y="3367"/>
                  <a:pt x="20494" y="9050"/>
                  <a:pt x="21392" y="15477"/>
                </a:cubicBezTo>
                <a:lnTo>
                  <a:pt x="0" y="18465"/>
                </a:lnTo>
                <a:lnTo>
                  <a:pt x="11207" y="-1"/>
                </a:lnTo>
                <a:close/>
              </a:path>
            </a:pathLst>
          </a:custGeom>
          <a:noFill/>
          <a:ln w="19050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19167" name="Object 7">
            <a:extLst>
              <a:ext uri="{FF2B5EF4-FFF2-40B4-BE49-F238E27FC236}">
                <a16:creationId xmlns:a16="http://schemas.microsoft.com/office/drawing/2014/main" id="{A9858588-B82B-497F-BB3C-CB4F9DCE7A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48275" y="3395663"/>
          <a:ext cx="596900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54" name="公式" r:id="rId13" imgW="847926" imgH="695189" progId="Equation.3">
                  <p:embed/>
                </p:oleObj>
              </mc:Choice>
              <mc:Fallback>
                <p:oleObj name="公式" r:id="rId13" imgW="847926" imgH="695189" progId="Equation.3">
                  <p:embed/>
                  <p:pic>
                    <p:nvPicPr>
                      <p:cNvPr id="219167" name="Object 7">
                        <a:extLst>
                          <a:ext uri="{FF2B5EF4-FFF2-40B4-BE49-F238E27FC236}">
                            <a16:creationId xmlns:a16="http://schemas.microsoft.com/office/drawing/2014/main" id="{A9858588-B82B-497F-BB3C-CB4F9DCE7A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8275" y="3395663"/>
                        <a:ext cx="596900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68" name="Object 8">
            <a:extLst>
              <a:ext uri="{FF2B5EF4-FFF2-40B4-BE49-F238E27FC236}">
                <a16:creationId xmlns:a16="http://schemas.microsoft.com/office/drawing/2014/main" id="{D499FB87-0B9B-4EBF-892E-3C89CBD8BF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64250" y="3981450"/>
          <a:ext cx="165100" cy="20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55" name="公式" r:id="rId15" imgW="171546" imgH="228600" progId="Equation.3">
                  <p:embed/>
                </p:oleObj>
              </mc:Choice>
              <mc:Fallback>
                <p:oleObj name="公式" r:id="rId15" imgW="171546" imgH="228600" progId="Equation.3">
                  <p:embed/>
                  <p:pic>
                    <p:nvPicPr>
                      <p:cNvPr id="219168" name="Object 8">
                        <a:extLst>
                          <a:ext uri="{FF2B5EF4-FFF2-40B4-BE49-F238E27FC236}">
                            <a16:creationId xmlns:a16="http://schemas.microsoft.com/office/drawing/2014/main" id="{D499FB87-0B9B-4EBF-892E-3C89CBD8BF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4250" y="3981450"/>
                        <a:ext cx="165100" cy="200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9169" name="Arc 33">
            <a:extLst>
              <a:ext uri="{FF2B5EF4-FFF2-40B4-BE49-F238E27FC236}">
                <a16:creationId xmlns:a16="http://schemas.microsoft.com/office/drawing/2014/main" id="{38756515-FF06-42F9-8A36-EC688F78A83D}"/>
              </a:ext>
            </a:extLst>
          </p:cNvPr>
          <p:cNvSpPr>
            <a:spLocks/>
          </p:cNvSpPr>
          <p:nvPr/>
        </p:nvSpPr>
        <p:spPr bwMode="auto">
          <a:xfrm rot="427055">
            <a:off x="5911850" y="3905250"/>
            <a:ext cx="152400" cy="155575"/>
          </a:xfrm>
          <a:custGeom>
            <a:avLst/>
            <a:gdLst>
              <a:gd name="T0" fmla="*/ 0 w 22649"/>
              <a:gd name="T1" fmla="*/ 2147483646 h 21600"/>
              <a:gd name="T2" fmla="*/ 2147483646 w 22649"/>
              <a:gd name="T3" fmla="*/ 2147483646 h 21600"/>
              <a:gd name="T4" fmla="*/ 2147483646 w 22649"/>
              <a:gd name="T5" fmla="*/ 2147483646 h 21600"/>
              <a:gd name="T6" fmla="*/ 0 60000 65536"/>
              <a:gd name="T7" fmla="*/ 0 60000 65536"/>
              <a:gd name="T8" fmla="*/ 0 60000 65536"/>
              <a:gd name="T9" fmla="*/ 0 w 22649"/>
              <a:gd name="T10" fmla="*/ 0 h 21600"/>
              <a:gd name="T11" fmla="*/ 22649 w 22649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49" h="21600" fill="none" extrusionOk="0">
                <a:moveTo>
                  <a:pt x="-1" y="709"/>
                </a:moveTo>
                <a:cubicBezTo>
                  <a:pt x="1792" y="238"/>
                  <a:pt x="3637" y="-1"/>
                  <a:pt x="5491" y="0"/>
                </a:cubicBezTo>
                <a:cubicBezTo>
                  <a:pt x="12218" y="0"/>
                  <a:pt x="18562" y="3134"/>
                  <a:pt x="22649" y="8478"/>
                </a:cubicBezTo>
              </a:path>
              <a:path w="22649" h="21600" stroke="0" extrusionOk="0">
                <a:moveTo>
                  <a:pt x="-1" y="709"/>
                </a:moveTo>
                <a:cubicBezTo>
                  <a:pt x="1792" y="238"/>
                  <a:pt x="3637" y="-1"/>
                  <a:pt x="5491" y="0"/>
                </a:cubicBezTo>
                <a:cubicBezTo>
                  <a:pt x="12218" y="0"/>
                  <a:pt x="18562" y="3134"/>
                  <a:pt x="22649" y="8478"/>
                </a:cubicBezTo>
                <a:lnTo>
                  <a:pt x="5491" y="21600"/>
                </a:lnTo>
                <a:lnTo>
                  <a:pt x="-1" y="709"/>
                </a:lnTo>
                <a:close/>
              </a:path>
            </a:pathLst>
          </a:custGeom>
          <a:noFill/>
          <a:ln w="19050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170" name="Rectangle 34">
            <a:extLst>
              <a:ext uri="{FF2B5EF4-FFF2-40B4-BE49-F238E27FC236}">
                <a16:creationId xmlns:a16="http://schemas.microsoft.com/office/drawing/2014/main" id="{E2BD4C38-3487-4C1E-9765-C7EB00280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4363" y="410368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1800" i="1">
                <a:solidFill>
                  <a:srgbClr val="FF9900"/>
                </a:solidFill>
                <a:cs typeface="Arial" panose="020B0604020202020204" pitchFamily="34" charset="0"/>
              </a:rPr>
              <a:t>x</a:t>
            </a:r>
          </a:p>
        </p:txBody>
      </p:sp>
      <p:sp>
        <p:nvSpPr>
          <p:cNvPr id="219171" name="Rectangle 35">
            <a:extLst>
              <a:ext uri="{FF2B5EF4-FFF2-40B4-BE49-F238E27FC236}">
                <a16:creationId xmlns:a16="http://schemas.microsoft.com/office/drawing/2014/main" id="{83528C4E-4639-4503-B0B5-4856F9E17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6575" y="4113213"/>
            <a:ext cx="349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1800" i="1">
                <a:solidFill>
                  <a:srgbClr val="FF9900"/>
                </a:solidFill>
                <a:cs typeface="Arial" panose="020B0604020202020204" pitchFamily="34" charset="0"/>
              </a:rPr>
              <a:t>O</a:t>
            </a:r>
          </a:p>
        </p:txBody>
      </p:sp>
      <p:grpSp>
        <p:nvGrpSpPr>
          <p:cNvPr id="2" name="Group 36">
            <a:extLst>
              <a:ext uri="{FF2B5EF4-FFF2-40B4-BE49-F238E27FC236}">
                <a16:creationId xmlns:a16="http://schemas.microsoft.com/office/drawing/2014/main" id="{17026DA8-EDE4-4D0A-84E4-319C50CA01E3}"/>
              </a:ext>
            </a:extLst>
          </p:cNvPr>
          <p:cNvGrpSpPr>
            <a:grpSpLocks/>
          </p:cNvGrpSpPr>
          <p:nvPr/>
        </p:nvGrpSpPr>
        <p:grpSpPr bwMode="auto">
          <a:xfrm>
            <a:off x="5883275" y="1774825"/>
            <a:ext cx="2532063" cy="2511425"/>
            <a:chOff x="3706" y="1118"/>
            <a:chExt cx="1595" cy="1582"/>
          </a:xfrm>
        </p:grpSpPr>
        <p:grpSp>
          <p:nvGrpSpPr>
            <p:cNvPr id="10286" name="Group 37">
              <a:extLst>
                <a:ext uri="{FF2B5EF4-FFF2-40B4-BE49-F238E27FC236}">
                  <a16:creationId xmlns:a16="http://schemas.microsoft.com/office/drawing/2014/main" id="{59AF91ED-6ADA-437E-A73F-C7BB164476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19" y="1934"/>
              <a:ext cx="857" cy="646"/>
              <a:chOff x="4219" y="1934"/>
              <a:chExt cx="857" cy="646"/>
            </a:xfrm>
          </p:grpSpPr>
          <p:sp>
            <p:nvSpPr>
              <p:cNvPr id="10308" name="Rectangle 38">
                <a:extLst>
                  <a:ext uri="{FF2B5EF4-FFF2-40B4-BE49-F238E27FC236}">
                    <a16:creationId xmlns:a16="http://schemas.microsoft.com/office/drawing/2014/main" id="{2733B545-282D-4D6B-9AAF-9EA04942B4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15" y="1934"/>
                <a:ext cx="26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0" lang="el-GR" altLang="zh-CN" sz="1800" i="1">
                    <a:solidFill>
                      <a:srgbClr val="FF9900"/>
                    </a:solidFill>
                    <a:cs typeface="Arial" panose="020B0604020202020204" pitchFamily="34" charset="0"/>
                  </a:rPr>
                  <a:t>ε</a:t>
                </a:r>
                <a:endParaRPr kumimoji="0" lang="en-US" altLang="zh-CN" sz="1800" i="1">
                  <a:solidFill>
                    <a:srgbClr val="FF99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0309" name="Line 39">
                <a:extLst>
                  <a:ext uri="{FF2B5EF4-FFF2-40B4-BE49-F238E27FC236}">
                    <a16:creationId xmlns:a16="http://schemas.microsoft.com/office/drawing/2014/main" id="{A636FB0E-935D-4056-A97E-CC3F2446D4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19" y="2246"/>
                <a:ext cx="693" cy="334"/>
              </a:xfrm>
              <a:prstGeom prst="line">
                <a:avLst/>
              </a:prstGeom>
              <a:noFill/>
              <a:ln w="19050">
                <a:solidFill>
                  <a:srgbClr val="83FFFF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10" name="Line 40">
                <a:extLst>
                  <a:ext uri="{FF2B5EF4-FFF2-40B4-BE49-F238E27FC236}">
                    <a16:creationId xmlns:a16="http://schemas.microsoft.com/office/drawing/2014/main" id="{1CF75F92-57EA-40E8-B922-04ECC41D59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51" y="1990"/>
                <a:ext cx="595" cy="478"/>
              </a:xfrm>
              <a:prstGeom prst="line">
                <a:avLst/>
              </a:prstGeom>
              <a:noFill/>
              <a:ln w="19050">
                <a:solidFill>
                  <a:srgbClr val="83FFFF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0287" name="Group 41">
              <a:extLst>
                <a:ext uri="{FF2B5EF4-FFF2-40B4-BE49-F238E27FC236}">
                  <a16:creationId xmlns:a16="http://schemas.microsoft.com/office/drawing/2014/main" id="{B53FAF5B-2174-4D44-869B-C743384E3A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06" y="1118"/>
              <a:ext cx="1595" cy="1582"/>
              <a:chOff x="3706" y="1118"/>
              <a:chExt cx="1595" cy="1582"/>
            </a:xfrm>
          </p:grpSpPr>
          <p:sp>
            <p:nvSpPr>
              <p:cNvPr id="10288" name="Rectangle 42">
                <a:extLst>
                  <a:ext uri="{FF2B5EF4-FFF2-40B4-BE49-F238E27FC236}">
                    <a16:creationId xmlns:a16="http://schemas.microsoft.com/office/drawing/2014/main" id="{9F21C58E-6BA3-409D-AAB3-ED1233DAC0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44" y="2160"/>
                <a:ext cx="26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0" lang="el-GR" altLang="zh-CN" sz="1800" i="1">
                    <a:solidFill>
                      <a:srgbClr val="FF9900"/>
                    </a:solidFill>
                    <a:cs typeface="Arial" panose="020B0604020202020204" pitchFamily="34" charset="0"/>
                  </a:rPr>
                  <a:t>ε</a:t>
                </a:r>
                <a:endParaRPr kumimoji="0" lang="en-US" altLang="zh-CN" sz="1800" i="1">
                  <a:solidFill>
                    <a:srgbClr val="FF99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0289" name="Rectangle 43">
                <a:extLst>
                  <a:ext uri="{FF2B5EF4-FFF2-40B4-BE49-F238E27FC236}">
                    <a16:creationId xmlns:a16="http://schemas.microsoft.com/office/drawing/2014/main" id="{2D7DEA18-0E54-4966-A983-94F56C552F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8" y="2334"/>
                <a:ext cx="26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0" lang="el-GR" altLang="zh-CN" sz="1800" i="1">
                    <a:solidFill>
                      <a:srgbClr val="FF9900"/>
                    </a:solidFill>
                    <a:cs typeface="Arial" panose="020B0604020202020204" pitchFamily="34" charset="0"/>
                  </a:rPr>
                  <a:t>ε</a:t>
                </a:r>
                <a:endParaRPr kumimoji="0" lang="en-US" altLang="zh-CN" sz="1800" i="1">
                  <a:solidFill>
                    <a:srgbClr val="FF99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0290" name="Rectangle 44">
                <a:extLst>
                  <a:ext uri="{FF2B5EF4-FFF2-40B4-BE49-F238E27FC236}">
                    <a16:creationId xmlns:a16="http://schemas.microsoft.com/office/drawing/2014/main" id="{7941D267-628B-48B5-913F-916FC09993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3" y="2469"/>
                <a:ext cx="26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0" lang="el-GR" altLang="zh-CN" sz="1800" i="1">
                    <a:solidFill>
                      <a:srgbClr val="FF9900"/>
                    </a:solidFill>
                    <a:cs typeface="Arial" panose="020B0604020202020204" pitchFamily="34" charset="0"/>
                  </a:rPr>
                  <a:t>ε</a:t>
                </a:r>
                <a:endParaRPr kumimoji="0" lang="en-US" altLang="zh-CN" sz="1800" i="1">
                  <a:solidFill>
                    <a:srgbClr val="FF99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0291" name="Line 45">
                <a:extLst>
                  <a:ext uri="{FF2B5EF4-FFF2-40B4-BE49-F238E27FC236}">
                    <a16:creationId xmlns:a16="http://schemas.microsoft.com/office/drawing/2014/main" id="{C5F17971-0D44-4A06-9C51-308D276695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14" y="2635"/>
                <a:ext cx="1587" cy="0"/>
              </a:xfrm>
              <a:prstGeom prst="line">
                <a:avLst/>
              </a:prstGeom>
              <a:noFill/>
              <a:ln w="19050">
                <a:solidFill>
                  <a:srgbClr val="CCECFF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92" name="Line 46">
                <a:extLst>
                  <a:ext uri="{FF2B5EF4-FFF2-40B4-BE49-F238E27FC236}">
                    <a16:creationId xmlns:a16="http://schemas.microsoft.com/office/drawing/2014/main" id="{6E5566CF-0095-4230-9C8F-6846B8560E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30" y="1627"/>
                <a:ext cx="62" cy="254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93" name="Line 47">
                <a:extLst>
                  <a:ext uri="{FF2B5EF4-FFF2-40B4-BE49-F238E27FC236}">
                    <a16:creationId xmlns:a16="http://schemas.microsoft.com/office/drawing/2014/main" id="{EB8B73BD-9DA3-4B4A-A4FE-9065D12FBE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90" y="1367"/>
                <a:ext cx="0" cy="272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94" name="Line 48">
                <a:extLst>
                  <a:ext uri="{FF2B5EF4-FFF2-40B4-BE49-F238E27FC236}">
                    <a16:creationId xmlns:a16="http://schemas.microsoft.com/office/drawing/2014/main" id="{C9586AF8-D314-4B22-A92F-AAC790F1F2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929" y="1118"/>
                <a:ext cx="61" cy="257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95" name="Line 49">
                <a:extLst>
                  <a:ext uri="{FF2B5EF4-FFF2-40B4-BE49-F238E27FC236}">
                    <a16:creationId xmlns:a16="http://schemas.microsoft.com/office/drawing/2014/main" id="{57184D7D-A101-4D87-B442-E2AE41CB33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52" y="1716"/>
                <a:ext cx="471" cy="592"/>
              </a:xfrm>
              <a:prstGeom prst="line">
                <a:avLst/>
              </a:prstGeom>
              <a:noFill/>
              <a:ln w="19050">
                <a:solidFill>
                  <a:srgbClr val="83FFFF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96" name="Line 50">
                <a:extLst>
                  <a:ext uri="{FF2B5EF4-FFF2-40B4-BE49-F238E27FC236}">
                    <a16:creationId xmlns:a16="http://schemas.microsoft.com/office/drawing/2014/main" id="{F5481049-EECC-46B0-9533-C2D82AC68C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80" y="2485"/>
                <a:ext cx="641" cy="151"/>
              </a:xfrm>
              <a:prstGeom prst="line">
                <a:avLst/>
              </a:prstGeom>
              <a:noFill/>
              <a:ln w="19050">
                <a:solidFill>
                  <a:srgbClr val="83FFFF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97" name="Arc 51">
                <a:extLst>
                  <a:ext uri="{FF2B5EF4-FFF2-40B4-BE49-F238E27FC236}">
                    <a16:creationId xmlns:a16="http://schemas.microsoft.com/office/drawing/2014/main" id="{DC8A3A17-855B-48AD-947F-BDF066C1C909}"/>
                  </a:ext>
                </a:extLst>
              </p:cNvPr>
              <p:cNvSpPr>
                <a:spLocks/>
              </p:cNvSpPr>
              <p:nvPr/>
            </p:nvSpPr>
            <p:spPr bwMode="auto">
              <a:xfrm rot="2010732">
                <a:off x="4078" y="2598"/>
                <a:ext cx="44" cy="33"/>
              </a:xfrm>
              <a:custGeom>
                <a:avLst/>
                <a:gdLst>
                  <a:gd name="T0" fmla="*/ 0 w 21392"/>
                  <a:gd name="T1" fmla="*/ 0 h 18465"/>
                  <a:gd name="T2" fmla="*/ 0 w 21392"/>
                  <a:gd name="T3" fmla="*/ 0 h 18465"/>
                  <a:gd name="T4" fmla="*/ 0 w 21392"/>
                  <a:gd name="T5" fmla="*/ 0 h 18465"/>
                  <a:gd name="T6" fmla="*/ 0 60000 65536"/>
                  <a:gd name="T7" fmla="*/ 0 60000 65536"/>
                  <a:gd name="T8" fmla="*/ 0 60000 65536"/>
                  <a:gd name="T9" fmla="*/ 0 w 21392"/>
                  <a:gd name="T10" fmla="*/ 0 h 18465"/>
                  <a:gd name="T11" fmla="*/ 21392 w 21392"/>
                  <a:gd name="T12" fmla="*/ 18465 h 1846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392" h="18465" fill="none" extrusionOk="0">
                    <a:moveTo>
                      <a:pt x="11207" y="-1"/>
                    </a:moveTo>
                    <a:cubicBezTo>
                      <a:pt x="16755" y="3367"/>
                      <a:pt x="20494" y="9050"/>
                      <a:pt x="21392" y="15477"/>
                    </a:cubicBezTo>
                  </a:path>
                  <a:path w="21392" h="18465" stroke="0" extrusionOk="0">
                    <a:moveTo>
                      <a:pt x="11207" y="-1"/>
                    </a:moveTo>
                    <a:cubicBezTo>
                      <a:pt x="16755" y="3367"/>
                      <a:pt x="20494" y="9050"/>
                      <a:pt x="21392" y="15477"/>
                    </a:cubicBezTo>
                    <a:lnTo>
                      <a:pt x="0" y="18465"/>
                    </a:lnTo>
                    <a:lnTo>
                      <a:pt x="11207" y="-1"/>
                    </a:lnTo>
                    <a:close/>
                  </a:path>
                </a:pathLst>
              </a:custGeom>
              <a:noFill/>
              <a:ln w="19050">
                <a:solidFill>
                  <a:srgbClr val="00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98" name="Arc 52">
                <a:extLst>
                  <a:ext uri="{FF2B5EF4-FFF2-40B4-BE49-F238E27FC236}">
                    <a16:creationId xmlns:a16="http://schemas.microsoft.com/office/drawing/2014/main" id="{604788CA-318F-4C41-ADE5-B46AD63942C4}"/>
                  </a:ext>
                </a:extLst>
              </p:cNvPr>
              <p:cNvSpPr>
                <a:spLocks/>
              </p:cNvSpPr>
              <p:nvPr/>
            </p:nvSpPr>
            <p:spPr bwMode="auto">
              <a:xfrm rot="600479">
                <a:off x="4318" y="2516"/>
                <a:ext cx="44" cy="33"/>
              </a:xfrm>
              <a:custGeom>
                <a:avLst/>
                <a:gdLst>
                  <a:gd name="T0" fmla="*/ 0 w 21392"/>
                  <a:gd name="T1" fmla="*/ 0 h 18465"/>
                  <a:gd name="T2" fmla="*/ 0 w 21392"/>
                  <a:gd name="T3" fmla="*/ 0 h 18465"/>
                  <a:gd name="T4" fmla="*/ 0 w 21392"/>
                  <a:gd name="T5" fmla="*/ 0 h 18465"/>
                  <a:gd name="T6" fmla="*/ 0 60000 65536"/>
                  <a:gd name="T7" fmla="*/ 0 60000 65536"/>
                  <a:gd name="T8" fmla="*/ 0 60000 65536"/>
                  <a:gd name="T9" fmla="*/ 0 w 21392"/>
                  <a:gd name="T10" fmla="*/ 0 h 18465"/>
                  <a:gd name="T11" fmla="*/ 21392 w 21392"/>
                  <a:gd name="T12" fmla="*/ 18465 h 1846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392" h="18465" fill="none" extrusionOk="0">
                    <a:moveTo>
                      <a:pt x="11207" y="-1"/>
                    </a:moveTo>
                    <a:cubicBezTo>
                      <a:pt x="16755" y="3367"/>
                      <a:pt x="20494" y="9050"/>
                      <a:pt x="21392" y="15477"/>
                    </a:cubicBezTo>
                  </a:path>
                  <a:path w="21392" h="18465" stroke="0" extrusionOk="0">
                    <a:moveTo>
                      <a:pt x="11207" y="-1"/>
                    </a:moveTo>
                    <a:cubicBezTo>
                      <a:pt x="16755" y="3367"/>
                      <a:pt x="20494" y="9050"/>
                      <a:pt x="21392" y="15477"/>
                    </a:cubicBezTo>
                    <a:lnTo>
                      <a:pt x="0" y="18465"/>
                    </a:lnTo>
                    <a:lnTo>
                      <a:pt x="11207" y="-1"/>
                    </a:lnTo>
                    <a:close/>
                  </a:path>
                </a:pathLst>
              </a:custGeom>
              <a:noFill/>
              <a:ln w="19050">
                <a:solidFill>
                  <a:srgbClr val="00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99" name="Arc 53">
                <a:extLst>
                  <a:ext uri="{FF2B5EF4-FFF2-40B4-BE49-F238E27FC236}">
                    <a16:creationId xmlns:a16="http://schemas.microsoft.com/office/drawing/2014/main" id="{3962CE68-524C-46F2-A8D8-DFA9164AD2C1}"/>
                  </a:ext>
                </a:extLst>
              </p:cNvPr>
              <p:cNvSpPr>
                <a:spLocks/>
              </p:cNvSpPr>
              <p:nvPr/>
            </p:nvSpPr>
            <p:spPr bwMode="auto">
              <a:xfrm rot="600479">
                <a:off x="4537" y="2377"/>
                <a:ext cx="44" cy="33"/>
              </a:xfrm>
              <a:custGeom>
                <a:avLst/>
                <a:gdLst>
                  <a:gd name="T0" fmla="*/ 0 w 21392"/>
                  <a:gd name="T1" fmla="*/ 0 h 18465"/>
                  <a:gd name="T2" fmla="*/ 0 w 21392"/>
                  <a:gd name="T3" fmla="*/ 0 h 18465"/>
                  <a:gd name="T4" fmla="*/ 0 w 21392"/>
                  <a:gd name="T5" fmla="*/ 0 h 18465"/>
                  <a:gd name="T6" fmla="*/ 0 60000 65536"/>
                  <a:gd name="T7" fmla="*/ 0 60000 65536"/>
                  <a:gd name="T8" fmla="*/ 0 60000 65536"/>
                  <a:gd name="T9" fmla="*/ 0 w 21392"/>
                  <a:gd name="T10" fmla="*/ 0 h 18465"/>
                  <a:gd name="T11" fmla="*/ 21392 w 21392"/>
                  <a:gd name="T12" fmla="*/ 18465 h 1846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392" h="18465" fill="none" extrusionOk="0">
                    <a:moveTo>
                      <a:pt x="11207" y="-1"/>
                    </a:moveTo>
                    <a:cubicBezTo>
                      <a:pt x="16755" y="3367"/>
                      <a:pt x="20494" y="9050"/>
                      <a:pt x="21392" y="15477"/>
                    </a:cubicBezTo>
                  </a:path>
                  <a:path w="21392" h="18465" stroke="0" extrusionOk="0">
                    <a:moveTo>
                      <a:pt x="11207" y="-1"/>
                    </a:moveTo>
                    <a:cubicBezTo>
                      <a:pt x="16755" y="3367"/>
                      <a:pt x="20494" y="9050"/>
                      <a:pt x="21392" y="15477"/>
                    </a:cubicBezTo>
                    <a:lnTo>
                      <a:pt x="0" y="18465"/>
                    </a:lnTo>
                    <a:lnTo>
                      <a:pt x="11207" y="-1"/>
                    </a:lnTo>
                    <a:close/>
                  </a:path>
                </a:pathLst>
              </a:custGeom>
              <a:noFill/>
              <a:ln w="19050">
                <a:solidFill>
                  <a:srgbClr val="00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00" name="Arc 54">
                <a:extLst>
                  <a:ext uri="{FF2B5EF4-FFF2-40B4-BE49-F238E27FC236}">
                    <a16:creationId xmlns:a16="http://schemas.microsoft.com/office/drawing/2014/main" id="{76B3C744-7383-4117-9B9C-D1666937B246}"/>
                  </a:ext>
                </a:extLst>
              </p:cNvPr>
              <p:cNvSpPr>
                <a:spLocks/>
              </p:cNvSpPr>
              <p:nvPr/>
            </p:nvSpPr>
            <p:spPr bwMode="auto">
              <a:xfrm rot="-298419">
                <a:off x="4714" y="2196"/>
                <a:ext cx="44" cy="33"/>
              </a:xfrm>
              <a:custGeom>
                <a:avLst/>
                <a:gdLst>
                  <a:gd name="T0" fmla="*/ 0 w 21392"/>
                  <a:gd name="T1" fmla="*/ 0 h 18465"/>
                  <a:gd name="T2" fmla="*/ 0 w 21392"/>
                  <a:gd name="T3" fmla="*/ 0 h 18465"/>
                  <a:gd name="T4" fmla="*/ 0 w 21392"/>
                  <a:gd name="T5" fmla="*/ 0 h 18465"/>
                  <a:gd name="T6" fmla="*/ 0 60000 65536"/>
                  <a:gd name="T7" fmla="*/ 0 60000 65536"/>
                  <a:gd name="T8" fmla="*/ 0 60000 65536"/>
                  <a:gd name="T9" fmla="*/ 0 w 21392"/>
                  <a:gd name="T10" fmla="*/ 0 h 18465"/>
                  <a:gd name="T11" fmla="*/ 21392 w 21392"/>
                  <a:gd name="T12" fmla="*/ 18465 h 1846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392" h="18465" fill="none" extrusionOk="0">
                    <a:moveTo>
                      <a:pt x="11207" y="-1"/>
                    </a:moveTo>
                    <a:cubicBezTo>
                      <a:pt x="16755" y="3367"/>
                      <a:pt x="20494" y="9050"/>
                      <a:pt x="21392" y="15477"/>
                    </a:cubicBezTo>
                  </a:path>
                  <a:path w="21392" h="18465" stroke="0" extrusionOk="0">
                    <a:moveTo>
                      <a:pt x="11207" y="-1"/>
                    </a:moveTo>
                    <a:cubicBezTo>
                      <a:pt x="16755" y="3367"/>
                      <a:pt x="20494" y="9050"/>
                      <a:pt x="21392" y="15477"/>
                    </a:cubicBezTo>
                    <a:lnTo>
                      <a:pt x="0" y="18465"/>
                    </a:lnTo>
                    <a:lnTo>
                      <a:pt x="11207" y="-1"/>
                    </a:lnTo>
                    <a:close/>
                  </a:path>
                </a:pathLst>
              </a:custGeom>
              <a:noFill/>
              <a:ln w="19050">
                <a:solidFill>
                  <a:srgbClr val="00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01" name="Arc 55">
                <a:extLst>
                  <a:ext uri="{FF2B5EF4-FFF2-40B4-BE49-F238E27FC236}">
                    <a16:creationId xmlns:a16="http://schemas.microsoft.com/office/drawing/2014/main" id="{9810E9AC-99C9-43E5-93AD-70DBB963E6E6}"/>
                  </a:ext>
                </a:extLst>
              </p:cNvPr>
              <p:cNvSpPr>
                <a:spLocks/>
              </p:cNvSpPr>
              <p:nvPr/>
            </p:nvSpPr>
            <p:spPr bwMode="auto">
              <a:xfrm rot="-298419">
                <a:off x="4859" y="1969"/>
                <a:ext cx="44" cy="33"/>
              </a:xfrm>
              <a:custGeom>
                <a:avLst/>
                <a:gdLst>
                  <a:gd name="T0" fmla="*/ 0 w 21392"/>
                  <a:gd name="T1" fmla="*/ 0 h 18465"/>
                  <a:gd name="T2" fmla="*/ 0 w 21392"/>
                  <a:gd name="T3" fmla="*/ 0 h 18465"/>
                  <a:gd name="T4" fmla="*/ 0 w 21392"/>
                  <a:gd name="T5" fmla="*/ 0 h 18465"/>
                  <a:gd name="T6" fmla="*/ 0 60000 65536"/>
                  <a:gd name="T7" fmla="*/ 0 60000 65536"/>
                  <a:gd name="T8" fmla="*/ 0 60000 65536"/>
                  <a:gd name="T9" fmla="*/ 0 w 21392"/>
                  <a:gd name="T10" fmla="*/ 0 h 18465"/>
                  <a:gd name="T11" fmla="*/ 21392 w 21392"/>
                  <a:gd name="T12" fmla="*/ 18465 h 1846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392" h="18465" fill="none" extrusionOk="0">
                    <a:moveTo>
                      <a:pt x="11207" y="-1"/>
                    </a:moveTo>
                    <a:cubicBezTo>
                      <a:pt x="16755" y="3367"/>
                      <a:pt x="20494" y="9050"/>
                      <a:pt x="21392" y="15477"/>
                    </a:cubicBezTo>
                  </a:path>
                  <a:path w="21392" h="18465" stroke="0" extrusionOk="0">
                    <a:moveTo>
                      <a:pt x="11207" y="-1"/>
                    </a:moveTo>
                    <a:cubicBezTo>
                      <a:pt x="16755" y="3367"/>
                      <a:pt x="20494" y="9050"/>
                      <a:pt x="21392" y="15477"/>
                    </a:cubicBezTo>
                    <a:lnTo>
                      <a:pt x="0" y="18465"/>
                    </a:lnTo>
                    <a:lnTo>
                      <a:pt x="11207" y="-1"/>
                    </a:lnTo>
                    <a:close/>
                  </a:path>
                </a:pathLst>
              </a:custGeom>
              <a:noFill/>
              <a:ln w="19050">
                <a:solidFill>
                  <a:srgbClr val="00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02" name="Line 56">
                <a:extLst>
                  <a:ext uri="{FF2B5EF4-FFF2-40B4-BE49-F238E27FC236}">
                    <a16:creationId xmlns:a16="http://schemas.microsoft.com/office/drawing/2014/main" id="{2FD86EC3-C792-4DC5-861E-9BA001D13E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06" y="2634"/>
                <a:ext cx="258" cy="1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3" name="Line 57">
                <a:extLst>
                  <a:ext uri="{FF2B5EF4-FFF2-40B4-BE49-F238E27FC236}">
                    <a16:creationId xmlns:a16="http://schemas.microsoft.com/office/drawing/2014/main" id="{E59E80C8-A119-4A0B-9366-9E22993851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55" y="2576"/>
                <a:ext cx="269" cy="60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4" name="Line 58">
                <a:extLst>
                  <a:ext uri="{FF2B5EF4-FFF2-40B4-BE49-F238E27FC236}">
                    <a16:creationId xmlns:a16="http://schemas.microsoft.com/office/drawing/2014/main" id="{F71E7FB2-84B2-421C-B813-DD8014F8C3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11" y="2463"/>
                <a:ext cx="246" cy="117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5" name="Line 59">
                <a:extLst>
                  <a:ext uri="{FF2B5EF4-FFF2-40B4-BE49-F238E27FC236}">
                    <a16:creationId xmlns:a16="http://schemas.microsoft.com/office/drawing/2014/main" id="{2E7718D3-05A7-4C7F-808D-1828EE781A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48" y="2302"/>
                <a:ext cx="210" cy="168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6" name="Line 60">
                <a:extLst>
                  <a:ext uri="{FF2B5EF4-FFF2-40B4-BE49-F238E27FC236}">
                    <a16:creationId xmlns:a16="http://schemas.microsoft.com/office/drawing/2014/main" id="{DA9BE554-48C9-4E07-882C-99E7222E0D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53" y="2097"/>
                <a:ext cx="166" cy="211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7" name="Line 61">
                <a:extLst>
                  <a:ext uri="{FF2B5EF4-FFF2-40B4-BE49-F238E27FC236}">
                    <a16:creationId xmlns:a16="http://schemas.microsoft.com/office/drawing/2014/main" id="{605C3D93-B9DC-4133-8F78-EDCFBD745E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12" y="1871"/>
                <a:ext cx="121" cy="239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19198" name="Rectangle 62">
            <a:extLst>
              <a:ext uri="{FF2B5EF4-FFF2-40B4-BE49-F238E27FC236}">
                <a16:creationId xmlns:a16="http://schemas.microsoft.com/office/drawing/2014/main" id="{C54F1814-4649-46AD-AAC4-E293131D8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4288" y="4143375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1800" i="1">
                <a:solidFill>
                  <a:srgbClr val="FF9900"/>
                </a:solidFill>
                <a:cs typeface="Arial" panose="020B0604020202020204" pitchFamily="34" charset="0"/>
              </a:rPr>
              <a:t>P</a:t>
            </a:r>
          </a:p>
        </p:txBody>
      </p:sp>
      <p:sp>
        <p:nvSpPr>
          <p:cNvPr id="219199" name="Arc 63">
            <a:extLst>
              <a:ext uri="{FF2B5EF4-FFF2-40B4-BE49-F238E27FC236}">
                <a16:creationId xmlns:a16="http://schemas.microsoft.com/office/drawing/2014/main" id="{1E6385F2-0C4A-4AF2-9D36-F91D7A2C447C}"/>
              </a:ext>
            </a:extLst>
          </p:cNvPr>
          <p:cNvSpPr>
            <a:spLocks/>
          </p:cNvSpPr>
          <p:nvPr/>
        </p:nvSpPr>
        <p:spPr bwMode="auto">
          <a:xfrm rot="1541424">
            <a:off x="5797550" y="3703638"/>
            <a:ext cx="244475" cy="144462"/>
          </a:xfrm>
          <a:custGeom>
            <a:avLst/>
            <a:gdLst>
              <a:gd name="T0" fmla="*/ 0 w 25720"/>
              <a:gd name="T1" fmla="*/ 2147483646 h 21600"/>
              <a:gd name="T2" fmla="*/ 2147483646 w 25720"/>
              <a:gd name="T3" fmla="*/ 2147483646 h 21600"/>
              <a:gd name="T4" fmla="*/ 2147483646 w 25720"/>
              <a:gd name="T5" fmla="*/ 2147483646 h 21600"/>
              <a:gd name="T6" fmla="*/ 0 60000 65536"/>
              <a:gd name="T7" fmla="*/ 0 60000 65536"/>
              <a:gd name="T8" fmla="*/ 0 60000 65536"/>
              <a:gd name="T9" fmla="*/ 0 w 25720"/>
              <a:gd name="T10" fmla="*/ 0 h 21600"/>
              <a:gd name="T11" fmla="*/ 25720 w 2572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5720" h="21600" fill="none" extrusionOk="0">
                <a:moveTo>
                  <a:pt x="0" y="415"/>
                </a:moveTo>
                <a:cubicBezTo>
                  <a:pt x="1388" y="139"/>
                  <a:pt x="2800" y="-1"/>
                  <a:pt x="4216" y="0"/>
                </a:cubicBezTo>
                <a:cubicBezTo>
                  <a:pt x="15356" y="0"/>
                  <a:pt x="24669" y="8472"/>
                  <a:pt x="25719" y="19564"/>
                </a:cubicBezTo>
              </a:path>
              <a:path w="25720" h="21600" stroke="0" extrusionOk="0">
                <a:moveTo>
                  <a:pt x="0" y="415"/>
                </a:moveTo>
                <a:cubicBezTo>
                  <a:pt x="1388" y="139"/>
                  <a:pt x="2800" y="-1"/>
                  <a:pt x="4216" y="0"/>
                </a:cubicBezTo>
                <a:cubicBezTo>
                  <a:pt x="15356" y="0"/>
                  <a:pt x="24669" y="8472"/>
                  <a:pt x="25719" y="19564"/>
                </a:cubicBezTo>
                <a:lnTo>
                  <a:pt x="4216" y="21600"/>
                </a:lnTo>
                <a:lnTo>
                  <a:pt x="0" y="415"/>
                </a:lnTo>
                <a:close/>
              </a:path>
            </a:pathLst>
          </a:custGeom>
          <a:noFill/>
          <a:ln w="19050">
            <a:solidFill>
              <a:srgbClr val="FF353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19200" name="Object 9">
            <a:extLst>
              <a:ext uri="{FF2B5EF4-FFF2-40B4-BE49-F238E27FC236}">
                <a16:creationId xmlns:a16="http://schemas.microsoft.com/office/drawing/2014/main" id="{CB0164FA-4725-4592-B71E-D0C74E2E34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93850" y="4941888"/>
          <a:ext cx="1477963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56" name="公式" r:id="rId17" imgW="1419337" imgH="657225" progId="Equation.3">
                  <p:embed/>
                </p:oleObj>
              </mc:Choice>
              <mc:Fallback>
                <p:oleObj name="公式" r:id="rId17" imgW="1419337" imgH="657225" progId="Equation.3">
                  <p:embed/>
                  <p:pic>
                    <p:nvPicPr>
                      <p:cNvPr id="219200" name="Object 9">
                        <a:extLst>
                          <a:ext uri="{FF2B5EF4-FFF2-40B4-BE49-F238E27FC236}">
                            <a16:creationId xmlns:a16="http://schemas.microsoft.com/office/drawing/2014/main" id="{CB0164FA-4725-4592-B71E-D0C74E2E34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3850" y="4941888"/>
                        <a:ext cx="1477963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201" name="Object 10">
            <a:extLst>
              <a:ext uri="{FF2B5EF4-FFF2-40B4-BE49-F238E27FC236}">
                <a16:creationId xmlns:a16="http://schemas.microsoft.com/office/drawing/2014/main" id="{672509CB-1D1D-4A01-9AA5-02C8B32BA1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9588" y="4941888"/>
          <a:ext cx="1697037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57" name="公式" r:id="rId19" imgW="1619065" imgH="657225" progId="Equation.3">
                  <p:embed/>
                </p:oleObj>
              </mc:Choice>
              <mc:Fallback>
                <p:oleObj name="公式" r:id="rId19" imgW="1619065" imgH="657225" progId="Equation.3">
                  <p:embed/>
                  <p:pic>
                    <p:nvPicPr>
                      <p:cNvPr id="219201" name="Object 10">
                        <a:extLst>
                          <a:ext uri="{FF2B5EF4-FFF2-40B4-BE49-F238E27FC236}">
                            <a16:creationId xmlns:a16="http://schemas.microsoft.com/office/drawing/2014/main" id="{672509CB-1D1D-4A01-9AA5-02C8B32BA1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9588" y="4941888"/>
                        <a:ext cx="1697037" cy="715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202" name="Object 11">
            <a:extLst>
              <a:ext uri="{FF2B5EF4-FFF2-40B4-BE49-F238E27FC236}">
                <a16:creationId xmlns:a16="http://schemas.microsoft.com/office/drawing/2014/main" id="{890C0E1E-CC57-4880-A67F-EFDAE53E95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3450" y="5734050"/>
          <a:ext cx="1816100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58" name="公式" r:id="rId21" imgW="1752626" imgH="657225" progId="Equation.3">
                  <p:embed/>
                </p:oleObj>
              </mc:Choice>
              <mc:Fallback>
                <p:oleObj name="公式" r:id="rId21" imgW="1752626" imgH="657225" progId="Equation.3">
                  <p:embed/>
                  <p:pic>
                    <p:nvPicPr>
                      <p:cNvPr id="219202" name="Object 11">
                        <a:extLst>
                          <a:ext uri="{FF2B5EF4-FFF2-40B4-BE49-F238E27FC236}">
                            <a16:creationId xmlns:a16="http://schemas.microsoft.com/office/drawing/2014/main" id="{890C0E1E-CC57-4880-A67F-EFDAE53E95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3450" y="5734050"/>
                        <a:ext cx="1816100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203" name="Object 12">
            <a:extLst>
              <a:ext uri="{FF2B5EF4-FFF2-40B4-BE49-F238E27FC236}">
                <a16:creationId xmlns:a16="http://schemas.microsoft.com/office/drawing/2014/main" id="{530A1B7E-8A2A-4FC4-AE02-813BAB24B3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95838" y="5734050"/>
          <a:ext cx="3663950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59" name="公式" r:id="rId23" imgW="3972101" imgH="657225" progId="Equation.3">
                  <p:embed/>
                </p:oleObj>
              </mc:Choice>
              <mc:Fallback>
                <p:oleObj name="公式" r:id="rId23" imgW="3972101" imgH="657225" progId="Equation.3">
                  <p:embed/>
                  <p:pic>
                    <p:nvPicPr>
                      <p:cNvPr id="219203" name="Object 12">
                        <a:extLst>
                          <a:ext uri="{FF2B5EF4-FFF2-40B4-BE49-F238E27FC236}">
                            <a16:creationId xmlns:a16="http://schemas.microsoft.com/office/drawing/2014/main" id="{530A1B7E-8A2A-4FC4-AE02-813BAB24B3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5838" y="5734050"/>
                        <a:ext cx="3663950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" name="Rectangle 13">
            <a:extLst>
              <a:ext uri="{FF2B5EF4-FFF2-40B4-BE49-F238E27FC236}">
                <a16:creationId xmlns:a16="http://schemas.microsoft.com/office/drawing/2014/main" id="{AFCA0844-0620-4FA7-B867-9C8160DF6E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313" y="5043488"/>
            <a:ext cx="26431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latin typeface="Arial" panose="020B0604020202020204" pitchFamily="34" charset="0"/>
              </a:rPr>
              <a:t>合矢量振幅：</a:t>
            </a:r>
          </a:p>
        </p:txBody>
      </p:sp>
      <p:sp>
        <p:nvSpPr>
          <p:cNvPr id="10284" name="灯片编号占位符 1">
            <a:extLst>
              <a:ext uri="{FF2B5EF4-FFF2-40B4-BE49-F238E27FC236}">
                <a16:creationId xmlns:a16="http://schemas.microsoft.com/office/drawing/2014/main" id="{05CDEAF4-951C-4952-AF79-BB06A2DCE8C2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591DFC9-DF64-4DD8-A4A3-FA069856C06C}" type="slidenum">
              <a:rPr lang="en-US" altLang="zh-CN" b="0">
                <a:solidFill>
                  <a:srgbClr val="FF00FF"/>
                </a:solidFill>
              </a:rPr>
              <a:pPr eaLnBrk="1" hangingPunct="1"/>
              <a:t>15</a:t>
            </a:fld>
            <a:r>
              <a:rPr lang="en-US" altLang="zh-CN" b="0">
                <a:solidFill>
                  <a:srgbClr val="FF00FF"/>
                </a:solidFill>
              </a:rPr>
              <a:t>/25</a:t>
            </a:r>
          </a:p>
        </p:txBody>
      </p:sp>
      <p:sp>
        <p:nvSpPr>
          <p:cNvPr id="70" name="Rectangle 24">
            <a:extLst>
              <a:ext uri="{FF2B5EF4-FFF2-40B4-BE49-F238E27FC236}">
                <a16:creationId xmlns:a16="http://schemas.microsoft.com/office/drawing/2014/main" id="{D1CA5B99-134D-488C-8CA1-432EA1CB1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6688" y="1500188"/>
            <a:ext cx="4032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1800">
                <a:solidFill>
                  <a:srgbClr val="FF9900"/>
                </a:solidFill>
              </a:rPr>
              <a:t>M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9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9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19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19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19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19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19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19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19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19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9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9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219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19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6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19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19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19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19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19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19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19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19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219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219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19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19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1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219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219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219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219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219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0"/>
                                        <p:tgtEl>
                                          <p:spTgt spid="219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219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219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219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219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219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219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219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38" grpId="0"/>
      <p:bldP spid="219139" grpId="0"/>
      <p:bldP spid="219143" grpId="0"/>
      <p:bldP spid="219145" grpId="0" autoUpdateAnimBg="0"/>
      <p:bldP spid="219146" grpId="0"/>
      <p:bldP spid="219147" grpId="0"/>
      <p:bldP spid="219148" grpId="0"/>
      <p:bldP spid="219149" grpId="0"/>
      <p:bldP spid="219151" grpId="0"/>
      <p:bldP spid="219152" grpId="0"/>
      <p:bldP spid="219160" grpId="0"/>
      <p:bldP spid="219162" grpId="0"/>
      <p:bldP spid="219163" grpId="0"/>
      <p:bldP spid="219164" grpId="0"/>
      <p:bldP spid="219165" grpId="0"/>
      <p:bldP spid="219170" grpId="0"/>
      <p:bldP spid="219171" grpId="0"/>
      <p:bldP spid="219198" grpId="0"/>
      <p:bldP spid="68" grpId="0"/>
      <p:bldP spid="7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0162" name="Object 2">
            <a:extLst>
              <a:ext uri="{FF2B5EF4-FFF2-40B4-BE49-F238E27FC236}">
                <a16:creationId xmlns:a16="http://schemas.microsoft.com/office/drawing/2014/main" id="{F143EA71-06CB-4C88-8380-AB4DCC23A1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260350"/>
          <a:ext cx="5499100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8" name="公式" r:id="rId3" imgW="5429422" imgH="1352414" progId="Equation.3">
                  <p:embed/>
                </p:oleObj>
              </mc:Choice>
              <mc:Fallback>
                <p:oleObj name="公式" r:id="rId3" imgW="5429422" imgH="1352414" progId="Equation.3">
                  <p:embed/>
                  <p:pic>
                    <p:nvPicPr>
                      <p:cNvPr id="220162" name="Object 2">
                        <a:extLst>
                          <a:ext uri="{FF2B5EF4-FFF2-40B4-BE49-F238E27FC236}">
                            <a16:creationId xmlns:a16="http://schemas.microsoft.com/office/drawing/2014/main" id="{F143EA71-06CB-4C88-8380-AB4DCC23A1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260350"/>
                        <a:ext cx="5499100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0163" name="Rectangle 3">
            <a:extLst>
              <a:ext uri="{FF2B5EF4-FFF2-40B4-BE49-F238E27FC236}">
                <a16:creationId xmlns:a16="http://schemas.microsoft.com/office/drawing/2014/main" id="{3AEADCD7-37AB-4CB6-B8DB-39133D995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338" y="2852738"/>
            <a:ext cx="13319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0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rPr>
              <a:t>极大值</a:t>
            </a:r>
            <a:r>
              <a:rPr kumimoji="0" lang="en-US" altLang="zh-CN" sz="20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220164" name="Object 3">
            <a:extLst>
              <a:ext uri="{FF2B5EF4-FFF2-40B4-BE49-F238E27FC236}">
                <a16:creationId xmlns:a16="http://schemas.microsoft.com/office/drawing/2014/main" id="{9E67EB65-E4DC-4D18-BEB7-C7022EFA6B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92300" y="2911475"/>
          <a:ext cx="1189038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9" name="公式" r:id="rId5" imgW="1114230" imgH="237989" progId="Equation.3">
                  <p:embed/>
                </p:oleObj>
              </mc:Choice>
              <mc:Fallback>
                <p:oleObj name="公式" r:id="rId5" imgW="1114230" imgH="237989" progId="Equation.3">
                  <p:embed/>
                  <p:pic>
                    <p:nvPicPr>
                      <p:cNvPr id="220164" name="Object 3">
                        <a:extLst>
                          <a:ext uri="{FF2B5EF4-FFF2-40B4-BE49-F238E27FC236}">
                            <a16:creationId xmlns:a16="http://schemas.microsoft.com/office/drawing/2014/main" id="{9E67EB65-E4DC-4D18-BEB7-C7022EFA6B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2300" y="2911475"/>
                        <a:ext cx="1189038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6699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0165" name="Line 5">
            <a:extLst>
              <a:ext uri="{FF2B5EF4-FFF2-40B4-BE49-F238E27FC236}">
                <a16:creationId xmlns:a16="http://schemas.microsoft.com/office/drawing/2014/main" id="{AEEB5B08-1E57-4AAE-A110-3026B37A3FFD}"/>
              </a:ext>
            </a:extLst>
          </p:cNvPr>
          <p:cNvSpPr>
            <a:spLocks noChangeShapeType="1"/>
          </p:cNvSpPr>
          <p:nvPr/>
        </p:nvSpPr>
        <p:spPr bwMode="auto">
          <a:xfrm>
            <a:off x="4903788" y="3635375"/>
            <a:ext cx="412750" cy="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0166" name="Line 6">
            <a:extLst>
              <a:ext uri="{FF2B5EF4-FFF2-40B4-BE49-F238E27FC236}">
                <a16:creationId xmlns:a16="http://schemas.microsoft.com/office/drawing/2014/main" id="{972D93D3-DB80-46D7-84AD-5CD4F2E543C8}"/>
              </a:ext>
            </a:extLst>
          </p:cNvPr>
          <p:cNvSpPr>
            <a:spLocks noChangeShapeType="1"/>
          </p:cNvSpPr>
          <p:nvPr/>
        </p:nvSpPr>
        <p:spPr bwMode="auto">
          <a:xfrm>
            <a:off x="5311775" y="3635375"/>
            <a:ext cx="412750" cy="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0167" name="Line 7">
            <a:extLst>
              <a:ext uri="{FF2B5EF4-FFF2-40B4-BE49-F238E27FC236}">
                <a16:creationId xmlns:a16="http://schemas.microsoft.com/office/drawing/2014/main" id="{3EA8B2CC-4B83-44BE-A2AA-84843E29F334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4525" y="3635375"/>
            <a:ext cx="412750" cy="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0168" name="Line 8">
            <a:extLst>
              <a:ext uri="{FF2B5EF4-FFF2-40B4-BE49-F238E27FC236}">
                <a16:creationId xmlns:a16="http://schemas.microsoft.com/office/drawing/2014/main" id="{12BBDEA0-6177-417D-99B0-7680074E9F01}"/>
              </a:ext>
            </a:extLst>
          </p:cNvPr>
          <p:cNvSpPr>
            <a:spLocks noChangeShapeType="1"/>
          </p:cNvSpPr>
          <p:nvPr/>
        </p:nvSpPr>
        <p:spPr bwMode="auto">
          <a:xfrm>
            <a:off x="6132513" y="3635375"/>
            <a:ext cx="412750" cy="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0169" name="Line 9">
            <a:extLst>
              <a:ext uri="{FF2B5EF4-FFF2-40B4-BE49-F238E27FC236}">
                <a16:creationId xmlns:a16="http://schemas.microsoft.com/office/drawing/2014/main" id="{02B2D1C0-57D0-4A05-94AD-5E6FC0491501}"/>
              </a:ext>
            </a:extLst>
          </p:cNvPr>
          <p:cNvSpPr>
            <a:spLocks noChangeShapeType="1"/>
          </p:cNvSpPr>
          <p:nvPr/>
        </p:nvSpPr>
        <p:spPr bwMode="auto">
          <a:xfrm>
            <a:off x="6540500" y="3635375"/>
            <a:ext cx="412750" cy="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0170" name="Line 10">
            <a:extLst>
              <a:ext uri="{FF2B5EF4-FFF2-40B4-BE49-F238E27FC236}">
                <a16:creationId xmlns:a16="http://schemas.microsoft.com/office/drawing/2014/main" id="{4E76295F-EB45-444F-A701-49D32F5502EE}"/>
              </a:ext>
            </a:extLst>
          </p:cNvPr>
          <p:cNvSpPr>
            <a:spLocks noChangeShapeType="1"/>
          </p:cNvSpPr>
          <p:nvPr/>
        </p:nvSpPr>
        <p:spPr bwMode="auto">
          <a:xfrm>
            <a:off x="6948488" y="3635375"/>
            <a:ext cx="412750" cy="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0171" name="Line 11">
            <a:extLst>
              <a:ext uri="{FF2B5EF4-FFF2-40B4-BE49-F238E27FC236}">
                <a16:creationId xmlns:a16="http://schemas.microsoft.com/office/drawing/2014/main" id="{089C17A5-B323-4F0E-A6F6-1137BAE1DDD6}"/>
              </a:ext>
            </a:extLst>
          </p:cNvPr>
          <p:cNvSpPr>
            <a:spLocks noChangeShapeType="1"/>
          </p:cNvSpPr>
          <p:nvPr/>
        </p:nvSpPr>
        <p:spPr bwMode="auto">
          <a:xfrm>
            <a:off x="7356475" y="3635375"/>
            <a:ext cx="412750" cy="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0172" name="Line 12">
            <a:extLst>
              <a:ext uri="{FF2B5EF4-FFF2-40B4-BE49-F238E27FC236}">
                <a16:creationId xmlns:a16="http://schemas.microsoft.com/office/drawing/2014/main" id="{1D9D7A60-0061-45AF-B40A-048577671740}"/>
              </a:ext>
            </a:extLst>
          </p:cNvPr>
          <p:cNvSpPr>
            <a:spLocks noChangeShapeType="1"/>
          </p:cNvSpPr>
          <p:nvPr/>
        </p:nvSpPr>
        <p:spPr bwMode="auto">
          <a:xfrm>
            <a:off x="7764463" y="3635375"/>
            <a:ext cx="412750" cy="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0173" name="Text Box 13">
            <a:extLst>
              <a:ext uri="{FF2B5EF4-FFF2-40B4-BE49-F238E27FC236}">
                <a16:creationId xmlns:a16="http://schemas.microsoft.com/office/drawing/2014/main" id="{FB0C434E-55CE-4440-9B9D-0281200B2D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688" y="2205038"/>
            <a:ext cx="25923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buFont typeface="Wingdings" pitchFamily="2" charset="2"/>
              <a:buChar char="Ø"/>
              <a:defRPr/>
            </a:pPr>
            <a:r>
              <a:rPr kumimoji="0" lang="en-US" altLang="zh-CN" dirty="0">
                <a:solidFill>
                  <a:srgbClr val="66FFFF"/>
                </a:solidFill>
              </a:rPr>
              <a:t> </a:t>
            </a:r>
            <a:r>
              <a:rPr kumimoji="0" lang="zh-CN" altLang="en-US" dirty="0">
                <a:solidFill>
                  <a:srgbClr val="FFFF00"/>
                </a:solidFill>
                <a:latin typeface="+mn-ea"/>
                <a:ea typeface="+mn-ea"/>
              </a:rPr>
              <a:t>讨论</a:t>
            </a:r>
            <a:r>
              <a:rPr kumimoji="0" lang="en-US" altLang="zh-CN" dirty="0">
                <a:solidFill>
                  <a:srgbClr val="FFFF00"/>
                </a:solidFill>
                <a:latin typeface="+mn-ea"/>
                <a:ea typeface="+mn-ea"/>
              </a:rPr>
              <a:t>:</a:t>
            </a:r>
          </a:p>
        </p:txBody>
      </p:sp>
      <p:graphicFrame>
        <p:nvGraphicFramePr>
          <p:cNvPr id="220174" name="Object 4">
            <a:extLst>
              <a:ext uri="{FF2B5EF4-FFF2-40B4-BE49-F238E27FC236}">
                <a16:creationId xmlns:a16="http://schemas.microsoft.com/office/drawing/2014/main" id="{64114DEE-D97E-4E7B-AA97-2B2F808FC4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8325" y="3573463"/>
          <a:ext cx="931863" cy="26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60" name="公式" r:id="rId7" imgW="857320" imgH="228600" progId="Equation.3">
                  <p:embed/>
                </p:oleObj>
              </mc:Choice>
              <mc:Fallback>
                <p:oleObj name="公式" r:id="rId7" imgW="857320" imgH="228600" progId="Equation.3">
                  <p:embed/>
                  <p:pic>
                    <p:nvPicPr>
                      <p:cNvPr id="220174" name="Object 4">
                        <a:extLst>
                          <a:ext uri="{FF2B5EF4-FFF2-40B4-BE49-F238E27FC236}">
                            <a16:creationId xmlns:a16="http://schemas.microsoft.com/office/drawing/2014/main" id="{64114DEE-D97E-4E7B-AA97-2B2F808FC4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8325" y="3573463"/>
                        <a:ext cx="931863" cy="269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6699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0175" name="Rectangle 15">
            <a:extLst>
              <a:ext uri="{FF2B5EF4-FFF2-40B4-BE49-F238E27FC236}">
                <a16:creationId xmlns:a16="http://schemas.microsoft.com/office/drawing/2014/main" id="{D0FAB759-BC36-4084-8CD9-F5BE4A638F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4379913"/>
            <a:ext cx="1330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0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rPr>
              <a:t>极小值</a:t>
            </a:r>
            <a:r>
              <a:rPr kumimoji="0" lang="en-US" altLang="zh-CN" sz="2000">
                <a:solidFill>
                  <a:srgbClr val="FFFF00"/>
                </a:solidFill>
                <a:latin typeface="Arial" panose="020B0604020202020204" pitchFamily="34" charset="0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220176" name="Object 5">
            <a:extLst>
              <a:ext uri="{FF2B5EF4-FFF2-40B4-BE49-F238E27FC236}">
                <a16:creationId xmlns:a16="http://schemas.microsoft.com/office/drawing/2014/main" id="{B99D7B91-979F-4D5B-ADBA-7CBF4D09ED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1650" y="4221163"/>
          <a:ext cx="2800350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61" name="公式" r:id="rId9" imgW="2457597" imgH="704986" progId="Equation.3">
                  <p:embed/>
                </p:oleObj>
              </mc:Choice>
              <mc:Fallback>
                <p:oleObj name="公式" r:id="rId9" imgW="2457597" imgH="704986" progId="Equation.3">
                  <p:embed/>
                  <p:pic>
                    <p:nvPicPr>
                      <p:cNvPr id="220176" name="Object 5">
                        <a:extLst>
                          <a:ext uri="{FF2B5EF4-FFF2-40B4-BE49-F238E27FC236}">
                            <a16:creationId xmlns:a16="http://schemas.microsoft.com/office/drawing/2014/main" id="{B99D7B91-979F-4D5B-ADBA-7CBF4D09ED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1650" y="4221163"/>
                        <a:ext cx="2800350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6699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7">
            <a:extLst>
              <a:ext uri="{FF2B5EF4-FFF2-40B4-BE49-F238E27FC236}">
                <a16:creationId xmlns:a16="http://schemas.microsoft.com/office/drawing/2014/main" id="{48F40371-B9EB-4C7B-9000-20F6F8ADA56F}"/>
              </a:ext>
            </a:extLst>
          </p:cNvPr>
          <p:cNvGrpSpPr>
            <a:grpSpLocks/>
          </p:cNvGrpSpPr>
          <p:nvPr/>
        </p:nvGrpSpPr>
        <p:grpSpPr bwMode="auto">
          <a:xfrm>
            <a:off x="5580063" y="477838"/>
            <a:ext cx="3284537" cy="2735262"/>
            <a:chOff x="3351" y="2387"/>
            <a:chExt cx="2069" cy="1723"/>
          </a:xfrm>
        </p:grpSpPr>
        <p:sp>
          <p:nvSpPr>
            <p:cNvPr id="11302" name="Rectangle 18">
              <a:extLst>
                <a:ext uri="{FF2B5EF4-FFF2-40B4-BE49-F238E27FC236}">
                  <a16:creationId xmlns:a16="http://schemas.microsoft.com/office/drawing/2014/main" id="{C754D520-6396-4EB7-AB89-02541EEB65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2" y="3203"/>
              <a:ext cx="26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l-GR" altLang="zh-CN" sz="1800" i="1">
                  <a:solidFill>
                    <a:srgbClr val="FF9900"/>
                  </a:solidFill>
                  <a:cs typeface="Arial" panose="020B0604020202020204" pitchFamily="34" charset="0"/>
                </a:rPr>
                <a:t>ε</a:t>
              </a:r>
              <a:endParaRPr kumimoji="0" lang="en-US" altLang="zh-CN" sz="1800" i="1">
                <a:solidFill>
                  <a:srgbClr val="FF99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1303" name="Rectangle 19">
              <a:extLst>
                <a:ext uri="{FF2B5EF4-FFF2-40B4-BE49-F238E27FC236}">
                  <a16:creationId xmlns:a16="http://schemas.microsoft.com/office/drawing/2014/main" id="{6F642DD3-01D6-4812-A323-225C9F8BA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7" y="3409"/>
              <a:ext cx="26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l-GR" altLang="zh-CN" sz="1800" i="1">
                  <a:solidFill>
                    <a:srgbClr val="FF9900"/>
                  </a:solidFill>
                  <a:cs typeface="Arial" panose="020B0604020202020204" pitchFamily="34" charset="0"/>
                </a:rPr>
                <a:t>ε</a:t>
              </a:r>
              <a:endParaRPr kumimoji="0" lang="en-US" altLang="zh-CN" sz="1800" i="1">
                <a:solidFill>
                  <a:srgbClr val="FF99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1304" name="Rectangle 20">
              <a:extLst>
                <a:ext uri="{FF2B5EF4-FFF2-40B4-BE49-F238E27FC236}">
                  <a16:creationId xmlns:a16="http://schemas.microsoft.com/office/drawing/2014/main" id="{D94F6DFB-92E1-4A57-89CB-B001819C77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7" y="3594"/>
              <a:ext cx="26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l-GR" altLang="zh-CN" sz="1800" i="1">
                  <a:solidFill>
                    <a:srgbClr val="FF9900"/>
                  </a:solidFill>
                  <a:cs typeface="Arial" panose="020B0604020202020204" pitchFamily="34" charset="0"/>
                </a:rPr>
                <a:t>ε</a:t>
              </a:r>
              <a:endParaRPr kumimoji="0" lang="en-US" altLang="zh-CN" sz="1800" i="1">
                <a:solidFill>
                  <a:srgbClr val="FF99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1305" name="Rectangle 21">
              <a:extLst>
                <a:ext uri="{FF2B5EF4-FFF2-40B4-BE49-F238E27FC236}">
                  <a16:creationId xmlns:a16="http://schemas.microsoft.com/office/drawing/2014/main" id="{F8CF1D24-FE7A-4AEC-B40A-F666D37783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2" y="3726"/>
              <a:ext cx="26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l-GR" altLang="zh-CN" sz="1800" i="1">
                  <a:solidFill>
                    <a:srgbClr val="FF9900"/>
                  </a:solidFill>
                  <a:cs typeface="Arial" panose="020B0604020202020204" pitchFamily="34" charset="0"/>
                </a:rPr>
                <a:t>ε</a:t>
              </a:r>
              <a:endParaRPr kumimoji="0" lang="en-US" altLang="zh-CN" sz="1800" i="1">
                <a:solidFill>
                  <a:srgbClr val="FF99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1306" name="Rectangle 22">
              <a:extLst>
                <a:ext uri="{FF2B5EF4-FFF2-40B4-BE49-F238E27FC236}">
                  <a16:creationId xmlns:a16="http://schemas.microsoft.com/office/drawing/2014/main" id="{5AFDE368-EFF0-4F2D-992F-AB0AD4A2BC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8" y="2694"/>
              <a:ext cx="58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1800" i="1">
                  <a:solidFill>
                    <a:srgbClr val="FF9900"/>
                  </a:solidFill>
                  <a:cs typeface="Arial" panose="020B0604020202020204" pitchFamily="34" charset="0"/>
                </a:rPr>
                <a:t>n</a:t>
              </a:r>
            </a:p>
          </p:txBody>
        </p:sp>
        <p:sp>
          <p:nvSpPr>
            <p:cNvPr id="11307" name="Rectangle 23">
              <a:extLst>
                <a:ext uri="{FF2B5EF4-FFF2-40B4-BE49-F238E27FC236}">
                  <a16:creationId xmlns:a16="http://schemas.microsoft.com/office/drawing/2014/main" id="{37700664-A473-4C34-80D6-2BCA419D7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7" y="2694"/>
              <a:ext cx="26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l-GR" altLang="zh-CN" sz="1800" i="1">
                  <a:solidFill>
                    <a:srgbClr val="FF9900"/>
                  </a:solidFill>
                  <a:cs typeface="Arial" panose="020B0604020202020204" pitchFamily="34" charset="0"/>
                </a:rPr>
                <a:t>ε</a:t>
              </a:r>
              <a:endParaRPr kumimoji="0" lang="en-US" altLang="zh-CN" sz="1800" i="1">
                <a:solidFill>
                  <a:srgbClr val="FF99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1308" name="Line 24">
              <a:extLst>
                <a:ext uri="{FF2B5EF4-FFF2-40B4-BE49-F238E27FC236}">
                  <a16:creationId xmlns:a16="http://schemas.microsoft.com/office/drawing/2014/main" id="{3D19ECAF-97B9-47F4-A7BA-E30F5F7567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59" y="3904"/>
              <a:ext cx="1587" cy="0"/>
            </a:xfrm>
            <a:prstGeom prst="line">
              <a:avLst/>
            </a:prstGeom>
            <a:noFill/>
            <a:ln w="19050">
              <a:solidFill>
                <a:srgbClr val="CCEC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9" name="Line 25">
              <a:extLst>
                <a:ext uri="{FF2B5EF4-FFF2-40B4-BE49-F238E27FC236}">
                  <a16:creationId xmlns:a16="http://schemas.microsoft.com/office/drawing/2014/main" id="{98FCACAB-063C-4912-AC55-9E42E733F9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75" y="2896"/>
              <a:ext cx="62" cy="254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0" name="Line 26">
              <a:extLst>
                <a:ext uri="{FF2B5EF4-FFF2-40B4-BE49-F238E27FC236}">
                  <a16:creationId xmlns:a16="http://schemas.microsoft.com/office/drawing/2014/main" id="{FE1FC58C-CB5B-4C82-96DE-8B96B57A4E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35" y="2636"/>
              <a:ext cx="0" cy="272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1" name="Line 27">
              <a:extLst>
                <a:ext uri="{FF2B5EF4-FFF2-40B4-BE49-F238E27FC236}">
                  <a16:creationId xmlns:a16="http://schemas.microsoft.com/office/drawing/2014/main" id="{F03C3795-3DFE-4C46-8719-97CB500576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974" y="2387"/>
              <a:ext cx="61" cy="257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2" name="Line 28">
              <a:extLst>
                <a:ext uri="{FF2B5EF4-FFF2-40B4-BE49-F238E27FC236}">
                  <a16:creationId xmlns:a16="http://schemas.microsoft.com/office/drawing/2014/main" id="{0E5D705F-A5A5-4FB1-BBE3-C090120D09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73" y="2388"/>
              <a:ext cx="1106" cy="365"/>
            </a:xfrm>
            <a:prstGeom prst="line">
              <a:avLst/>
            </a:prstGeom>
            <a:noFill/>
            <a:ln w="19050">
              <a:solidFill>
                <a:srgbClr val="FFFF4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3" name="Line 29">
              <a:extLst>
                <a:ext uri="{FF2B5EF4-FFF2-40B4-BE49-F238E27FC236}">
                  <a16:creationId xmlns:a16="http://schemas.microsoft.com/office/drawing/2014/main" id="{8998AE49-3C04-45D9-928F-8B1C73B5F3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59" y="2756"/>
              <a:ext cx="117" cy="1150"/>
            </a:xfrm>
            <a:prstGeom prst="line">
              <a:avLst/>
            </a:prstGeom>
            <a:noFill/>
            <a:ln w="19050">
              <a:solidFill>
                <a:srgbClr val="FFFF4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4" name="Line 30">
              <a:extLst>
                <a:ext uri="{FF2B5EF4-FFF2-40B4-BE49-F238E27FC236}">
                  <a16:creationId xmlns:a16="http://schemas.microsoft.com/office/drawing/2014/main" id="{99035773-3342-40B8-9117-23E7CD51F9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72" y="2398"/>
              <a:ext cx="0" cy="1508"/>
            </a:xfrm>
            <a:prstGeom prst="line">
              <a:avLst/>
            </a:prstGeom>
            <a:noFill/>
            <a:ln w="19050">
              <a:solidFill>
                <a:srgbClr val="FFFF4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5" name="Line 31">
              <a:extLst>
                <a:ext uri="{FF2B5EF4-FFF2-40B4-BE49-F238E27FC236}">
                  <a16:creationId xmlns:a16="http://schemas.microsoft.com/office/drawing/2014/main" id="{64D3DAC7-F581-494D-B0CD-C8B07B3034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876" y="2757"/>
              <a:ext cx="477" cy="384"/>
            </a:xfrm>
            <a:prstGeom prst="line">
              <a:avLst/>
            </a:prstGeom>
            <a:noFill/>
            <a:ln w="19050">
              <a:solidFill>
                <a:srgbClr val="FFFF4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6" name="Line 32">
              <a:extLst>
                <a:ext uri="{FF2B5EF4-FFF2-40B4-BE49-F238E27FC236}">
                  <a16:creationId xmlns:a16="http://schemas.microsoft.com/office/drawing/2014/main" id="{854164D5-690F-463B-87DE-99893B96E8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59" y="2391"/>
              <a:ext cx="1216" cy="1515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7" name="Arc 33">
              <a:extLst>
                <a:ext uri="{FF2B5EF4-FFF2-40B4-BE49-F238E27FC236}">
                  <a16:creationId xmlns:a16="http://schemas.microsoft.com/office/drawing/2014/main" id="{20172FD4-E2DF-46B9-9A00-EE3C752DF57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831" y="2696"/>
              <a:ext cx="219" cy="249"/>
            </a:xfrm>
            <a:custGeom>
              <a:avLst/>
              <a:gdLst>
                <a:gd name="T0" fmla="*/ 0 w 21600"/>
                <a:gd name="T1" fmla="*/ 0 h 24900"/>
                <a:gd name="T2" fmla="*/ 0 w 21600"/>
                <a:gd name="T3" fmla="*/ 0 h 24900"/>
                <a:gd name="T4" fmla="*/ 0 w 21600"/>
                <a:gd name="T5" fmla="*/ 0 h 249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4900"/>
                <a:gd name="T11" fmla="*/ 21600 w 21600"/>
                <a:gd name="T12" fmla="*/ 24900 h 249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4900" fill="none" extrusionOk="0">
                  <a:moveTo>
                    <a:pt x="19221" y="24899"/>
                  </a:moveTo>
                  <a:cubicBezTo>
                    <a:pt x="8279" y="23687"/>
                    <a:pt x="0" y="14439"/>
                    <a:pt x="0" y="3431"/>
                  </a:cubicBezTo>
                  <a:cubicBezTo>
                    <a:pt x="-1" y="2281"/>
                    <a:pt x="91" y="1134"/>
                    <a:pt x="274" y="0"/>
                  </a:cubicBezTo>
                </a:path>
                <a:path w="21600" h="24900" stroke="0" extrusionOk="0">
                  <a:moveTo>
                    <a:pt x="19221" y="24899"/>
                  </a:moveTo>
                  <a:cubicBezTo>
                    <a:pt x="8279" y="23687"/>
                    <a:pt x="0" y="14439"/>
                    <a:pt x="0" y="3431"/>
                  </a:cubicBezTo>
                  <a:cubicBezTo>
                    <a:pt x="-1" y="2281"/>
                    <a:pt x="91" y="1134"/>
                    <a:pt x="274" y="0"/>
                  </a:cubicBezTo>
                  <a:lnTo>
                    <a:pt x="21600" y="3431"/>
                  </a:lnTo>
                  <a:lnTo>
                    <a:pt x="19221" y="24899"/>
                  </a:lnTo>
                  <a:close/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18" name="Line 34">
              <a:extLst>
                <a:ext uri="{FF2B5EF4-FFF2-40B4-BE49-F238E27FC236}">
                  <a16:creationId xmlns:a16="http://schemas.microsoft.com/office/drawing/2014/main" id="{C07F24D9-E5CB-4D44-92D9-C1995A0BA2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64" y="3515"/>
              <a:ext cx="693" cy="334"/>
            </a:xfrm>
            <a:prstGeom prst="line">
              <a:avLst/>
            </a:prstGeom>
            <a:noFill/>
            <a:ln w="19050">
              <a:solidFill>
                <a:srgbClr val="83FFFF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9" name="Line 35">
              <a:extLst>
                <a:ext uri="{FF2B5EF4-FFF2-40B4-BE49-F238E27FC236}">
                  <a16:creationId xmlns:a16="http://schemas.microsoft.com/office/drawing/2014/main" id="{AAB1A202-A976-4F62-943D-2BEA409696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96" y="3259"/>
              <a:ext cx="595" cy="478"/>
            </a:xfrm>
            <a:prstGeom prst="line">
              <a:avLst/>
            </a:prstGeom>
            <a:noFill/>
            <a:ln w="19050">
              <a:solidFill>
                <a:srgbClr val="83FFFF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0" name="Line 36">
              <a:extLst>
                <a:ext uri="{FF2B5EF4-FFF2-40B4-BE49-F238E27FC236}">
                  <a16:creationId xmlns:a16="http://schemas.microsoft.com/office/drawing/2014/main" id="{F8165C79-FC14-4806-BD2A-3F255DFD07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97" y="2985"/>
              <a:ext cx="471" cy="592"/>
            </a:xfrm>
            <a:prstGeom prst="line">
              <a:avLst/>
            </a:prstGeom>
            <a:noFill/>
            <a:ln w="19050">
              <a:solidFill>
                <a:srgbClr val="83FFFF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1" name="Line 37">
              <a:extLst>
                <a:ext uri="{FF2B5EF4-FFF2-40B4-BE49-F238E27FC236}">
                  <a16:creationId xmlns:a16="http://schemas.microsoft.com/office/drawing/2014/main" id="{6396849C-49F9-4FCC-9747-E2E2582A91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65" y="3904"/>
              <a:ext cx="630" cy="0"/>
            </a:xfrm>
            <a:prstGeom prst="line">
              <a:avLst/>
            </a:prstGeom>
            <a:noFill/>
            <a:ln w="19050">
              <a:solidFill>
                <a:srgbClr val="83FFFF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2" name="Line 38">
              <a:extLst>
                <a:ext uri="{FF2B5EF4-FFF2-40B4-BE49-F238E27FC236}">
                  <a16:creationId xmlns:a16="http://schemas.microsoft.com/office/drawing/2014/main" id="{1D33292C-C062-49D7-A6CB-A87DBDF5C4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25" y="3754"/>
              <a:ext cx="641" cy="151"/>
            </a:xfrm>
            <a:prstGeom prst="line">
              <a:avLst/>
            </a:prstGeom>
            <a:noFill/>
            <a:ln w="19050">
              <a:solidFill>
                <a:srgbClr val="83FFFF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3" name="Arc 39">
              <a:extLst>
                <a:ext uri="{FF2B5EF4-FFF2-40B4-BE49-F238E27FC236}">
                  <a16:creationId xmlns:a16="http://schemas.microsoft.com/office/drawing/2014/main" id="{D17F9DEF-E3FC-415A-928A-97066C85E9BD}"/>
                </a:ext>
              </a:extLst>
            </p:cNvPr>
            <p:cNvSpPr>
              <a:spLocks/>
            </p:cNvSpPr>
            <p:nvPr/>
          </p:nvSpPr>
          <p:spPr bwMode="auto">
            <a:xfrm rot="2010732">
              <a:off x="4123" y="3867"/>
              <a:ext cx="44" cy="33"/>
            </a:xfrm>
            <a:custGeom>
              <a:avLst/>
              <a:gdLst>
                <a:gd name="T0" fmla="*/ 0 w 21392"/>
                <a:gd name="T1" fmla="*/ 0 h 18465"/>
                <a:gd name="T2" fmla="*/ 0 w 21392"/>
                <a:gd name="T3" fmla="*/ 0 h 18465"/>
                <a:gd name="T4" fmla="*/ 0 w 21392"/>
                <a:gd name="T5" fmla="*/ 0 h 18465"/>
                <a:gd name="T6" fmla="*/ 0 60000 65536"/>
                <a:gd name="T7" fmla="*/ 0 60000 65536"/>
                <a:gd name="T8" fmla="*/ 0 60000 65536"/>
                <a:gd name="T9" fmla="*/ 0 w 21392"/>
                <a:gd name="T10" fmla="*/ 0 h 18465"/>
                <a:gd name="T11" fmla="*/ 21392 w 21392"/>
                <a:gd name="T12" fmla="*/ 18465 h 1846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392" h="18465" fill="none" extrusionOk="0">
                  <a:moveTo>
                    <a:pt x="11207" y="-1"/>
                  </a:moveTo>
                  <a:cubicBezTo>
                    <a:pt x="16755" y="3367"/>
                    <a:pt x="20494" y="9050"/>
                    <a:pt x="21392" y="15477"/>
                  </a:cubicBezTo>
                </a:path>
                <a:path w="21392" h="18465" stroke="0" extrusionOk="0">
                  <a:moveTo>
                    <a:pt x="11207" y="-1"/>
                  </a:moveTo>
                  <a:cubicBezTo>
                    <a:pt x="16755" y="3367"/>
                    <a:pt x="20494" y="9050"/>
                    <a:pt x="21392" y="15477"/>
                  </a:cubicBezTo>
                  <a:lnTo>
                    <a:pt x="0" y="18465"/>
                  </a:lnTo>
                  <a:lnTo>
                    <a:pt x="11207" y="-1"/>
                  </a:lnTo>
                  <a:close/>
                </a:path>
              </a:pathLst>
            </a:cu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24" name="Arc 40">
              <a:extLst>
                <a:ext uri="{FF2B5EF4-FFF2-40B4-BE49-F238E27FC236}">
                  <a16:creationId xmlns:a16="http://schemas.microsoft.com/office/drawing/2014/main" id="{F3315BDF-77BC-4ABB-9C77-088688A275A0}"/>
                </a:ext>
              </a:extLst>
            </p:cNvPr>
            <p:cNvSpPr>
              <a:spLocks/>
            </p:cNvSpPr>
            <p:nvPr/>
          </p:nvSpPr>
          <p:spPr bwMode="auto">
            <a:xfrm rot="600479">
              <a:off x="4363" y="3785"/>
              <a:ext cx="44" cy="33"/>
            </a:xfrm>
            <a:custGeom>
              <a:avLst/>
              <a:gdLst>
                <a:gd name="T0" fmla="*/ 0 w 21392"/>
                <a:gd name="T1" fmla="*/ 0 h 18465"/>
                <a:gd name="T2" fmla="*/ 0 w 21392"/>
                <a:gd name="T3" fmla="*/ 0 h 18465"/>
                <a:gd name="T4" fmla="*/ 0 w 21392"/>
                <a:gd name="T5" fmla="*/ 0 h 18465"/>
                <a:gd name="T6" fmla="*/ 0 60000 65536"/>
                <a:gd name="T7" fmla="*/ 0 60000 65536"/>
                <a:gd name="T8" fmla="*/ 0 60000 65536"/>
                <a:gd name="T9" fmla="*/ 0 w 21392"/>
                <a:gd name="T10" fmla="*/ 0 h 18465"/>
                <a:gd name="T11" fmla="*/ 21392 w 21392"/>
                <a:gd name="T12" fmla="*/ 18465 h 1846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392" h="18465" fill="none" extrusionOk="0">
                  <a:moveTo>
                    <a:pt x="11207" y="-1"/>
                  </a:moveTo>
                  <a:cubicBezTo>
                    <a:pt x="16755" y="3367"/>
                    <a:pt x="20494" y="9050"/>
                    <a:pt x="21392" y="15477"/>
                  </a:cubicBezTo>
                </a:path>
                <a:path w="21392" h="18465" stroke="0" extrusionOk="0">
                  <a:moveTo>
                    <a:pt x="11207" y="-1"/>
                  </a:moveTo>
                  <a:cubicBezTo>
                    <a:pt x="16755" y="3367"/>
                    <a:pt x="20494" y="9050"/>
                    <a:pt x="21392" y="15477"/>
                  </a:cubicBezTo>
                  <a:lnTo>
                    <a:pt x="0" y="18465"/>
                  </a:lnTo>
                  <a:lnTo>
                    <a:pt x="11207" y="-1"/>
                  </a:lnTo>
                  <a:close/>
                </a:path>
              </a:pathLst>
            </a:cu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25" name="Arc 41">
              <a:extLst>
                <a:ext uri="{FF2B5EF4-FFF2-40B4-BE49-F238E27FC236}">
                  <a16:creationId xmlns:a16="http://schemas.microsoft.com/office/drawing/2014/main" id="{7FAC7808-30D3-4D0E-8D0B-ADA4DFAF24A3}"/>
                </a:ext>
              </a:extLst>
            </p:cNvPr>
            <p:cNvSpPr>
              <a:spLocks/>
            </p:cNvSpPr>
            <p:nvPr/>
          </p:nvSpPr>
          <p:spPr bwMode="auto">
            <a:xfrm rot="600479">
              <a:off x="4582" y="3646"/>
              <a:ext cx="44" cy="33"/>
            </a:xfrm>
            <a:custGeom>
              <a:avLst/>
              <a:gdLst>
                <a:gd name="T0" fmla="*/ 0 w 21392"/>
                <a:gd name="T1" fmla="*/ 0 h 18465"/>
                <a:gd name="T2" fmla="*/ 0 w 21392"/>
                <a:gd name="T3" fmla="*/ 0 h 18465"/>
                <a:gd name="T4" fmla="*/ 0 w 21392"/>
                <a:gd name="T5" fmla="*/ 0 h 18465"/>
                <a:gd name="T6" fmla="*/ 0 60000 65536"/>
                <a:gd name="T7" fmla="*/ 0 60000 65536"/>
                <a:gd name="T8" fmla="*/ 0 60000 65536"/>
                <a:gd name="T9" fmla="*/ 0 w 21392"/>
                <a:gd name="T10" fmla="*/ 0 h 18465"/>
                <a:gd name="T11" fmla="*/ 21392 w 21392"/>
                <a:gd name="T12" fmla="*/ 18465 h 1846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392" h="18465" fill="none" extrusionOk="0">
                  <a:moveTo>
                    <a:pt x="11207" y="-1"/>
                  </a:moveTo>
                  <a:cubicBezTo>
                    <a:pt x="16755" y="3367"/>
                    <a:pt x="20494" y="9050"/>
                    <a:pt x="21392" y="15477"/>
                  </a:cubicBezTo>
                </a:path>
                <a:path w="21392" h="18465" stroke="0" extrusionOk="0">
                  <a:moveTo>
                    <a:pt x="11207" y="-1"/>
                  </a:moveTo>
                  <a:cubicBezTo>
                    <a:pt x="16755" y="3367"/>
                    <a:pt x="20494" y="9050"/>
                    <a:pt x="21392" y="15477"/>
                  </a:cubicBezTo>
                  <a:lnTo>
                    <a:pt x="0" y="18465"/>
                  </a:lnTo>
                  <a:lnTo>
                    <a:pt x="11207" y="-1"/>
                  </a:lnTo>
                  <a:close/>
                </a:path>
              </a:pathLst>
            </a:cu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26" name="Arc 42">
              <a:extLst>
                <a:ext uri="{FF2B5EF4-FFF2-40B4-BE49-F238E27FC236}">
                  <a16:creationId xmlns:a16="http://schemas.microsoft.com/office/drawing/2014/main" id="{6C694A55-CC58-4E61-8526-64ADDE6493F7}"/>
                </a:ext>
              </a:extLst>
            </p:cNvPr>
            <p:cNvSpPr>
              <a:spLocks/>
            </p:cNvSpPr>
            <p:nvPr/>
          </p:nvSpPr>
          <p:spPr bwMode="auto">
            <a:xfrm rot="-298419">
              <a:off x="4759" y="3465"/>
              <a:ext cx="44" cy="33"/>
            </a:xfrm>
            <a:custGeom>
              <a:avLst/>
              <a:gdLst>
                <a:gd name="T0" fmla="*/ 0 w 21392"/>
                <a:gd name="T1" fmla="*/ 0 h 18465"/>
                <a:gd name="T2" fmla="*/ 0 w 21392"/>
                <a:gd name="T3" fmla="*/ 0 h 18465"/>
                <a:gd name="T4" fmla="*/ 0 w 21392"/>
                <a:gd name="T5" fmla="*/ 0 h 18465"/>
                <a:gd name="T6" fmla="*/ 0 60000 65536"/>
                <a:gd name="T7" fmla="*/ 0 60000 65536"/>
                <a:gd name="T8" fmla="*/ 0 60000 65536"/>
                <a:gd name="T9" fmla="*/ 0 w 21392"/>
                <a:gd name="T10" fmla="*/ 0 h 18465"/>
                <a:gd name="T11" fmla="*/ 21392 w 21392"/>
                <a:gd name="T12" fmla="*/ 18465 h 1846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392" h="18465" fill="none" extrusionOk="0">
                  <a:moveTo>
                    <a:pt x="11207" y="-1"/>
                  </a:moveTo>
                  <a:cubicBezTo>
                    <a:pt x="16755" y="3367"/>
                    <a:pt x="20494" y="9050"/>
                    <a:pt x="21392" y="15477"/>
                  </a:cubicBezTo>
                </a:path>
                <a:path w="21392" h="18465" stroke="0" extrusionOk="0">
                  <a:moveTo>
                    <a:pt x="11207" y="-1"/>
                  </a:moveTo>
                  <a:cubicBezTo>
                    <a:pt x="16755" y="3367"/>
                    <a:pt x="20494" y="9050"/>
                    <a:pt x="21392" y="15477"/>
                  </a:cubicBezTo>
                  <a:lnTo>
                    <a:pt x="0" y="18465"/>
                  </a:lnTo>
                  <a:lnTo>
                    <a:pt x="11207" y="-1"/>
                  </a:lnTo>
                  <a:close/>
                </a:path>
              </a:pathLst>
            </a:cu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27" name="Arc 43">
              <a:extLst>
                <a:ext uri="{FF2B5EF4-FFF2-40B4-BE49-F238E27FC236}">
                  <a16:creationId xmlns:a16="http://schemas.microsoft.com/office/drawing/2014/main" id="{D0EFDE2B-356A-47BF-8E3C-3437336B294F}"/>
                </a:ext>
              </a:extLst>
            </p:cNvPr>
            <p:cNvSpPr>
              <a:spLocks/>
            </p:cNvSpPr>
            <p:nvPr/>
          </p:nvSpPr>
          <p:spPr bwMode="auto">
            <a:xfrm rot="-298419">
              <a:off x="4904" y="3238"/>
              <a:ext cx="44" cy="33"/>
            </a:xfrm>
            <a:custGeom>
              <a:avLst/>
              <a:gdLst>
                <a:gd name="T0" fmla="*/ 0 w 21392"/>
                <a:gd name="T1" fmla="*/ 0 h 18465"/>
                <a:gd name="T2" fmla="*/ 0 w 21392"/>
                <a:gd name="T3" fmla="*/ 0 h 18465"/>
                <a:gd name="T4" fmla="*/ 0 w 21392"/>
                <a:gd name="T5" fmla="*/ 0 h 18465"/>
                <a:gd name="T6" fmla="*/ 0 60000 65536"/>
                <a:gd name="T7" fmla="*/ 0 60000 65536"/>
                <a:gd name="T8" fmla="*/ 0 60000 65536"/>
                <a:gd name="T9" fmla="*/ 0 w 21392"/>
                <a:gd name="T10" fmla="*/ 0 h 18465"/>
                <a:gd name="T11" fmla="*/ 21392 w 21392"/>
                <a:gd name="T12" fmla="*/ 18465 h 1846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392" h="18465" fill="none" extrusionOk="0">
                  <a:moveTo>
                    <a:pt x="11207" y="-1"/>
                  </a:moveTo>
                  <a:cubicBezTo>
                    <a:pt x="16755" y="3367"/>
                    <a:pt x="20494" y="9050"/>
                    <a:pt x="21392" y="15477"/>
                  </a:cubicBezTo>
                </a:path>
                <a:path w="21392" h="18465" stroke="0" extrusionOk="0">
                  <a:moveTo>
                    <a:pt x="11207" y="-1"/>
                  </a:moveTo>
                  <a:cubicBezTo>
                    <a:pt x="16755" y="3367"/>
                    <a:pt x="20494" y="9050"/>
                    <a:pt x="21392" y="15477"/>
                  </a:cubicBezTo>
                  <a:lnTo>
                    <a:pt x="0" y="18465"/>
                  </a:lnTo>
                  <a:lnTo>
                    <a:pt x="11207" y="-1"/>
                  </a:lnTo>
                  <a:close/>
                </a:path>
              </a:pathLst>
            </a:cu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28" name="Line 44">
              <a:extLst>
                <a:ext uri="{FF2B5EF4-FFF2-40B4-BE49-F238E27FC236}">
                  <a16:creationId xmlns:a16="http://schemas.microsoft.com/office/drawing/2014/main" id="{2F87B542-6F02-49D5-8C03-1C729C37FE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5" y="2756"/>
              <a:ext cx="117" cy="1150"/>
            </a:xfrm>
            <a:prstGeom prst="line">
              <a:avLst/>
            </a:prstGeom>
            <a:noFill/>
            <a:ln w="19050">
              <a:solidFill>
                <a:srgbClr val="FFFF4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9" name="Rectangle 45">
              <a:extLst>
                <a:ext uri="{FF2B5EF4-FFF2-40B4-BE49-F238E27FC236}">
                  <a16:creationId xmlns:a16="http://schemas.microsoft.com/office/drawing/2014/main" id="{8D8AE179-DA79-4281-8189-67F3862E9D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8" y="3846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1800" i="1">
                  <a:solidFill>
                    <a:srgbClr val="FF9900"/>
                  </a:solidFill>
                </a:rPr>
                <a:t>a</a:t>
              </a:r>
            </a:p>
          </p:txBody>
        </p:sp>
        <p:sp>
          <p:nvSpPr>
            <p:cNvPr id="11330" name="Arc 46">
              <a:extLst>
                <a:ext uri="{FF2B5EF4-FFF2-40B4-BE49-F238E27FC236}">
                  <a16:creationId xmlns:a16="http://schemas.microsoft.com/office/drawing/2014/main" id="{F1538F12-DEE7-4E87-A66D-76B71474171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838" y="3097"/>
              <a:ext cx="77" cy="83"/>
            </a:xfrm>
            <a:custGeom>
              <a:avLst/>
              <a:gdLst>
                <a:gd name="T0" fmla="*/ 0 w 25027"/>
                <a:gd name="T1" fmla="*/ 0 h 21600"/>
                <a:gd name="T2" fmla="*/ 0 w 25027"/>
                <a:gd name="T3" fmla="*/ 0 h 21600"/>
                <a:gd name="T4" fmla="*/ 0 w 25027"/>
                <a:gd name="T5" fmla="*/ 0 h 21600"/>
                <a:gd name="T6" fmla="*/ 0 60000 65536"/>
                <a:gd name="T7" fmla="*/ 0 60000 65536"/>
                <a:gd name="T8" fmla="*/ 0 60000 65536"/>
                <a:gd name="T9" fmla="*/ 0 w 25027"/>
                <a:gd name="T10" fmla="*/ 0 h 21600"/>
                <a:gd name="T11" fmla="*/ 25027 w 2502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027" h="21600" fill="none" extrusionOk="0">
                  <a:moveTo>
                    <a:pt x="25026" y="17485"/>
                  </a:moveTo>
                  <a:cubicBezTo>
                    <a:pt x="21339" y="20160"/>
                    <a:pt x="16901" y="21599"/>
                    <a:pt x="12346" y="21600"/>
                  </a:cubicBezTo>
                  <a:cubicBezTo>
                    <a:pt x="7931" y="21600"/>
                    <a:pt x="3622" y="20247"/>
                    <a:pt x="0" y="17723"/>
                  </a:cubicBezTo>
                </a:path>
                <a:path w="25027" h="21600" stroke="0" extrusionOk="0">
                  <a:moveTo>
                    <a:pt x="25026" y="17485"/>
                  </a:moveTo>
                  <a:cubicBezTo>
                    <a:pt x="21339" y="20160"/>
                    <a:pt x="16901" y="21599"/>
                    <a:pt x="12346" y="21600"/>
                  </a:cubicBezTo>
                  <a:cubicBezTo>
                    <a:pt x="7931" y="21600"/>
                    <a:pt x="3622" y="20247"/>
                    <a:pt x="0" y="17723"/>
                  </a:cubicBezTo>
                  <a:lnTo>
                    <a:pt x="12346" y="0"/>
                  </a:lnTo>
                  <a:lnTo>
                    <a:pt x="25026" y="17485"/>
                  </a:lnTo>
                  <a:close/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31" name="Rectangle 47">
              <a:extLst>
                <a:ext uri="{FF2B5EF4-FFF2-40B4-BE49-F238E27FC236}">
                  <a16:creationId xmlns:a16="http://schemas.microsoft.com/office/drawing/2014/main" id="{392228AB-821B-441F-B7AD-0B832782DD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8" y="3141"/>
              <a:ext cx="26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l-GR" altLang="zh-CN" sz="1800" i="1">
                  <a:solidFill>
                    <a:srgbClr val="FF9900"/>
                  </a:solidFill>
                  <a:cs typeface="Arial" panose="020B0604020202020204" pitchFamily="34" charset="0"/>
                </a:rPr>
                <a:t>ε</a:t>
              </a:r>
              <a:endParaRPr kumimoji="0" lang="en-US" altLang="zh-CN" sz="1800" i="1">
                <a:solidFill>
                  <a:srgbClr val="FF99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1332" name="Rectangle 48">
              <a:extLst>
                <a:ext uri="{FF2B5EF4-FFF2-40B4-BE49-F238E27FC236}">
                  <a16:creationId xmlns:a16="http://schemas.microsoft.com/office/drawing/2014/main" id="{CC57C322-70B8-4A3E-AF12-ABE29432DC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1" y="2637"/>
              <a:ext cx="2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1800" i="1">
                  <a:solidFill>
                    <a:srgbClr val="FF9900"/>
                  </a:solidFill>
                  <a:cs typeface="Arial" panose="020B0604020202020204" pitchFamily="34" charset="0"/>
                </a:rPr>
                <a:t>C</a:t>
              </a:r>
            </a:p>
          </p:txBody>
        </p:sp>
        <p:sp>
          <p:nvSpPr>
            <p:cNvPr id="11333" name="Rectangle 49">
              <a:extLst>
                <a:ext uri="{FF2B5EF4-FFF2-40B4-BE49-F238E27FC236}">
                  <a16:creationId xmlns:a16="http://schemas.microsoft.com/office/drawing/2014/main" id="{D270ADDE-9C24-48A5-AE56-D14CD7EE41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1" y="3074"/>
              <a:ext cx="2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1800" i="1">
                  <a:solidFill>
                    <a:srgbClr val="FF9900"/>
                  </a:solidFill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1334" name="Rectangle 50">
              <a:extLst>
                <a:ext uri="{FF2B5EF4-FFF2-40B4-BE49-F238E27FC236}">
                  <a16:creationId xmlns:a16="http://schemas.microsoft.com/office/drawing/2014/main" id="{CBDA391F-CE38-4A06-B22B-1944F9C20B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6" y="3181"/>
              <a:ext cx="2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1800" i="1">
                  <a:solidFill>
                    <a:srgbClr val="FF9900"/>
                  </a:solidFill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11335" name="Arc 51">
              <a:extLst>
                <a:ext uri="{FF2B5EF4-FFF2-40B4-BE49-F238E27FC236}">
                  <a16:creationId xmlns:a16="http://schemas.microsoft.com/office/drawing/2014/main" id="{47C8E85F-3A14-470C-B8A4-F869A1831BC5}"/>
                </a:ext>
              </a:extLst>
            </p:cNvPr>
            <p:cNvSpPr>
              <a:spLocks/>
            </p:cNvSpPr>
            <p:nvPr/>
          </p:nvSpPr>
          <p:spPr bwMode="auto">
            <a:xfrm rot="427055">
              <a:off x="3769" y="3831"/>
              <a:ext cx="91" cy="84"/>
            </a:xfrm>
            <a:custGeom>
              <a:avLst/>
              <a:gdLst>
                <a:gd name="T0" fmla="*/ 0 w 21392"/>
                <a:gd name="T1" fmla="*/ 0 h 18465"/>
                <a:gd name="T2" fmla="*/ 0 w 21392"/>
                <a:gd name="T3" fmla="*/ 0 h 18465"/>
                <a:gd name="T4" fmla="*/ 0 w 21392"/>
                <a:gd name="T5" fmla="*/ 0 h 18465"/>
                <a:gd name="T6" fmla="*/ 0 60000 65536"/>
                <a:gd name="T7" fmla="*/ 0 60000 65536"/>
                <a:gd name="T8" fmla="*/ 0 60000 65536"/>
                <a:gd name="T9" fmla="*/ 0 w 21392"/>
                <a:gd name="T10" fmla="*/ 0 h 18465"/>
                <a:gd name="T11" fmla="*/ 21392 w 21392"/>
                <a:gd name="T12" fmla="*/ 18465 h 1846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392" h="18465" fill="none" extrusionOk="0">
                  <a:moveTo>
                    <a:pt x="11207" y="-1"/>
                  </a:moveTo>
                  <a:cubicBezTo>
                    <a:pt x="16755" y="3367"/>
                    <a:pt x="20494" y="9050"/>
                    <a:pt x="21392" y="15477"/>
                  </a:cubicBezTo>
                </a:path>
                <a:path w="21392" h="18465" stroke="0" extrusionOk="0">
                  <a:moveTo>
                    <a:pt x="11207" y="-1"/>
                  </a:moveTo>
                  <a:cubicBezTo>
                    <a:pt x="16755" y="3367"/>
                    <a:pt x="20494" y="9050"/>
                    <a:pt x="21392" y="15477"/>
                  </a:cubicBezTo>
                  <a:lnTo>
                    <a:pt x="0" y="18465"/>
                  </a:lnTo>
                  <a:lnTo>
                    <a:pt x="11207" y="-1"/>
                  </a:lnTo>
                  <a:close/>
                </a:path>
              </a:pathLst>
            </a:cu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1336" name="Object 7">
              <a:extLst>
                <a:ext uri="{FF2B5EF4-FFF2-40B4-BE49-F238E27FC236}">
                  <a16:creationId xmlns:a16="http://schemas.microsoft.com/office/drawing/2014/main" id="{E5698584-8A0C-4700-9490-FA7E1F0B1B8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51" y="3408"/>
            <a:ext cx="376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62" name="公式" r:id="rId11" imgW="847926" imgH="695189" progId="Equation.3">
                    <p:embed/>
                  </p:oleObj>
                </mc:Choice>
                <mc:Fallback>
                  <p:oleObj name="公式" r:id="rId11" imgW="847926" imgH="695189" progId="Equation.3">
                    <p:embed/>
                    <p:pic>
                      <p:nvPicPr>
                        <p:cNvPr id="11336" name="Object 7">
                          <a:extLst>
                            <a:ext uri="{FF2B5EF4-FFF2-40B4-BE49-F238E27FC236}">
                              <a16:creationId xmlns:a16="http://schemas.microsoft.com/office/drawing/2014/main" id="{E5698584-8A0C-4700-9490-FA7E1F0B1B8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51" y="3408"/>
                          <a:ext cx="376" cy="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37" name="Object 8">
              <a:extLst>
                <a:ext uri="{FF2B5EF4-FFF2-40B4-BE49-F238E27FC236}">
                  <a16:creationId xmlns:a16="http://schemas.microsoft.com/office/drawing/2014/main" id="{69BEAFC3-5570-4EC7-ABA0-9DC0F1F7CED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65" y="3777"/>
            <a:ext cx="104" cy="1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63" name="公式" r:id="rId13" imgW="171546" imgH="228600" progId="Equation.3">
                    <p:embed/>
                  </p:oleObj>
                </mc:Choice>
                <mc:Fallback>
                  <p:oleObj name="公式" r:id="rId13" imgW="171546" imgH="228600" progId="Equation.3">
                    <p:embed/>
                    <p:pic>
                      <p:nvPicPr>
                        <p:cNvPr id="11337" name="Object 8">
                          <a:extLst>
                            <a:ext uri="{FF2B5EF4-FFF2-40B4-BE49-F238E27FC236}">
                              <a16:creationId xmlns:a16="http://schemas.microsoft.com/office/drawing/2014/main" id="{69BEAFC3-5570-4EC7-ABA0-9DC0F1F7CED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65" y="3777"/>
                          <a:ext cx="104" cy="1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338" name="Arc 54">
              <a:extLst>
                <a:ext uri="{FF2B5EF4-FFF2-40B4-BE49-F238E27FC236}">
                  <a16:creationId xmlns:a16="http://schemas.microsoft.com/office/drawing/2014/main" id="{B83D3738-446A-4EED-9CA8-1A697D09867E}"/>
                </a:ext>
              </a:extLst>
            </p:cNvPr>
            <p:cNvSpPr>
              <a:spLocks/>
            </p:cNvSpPr>
            <p:nvPr/>
          </p:nvSpPr>
          <p:spPr bwMode="auto">
            <a:xfrm rot="427055">
              <a:off x="3769" y="3729"/>
              <a:ext cx="96" cy="98"/>
            </a:xfrm>
            <a:custGeom>
              <a:avLst/>
              <a:gdLst>
                <a:gd name="T0" fmla="*/ 0 w 22649"/>
                <a:gd name="T1" fmla="*/ 0 h 21600"/>
                <a:gd name="T2" fmla="*/ 0 w 22649"/>
                <a:gd name="T3" fmla="*/ 0 h 21600"/>
                <a:gd name="T4" fmla="*/ 0 w 22649"/>
                <a:gd name="T5" fmla="*/ 0 h 21600"/>
                <a:gd name="T6" fmla="*/ 0 60000 65536"/>
                <a:gd name="T7" fmla="*/ 0 60000 65536"/>
                <a:gd name="T8" fmla="*/ 0 60000 65536"/>
                <a:gd name="T9" fmla="*/ 0 w 22649"/>
                <a:gd name="T10" fmla="*/ 0 h 21600"/>
                <a:gd name="T11" fmla="*/ 22649 w 2264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649" h="21600" fill="none" extrusionOk="0">
                  <a:moveTo>
                    <a:pt x="-1" y="709"/>
                  </a:moveTo>
                  <a:cubicBezTo>
                    <a:pt x="1792" y="238"/>
                    <a:pt x="3637" y="-1"/>
                    <a:pt x="5491" y="0"/>
                  </a:cubicBezTo>
                  <a:cubicBezTo>
                    <a:pt x="12218" y="0"/>
                    <a:pt x="18562" y="3134"/>
                    <a:pt x="22649" y="8478"/>
                  </a:cubicBezTo>
                </a:path>
                <a:path w="22649" h="21600" stroke="0" extrusionOk="0">
                  <a:moveTo>
                    <a:pt x="-1" y="709"/>
                  </a:moveTo>
                  <a:cubicBezTo>
                    <a:pt x="1792" y="238"/>
                    <a:pt x="3637" y="-1"/>
                    <a:pt x="5491" y="0"/>
                  </a:cubicBezTo>
                  <a:cubicBezTo>
                    <a:pt x="12218" y="0"/>
                    <a:pt x="18562" y="3134"/>
                    <a:pt x="22649" y="8478"/>
                  </a:cubicBezTo>
                  <a:lnTo>
                    <a:pt x="5491" y="21600"/>
                  </a:lnTo>
                  <a:lnTo>
                    <a:pt x="-1" y="709"/>
                  </a:lnTo>
                  <a:close/>
                </a:path>
              </a:pathLst>
            </a:cu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39" name="Rectangle 55">
              <a:extLst>
                <a:ext uri="{FF2B5EF4-FFF2-40B4-BE49-F238E27FC236}">
                  <a16:creationId xmlns:a16="http://schemas.microsoft.com/office/drawing/2014/main" id="{65B4F478-D71D-4441-A943-6E8BAA7DC7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3854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1800" i="1">
                  <a:solidFill>
                    <a:srgbClr val="FF9900"/>
                  </a:solidFill>
                  <a:cs typeface="Arial" panose="020B0604020202020204" pitchFamily="34" charset="0"/>
                </a:rPr>
                <a:t>x</a:t>
              </a:r>
            </a:p>
          </p:txBody>
        </p:sp>
        <p:sp>
          <p:nvSpPr>
            <p:cNvPr id="11340" name="Rectangle 56">
              <a:extLst>
                <a:ext uri="{FF2B5EF4-FFF2-40B4-BE49-F238E27FC236}">
                  <a16:creationId xmlns:a16="http://schemas.microsoft.com/office/drawing/2014/main" id="{2C99374A-A7A7-4B0B-9E9B-8081808C1F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3" y="3860"/>
              <a:ext cx="2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1800" i="1">
                  <a:solidFill>
                    <a:srgbClr val="FF9900"/>
                  </a:solidFill>
                  <a:cs typeface="Arial" panose="020B0604020202020204" pitchFamily="34" charset="0"/>
                </a:rPr>
                <a:t>O</a:t>
              </a:r>
            </a:p>
          </p:txBody>
        </p:sp>
        <p:sp>
          <p:nvSpPr>
            <p:cNvPr id="11341" name="Line 57">
              <a:extLst>
                <a:ext uri="{FF2B5EF4-FFF2-40B4-BE49-F238E27FC236}">
                  <a16:creationId xmlns:a16="http://schemas.microsoft.com/office/drawing/2014/main" id="{533FFB0F-8578-4483-8186-A7E49CF5A5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51" y="3903"/>
              <a:ext cx="258" cy="1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2" name="Line 58">
              <a:extLst>
                <a:ext uri="{FF2B5EF4-FFF2-40B4-BE49-F238E27FC236}">
                  <a16:creationId xmlns:a16="http://schemas.microsoft.com/office/drawing/2014/main" id="{74CB092F-CDF9-4D07-B2B3-F6B8D96516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00" y="3845"/>
              <a:ext cx="269" cy="6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3" name="Line 59">
              <a:extLst>
                <a:ext uri="{FF2B5EF4-FFF2-40B4-BE49-F238E27FC236}">
                  <a16:creationId xmlns:a16="http://schemas.microsoft.com/office/drawing/2014/main" id="{6EDBE74F-7D23-4001-989E-B64B63393F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56" y="3732"/>
              <a:ext cx="246" cy="117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4" name="Line 60">
              <a:extLst>
                <a:ext uri="{FF2B5EF4-FFF2-40B4-BE49-F238E27FC236}">
                  <a16:creationId xmlns:a16="http://schemas.microsoft.com/office/drawing/2014/main" id="{E1DAD2A5-739E-4E01-BA6B-D08BD00F2D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93" y="3571"/>
              <a:ext cx="210" cy="16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5" name="Line 61">
              <a:extLst>
                <a:ext uri="{FF2B5EF4-FFF2-40B4-BE49-F238E27FC236}">
                  <a16:creationId xmlns:a16="http://schemas.microsoft.com/office/drawing/2014/main" id="{A01FBEF5-E9E5-4A0A-9521-A245C99153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98" y="3366"/>
              <a:ext cx="166" cy="211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6" name="Line 62">
              <a:extLst>
                <a:ext uri="{FF2B5EF4-FFF2-40B4-BE49-F238E27FC236}">
                  <a16:creationId xmlns:a16="http://schemas.microsoft.com/office/drawing/2014/main" id="{9A9FF116-0E2B-4145-B9A4-3EBBDBD4B9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57" y="3140"/>
              <a:ext cx="121" cy="239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7" name="Rectangle 63">
              <a:extLst>
                <a:ext uri="{FF2B5EF4-FFF2-40B4-BE49-F238E27FC236}">
                  <a16:creationId xmlns:a16="http://schemas.microsoft.com/office/drawing/2014/main" id="{00C6C33F-EB4B-4B3A-89B6-A5903C317A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4" y="3879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1800" i="1">
                  <a:solidFill>
                    <a:srgbClr val="FF9900"/>
                  </a:solidFill>
                  <a:cs typeface="Arial" panose="020B0604020202020204" pitchFamily="34" charset="0"/>
                </a:rPr>
                <a:t>P</a:t>
              </a:r>
            </a:p>
          </p:txBody>
        </p:sp>
        <p:sp>
          <p:nvSpPr>
            <p:cNvPr id="11348" name="Arc 64">
              <a:extLst>
                <a:ext uri="{FF2B5EF4-FFF2-40B4-BE49-F238E27FC236}">
                  <a16:creationId xmlns:a16="http://schemas.microsoft.com/office/drawing/2014/main" id="{B9CCF8FD-73CE-4BAE-A73C-753A391910F2}"/>
                </a:ext>
              </a:extLst>
            </p:cNvPr>
            <p:cNvSpPr>
              <a:spLocks/>
            </p:cNvSpPr>
            <p:nvPr/>
          </p:nvSpPr>
          <p:spPr bwMode="auto">
            <a:xfrm rot="1541424">
              <a:off x="3697" y="3602"/>
              <a:ext cx="154" cy="91"/>
            </a:xfrm>
            <a:custGeom>
              <a:avLst/>
              <a:gdLst>
                <a:gd name="T0" fmla="*/ 0 w 25720"/>
                <a:gd name="T1" fmla="*/ 0 h 21600"/>
                <a:gd name="T2" fmla="*/ 0 w 25720"/>
                <a:gd name="T3" fmla="*/ 0 h 21600"/>
                <a:gd name="T4" fmla="*/ 0 w 25720"/>
                <a:gd name="T5" fmla="*/ 0 h 21600"/>
                <a:gd name="T6" fmla="*/ 0 60000 65536"/>
                <a:gd name="T7" fmla="*/ 0 60000 65536"/>
                <a:gd name="T8" fmla="*/ 0 60000 65536"/>
                <a:gd name="T9" fmla="*/ 0 w 25720"/>
                <a:gd name="T10" fmla="*/ 0 h 21600"/>
                <a:gd name="T11" fmla="*/ 25720 w 2572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720" h="21600" fill="none" extrusionOk="0">
                  <a:moveTo>
                    <a:pt x="0" y="415"/>
                  </a:moveTo>
                  <a:cubicBezTo>
                    <a:pt x="1388" y="139"/>
                    <a:pt x="2800" y="-1"/>
                    <a:pt x="4216" y="0"/>
                  </a:cubicBezTo>
                  <a:cubicBezTo>
                    <a:pt x="15356" y="0"/>
                    <a:pt x="24669" y="8472"/>
                    <a:pt x="25719" y="19564"/>
                  </a:cubicBezTo>
                </a:path>
                <a:path w="25720" h="21600" stroke="0" extrusionOk="0">
                  <a:moveTo>
                    <a:pt x="0" y="415"/>
                  </a:moveTo>
                  <a:cubicBezTo>
                    <a:pt x="1388" y="139"/>
                    <a:pt x="2800" y="-1"/>
                    <a:pt x="4216" y="0"/>
                  </a:cubicBezTo>
                  <a:cubicBezTo>
                    <a:pt x="15356" y="0"/>
                    <a:pt x="24669" y="8472"/>
                    <a:pt x="25719" y="19564"/>
                  </a:cubicBezTo>
                  <a:lnTo>
                    <a:pt x="4216" y="21600"/>
                  </a:lnTo>
                  <a:lnTo>
                    <a:pt x="0" y="415"/>
                  </a:lnTo>
                  <a:close/>
                </a:path>
              </a:pathLst>
            </a:custGeom>
            <a:noFill/>
            <a:ln w="19050">
              <a:solidFill>
                <a:srgbClr val="FF353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20225" name="Object 6">
            <a:extLst>
              <a:ext uri="{FF2B5EF4-FFF2-40B4-BE49-F238E27FC236}">
                <a16:creationId xmlns:a16="http://schemas.microsoft.com/office/drawing/2014/main" id="{6F0F8867-7BA4-45BE-A64D-60A8205D71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8325" y="6134100"/>
          <a:ext cx="960438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64" name="公式" r:id="rId15" imgW="685774" imgH="228600" progId="Equation.3">
                  <p:embed/>
                </p:oleObj>
              </mc:Choice>
              <mc:Fallback>
                <p:oleObj name="公式" r:id="rId15" imgW="685774" imgH="228600" progId="Equation.3">
                  <p:embed/>
                  <p:pic>
                    <p:nvPicPr>
                      <p:cNvPr id="220225" name="Object 6">
                        <a:extLst>
                          <a:ext uri="{FF2B5EF4-FFF2-40B4-BE49-F238E27FC236}">
                            <a16:creationId xmlns:a16="http://schemas.microsoft.com/office/drawing/2014/main" id="{6F0F8867-7BA4-45BE-A64D-60A8205D71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8325" y="6134100"/>
                        <a:ext cx="960438" cy="29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6699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67">
            <a:extLst>
              <a:ext uri="{FF2B5EF4-FFF2-40B4-BE49-F238E27FC236}">
                <a16:creationId xmlns:a16="http://schemas.microsoft.com/office/drawing/2014/main" id="{F4131878-9936-4BEC-8FDA-AB3769230D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5429250"/>
          <a:ext cx="3122613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65" name="公式" r:id="rId17" imgW="1200003" imgH="114300" progId="Equation.3">
                  <p:embed/>
                </p:oleObj>
              </mc:Choice>
              <mc:Fallback>
                <p:oleObj name="公式" r:id="rId17" imgW="1200003" imgH="114300" progId="Equation.3">
                  <p:embed/>
                  <p:pic>
                    <p:nvPicPr>
                      <p:cNvPr id="3" name="Object 67">
                        <a:extLst>
                          <a:ext uri="{FF2B5EF4-FFF2-40B4-BE49-F238E27FC236}">
                            <a16:creationId xmlns:a16="http://schemas.microsoft.com/office/drawing/2014/main" id="{F4131878-9936-4BEC-8FDA-AB3769230D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429250"/>
                        <a:ext cx="3122613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6699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" name="上下箭头 67">
            <a:extLst>
              <a:ext uri="{FF2B5EF4-FFF2-40B4-BE49-F238E27FC236}">
                <a16:creationId xmlns:a16="http://schemas.microsoft.com/office/drawing/2014/main" id="{443509C3-D30A-4FFE-B65F-03F9CE9807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857750"/>
            <a:ext cx="285750" cy="500063"/>
          </a:xfrm>
          <a:prstGeom prst="upDownArrow">
            <a:avLst>
              <a:gd name="adj1" fmla="val 50000"/>
              <a:gd name="adj2" fmla="val 49997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1285" name="灯片编号占位符 1">
            <a:extLst>
              <a:ext uri="{FF2B5EF4-FFF2-40B4-BE49-F238E27FC236}">
                <a16:creationId xmlns:a16="http://schemas.microsoft.com/office/drawing/2014/main" id="{E598254F-B501-410D-A858-91940372AB29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9A867F1-652B-46CF-8507-641C3E17BF9F}" type="slidenum">
              <a:rPr lang="en-US" altLang="zh-CN" b="0">
                <a:solidFill>
                  <a:srgbClr val="FF00FF"/>
                </a:solidFill>
              </a:rPr>
              <a:pPr eaLnBrk="1" hangingPunct="1"/>
              <a:t>16</a:t>
            </a:fld>
            <a:r>
              <a:rPr lang="en-US" altLang="zh-CN" b="0">
                <a:solidFill>
                  <a:srgbClr val="FF00FF"/>
                </a:solidFill>
              </a:rPr>
              <a:t>/25</a:t>
            </a:r>
          </a:p>
        </p:txBody>
      </p:sp>
      <p:sp>
        <p:nvSpPr>
          <p:cNvPr id="69" name="Rectangle 24">
            <a:extLst>
              <a:ext uri="{FF2B5EF4-FFF2-40B4-BE49-F238E27FC236}">
                <a16:creationId xmlns:a16="http://schemas.microsoft.com/office/drawing/2014/main" id="{63597A2F-6075-4CE4-BD80-4CCFB2758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0" y="242888"/>
            <a:ext cx="4032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1800">
                <a:solidFill>
                  <a:srgbClr val="FF9900"/>
                </a:solidFill>
              </a:rPr>
              <a:t>M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1B6FC70-28E9-4DFD-9B96-FE9B383E2FE3}"/>
              </a:ext>
            </a:extLst>
          </p:cNvPr>
          <p:cNvGrpSpPr>
            <a:grpSpLocks/>
          </p:cNvGrpSpPr>
          <p:nvPr/>
        </p:nvGrpSpPr>
        <p:grpSpPr bwMode="auto">
          <a:xfrm>
            <a:off x="5651500" y="4508500"/>
            <a:ext cx="2449513" cy="1920875"/>
            <a:chOff x="5652120" y="4509120"/>
            <a:chExt cx="2449428" cy="1920255"/>
          </a:xfrm>
        </p:grpSpPr>
        <p:grpSp>
          <p:nvGrpSpPr>
            <p:cNvPr id="11288" name="组合 69">
              <a:extLst>
                <a:ext uri="{FF2B5EF4-FFF2-40B4-BE49-F238E27FC236}">
                  <a16:creationId xmlns:a16="http://schemas.microsoft.com/office/drawing/2014/main" id="{D6F42A0C-742B-4569-B88A-2393132B92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52120" y="4509120"/>
              <a:ext cx="2449428" cy="1876454"/>
              <a:chOff x="6008688" y="3789958"/>
              <a:chExt cx="2667000" cy="2039937"/>
            </a:xfrm>
          </p:grpSpPr>
          <p:sp>
            <p:nvSpPr>
              <p:cNvPr id="11292" name="Line 23">
                <a:extLst>
                  <a:ext uri="{FF2B5EF4-FFF2-40B4-BE49-F238E27FC236}">
                    <a16:creationId xmlns:a16="http://schemas.microsoft.com/office/drawing/2014/main" id="{3ED19193-16F0-4924-844E-7F0E5F4F7D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618288" y="5829895"/>
                <a:ext cx="838200" cy="0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3" name="Line 24">
                <a:extLst>
                  <a:ext uri="{FF2B5EF4-FFF2-40B4-BE49-F238E27FC236}">
                    <a16:creationId xmlns:a16="http://schemas.microsoft.com/office/drawing/2014/main" id="{DA3E58AD-3356-472D-B833-E25B4BC4C2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08688" y="4458295"/>
                <a:ext cx="0" cy="762000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4" name="Line 25">
                <a:extLst>
                  <a:ext uri="{FF2B5EF4-FFF2-40B4-BE49-F238E27FC236}">
                    <a16:creationId xmlns:a16="http://schemas.microsoft.com/office/drawing/2014/main" id="{CFA94459-BD20-4837-9D51-840B632EBD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08688" y="5220295"/>
                <a:ext cx="609600" cy="609600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5" name="Line 26">
                <a:extLst>
                  <a:ext uri="{FF2B5EF4-FFF2-40B4-BE49-F238E27FC236}">
                    <a16:creationId xmlns:a16="http://schemas.microsoft.com/office/drawing/2014/main" id="{57B75CC3-28F4-4467-8F7C-DB0CF2C52D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008688" y="3848695"/>
                <a:ext cx="533400" cy="609600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6" name="Line 27">
                <a:extLst>
                  <a:ext uri="{FF2B5EF4-FFF2-40B4-BE49-F238E27FC236}">
                    <a16:creationId xmlns:a16="http://schemas.microsoft.com/office/drawing/2014/main" id="{75E3885B-4B0E-47B7-866B-A8461B0AD6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451725" y="3789958"/>
                <a:ext cx="614363" cy="668337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7" name="Line 28">
                <a:extLst>
                  <a:ext uri="{FF2B5EF4-FFF2-40B4-BE49-F238E27FC236}">
                    <a16:creationId xmlns:a16="http://schemas.microsoft.com/office/drawing/2014/main" id="{FAD2C696-B30C-4174-A892-DCAFA24FEF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066088" y="4458295"/>
                <a:ext cx="0" cy="838200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8" name="Line 29">
                <a:extLst>
                  <a:ext uri="{FF2B5EF4-FFF2-40B4-BE49-F238E27FC236}">
                    <a16:creationId xmlns:a16="http://schemas.microsoft.com/office/drawing/2014/main" id="{134B169E-1218-4D59-8C2F-AECB6E3D82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456488" y="5296495"/>
                <a:ext cx="609600" cy="533400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9" name="Line 30">
                <a:extLst>
                  <a:ext uri="{FF2B5EF4-FFF2-40B4-BE49-F238E27FC236}">
                    <a16:creationId xmlns:a16="http://schemas.microsoft.com/office/drawing/2014/main" id="{C50D907B-5313-4B8D-B6F5-3B30F581F5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537325" y="3809008"/>
                <a:ext cx="914400" cy="0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0" name="Line 32">
                <a:extLst>
                  <a:ext uri="{FF2B5EF4-FFF2-40B4-BE49-F238E27FC236}">
                    <a16:creationId xmlns:a16="http://schemas.microsoft.com/office/drawing/2014/main" id="{0D62DFA9-52CE-4D70-B4CB-E0EF57BEE8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456488" y="5829895"/>
                <a:ext cx="838200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1" name="Line 33">
                <a:extLst>
                  <a:ext uri="{FF2B5EF4-FFF2-40B4-BE49-F238E27FC236}">
                    <a16:creationId xmlns:a16="http://schemas.microsoft.com/office/drawing/2014/main" id="{B438E812-3F27-48FA-ADBE-57A33777AA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066088" y="4686895"/>
                <a:ext cx="609600" cy="60960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289" name="Rectangle 21">
              <a:extLst>
                <a:ext uri="{FF2B5EF4-FFF2-40B4-BE49-F238E27FC236}">
                  <a16:creationId xmlns:a16="http://schemas.microsoft.com/office/drawing/2014/main" id="{ED29A4D5-5A0B-432D-84A4-3B1538C73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84158" y="6062663"/>
              <a:ext cx="414338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l-GR" altLang="zh-CN" sz="1800" i="1">
                  <a:solidFill>
                    <a:srgbClr val="FF9900"/>
                  </a:solidFill>
                  <a:cs typeface="Arial" panose="020B0604020202020204" pitchFamily="34" charset="0"/>
                </a:rPr>
                <a:t>ε</a:t>
              </a:r>
              <a:endParaRPr kumimoji="0" lang="en-US" altLang="zh-CN" sz="1800" i="1">
                <a:solidFill>
                  <a:srgbClr val="FF99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1290" name="Rectangle 21">
              <a:extLst>
                <a:ext uri="{FF2B5EF4-FFF2-40B4-BE49-F238E27FC236}">
                  <a16:creationId xmlns:a16="http://schemas.microsoft.com/office/drawing/2014/main" id="{65F4C534-01CF-4416-B8BC-25AF556E63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45086" y="5350665"/>
              <a:ext cx="414338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l-GR" altLang="zh-CN" sz="1800" i="1">
                  <a:solidFill>
                    <a:srgbClr val="FF9900"/>
                  </a:solidFill>
                  <a:cs typeface="Arial" panose="020B0604020202020204" pitchFamily="34" charset="0"/>
                </a:rPr>
                <a:t>ε</a:t>
              </a:r>
              <a:endParaRPr kumimoji="0" lang="en-US" altLang="zh-CN" sz="1800" i="1">
                <a:solidFill>
                  <a:srgbClr val="FF99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1291" name="Rectangle 45">
              <a:extLst>
                <a:ext uri="{FF2B5EF4-FFF2-40B4-BE49-F238E27FC236}">
                  <a16:creationId xmlns:a16="http://schemas.microsoft.com/office/drawing/2014/main" id="{B9AB4659-8BF0-4B38-A5F3-E29FC09FA4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61879" y="6015038"/>
              <a:ext cx="2984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1800" i="1">
                  <a:solidFill>
                    <a:srgbClr val="FF9900"/>
                  </a:solidFill>
                </a:rPr>
                <a:t>a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20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20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20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20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20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0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20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20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20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20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0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0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20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20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20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20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20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163" grpId="0"/>
      <p:bldP spid="220173" grpId="0"/>
      <p:bldP spid="220175" grpId="0"/>
      <p:bldP spid="68" grpId="0" animBg="1"/>
      <p:bldP spid="6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kxMDYxZGYxZGIxNjIyZTIxODM5NTE1YTAzNTVjNj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3732</TotalTime>
  <Words>936</Words>
  <Application>Microsoft Office PowerPoint</Application>
  <PresentationFormat>全屏显示(4:3)</PresentationFormat>
  <Paragraphs>198</Paragraphs>
  <Slides>16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31" baseType="lpstr">
      <vt:lpstr>仿宋_GB2312</vt:lpstr>
      <vt:lpstr>黑体</vt:lpstr>
      <vt:lpstr>华文仿宋</vt:lpstr>
      <vt:lpstr>楷体_GB2312</vt:lpstr>
      <vt:lpstr>隶书</vt:lpstr>
      <vt:lpstr>宋体</vt:lpstr>
      <vt:lpstr>幼圆</vt:lpstr>
      <vt:lpstr>Arial</vt:lpstr>
      <vt:lpstr>Bookman Old Style</vt:lpstr>
      <vt:lpstr>Symbol</vt:lpstr>
      <vt:lpstr>Times New Roman</vt:lpstr>
      <vt:lpstr>Wingdings</vt:lpstr>
      <vt:lpstr>默认设计模板</vt:lpstr>
      <vt:lpstr>公式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xian jiaotong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下册-大学物理</dc:title>
  <dc:creator>yzhang</dc:creator>
  <cp:lastModifiedBy>yzhang</cp:lastModifiedBy>
  <cp:revision>1291</cp:revision>
  <cp:lastPrinted>2025-09-09T07:56:23Z</cp:lastPrinted>
  <dcterms:created xsi:type="dcterms:W3CDTF">1998-11-21T01:35:00Z</dcterms:created>
  <dcterms:modified xsi:type="dcterms:W3CDTF">2025-09-11T08:58:10Z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E360166CB073428B8BCB01AE86F8CFCF_12</vt:lpwstr>
  </property>
  <property fmtid="{D5CDD505-2E9C-101B-9397-08002B2CF9AE}" pid="3" name="KSOProductBuildVer">
    <vt:lpwstr>2052-12.1.0.15358</vt:lpwstr>
  </property>
</Properties>
</file>