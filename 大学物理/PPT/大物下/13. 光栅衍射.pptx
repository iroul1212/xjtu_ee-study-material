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39" r:id="rId2"/>
    <p:sldId id="518" r:id="rId3"/>
    <p:sldId id="537" r:id="rId4"/>
    <p:sldId id="514" r:id="rId5"/>
    <p:sldId id="515" r:id="rId6"/>
    <p:sldId id="516" r:id="rId7"/>
    <p:sldId id="517" r:id="rId8"/>
    <p:sldId id="544" r:id="rId9"/>
    <p:sldId id="523" r:id="rId10"/>
    <p:sldId id="524" r:id="rId11"/>
    <p:sldId id="525" r:id="rId12"/>
    <p:sldId id="526" r:id="rId13"/>
    <p:sldId id="527" r:id="rId14"/>
    <p:sldId id="528" r:id="rId15"/>
    <p:sldId id="529" r:id="rId16"/>
    <p:sldId id="530" r:id="rId17"/>
    <p:sldId id="531" r:id="rId18"/>
  </p:sldIdLst>
  <p:sldSz cx="9144000" cy="6858000" type="screen4x3"/>
  <p:notesSz cx="6797675" cy="9928225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18" Type="http://schemas.openxmlformats.org/officeDocument/2006/relationships/image" Target="../media/image19.emf"/><Relationship Id="rId3" Type="http://schemas.openxmlformats.org/officeDocument/2006/relationships/image" Target="../media/image4.emf"/><Relationship Id="rId21" Type="http://schemas.openxmlformats.org/officeDocument/2006/relationships/image" Target="../media/image22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17" Type="http://schemas.openxmlformats.org/officeDocument/2006/relationships/image" Target="../media/image18.emf"/><Relationship Id="rId2" Type="http://schemas.openxmlformats.org/officeDocument/2006/relationships/image" Target="../media/image3.emf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5" Type="http://schemas.openxmlformats.org/officeDocument/2006/relationships/image" Target="../media/image16.emf"/><Relationship Id="rId23" Type="http://schemas.openxmlformats.org/officeDocument/2006/relationships/image" Target="../media/image24.emf"/><Relationship Id="rId10" Type="http://schemas.openxmlformats.org/officeDocument/2006/relationships/image" Target="../media/image11.emf"/><Relationship Id="rId19" Type="http://schemas.openxmlformats.org/officeDocument/2006/relationships/image" Target="../media/image20.emf"/><Relationship Id="rId4" Type="http://schemas.openxmlformats.org/officeDocument/2006/relationships/image" Target="../media/image5.emf"/><Relationship Id="rId9" Type="http://schemas.openxmlformats.org/officeDocument/2006/relationships/image" Target="../media/image10.emf"/><Relationship Id="rId14" Type="http://schemas.openxmlformats.org/officeDocument/2006/relationships/image" Target="../media/image15.emf"/><Relationship Id="rId22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3.v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emf"/><Relationship Id="rId18" Type="http://schemas.openxmlformats.org/officeDocument/2006/relationships/image" Target="../media/image48.emf"/><Relationship Id="rId26" Type="http://schemas.openxmlformats.org/officeDocument/2006/relationships/image" Target="../media/image56.emf"/><Relationship Id="rId3" Type="http://schemas.openxmlformats.org/officeDocument/2006/relationships/image" Target="../media/image33.emf"/><Relationship Id="rId21" Type="http://schemas.openxmlformats.org/officeDocument/2006/relationships/image" Target="../media/image51.emf"/><Relationship Id="rId7" Type="http://schemas.openxmlformats.org/officeDocument/2006/relationships/image" Target="../media/image37.emf"/><Relationship Id="rId12" Type="http://schemas.openxmlformats.org/officeDocument/2006/relationships/image" Target="../media/image42.emf"/><Relationship Id="rId17" Type="http://schemas.openxmlformats.org/officeDocument/2006/relationships/image" Target="../media/image47.emf"/><Relationship Id="rId25" Type="http://schemas.openxmlformats.org/officeDocument/2006/relationships/image" Target="../media/image55.emf"/><Relationship Id="rId33" Type="http://schemas.openxmlformats.org/officeDocument/2006/relationships/image" Target="../media/image63.emf"/><Relationship Id="rId2" Type="http://schemas.openxmlformats.org/officeDocument/2006/relationships/image" Target="../media/image32.emf"/><Relationship Id="rId16" Type="http://schemas.openxmlformats.org/officeDocument/2006/relationships/image" Target="../media/image46.emf"/><Relationship Id="rId20" Type="http://schemas.openxmlformats.org/officeDocument/2006/relationships/image" Target="../media/image50.emf"/><Relationship Id="rId29" Type="http://schemas.openxmlformats.org/officeDocument/2006/relationships/image" Target="../media/image59.emf"/><Relationship Id="rId1" Type="http://schemas.openxmlformats.org/officeDocument/2006/relationships/image" Target="../media/image31.emf"/><Relationship Id="rId6" Type="http://schemas.openxmlformats.org/officeDocument/2006/relationships/image" Target="../media/image36.emf"/><Relationship Id="rId11" Type="http://schemas.openxmlformats.org/officeDocument/2006/relationships/image" Target="../media/image41.emf"/><Relationship Id="rId24" Type="http://schemas.openxmlformats.org/officeDocument/2006/relationships/image" Target="../media/image54.emf"/><Relationship Id="rId32" Type="http://schemas.openxmlformats.org/officeDocument/2006/relationships/image" Target="../media/image62.emf"/><Relationship Id="rId5" Type="http://schemas.openxmlformats.org/officeDocument/2006/relationships/image" Target="../media/image35.emf"/><Relationship Id="rId15" Type="http://schemas.openxmlformats.org/officeDocument/2006/relationships/image" Target="../media/image45.emf"/><Relationship Id="rId23" Type="http://schemas.openxmlformats.org/officeDocument/2006/relationships/image" Target="../media/image53.emf"/><Relationship Id="rId28" Type="http://schemas.openxmlformats.org/officeDocument/2006/relationships/image" Target="../media/image58.emf"/><Relationship Id="rId10" Type="http://schemas.openxmlformats.org/officeDocument/2006/relationships/image" Target="../media/image40.emf"/><Relationship Id="rId19" Type="http://schemas.openxmlformats.org/officeDocument/2006/relationships/image" Target="../media/image49.emf"/><Relationship Id="rId31" Type="http://schemas.openxmlformats.org/officeDocument/2006/relationships/image" Target="../media/image61.emf"/><Relationship Id="rId4" Type="http://schemas.openxmlformats.org/officeDocument/2006/relationships/image" Target="../media/image34.emf"/><Relationship Id="rId9" Type="http://schemas.openxmlformats.org/officeDocument/2006/relationships/image" Target="../media/image39.emf"/><Relationship Id="rId14" Type="http://schemas.openxmlformats.org/officeDocument/2006/relationships/image" Target="../media/image44.emf"/><Relationship Id="rId22" Type="http://schemas.openxmlformats.org/officeDocument/2006/relationships/image" Target="../media/image52.emf"/><Relationship Id="rId27" Type="http://schemas.openxmlformats.org/officeDocument/2006/relationships/image" Target="../media/image57.emf"/><Relationship Id="rId30" Type="http://schemas.openxmlformats.org/officeDocument/2006/relationships/image" Target="../media/image60.emf"/><Relationship Id="rId8" Type="http://schemas.openxmlformats.org/officeDocument/2006/relationships/image" Target="../media/image38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image" Target="../media/image79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12" Type="http://schemas.openxmlformats.org/officeDocument/2006/relationships/image" Target="../media/image78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Relationship Id="rId6" Type="http://schemas.openxmlformats.org/officeDocument/2006/relationships/image" Target="../media/image72.emf"/><Relationship Id="rId11" Type="http://schemas.openxmlformats.org/officeDocument/2006/relationships/image" Target="../media/image77.emf"/><Relationship Id="rId5" Type="http://schemas.openxmlformats.org/officeDocument/2006/relationships/image" Target="../media/image71.emf"/><Relationship Id="rId15" Type="http://schemas.openxmlformats.org/officeDocument/2006/relationships/image" Target="../media/image81.emf"/><Relationship Id="rId10" Type="http://schemas.openxmlformats.org/officeDocument/2006/relationships/image" Target="../media/image76.emf"/><Relationship Id="rId4" Type="http://schemas.openxmlformats.org/officeDocument/2006/relationships/image" Target="../media/image70.emf"/><Relationship Id="rId9" Type="http://schemas.openxmlformats.org/officeDocument/2006/relationships/image" Target="../media/image75.emf"/><Relationship Id="rId14" Type="http://schemas.openxmlformats.org/officeDocument/2006/relationships/image" Target="../media/image80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13" Type="http://schemas.openxmlformats.org/officeDocument/2006/relationships/image" Target="../media/image94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12" Type="http://schemas.openxmlformats.org/officeDocument/2006/relationships/image" Target="../media/image93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11" Type="http://schemas.openxmlformats.org/officeDocument/2006/relationships/image" Target="../media/image92.emf"/><Relationship Id="rId5" Type="http://schemas.openxmlformats.org/officeDocument/2006/relationships/image" Target="../media/image86.emf"/><Relationship Id="rId15" Type="http://schemas.openxmlformats.org/officeDocument/2006/relationships/image" Target="../media/image96.emf"/><Relationship Id="rId10" Type="http://schemas.openxmlformats.org/officeDocument/2006/relationships/image" Target="../media/image91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Relationship Id="rId14" Type="http://schemas.openxmlformats.org/officeDocument/2006/relationships/image" Target="../media/image95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image" Target="../media/image111.emf"/><Relationship Id="rId18" Type="http://schemas.openxmlformats.org/officeDocument/2006/relationships/image" Target="../media/image116.emf"/><Relationship Id="rId3" Type="http://schemas.openxmlformats.org/officeDocument/2006/relationships/image" Target="../media/image101.emf"/><Relationship Id="rId21" Type="http://schemas.openxmlformats.org/officeDocument/2006/relationships/image" Target="../media/image119.emf"/><Relationship Id="rId7" Type="http://schemas.openxmlformats.org/officeDocument/2006/relationships/image" Target="../media/image105.emf"/><Relationship Id="rId12" Type="http://schemas.openxmlformats.org/officeDocument/2006/relationships/image" Target="../media/image110.emf"/><Relationship Id="rId17" Type="http://schemas.openxmlformats.org/officeDocument/2006/relationships/image" Target="../media/image115.emf"/><Relationship Id="rId2" Type="http://schemas.openxmlformats.org/officeDocument/2006/relationships/image" Target="../media/image100.emf"/><Relationship Id="rId16" Type="http://schemas.openxmlformats.org/officeDocument/2006/relationships/image" Target="../media/image114.emf"/><Relationship Id="rId20" Type="http://schemas.openxmlformats.org/officeDocument/2006/relationships/image" Target="../media/image118.emf"/><Relationship Id="rId1" Type="http://schemas.openxmlformats.org/officeDocument/2006/relationships/image" Target="../media/image99.emf"/><Relationship Id="rId6" Type="http://schemas.openxmlformats.org/officeDocument/2006/relationships/image" Target="../media/image104.emf"/><Relationship Id="rId11" Type="http://schemas.openxmlformats.org/officeDocument/2006/relationships/image" Target="../media/image109.emf"/><Relationship Id="rId5" Type="http://schemas.openxmlformats.org/officeDocument/2006/relationships/image" Target="../media/image103.emf"/><Relationship Id="rId15" Type="http://schemas.openxmlformats.org/officeDocument/2006/relationships/image" Target="../media/image113.emf"/><Relationship Id="rId10" Type="http://schemas.openxmlformats.org/officeDocument/2006/relationships/image" Target="../media/image108.emf"/><Relationship Id="rId19" Type="http://schemas.openxmlformats.org/officeDocument/2006/relationships/image" Target="../media/image117.emf"/><Relationship Id="rId4" Type="http://schemas.openxmlformats.org/officeDocument/2006/relationships/image" Target="../media/image102.emf"/><Relationship Id="rId9" Type="http://schemas.openxmlformats.org/officeDocument/2006/relationships/image" Target="../media/image107.emf"/><Relationship Id="rId14" Type="http://schemas.openxmlformats.org/officeDocument/2006/relationships/image" Target="../media/image112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3" Type="http://schemas.openxmlformats.org/officeDocument/2006/relationships/image" Target="../media/image126.emf"/><Relationship Id="rId7" Type="http://schemas.openxmlformats.org/officeDocument/2006/relationships/image" Target="../media/image130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Relationship Id="rId6" Type="http://schemas.openxmlformats.org/officeDocument/2006/relationships/image" Target="../media/image129.emf"/><Relationship Id="rId11" Type="http://schemas.openxmlformats.org/officeDocument/2006/relationships/image" Target="../media/image134.emf"/><Relationship Id="rId5" Type="http://schemas.openxmlformats.org/officeDocument/2006/relationships/image" Target="../media/image128.emf"/><Relationship Id="rId10" Type="http://schemas.openxmlformats.org/officeDocument/2006/relationships/image" Target="../media/image133.emf"/><Relationship Id="rId4" Type="http://schemas.openxmlformats.org/officeDocument/2006/relationships/image" Target="../media/image127.emf"/><Relationship Id="rId9" Type="http://schemas.openxmlformats.org/officeDocument/2006/relationships/image" Target="../media/image13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" Type="http://schemas.openxmlformats.org/officeDocument/2006/relationships/image" Target="../media/image135.emf"/><Relationship Id="rId5" Type="http://schemas.openxmlformats.org/officeDocument/2006/relationships/image" Target="../media/image139.emf"/><Relationship Id="rId4" Type="http://schemas.openxmlformats.org/officeDocument/2006/relationships/image" Target="../media/image138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52.emf"/><Relationship Id="rId18" Type="http://schemas.openxmlformats.org/officeDocument/2006/relationships/image" Target="../media/image157.emf"/><Relationship Id="rId3" Type="http://schemas.openxmlformats.org/officeDocument/2006/relationships/image" Target="../media/image142.emf"/><Relationship Id="rId7" Type="http://schemas.openxmlformats.org/officeDocument/2006/relationships/image" Target="../media/image146.emf"/><Relationship Id="rId12" Type="http://schemas.openxmlformats.org/officeDocument/2006/relationships/image" Target="../media/image151.emf"/><Relationship Id="rId17" Type="http://schemas.openxmlformats.org/officeDocument/2006/relationships/image" Target="../media/image156.emf"/><Relationship Id="rId2" Type="http://schemas.openxmlformats.org/officeDocument/2006/relationships/image" Target="../media/image141.emf"/><Relationship Id="rId16" Type="http://schemas.openxmlformats.org/officeDocument/2006/relationships/image" Target="../media/image155.emf"/><Relationship Id="rId20" Type="http://schemas.openxmlformats.org/officeDocument/2006/relationships/image" Target="../media/image159.emf"/><Relationship Id="rId1" Type="http://schemas.openxmlformats.org/officeDocument/2006/relationships/image" Target="../media/image140.emf"/><Relationship Id="rId6" Type="http://schemas.openxmlformats.org/officeDocument/2006/relationships/image" Target="../media/image145.emf"/><Relationship Id="rId11" Type="http://schemas.openxmlformats.org/officeDocument/2006/relationships/image" Target="../media/image150.emf"/><Relationship Id="rId5" Type="http://schemas.openxmlformats.org/officeDocument/2006/relationships/image" Target="../media/image144.emf"/><Relationship Id="rId15" Type="http://schemas.openxmlformats.org/officeDocument/2006/relationships/image" Target="../media/image154.emf"/><Relationship Id="rId10" Type="http://schemas.openxmlformats.org/officeDocument/2006/relationships/image" Target="../media/image149.emf"/><Relationship Id="rId19" Type="http://schemas.openxmlformats.org/officeDocument/2006/relationships/image" Target="../media/image158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Relationship Id="rId14" Type="http://schemas.openxmlformats.org/officeDocument/2006/relationships/image" Target="../media/image153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image" Target="../media/image173.emf"/><Relationship Id="rId3" Type="http://schemas.openxmlformats.org/officeDocument/2006/relationships/image" Target="../media/image163.emf"/><Relationship Id="rId7" Type="http://schemas.openxmlformats.org/officeDocument/2006/relationships/image" Target="../media/image167.emf"/><Relationship Id="rId12" Type="http://schemas.openxmlformats.org/officeDocument/2006/relationships/image" Target="../media/image172.emf"/><Relationship Id="rId2" Type="http://schemas.openxmlformats.org/officeDocument/2006/relationships/image" Target="../media/image162.emf"/><Relationship Id="rId16" Type="http://schemas.openxmlformats.org/officeDocument/2006/relationships/image" Target="../media/image176.emf"/><Relationship Id="rId1" Type="http://schemas.openxmlformats.org/officeDocument/2006/relationships/image" Target="../media/image161.emf"/><Relationship Id="rId6" Type="http://schemas.openxmlformats.org/officeDocument/2006/relationships/image" Target="../media/image166.emf"/><Relationship Id="rId11" Type="http://schemas.openxmlformats.org/officeDocument/2006/relationships/image" Target="../media/image171.emf"/><Relationship Id="rId5" Type="http://schemas.openxmlformats.org/officeDocument/2006/relationships/image" Target="../media/image165.emf"/><Relationship Id="rId15" Type="http://schemas.openxmlformats.org/officeDocument/2006/relationships/image" Target="../media/image175.emf"/><Relationship Id="rId10" Type="http://schemas.openxmlformats.org/officeDocument/2006/relationships/image" Target="../media/image170.emf"/><Relationship Id="rId4" Type="http://schemas.openxmlformats.org/officeDocument/2006/relationships/image" Target="../media/image164.emf"/><Relationship Id="rId9" Type="http://schemas.openxmlformats.org/officeDocument/2006/relationships/image" Target="../media/image169.emf"/><Relationship Id="rId14" Type="http://schemas.openxmlformats.org/officeDocument/2006/relationships/image" Target="../media/image174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3" Type="http://schemas.openxmlformats.org/officeDocument/2006/relationships/image" Target="../media/image179.emf"/><Relationship Id="rId7" Type="http://schemas.openxmlformats.org/officeDocument/2006/relationships/image" Target="../media/image183.emf"/><Relationship Id="rId2" Type="http://schemas.openxmlformats.org/officeDocument/2006/relationships/image" Target="../media/image178.emf"/><Relationship Id="rId1" Type="http://schemas.openxmlformats.org/officeDocument/2006/relationships/image" Target="../media/image177.emf"/><Relationship Id="rId6" Type="http://schemas.openxmlformats.org/officeDocument/2006/relationships/image" Target="../media/image182.emf"/><Relationship Id="rId11" Type="http://schemas.openxmlformats.org/officeDocument/2006/relationships/image" Target="../media/image187.emf"/><Relationship Id="rId5" Type="http://schemas.openxmlformats.org/officeDocument/2006/relationships/image" Target="../media/image181.emf"/><Relationship Id="rId10" Type="http://schemas.openxmlformats.org/officeDocument/2006/relationships/image" Target="../media/image186.emf"/><Relationship Id="rId4" Type="http://schemas.openxmlformats.org/officeDocument/2006/relationships/image" Target="../media/image180.emf"/><Relationship Id="rId9" Type="http://schemas.openxmlformats.org/officeDocument/2006/relationships/image" Target="../media/image18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8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3" Type="http://schemas.openxmlformats.org/officeDocument/2006/relationships/image" Target="../media/image194.emf"/><Relationship Id="rId7" Type="http://schemas.openxmlformats.org/officeDocument/2006/relationships/image" Target="../media/image198.e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Relationship Id="rId6" Type="http://schemas.openxmlformats.org/officeDocument/2006/relationships/image" Target="../media/image197.emf"/><Relationship Id="rId5" Type="http://schemas.openxmlformats.org/officeDocument/2006/relationships/image" Target="../media/image196.emf"/><Relationship Id="rId4" Type="http://schemas.openxmlformats.org/officeDocument/2006/relationships/image" Target="../media/image19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5" Type="http://schemas.openxmlformats.org/officeDocument/2006/relationships/image" Target="../media/image204.emf"/><Relationship Id="rId4" Type="http://schemas.openxmlformats.org/officeDocument/2006/relationships/image" Target="../media/image203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emf"/><Relationship Id="rId2" Type="http://schemas.openxmlformats.org/officeDocument/2006/relationships/image" Target="../media/image206.emf"/><Relationship Id="rId1" Type="http://schemas.openxmlformats.org/officeDocument/2006/relationships/image" Target="../media/image205.emf"/><Relationship Id="rId5" Type="http://schemas.openxmlformats.org/officeDocument/2006/relationships/image" Target="../media/image209.emf"/><Relationship Id="rId4" Type="http://schemas.openxmlformats.org/officeDocument/2006/relationships/image" Target="../media/image20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FF24E97-AF65-4A9D-8246-40D9B775F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5051493-114E-4593-8F19-40890E0525EC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8343A62-D9C0-4622-A952-DF0F9A737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558BFFE-5915-4A03-9D14-9D780B110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CC84E954-DE96-4075-A53E-ED3A5ED288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D79B9E3-14BB-49DA-A9FB-6F7513FD2C2C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5F06328-15D5-4404-9B5E-F5A18CC2D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7C8EA21-19AF-4FCD-BF86-6AA893F06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76828D31-DBF6-4CDF-A61F-14B9B208EE0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BBF23A9-C1B5-47C6-90FD-EED50D5E5E70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45AEF8D-DD52-409D-9760-CA35813043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DBA7154-DC08-4078-B880-4F646B6F2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A99F7FE-5704-4E4F-A209-B939464C3AF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6FC1F51-861B-4258-A4AB-1F4687EF2723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F4EAB3C-D3B2-4006-8BB8-AF4307A9A2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EA09270-1FE9-48CB-874D-C6A245314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2138EF9-55CE-401E-A5AF-F363F997871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B30F2D-7BA3-41FE-9960-566CC3A73378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2E2D65A-F611-473C-BC90-454296D8EC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97675EB-599A-4AC9-8B3D-F702CDBB5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7B6F1BD-809D-49C5-A9AE-758C2B1CF67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9F7B3B5-CDEC-4ECE-83BE-771AD615CC3D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02BB2AB-2F67-47BB-AEA9-B1058B6D97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3D608B4-BECA-46DC-A48A-EC6A3AC78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7CF1BD00-AE20-4695-81EC-C33AC32508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A6E3F0-61B9-44EB-8FC8-F396BBF9AE50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64C131B-159C-467F-9011-70D42DF17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7635293-DF63-4579-B0E8-64066D556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CF1AC36-CF4A-4120-AC61-BC04B498281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FDB33ED-03CC-4120-B2A3-7F786976BB73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E59B999-DDB6-47D8-A103-2B94C3117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2FA885D-6D23-4FD3-89F8-87C73407C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4563797-F90D-4608-8AC8-3164DC3F1A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3A9239-F00C-40BE-BBF7-7ED17613A016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002655D-2555-4651-90D5-67A56A5B9C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40EF4D6-0995-4113-85A5-2A741A92E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C612494-038C-4446-B0FD-33304B6810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3199C7-8158-446F-88D1-21737C51F18B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7B8B079-7806-4507-A9D7-FE7734808A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DFA8C71-C2A7-4542-947D-E08F88C17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623FF714-D463-4105-8027-9DD93388303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0D480C3-BEBE-4560-8B64-B55896B4B453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03161BE-9A69-457F-86B9-F3EC8A166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C4876B1-A6DC-492B-973C-C59A97ABA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92DC5EF-A3CD-4174-BF9B-95B49AD00C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96E627B-F3EF-4EEC-AA5C-E563229149A5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2381CB7-BF9B-4ABB-8B31-EA2A236D2F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28F9DC1-8409-4A61-A0C2-434E3A20D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4EB2644-9EDE-4B7B-B5FE-F1BD6A07F9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3DFD6C-A85A-4213-80E1-A9518461E652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16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535C205-ABD3-499C-B873-1B33224324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8E164E3-59C7-43B3-BCB8-F0EC651EB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0A478B0A-2B07-4D4F-9DDF-F307D1070A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6906626-EDC2-4503-AC43-AF8E344281F9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17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FFA7E2B-5CEE-42A4-91F9-054D61101A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4B069B7-8E52-4B7D-A608-09D37829E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e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oleObject" Target="../embeddings/oleObject18.bin"/><Relationship Id="rId21" Type="http://schemas.openxmlformats.org/officeDocument/2006/relationships/image" Target="../media/image10.emf"/><Relationship Id="rId34" Type="http://schemas.openxmlformats.org/officeDocument/2006/relationships/image" Target="../media/image16.emf"/><Relationship Id="rId42" Type="http://schemas.openxmlformats.org/officeDocument/2006/relationships/image" Target="../media/image20.emf"/><Relationship Id="rId47" Type="http://schemas.openxmlformats.org/officeDocument/2006/relationships/oleObject" Target="../embeddings/oleObject22.bin"/><Relationship Id="rId50" Type="http://schemas.openxmlformats.org/officeDocument/2006/relationships/image" Target="../media/image24.emf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4.emf"/><Relationship Id="rId11" Type="http://schemas.openxmlformats.org/officeDocument/2006/relationships/image" Target="../media/image5.emf"/><Relationship Id="rId24" Type="http://schemas.openxmlformats.org/officeDocument/2006/relationships/oleObject" Target="../embeddings/oleObject11.bin"/><Relationship Id="rId32" Type="http://schemas.openxmlformats.org/officeDocument/2006/relationships/image" Target="../media/image15.emf"/><Relationship Id="rId37" Type="http://schemas.openxmlformats.org/officeDocument/2006/relationships/oleObject" Target="../embeddings/oleObject17.bin"/><Relationship Id="rId40" Type="http://schemas.openxmlformats.org/officeDocument/2006/relationships/image" Target="../media/image19.emf"/><Relationship Id="rId45" Type="http://schemas.openxmlformats.org/officeDocument/2006/relationships/oleObject" Target="../embeddings/oleObject21.bin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oleObject" Target="../embeddings/oleObject13.bin"/><Relationship Id="rId36" Type="http://schemas.openxmlformats.org/officeDocument/2006/relationships/image" Target="../media/image17.emf"/><Relationship Id="rId49" Type="http://schemas.openxmlformats.org/officeDocument/2006/relationships/oleObject" Target="../embeddings/oleObject23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emf"/><Relationship Id="rId31" Type="http://schemas.openxmlformats.org/officeDocument/2006/relationships/oleObject" Target="../embeddings/oleObject14.bin"/><Relationship Id="rId44" Type="http://schemas.openxmlformats.org/officeDocument/2006/relationships/image" Target="../media/image21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emf"/><Relationship Id="rId30" Type="http://schemas.openxmlformats.org/officeDocument/2006/relationships/image" Target="../media/image25.jpeg"/><Relationship Id="rId35" Type="http://schemas.openxmlformats.org/officeDocument/2006/relationships/oleObject" Target="../embeddings/oleObject16.bin"/><Relationship Id="rId43" Type="http://schemas.openxmlformats.org/officeDocument/2006/relationships/oleObject" Target="../embeddings/oleObject20.bin"/><Relationship Id="rId48" Type="http://schemas.openxmlformats.org/officeDocument/2006/relationships/image" Target="../media/image23.emf"/><Relationship Id="rId8" Type="http://schemas.openxmlformats.org/officeDocument/2006/relationships/oleObject" Target="../embeddings/oleObject3.bin"/><Relationship Id="rId51" Type="http://schemas.openxmlformats.org/officeDocument/2006/relationships/hyperlink" Target="file:///H:\2017&#22823;&#23398;&#29289;&#29702;\&#19979;&#20876;\14%20&#21128;&#23574;&#24178;&#28041;.swf" TargetMode="External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oleObject" Target="../embeddings/oleObject15.bin"/><Relationship Id="rId38" Type="http://schemas.openxmlformats.org/officeDocument/2006/relationships/image" Target="../media/image18.emf"/><Relationship Id="rId46" Type="http://schemas.openxmlformats.org/officeDocument/2006/relationships/image" Target="../media/image22.emf"/><Relationship Id="rId20" Type="http://schemas.openxmlformats.org/officeDocument/2006/relationships/oleObject" Target="../embeddings/oleObject9.bin"/><Relationship Id="rId41" Type="http://schemas.openxmlformats.org/officeDocument/2006/relationships/oleObject" Target="../embeddings/oleObject1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0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8.emf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.emf"/><Relationship Id="rId21" Type="http://schemas.openxmlformats.org/officeDocument/2006/relationships/oleObject" Target="../embeddings/oleObject37.bin"/><Relationship Id="rId42" Type="http://schemas.openxmlformats.org/officeDocument/2006/relationships/oleObject" Target="../embeddings/oleObject47.bin"/><Relationship Id="rId47" Type="http://schemas.openxmlformats.org/officeDocument/2006/relationships/image" Target="../media/image51.emf"/><Relationship Id="rId63" Type="http://schemas.openxmlformats.org/officeDocument/2006/relationships/oleObject" Target="../embeddings/oleObject57.bin"/><Relationship Id="rId68" Type="http://schemas.openxmlformats.org/officeDocument/2006/relationships/image" Target="../media/image61.emf"/><Relationship Id="rId7" Type="http://schemas.openxmlformats.org/officeDocument/2006/relationships/oleObject" Target="../embeddings/oleObject30.bin"/><Relationship Id="rId71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emf"/><Relationship Id="rId29" Type="http://schemas.openxmlformats.org/officeDocument/2006/relationships/oleObject" Target="../embeddings/oleObject41.bin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40.emf"/><Relationship Id="rId32" Type="http://schemas.openxmlformats.org/officeDocument/2006/relationships/image" Target="../media/image44.emf"/><Relationship Id="rId37" Type="http://schemas.openxmlformats.org/officeDocument/2006/relationships/oleObject" Target="../embeddings/oleObject45.bin"/><Relationship Id="rId40" Type="http://schemas.openxmlformats.org/officeDocument/2006/relationships/image" Target="../media/image48.emf"/><Relationship Id="rId45" Type="http://schemas.openxmlformats.org/officeDocument/2006/relationships/image" Target="../media/image50.emf"/><Relationship Id="rId53" Type="http://schemas.openxmlformats.org/officeDocument/2006/relationships/image" Target="../media/image54.emf"/><Relationship Id="rId58" Type="http://schemas.openxmlformats.org/officeDocument/2006/relationships/image" Target="../media/image56.emf"/><Relationship Id="rId66" Type="http://schemas.openxmlformats.org/officeDocument/2006/relationships/image" Target="../media/image60.emf"/><Relationship Id="rId5" Type="http://schemas.openxmlformats.org/officeDocument/2006/relationships/oleObject" Target="../embeddings/oleObject29.bin"/><Relationship Id="rId61" Type="http://schemas.openxmlformats.org/officeDocument/2006/relationships/oleObject" Target="../embeddings/oleObject56.bin"/><Relationship Id="rId19" Type="http://schemas.openxmlformats.org/officeDocument/2006/relationships/oleObject" Target="../embeddings/oleObject36.bin"/><Relationship Id="rId14" Type="http://schemas.openxmlformats.org/officeDocument/2006/relationships/image" Target="../media/image35.emf"/><Relationship Id="rId22" Type="http://schemas.openxmlformats.org/officeDocument/2006/relationships/image" Target="../media/image39.e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43.emf"/><Relationship Id="rId35" Type="http://schemas.openxmlformats.org/officeDocument/2006/relationships/oleObject" Target="../embeddings/oleObject44.bin"/><Relationship Id="rId43" Type="http://schemas.openxmlformats.org/officeDocument/2006/relationships/image" Target="../media/image49.emf"/><Relationship Id="rId48" Type="http://schemas.openxmlformats.org/officeDocument/2006/relationships/oleObject" Target="../embeddings/oleObject50.bin"/><Relationship Id="rId56" Type="http://schemas.openxmlformats.org/officeDocument/2006/relationships/image" Target="../media/image55.emf"/><Relationship Id="rId64" Type="http://schemas.openxmlformats.org/officeDocument/2006/relationships/image" Target="../media/image59.emf"/><Relationship Id="rId69" Type="http://schemas.openxmlformats.org/officeDocument/2006/relationships/oleObject" Target="../embeddings/oleObject60.bin"/><Relationship Id="rId8" Type="http://schemas.openxmlformats.org/officeDocument/2006/relationships/image" Target="../media/image32.emf"/><Relationship Id="rId51" Type="http://schemas.openxmlformats.org/officeDocument/2006/relationships/image" Target="../media/image53.emf"/><Relationship Id="rId72" Type="http://schemas.openxmlformats.org/officeDocument/2006/relationships/image" Target="../media/image63.emf"/><Relationship Id="rId3" Type="http://schemas.openxmlformats.org/officeDocument/2006/relationships/notesSlide" Target="../notesSlides/notesSlide3.xml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47.emf"/><Relationship Id="rId46" Type="http://schemas.openxmlformats.org/officeDocument/2006/relationships/oleObject" Target="../embeddings/oleObject49.bin"/><Relationship Id="rId59" Type="http://schemas.openxmlformats.org/officeDocument/2006/relationships/oleObject" Target="../embeddings/oleObject55.bin"/><Relationship Id="rId67" Type="http://schemas.openxmlformats.org/officeDocument/2006/relationships/oleObject" Target="../embeddings/oleObject59.bin"/><Relationship Id="rId20" Type="http://schemas.openxmlformats.org/officeDocument/2006/relationships/image" Target="../media/image38.emf"/><Relationship Id="rId41" Type="http://schemas.openxmlformats.org/officeDocument/2006/relationships/image" Target="../media/image65.jpeg"/><Relationship Id="rId54" Type="http://schemas.openxmlformats.org/officeDocument/2006/relationships/image" Target="../media/image66.jpeg"/><Relationship Id="rId62" Type="http://schemas.openxmlformats.org/officeDocument/2006/relationships/image" Target="../media/image58.emf"/><Relationship Id="rId70" Type="http://schemas.openxmlformats.org/officeDocument/2006/relationships/image" Target="../media/image62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emf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42.emf"/><Relationship Id="rId36" Type="http://schemas.openxmlformats.org/officeDocument/2006/relationships/image" Target="../media/image46.emf"/><Relationship Id="rId49" Type="http://schemas.openxmlformats.org/officeDocument/2006/relationships/image" Target="../media/image52.emf"/><Relationship Id="rId57" Type="http://schemas.openxmlformats.org/officeDocument/2006/relationships/oleObject" Target="../embeddings/oleObject54.bin"/><Relationship Id="rId10" Type="http://schemas.openxmlformats.org/officeDocument/2006/relationships/image" Target="../media/image33.emf"/><Relationship Id="rId31" Type="http://schemas.openxmlformats.org/officeDocument/2006/relationships/oleObject" Target="../embeddings/oleObject42.bin"/><Relationship Id="rId44" Type="http://schemas.openxmlformats.org/officeDocument/2006/relationships/oleObject" Target="../embeddings/oleObject48.bin"/><Relationship Id="rId52" Type="http://schemas.openxmlformats.org/officeDocument/2006/relationships/oleObject" Target="../embeddings/oleObject52.bin"/><Relationship Id="rId60" Type="http://schemas.openxmlformats.org/officeDocument/2006/relationships/image" Target="../media/image57.emf"/><Relationship Id="rId65" Type="http://schemas.openxmlformats.org/officeDocument/2006/relationships/oleObject" Target="../embeddings/oleObject58.bin"/><Relationship Id="rId4" Type="http://schemas.openxmlformats.org/officeDocument/2006/relationships/image" Target="../media/image64.jpeg"/><Relationship Id="rId9" Type="http://schemas.openxmlformats.org/officeDocument/2006/relationships/oleObject" Target="../embeddings/oleObject31.bin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7.emf"/><Relationship Id="rId39" Type="http://schemas.openxmlformats.org/officeDocument/2006/relationships/oleObject" Target="../embeddings/oleObject46.bin"/><Relationship Id="rId34" Type="http://schemas.openxmlformats.org/officeDocument/2006/relationships/image" Target="../media/image45.emf"/><Relationship Id="rId50" Type="http://schemas.openxmlformats.org/officeDocument/2006/relationships/oleObject" Target="../embeddings/oleObject51.bin"/><Relationship Id="rId55" Type="http://schemas.openxmlformats.org/officeDocument/2006/relationships/oleObject" Target="../embeddings/oleObject53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emf"/><Relationship Id="rId18" Type="http://schemas.openxmlformats.org/officeDocument/2006/relationships/oleObject" Target="../embeddings/oleObject69.bin"/><Relationship Id="rId26" Type="http://schemas.openxmlformats.org/officeDocument/2006/relationships/oleObject" Target="../embeddings/oleObject73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75.emf"/><Relationship Id="rId7" Type="http://schemas.openxmlformats.org/officeDocument/2006/relationships/image" Target="../media/image68.e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73.emf"/><Relationship Id="rId25" Type="http://schemas.openxmlformats.org/officeDocument/2006/relationships/image" Target="../media/image77.emf"/><Relationship Id="rId33" Type="http://schemas.openxmlformats.org/officeDocument/2006/relationships/image" Target="../media/image8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29" Type="http://schemas.openxmlformats.org/officeDocument/2006/relationships/image" Target="../media/image79.e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0.emf"/><Relationship Id="rId24" Type="http://schemas.openxmlformats.org/officeDocument/2006/relationships/oleObject" Target="../embeddings/oleObject72.bin"/><Relationship Id="rId32" Type="http://schemas.openxmlformats.org/officeDocument/2006/relationships/oleObject" Target="../embeddings/oleObject76.bin"/><Relationship Id="rId5" Type="http://schemas.openxmlformats.org/officeDocument/2006/relationships/image" Target="../media/image67.emf"/><Relationship Id="rId15" Type="http://schemas.openxmlformats.org/officeDocument/2006/relationships/image" Target="../media/image72.emf"/><Relationship Id="rId23" Type="http://schemas.openxmlformats.org/officeDocument/2006/relationships/image" Target="../media/image76.emf"/><Relationship Id="rId28" Type="http://schemas.openxmlformats.org/officeDocument/2006/relationships/oleObject" Target="../embeddings/oleObject74.bin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74.emf"/><Relationship Id="rId31" Type="http://schemas.openxmlformats.org/officeDocument/2006/relationships/image" Target="../media/image80.e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9.e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Relationship Id="rId27" Type="http://schemas.openxmlformats.org/officeDocument/2006/relationships/image" Target="../media/image78.emf"/><Relationship Id="rId30" Type="http://schemas.openxmlformats.org/officeDocument/2006/relationships/oleObject" Target="../embeddings/oleObject75.bin"/><Relationship Id="rId8" Type="http://schemas.openxmlformats.org/officeDocument/2006/relationships/oleObject" Target="../embeddings/oleObject64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e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89.emf"/><Relationship Id="rId34" Type="http://schemas.openxmlformats.org/officeDocument/2006/relationships/oleObject" Target="../embeddings/oleObject91.bin"/><Relationship Id="rId7" Type="http://schemas.openxmlformats.org/officeDocument/2006/relationships/image" Target="../media/image82.e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7.emf"/><Relationship Id="rId25" Type="http://schemas.openxmlformats.org/officeDocument/2006/relationships/image" Target="../media/image91.emf"/><Relationship Id="rId33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29" Type="http://schemas.openxmlformats.org/officeDocument/2006/relationships/image" Target="../media/image93.e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4.emf"/><Relationship Id="rId24" Type="http://schemas.openxmlformats.org/officeDocument/2006/relationships/oleObject" Target="../embeddings/oleObject86.bin"/><Relationship Id="rId32" Type="http://schemas.openxmlformats.org/officeDocument/2006/relationships/oleObject" Target="../embeddings/oleObject90.bin"/><Relationship Id="rId5" Type="http://schemas.openxmlformats.org/officeDocument/2006/relationships/image" Target="../media/image98.jpeg"/><Relationship Id="rId15" Type="http://schemas.openxmlformats.org/officeDocument/2006/relationships/image" Target="../media/image86.emf"/><Relationship Id="rId23" Type="http://schemas.openxmlformats.org/officeDocument/2006/relationships/image" Target="../media/image90.emf"/><Relationship Id="rId28" Type="http://schemas.openxmlformats.org/officeDocument/2006/relationships/oleObject" Target="../embeddings/oleObject88.bin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8.emf"/><Relationship Id="rId31" Type="http://schemas.openxmlformats.org/officeDocument/2006/relationships/image" Target="../media/image94.emf"/><Relationship Id="rId4" Type="http://schemas.openxmlformats.org/officeDocument/2006/relationships/image" Target="../media/image97.jpeg"/><Relationship Id="rId9" Type="http://schemas.openxmlformats.org/officeDocument/2006/relationships/image" Target="../media/image83.e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92.emf"/><Relationship Id="rId30" Type="http://schemas.openxmlformats.org/officeDocument/2006/relationships/oleObject" Target="../embeddings/oleObject89.bin"/><Relationship Id="rId35" Type="http://schemas.openxmlformats.org/officeDocument/2006/relationships/image" Target="../media/image96.emf"/><Relationship Id="rId8" Type="http://schemas.openxmlformats.org/officeDocument/2006/relationships/oleObject" Target="../embeddings/oleObject78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6.bin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2.bin"/><Relationship Id="rId39" Type="http://schemas.openxmlformats.org/officeDocument/2006/relationships/image" Target="../media/image115.emf"/><Relationship Id="rId21" Type="http://schemas.openxmlformats.org/officeDocument/2006/relationships/image" Target="../media/image106.emf"/><Relationship Id="rId34" Type="http://schemas.openxmlformats.org/officeDocument/2006/relationships/oleObject" Target="../embeddings/oleObject106.bin"/><Relationship Id="rId42" Type="http://schemas.openxmlformats.org/officeDocument/2006/relationships/oleObject" Target="../embeddings/oleObject110.bin"/><Relationship Id="rId47" Type="http://schemas.openxmlformats.org/officeDocument/2006/relationships/image" Target="../media/image119.emf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9" Type="http://schemas.openxmlformats.org/officeDocument/2006/relationships/image" Target="../media/image110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99.emf"/><Relationship Id="rId11" Type="http://schemas.openxmlformats.org/officeDocument/2006/relationships/oleObject" Target="../embeddings/oleObject95.bin"/><Relationship Id="rId24" Type="http://schemas.openxmlformats.org/officeDocument/2006/relationships/oleObject" Target="../embeddings/oleObject101.bin"/><Relationship Id="rId32" Type="http://schemas.openxmlformats.org/officeDocument/2006/relationships/oleObject" Target="../embeddings/oleObject105.bin"/><Relationship Id="rId37" Type="http://schemas.openxmlformats.org/officeDocument/2006/relationships/image" Target="../media/image114.emf"/><Relationship Id="rId40" Type="http://schemas.openxmlformats.org/officeDocument/2006/relationships/oleObject" Target="../embeddings/oleObject109.bin"/><Relationship Id="rId45" Type="http://schemas.openxmlformats.org/officeDocument/2006/relationships/image" Target="../media/image118.emf"/><Relationship Id="rId5" Type="http://schemas.openxmlformats.org/officeDocument/2006/relationships/oleObject" Target="../embeddings/oleObject92.bin"/><Relationship Id="rId15" Type="http://schemas.openxmlformats.org/officeDocument/2006/relationships/image" Target="../media/image121.jpeg"/><Relationship Id="rId23" Type="http://schemas.openxmlformats.org/officeDocument/2006/relationships/image" Target="../media/image107.emf"/><Relationship Id="rId28" Type="http://schemas.openxmlformats.org/officeDocument/2006/relationships/oleObject" Target="../embeddings/oleObject103.bin"/><Relationship Id="rId36" Type="http://schemas.openxmlformats.org/officeDocument/2006/relationships/oleObject" Target="../embeddings/oleObject107.bin"/><Relationship Id="rId10" Type="http://schemas.openxmlformats.org/officeDocument/2006/relationships/image" Target="../media/image101.emf"/><Relationship Id="rId19" Type="http://schemas.openxmlformats.org/officeDocument/2006/relationships/image" Target="../media/image105.emf"/><Relationship Id="rId31" Type="http://schemas.openxmlformats.org/officeDocument/2006/relationships/image" Target="../media/image111.emf"/><Relationship Id="rId44" Type="http://schemas.openxmlformats.org/officeDocument/2006/relationships/oleObject" Target="../embeddings/oleObject111.bin"/><Relationship Id="rId4" Type="http://schemas.openxmlformats.org/officeDocument/2006/relationships/image" Target="../media/image120.jpeg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3.emf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109.emf"/><Relationship Id="rId30" Type="http://schemas.openxmlformats.org/officeDocument/2006/relationships/oleObject" Target="../embeddings/oleObject104.bin"/><Relationship Id="rId35" Type="http://schemas.openxmlformats.org/officeDocument/2006/relationships/image" Target="../media/image113.emf"/><Relationship Id="rId43" Type="http://schemas.openxmlformats.org/officeDocument/2006/relationships/image" Target="../media/image117.emf"/><Relationship Id="rId48" Type="http://schemas.openxmlformats.org/officeDocument/2006/relationships/image" Target="../media/image122.jpeg"/><Relationship Id="rId8" Type="http://schemas.openxmlformats.org/officeDocument/2006/relationships/image" Target="../media/image100.emf"/><Relationship Id="rId3" Type="http://schemas.openxmlformats.org/officeDocument/2006/relationships/notesSlide" Target="../notesSlides/notesSlide6.xml"/><Relationship Id="rId12" Type="http://schemas.openxmlformats.org/officeDocument/2006/relationships/image" Target="../media/image102.emf"/><Relationship Id="rId17" Type="http://schemas.openxmlformats.org/officeDocument/2006/relationships/image" Target="../media/image104.emf"/><Relationship Id="rId25" Type="http://schemas.openxmlformats.org/officeDocument/2006/relationships/image" Target="../media/image108.emf"/><Relationship Id="rId33" Type="http://schemas.openxmlformats.org/officeDocument/2006/relationships/image" Target="../media/image112.emf"/><Relationship Id="rId38" Type="http://schemas.openxmlformats.org/officeDocument/2006/relationships/oleObject" Target="../embeddings/oleObject108.bin"/><Relationship Id="rId46" Type="http://schemas.openxmlformats.org/officeDocument/2006/relationships/oleObject" Target="../embeddings/oleObject112.bin"/><Relationship Id="rId20" Type="http://schemas.openxmlformats.org/officeDocument/2006/relationships/oleObject" Target="../embeddings/oleObject99.bin"/><Relationship Id="rId41" Type="http://schemas.openxmlformats.org/officeDocument/2006/relationships/image" Target="../media/image1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28.emf"/><Relationship Id="rId18" Type="http://schemas.openxmlformats.org/officeDocument/2006/relationships/oleObject" Target="../embeddings/oleObject120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32.emf"/><Relationship Id="rId7" Type="http://schemas.openxmlformats.org/officeDocument/2006/relationships/image" Target="../media/image125.e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30.emf"/><Relationship Id="rId25" Type="http://schemas.openxmlformats.org/officeDocument/2006/relationships/image" Target="../media/image13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27.emf"/><Relationship Id="rId24" Type="http://schemas.openxmlformats.org/officeDocument/2006/relationships/oleObject" Target="../embeddings/oleObject123.bin"/><Relationship Id="rId5" Type="http://schemas.openxmlformats.org/officeDocument/2006/relationships/image" Target="../media/image124.emf"/><Relationship Id="rId15" Type="http://schemas.openxmlformats.org/officeDocument/2006/relationships/image" Target="../media/image129.emf"/><Relationship Id="rId23" Type="http://schemas.openxmlformats.org/officeDocument/2006/relationships/image" Target="../media/image133.e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31.e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26.e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9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36.emf"/><Relationship Id="rId12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38.emf"/><Relationship Id="rId5" Type="http://schemas.openxmlformats.org/officeDocument/2006/relationships/image" Target="../media/image135.e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7.emf"/><Relationship Id="rId14" Type="http://schemas.openxmlformats.org/officeDocument/2006/relationships/hyperlink" Target="file:///H:\2017&#22823;&#23398;&#29289;&#29702;\&#19979;&#20876;\14%20&#21128;&#23574;&#24178;&#28041;.swf" TargetMode="Externa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46.emf"/><Relationship Id="rId26" Type="http://schemas.openxmlformats.org/officeDocument/2006/relationships/image" Target="../media/image150.emf"/><Relationship Id="rId39" Type="http://schemas.openxmlformats.org/officeDocument/2006/relationships/oleObject" Target="../embeddings/oleObject146.bin"/><Relationship Id="rId21" Type="http://schemas.openxmlformats.org/officeDocument/2006/relationships/oleObject" Target="../embeddings/oleObject137.bin"/><Relationship Id="rId34" Type="http://schemas.openxmlformats.org/officeDocument/2006/relationships/image" Target="../media/image154.emf"/><Relationship Id="rId42" Type="http://schemas.openxmlformats.org/officeDocument/2006/relationships/image" Target="../media/image158.emf"/><Relationship Id="rId7" Type="http://schemas.openxmlformats.org/officeDocument/2006/relationships/image" Target="../media/image14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5.emf"/><Relationship Id="rId20" Type="http://schemas.openxmlformats.org/officeDocument/2006/relationships/image" Target="../media/image147.emf"/><Relationship Id="rId29" Type="http://schemas.openxmlformats.org/officeDocument/2006/relationships/oleObject" Target="../embeddings/oleObject141.bin"/><Relationship Id="rId41" Type="http://schemas.openxmlformats.org/officeDocument/2006/relationships/oleObject" Target="../embeddings/oleObject147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0.bin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49.emf"/><Relationship Id="rId32" Type="http://schemas.openxmlformats.org/officeDocument/2006/relationships/image" Target="../media/image153.emf"/><Relationship Id="rId37" Type="http://schemas.openxmlformats.org/officeDocument/2006/relationships/oleObject" Target="../embeddings/oleObject145.bin"/><Relationship Id="rId40" Type="http://schemas.openxmlformats.org/officeDocument/2006/relationships/image" Target="../media/image157.emf"/><Relationship Id="rId5" Type="http://schemas.openxmlformats.org/officeDocument/2006/relationships/image" Target="../media/image140.emf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51.emf"/><Relationship Id="rId36" Type="http://schemas.openxmlformats.org/officeDocument/2006/relationships/image" Target="../media/image155.emf"/><Relationship Id="rId10" Type="http://schemas.openxmlformats.org/officeDocument/2006/relationships/image" Target="../media/image160.emf"/><Relationship Id="rId19" Type="http://schemas.openxmlformats.org/officeDocument/2006/relationships/oleObject" Target="../embeddings/oleObject136.bin"/><Relationship Id="rId31" Type="http://schemas.openxmlformats.org/officeDocument/2006/relationships/oleObject" Target="../embeddings/oleObject142.bin"/><Relationship Id="rId44" Type="http://schemas.openxmlformats.org/officeDocument/2006/relationships/image" Target="../media/image159.e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42.emf"/><Relationship Id="rId14" Type="http://schemas.openxmlformats.org/officeDocument/2006/relationships/image" Target="../media/image144.emf"/><Relationship Id="rId22" Type="http://schemas.openxmlformats.org/officeDocument/2006/relationships/image" Target="../media/image148.emf"/><Relationship Id="rId27" Type="http://schemas.openxmlformats.org/officeDocument/2006/relationships/oleObject" Target="../embeddings/oleObject140.bin"/><Relationship Id="rId30" Type="http://schemas.openxmlformats.org/officeDocument/2006/relationships/image" Target="../media/image152.emf"/><Relationship Id="rId35" Type="http://schemas.openxmlformats.org/officeDocument/2006/relationships/oleObject" Target="../embeddings/oleObject144.bin"/><Relationship Id="rId43" Type="http://schemas.openxmlformats.org/officeDocument/2006/relationships/oleObject" Target="../embeddings/oleObject148.bin"/><Relationship Id="rId8" Type="http://schemas.openxmlformats.org/officeDocument/2006/relationships/oleObject" Target="../embeddings/oleObject131.bin"/><Relationship Id="rId3" Type="http://schemas.openxmlformats.org/officeDocument/2006/relationships/notesSlide" Target="../notesSlides/notesSlide10.xml"/><Relationship Id="rId12" Type="http://schemas.openxmlformats.org/officeDocument/2006/relationships/image" Target="../media/image143.e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33" Type="http://schemas.openxmlformats.org/officeDocument/2006/relationships/oleObject" Target="../embeddings/oleObject143.bin"/><Relationship Id="rId38" Type="http://schemas.openxmlformats.org/officeDocument/2006/relationships/image" Target="../media/image156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5.emf"/><Relationship Id="rId18" Type="http://schemas.openxmlformats.org/officeDocument/2006/relationships/oleObject" Target="../embeddings/oleObject156.bin"/><Relationship Id="rId26" Type="http://schemas.openxmlformats.org/officeDocument/2006/relationships/oleObject" Target="../embeddings/oleObject160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169.emf"/><Relationship Id="rId34" Type="http://schemas.openxmlformats.org/officeDocument/2006/relationships/oleObject" Target="../embeddings/oleObject164.bin"/><Relationship Id="rId7" Type="http://schemas.openxmlformats.org/officeDocument/2006/relationships/image" Target="../media/image162.e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67.emf"/><Relationship Id="rId25" Type="http://schemas.openxmlformats.org/officeDocument/2006/relationships/image" Target="../media/image171.emf"/><Relationship Id="rId33" Type="http://schemas.openxmlformats.org/officeDocument/2006/relationships/image" Target="../media/image17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29" Type="http://schemas.openxmlformats.org/officeDocument/2006/relationships/image" Target="../media/image173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64.emf"/><Relationship Id="rId24" Type="http://schemas.openxmlformats.org/officeDocument/2006/relationships/oleObject" Target="../embeddings/oleObject159.bin"/><Relationship Id="rId32" Type="http://schemas.openxmlformats.org/officeDocument/2006/relationships/oleObject" Target="../embeddings/oleObject163.bin"/><Relationship Id="rId5" Type="http://schemas.openxmlformats.org/officeDocument/2006/relationships/image" Target="../media/image161.emf"/><Relationship Id="rId15" Type="http://schemas.openxmlformats.org/officeDocument/2006/relationships/image" Target="../media/image166.emf"/><Relationship Id="rId23" Type="http://schemas.openxmlformats.org/officeDocument/2006/relationships/image" Target="../media/image170.emf"/><Relationship Id="rId28" Type="http://schemas.openxmlformats.org/officeDocument/2006/relationships/oleObject" Target="../embeddings/oleObject161.bin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68.emf"/><Relationship Id="rId31" Type="http://schemas.openxmlformats.org/officeDocument/2006/relationships/image" Target="../media/image174.e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63.emf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Relationship Id="rId27" Type="http://schemas.openxmlformats.org/officeDocument/2006/relationships/image" Target="../media/image172.emf"/><Relationship Id="rId30" Type="http://schemas.openxmlformats.org/officeDocument/2006/relationships/oleObject" Target="../embeddings/oleObject162.bin"/><Relationship Id="rId35" Type="http://schemas.openxmlformats.org/officeDocument/2006/relationships/image" Target="../media/image176.emf"/><Relationship Id="rId8" Type="http://schemas.openxmlformats.org/officeDocument/2006/relationships/oleObject" Target="../embeddings/oleObject15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181.emf"/><Relationship Id="rId18" Type="http://schemas.openxmlformats.org/officeDocument/2006/relationships/oleObject" Target="../embeddings/oleObject172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185.emf"/><Relationship Id="rId7" Type="http://schemas.openxmlformats.org/officeDocument/2006/relationships/image" Target="../media/image178.e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83.emf"/><Relationship Id="rId25" Type="http://schemas.openxmlformats.org/officeDocument/2006/relationships/image" Target="../media/image18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1.bin"/><Relationship Id="rId20" Type="http://schemas.openxmlformats.org/officeDocument/2006/relationships/oleObject" Target="../embeddings/oleObject173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80.emf"/><Relationship Id="rId24" Type="http://schemas.openxmlformats.org/officeDocument/2006/relationships/oleObject" Target="../embeddings/oleObject175.bin"/><Relationship Id="rId5" Type="http://schemas.openxmlformats.org/officeDocument/2006/relationships/image" Target="../media/image177.emf"/><Relationship Id="rId15" Type="http://schemas.openxmlformats.org/officeDocument/2006/relationships/image" Target="../media/image182.emf"/><Relationship Id="rId23" Type="http://schemas.openxmlformats.org/officeDocument/2006/relationships/image" Target="../media/image186.emf"/><Relationship Id="rId10" Type="http://schemas.openxmlformats.org/officeDocument/2006/relationships/oleObject" Target="../embeddings/oleObject168.bin"/><Relationship Id="rId19" Type="http://schemas.openxmlformats.org/officeDocument/2006/relationships/image" Target="../media/image184.emf"/><Relationship Id="rId4" Type="http://schemas.openxmlformats.org/officeDocument/2006/relationships/oleObject" Target="../embeddings/oleObject165.bin"/><Relationship Id="rId9" Type="http://schemas.openxmlformats.org/officeDocument/2006/relationships/image" Target="../media/image179.emf"/><Relationship Id="rId14" Type="http://schemas.openxmlformats.org/officeDocument/2006/relationships/oleObject" Target="../embeddings/oleObject170.bin"/><Relationship Id="rId22" Type="http://schemas.openxmlformats.org/officeDocument/2006/relationships/oleObject" Target="../embeddings/oleObject17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eg"/><Relationship Id="rId7" Type="http://schemas.openxmlformats.org/officeDocument/2006/relationships/image" Target="../media/image19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90.jpeg"/><Relationship Id="rId5" Type="http://schemas.openxmlformats.org/officeDocument/2006/relationships/image" Target="../media/image188.emf"/><Relationship Id="rId4" Type="http://schemas.openxmlformats.org/officeDocument/2006/relationships/oleObject" Target="../embeddings/oleObject17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96.emf"/><Relationship Id="rId18" Type="http://schemas.openxmlformats.org/officeDocument/2006/relationships/oleObject" Target="../embeddings/oleObject184.bin"/><Relationship Id="rId3" Type="http://schemas.openxmlformats.org/officeDocument/2006/relationships/oleObject" Target="../embeddings/oleObject177.bin"/><Relationship Id="rId21" Type="http://schemas.openxmlformats.org/officeDocument/2006/relationships/hyperlink" Target="file:///H:\2017&#22823;&#23398;&#29289;&#29702;\&#19979;&#20876;\14%20&#21128;&#23574;&#24178;&#28041;.swf" TargetMode="External"/><Relationship Id="rId7" Type="http://schemas.openxmlformats.org/officeDocument/2006/relationships/image" Target="../media/image200.png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9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3.bin"/><Relationship Id="rId20" Type="http://schemas.openxmlformats.org/officeDocument/2006/relationships/image" Target="../media/image201.png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3.emf"/><Relationship Id="rId11" Type="http://schemas.openxmlformats.org/officeDocument/2006/relationships/image" Target="../media/image195.emf"/><Relationship Id="rId5" Type="http://schemas.openxmlformats.org/officeDocument/2006/relationships/oleObject" Target="../embeddings/oleObject178.bin"/><Relationship Id="rId15" Type="http://schemas.openxmlformats.org/officeDocument/2006/relationships/image" Target="../media/image197.emf"/><Relationship Id="rId10" Type="http://schemas.openxmlformats.org/officeDocument/2006/relationships/oleObject" Target="../embeddings/oleObject180.bin"/><Relationship Id="rId19" Type="http://schemas.openxmlformats.org/officeDocument/2006/relationships/image" Target="../media/image199.emf"/><Relationship Id="rId4" Type="http://schemas.openxmlformats.org/officeDocument/2006/relationships/image" Target="../media/image192.emf"/><Relationship Id="rId9" Type="http://schemas.openxmlformats.org/officeDocument/2006/relationships/image" Target="../media/image194.emf"/><Relationship Id="rId14" Type="http://schemas.openxmlformats.org/officeDocument/2006/relationships/oleObject" Target="../embeddings/oleObject18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204.e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01.emf"/><Relationship Id="rId12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203.emf"/><Relationship Id="rId5" Type="http://schemas.openxmlformats.org/officeDocument/2006/relationships/image" Target="../media/image200.emf"/><Relationship Id="rId10" Type="http://schemas.openxmlformats.org/officeDocument/2006/relationships/oleObject" Target="../embeddings/oleObject188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20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image" Target="../media/image209.e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06.emf"/><Relationship Id="rId12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208.emf"/><Relationship Id="rId5" Type="http://schemas.openxmlformats.org/officeDocument/2006/relationships/image" Target="../media/image205.emf"/><Relationship Id="rId10" Type="http://schemas.openxmlformats.org/officeDocument/2006/relationships/oleObject" Target="../embeddings/oleObject193.bin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20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Oct. 23,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Text Box 2">
            <a:extLst>
              <a:ext uri="{FF2B5EF4-FFF2-40B4-BE49-F238E27FC236}">
                <a16:creationId xmlns:a16="http://schemas.microsoft.com/office/drawing/2014/main" id="{051DE2D8-528B-489D-9B9B-BF5381444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95288"/>
            <a:ext cx="5149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回顾：单缝夫琅禾费衍射</a:t>
            </a:r>
          </a:p>
        </p:txBody>
      </p:sp>
      <p:sp>
        <p:nvSpPr>
          <p:cNvPr id="600069" name="Text Box 5">
            <a:extLst>
              <a:ext uri="{FF2B5EF4-FFF2-40B4-BE49-F238E27FC236}">
                <a16:creationId xmlns:a16="http://schemas.microsoft.com/office/drawing/2014/main" id="{C5AA9C62-6731-47E9-ACBA-299588CEC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96" y="1700808"/>
            <a:ext cx="35261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bg1"/>
                </a:solidFill>
              </a:rPr>
              <a:t>(1) </a:t>
            </a:r>
            <a:r>
              <a:rPr lang="zh-CN" altLang="en-US" dirty="0">
                <a:solidFill>
                  <a:schemeClr val="bg1"/>
                </a:solidFill>
              </a:rPr>
              <a:t>明</a:t>
            </a:r>
            <a:r>
              <a:rPr lang="zh-CN" altLang="en-US" dirty="0">
                <a:solidFill>
                  <a:schemeClr val="bg1"/>
                </a:solidFill>
                <a:latin typeface="方正书宋简体"/>
              </a:rPr>
              <a:t>纹角宽度、线宽度</a:t>
            </a:r>
          </a:p>
        </p:txBody>
      </p:sp>
      <p:sp>
        <p:nvSpPr>
          <p:cNvPr id="18" name="Text Box 43">
            <a:extLst>
              <a:ext uri="{FF2B5EF4-FFF2-40B4-BE49-F238E27FC236}">
                <a16:creationId xmlns:a16="http://schemas.microsoft.com/office/drawing/2014/main" id="{CB8C9619-01F5-4627-AB5F-2E2D19994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59" y="2361828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latin typeface="仿宋_GB2312"/>
              </a:rPr>
              <a:t>中央明纹       </a:t>
            </a:r>
            <a:r>
              <a:rPr lang="zh-CN" altLang="en-US" dirty="0">
                <a:solidFill>
                  <a:srgbClr val="FFFF00"/>
                </a:solidFill>
                <a:latin typeface="方正书宋简体"/>
              </a:rPr>
              <a:t>角宽度</a:t>
            </a:r>
          </a:p>
        </p:txBody>
      </p:sp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D631512A-5B56-4F8D-BE25-4408955D788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63888" y="2290391"/>
          <a:ext cx="18557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4" name="公式" r:id="rId4" imgW="819290" imgH="199923" progId="Equation.3">
                  <p:embed/>
                </p:oleObj>
              </mc:Choice>
              <mc:Fallback>
                <p:oleObj name="公式" r:id="rId4" imgW="819290" imgH="199923" progId="Equation.3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D631512A-5B56-4F8D-BE25-4408955D7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2290391"/>
                        <a:ext cx="18557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5">
            <a:extLst>
              <a:ext uri="{FF2B5EF4-FFF2-40B4-BE49-F238E27FC236}">
                <a16:creationId xmlns:a16="http://schemas.microsoft.com/office/drawing/2014/main" id="{0C492DEE-CC77-4BE2-B94C-2BD2F7469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392" y="2259684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方正书宋简体"/>
              </a:rPr>
              <a:t>线宽度</a:t>
            </a:r>
          </a:p>
        </p:txBody>
      </p:sp>
      <p:graphicFrame>
        <p:nvGraphicFramePr>
          <p:cNvPr id="21" name="Object 13">
            <a:extLst>
              <a:ext uri="{FF2B5EF4-FFF2-40B4-BE49-F238E27FC236}">
                <a16:creationId xmlns:a16="http://schemas.microsoft.com/office/drawing/2014/main" id="{85F2EFA8-20FA-4C87-9F6C-B03E68343C9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19377" y="2259343"/>
          <a:ext cx="18573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5" name="公式" r:id="rId6" imgW="809504" imgH="199923" progId="Equation.3">
                  <p:embed/>
                </p:oleObj>
              </mc:Choice>
              <mc:Fallback>
                <p:oleObj name="公式" r:id="rId6" imgW="809504" imgH="199923" progId="Equation.3">
                  <p:embed/>
                  <p:pic>
                    <p:nvPicPr>
                      <p:cNvPr id="21" name="Object 13">
                        <a:extLst>
                          <a:ext uri="{FF2B5EF4-FFF2-40B4-BE49-F238E27FC236}">
                            <a16:creationId xmlns:a16="http://schemas.microsoft.com/office/drawing/2014/main" id="{85F2EFA8-20FA-4C87-9F6C-B03E68343C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377" y="2259343"/>
                        <a:ext cx="18573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54">
            <a:extLst>
              <a:ext uri="{FF2B5EF4-FFF2-40B4-BE49-F238E27FC236}">
                <a16:creationId xmlns:a16="http://schemas.microsoft.com/office/drawing/2014/main" id="{658B64A8-048E-428E-9687-7EF8BD36E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165" y="2875980"/>
            <a:ext cx="3228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第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FFFF00"/>
                </a:solidFill>
              </a:rPr>
              <a:t>k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级明纹  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角宽度</a:t>
            </a:r>
          </a:p>
        </p:txBody>
      </p:sp>
      <p:graphicFrame>
        <p:nvGraphicFramePr>
          <p:cNvPr id="23" name="Object 14">
            <a:extLst>
              <a:ext uri="{FF2B5EF4-FFF2-40B4-BE49-F238E27FC236}">
                <a16:creationId xmlns:a16="http://schemas.microsoft.com/office/drawing/2014/main" id="{5FE1BE4B-1480-445B-9EF1-BEDCFA472EB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08040" y="2901380"/>
          <a:ext cx="151923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6" name="公式" r:id="rId8" imgW="1485976" imgH="400152" progId="Equation.3">
                  <p:embed/>
                </p:oleObj>
              </mc:Choice>
              <mc:Fallback>
                <p:oleObj name="公式" r:id="rId8" imgW="1485976" imgH="400152" progId="Equation.3">
                  <p:embed/>
                  <p:pic>
                    <p:nvPicPr>
                      <p:cNvPr id="23" name="Object 14">
                        <a:extLst>
                          <a:ext uri="{FF2B5EF4-FFF2-40B4-BE49-F238E27FC236}">
                            <a16:creationId xmlns:a16="http://schemas.microsoft.com/office/drawing/2014/main" id="{5FE1BE4B-1480-445B-9EF1-BEDCFA472E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040" y="2901380"/>
                        <a:ext cx="151923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45">
            <a:extLst>
              <a:ext uri="{FF2B5EF4-FFF2-40B4-BE49-F238E27FC236}">
                <a16:creationId xmlns:a16="http://schemas.microsoft.com/office/drawing/2014/main" id="{E2BF3C35-0609-4DE1-811E-22EABE7D1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640" y="286645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方正书宋简体"/>
              </a:rPr>
              <a:t>线宽度</a:t>
            </a:r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033407E9-80E8-4A95-8963-0A3FC3CD09B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57640" y="2877567"/>
          <a:ext cx="1574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7" name="公式" r:id="rId10" imgW="685953" imgH="190432" progId="Equation.3">
                  <p:embed/>
                </p:oleObj>
              </mc:Choice>
              <mc:Fallback>
                <p:oleObj name="公式" r:id="rId10" imgW="685953" imgH="190432" progId="Equation.3">
                  <p:embed/>
                  <p:pic>
                    <p:nvPicPr>
                      <p:cNvPr id="27" name="Object 11">
                        <a:extLst>
                          <a:ext uri="{FF2B5EF4-FFF2-40B4-BE49-F238E27FC236}">
                            <a16:creationId xmlns:a16="http://schemas.microsoft.com/office/drawing/2014/main" id="{033407E9-80E8-4A95-8963-0A3FC3CD0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7640" y="2877567"/>
                        <a:ext cx="1574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7" name="灯片编号占位符 1">
            <a:extLst>
              <a:ext uri="{FF2B5EF4-FFF2-40B4-BE49-F238E27FC236}">
                <a16:creationId xmlns:a16="http://schemas.microsoft.com/office/drawing/2014/main" id="{62BAF889-C125-46E6-9065-E313777F034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C3433B-A186-4C6B-B736-94C72682ACEA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2" name="组合 63">
            <a:extLst>
              <a:ext uri="{FF2B5EF4-FFF2-40B4-BE49-F238E27FC236}">
                <a16:creationId xmlns:a16="http://schemas.microsoft.com/office/drawing/2014/main" id="{01934D32-8858-4790-BCD0-5B96FE01F259}"/>
              </a:ext>
            </a:extLst>
          </p:cNvPr>
          <p:cNvGrpSpPr>
            <a:grpSpLocks/>
          </p:cNvGrpSpPr>
          <p:nvPr/>
        </p:nvGrpSpPr>
        <p:grpSpPr bwMode="auto">
          <a:xfrm>
            <a:off x="3857376" y="188640"/>
            <a:ext cx="4319588" cy="1901825"/>
            <a:chOff x="4467225" y="312738"/>
            <a:chExt cx="4319588" cy="1901825"/>
          </a:xfrm>
        </p:grpSpPr>
        <p:grpSp>
          <p:nvGrpSpPr>
            <p:cNvPr id="5140" name="组合 80">
              <a:extLst>
                <a:ext uri="{FF2B5EF4-FFF2-40B4-BE49-F238E27FC236}">
                  <a16:creationId xmlns:a16="http://schemas.microsoft.com/office/drawing/2014/main" id="{315B9A22-68C8-4DA5-BA85-9CBD3DEC78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7225" y="312738"/>
              <a:ext cx="4319588" cy="1901825"/>
              <a:chOff x="5815734" y="-142900"/>
              <a:chExt cx="5400000" cy="2376488"/>
            </a:xfrm>
          </p:grpSpPr>
          <p:sp>
            <p:nvSpPr>
              <p:cNvPr id="5144" name="Line 2">
                <a:extLst>
                  <a:ext uri="{FF2B5EF4-FFF2-40B4-BE49-F238E27FC236}">
                    <a16:creationId xmlns:a16="http://schemas.microsoft.com/office/drawing/2014/main" id="{E31514A7-E869-48EE-87A3-3E011C2AD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51946" y="409550"/>
                <a:ext cx="2000250" cy="658813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grpSp>
            <p:nvGrpSpPr>
              <p:cNvPr id="5145" name="Group 3">
                <a:extLst>
                  <a:ext uri="{FF2B5EF4-FFF2-40B4-BE49-F238E27FC236}">
                    <a16:creationId xmlns:a16="http://schemas.microsoft.com/office/drawing/2014/main" id="{A31E0674-0DA1-4784-A219-3C838AD24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8746" y="-142900"/>
                <a:ext cx="215900" cy="2376488"/>
                <a:chOff x="3969" y="2432"/>
                <a:chExt cx="84" cy="1271"/>
              </a:xfrm>
            </p:grpSpPr>
            <p:sp>
              <p:nvSpPr>
                <p:cNvPr id="5184" name="Freeform 4">
                  <a:extLst>
                    <a:ext uri="{FF2B5EF4-FFF2-40B4-BE49-F238E27FC236}">
                      <a16:creationId xmlns:a16="http://schemas.microsoft.com/office/drawing/2014/main" id="{BBE4A904-4644-4C6C-AD1C-C51F7F8299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00" y="2432"/>
                  <a:ext cx="53" cy="1271"/>
                </a:xfrm>
                <a:custGeom>
                  <a:avLst/>
                  <a:gdLst>
                    <a:gd name="T0" fmla="*/ 8 w 53"/>
                    <a:gd name="T1" fmla="*/ 91 h 1271"/>
                    <a:gd name="T2" fmla="*/ 53 w 53"/>
                    <a:gd name="T3" fmla="*/ 635 h 1271"/>
                    <a:gd name="T4" fmla="*/ 8 w 53"/>
                    <a:gd name="T5" fmla="*/ 1180 h 1271"/>
                    <a:gd name="T6" fmla="*/ 8 w 53"/>
                    <a:gd name="T7" fmla="*/ 91 h 127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71"/>
                    <a:gd name="T14" fmla="*/ 53 w 53"/>
                    <a:gd name="T15" fmla="*/ 1271 h 127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71">
                      <a:moveTo>
                        <a:pt x="8" y="91"/>
                      </a:moveTo>
                      <a:cubicBezTo>
                        <a:pt x="16" y="0"/>
                        <a:pt x="53" y="454"/>
                        <a:pt x="53" y="635"/>
                      </a:cubicBezTo>
                      <a:cubicBezTo>
                        <a:pt x="53" y="816"/>
                        <a:pt x="16" y="1271"/>
                        <a:pt x="8" y="1180"/>
                      </a:cubicBezTo>
                      <a:cubicBezTo>
                        <a:pt x="0" y="1089"/>
                        <a:pt x="0" y="182"/>
                        <a:pt x="8" y="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85" name="Freeform 5">
                  <a:extLst>
                    <a:ext uri="{FF2B5EF4-FFF2-40B4-BE49-F238E27FC236}">
                      <a16:creationId xmlns:a16="http://schemas.microsoft.com/office/drawing/2014/main" id="{E8FD6F8B-8F01-4B8F-892C-2778E422F0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969" y="2432"/>
                  <a:ext cx="53" cy="1271"/>
                </a:xfrm>
                <a:custGeom>
                  <a:avLst/>
                  <a:gdLst>
                    <a:gd name="T0" fmla="*/ 8 w 53"/>
                    <a:gd name="T1" fmla="*/ 91 h 1271"/>
                    <a:gd name="T2" fmla="*/ 53 w 53"/>
                    <a:gd name="T3" fmla="*/ 635 h 1271"/>
                    <a:gd name="T4" fmla="*/ 8 w 53"/>
                    <a:gd name="T5" fmla="*/ 1180 h 1271"/>
                    <a:gd name="T6" fmla="*/ 8 w 53"/>
                    <a:gd name="T7" fmla="*/ 91 h 127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71"/>
                    <a:gd name="T14" fmla="*/ 53 w 53"/>
                    <a:gd name="T15" fmla="*/ 1271 h 127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71">
                      <a:moveTo>
                        <a:pt x="8" y="91"/>
                      </a:moveTo>
                      <a:cubicBezTo>
                        <a:pt x="16" y="0"/>
                        <a:pt x="53" y="454"/>
                        <a:pt x="53" y="635"/>
                      </a:cubicBezTo>
                      <a:cubicBezTo>
                        <a:pt x="53" y="816"/>
                        <a:pt x="16" y="1271"/>
                        <a:pt x="8" y="1180"/>
                      </a:cubicBezTo>
                      <a:cubicBezTo>
                        <a:pt x="0" y="1089"/>
                        <a:pt x="0" y="182"/>
                        <a:pt x="8" y="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46" name="Group 6">
                <a:extLst>
                  <a:ext uri="{FF2B5EF4-FFF2-40B4-BE49-F238E27FC236}">
                    <a16:creationId xmlns:a16="http://schemas.microsoft.com/office/drawing/2014/main" id="{AAF1DB14-C039-4171-860D-44860464EF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3146" y="1563"/>
                <a:ext cx="76200" cy="2133600"/>
                <a:chOff x="3648" y="1008"/>
                <a:chExt cx="48" cy="1344"/>
              </a:xfrm>
            </p:grpSpPr>
            <p:sp>
              <p:nvSpPr>
                <p:cNvPr id="5182" name="Rectangle 7">
                  <a:extLst>
                    <a:ext uri="{FF2B5EF4-FFF2-40B4-BE49-F238E27FC236}">
                      <a16:creationId xmlns:a16="http://schemas.microsoft.com/office/drawing/2014/main" id="{D7C1C5E5-564A-4D89-AD30-72C3A45520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008"/>
                  <a:ext cx="48" cy="1344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kumimoji="0"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83" name="Line 8">
                  <a:extLst>
                    <a:ext uri="{FF2B5EF4-FFF2-40B4-BE49-F238E27FC236}">
                      <a16:creationId xmlns:a16="http://schemas.microsoft.com/office/drawing/2014/main" id="{81D49384-41E2-473B-A741-32D4AF65C5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008"/>
                  <a:ext cx="0" cy="1344"/>
                </a:xfrm>
                <a:prstGeom prst="line">
                  <a:avLst/>
                </a:prstGeom>
                <a:noFill/>
                <a:ln w="38100">
                  <a:solidFill>
                    <a:srgbClr val="0066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47" name="Line 9">
                <a:extLst>
                  <a:ext uri="{FF2B5EF4-FFF2-40B4-BE49-F238E27FC236}">
                    <a16:creationId xmlns:a16="http://schemas.microsoft.com/office/drawing/2014/main" id="{5FFCEA7E-CD6B-4C8B-9F01-1F9C13428D7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8820196" y="400025"/>
                <a:ext cx="1984375" cy="284163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5148" name="Line 10">
                <a:extLst>
                  <a:ext uri="{FF2B5EF4-FFF2-40B4-BE49-F238E27FC236}">
                    <a16:creationId xmlns:a16="http://schemas.microsoft.com/office/drawing/2014/main" id="{6DCDC7AB-1087-4058-9630-23477FA0C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5734" y="1071546"/>
                <a:ext cx="5400000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dash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9" name="Arc 11">
                <a:extLst>
                  <a:ext uri="{FF2B5EF4-FFF2-40B4-BE49-F238E27FC236}">
                    <a16:creationId xmlns:a16="http://schemas.microsoft.com/office/drawing/2014/main" id="{1B1EF166-0EC3-42D7-B51F-E273C46D84D0}"/>
                  </a:ext>
                </a:extLst>
              </p:cNvPr>
              <p:cNvSpPr>
                <a:spLocks/>
              </p:cNvSpPr>
              <p:nvPr/>
            </p:nvSpPr>
            <p:spPr bwMode="auto">
              <a:xfrm rot="1696153">
                <a:off x="8056609" y="914375"/>
                <a:ext cx="104775" cy="234950"/>
              </a:xfrm>
              <a:custGeom>
                <a:avLst/>
                <a:gdLst>
                  <a:gd name="T0" fmla="*/ 0 w 19216"/>
                  <a:gd name="T1" fmla="*/ 0 h 21600"/>
                  <a:gd name="T2" fmla="*/ 2147483646 w 19216"/>
                  <a:gd name="T3" fmla="*/ 2147483646 h 21600"/>
                  <a:gd name="T4" fmla="*/ 0 w 19216"/>
                  <a:gd name="T5" fmla="*/ 2147483646 h 21600"/>
                  <a:gd name="T6" fmla="*/ 0 60000 65536"/>
                  <a:gd name="T7" fmla="*/ 0 60000 65536"/>
                  <a:gd name="T8" fmla="*/ 0 60000 65536"/>
                  <a:gd name="T9" fmla="*/ 0 w 19216"/>
                  <a:gd name="T10" fmla="*/ 0 h 21600"/>
                  <a:gd name="T11" fmla="*/ 19216 w 1921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16" h="21600" fill="none" extrusionOk="0">
                    <a:moveTo>
                      <a:pt x="-1" y="0"/>
                    </a:moveTo>
                    <a:cubicBezTo>
                      <a:pt x="8098" y="0"/>
                      <a:pt x="15516" y="4530"/>
                      <a:pt x="19215" y="11735"/>
                    </a:cubicBezTo>
                  </a:path>
                  <a:path w="19216" h="21600" stroke="0" extrusionOk="0">
                    <a:moveTo>
                      <a:pt x="-1" y="0"/>
                    </a:moveTo>
                    <a:cubicBezTo>
                      <a:pt x="8098" y="0"/>
                      <a:pt x="15516" y="4530"/>
                      <a:pt x="19215" y="1173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50" name="Rectangle 12">
                <a:extLst>
                  <a:ext uri="{FF2B5EF4-FFF2-40B4-BE49-F238E27FC236}">
                    <a16:creationId xmlns:a16="http://schemas.microsoft.com/office/drawing/2014/main" id="{56F223C8-526A-48B5-AB22-F443C9269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7328" y="-75606"/>
                <a:ext cx="419100" cy="468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4800">
                    <a:solidFill>
                      <a:srgbClr val="66FF33"/>
                    </a:solidFill>
                  </a:rPr>
                  <a:t>·</a:t>
                </a:r>
              </a:p>
            </p:txBody>
          </p:sp>
          <p:sp>
            <p:nvSpPr>
              <p:cNvPr id="5151" name="Line 13">
                <a:extLst>
                  <a:ext uri="{FF2B5EF4-FFF2-40B4-BE49-F238E27FC236}">
                    <a16:creationId xmlns:a16="http://schemas.microsoft.com/office/drawing/2014/main" id="{A1A2FB52-728A-4593-B499-976AF9455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78596" flipV="1">
                <a:off x="9756821" y="519088"/>
                <a:ext cx="123825" cy="41275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152" name="Object 9">
                <a:extLst>
                  <a:ext uri="{FF2B5EF4-FFF2-40B4-BE49-F238E27FC236}">
                    <a16:creationId xmlns:a16="http://schemas.microsoft.com/office/drawing/2014/main" id="{C6B38C11-12CF-4525-BFA8-CA818F7AE1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736184" y="1609700"/>
              <a:ext cx="227012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48" name="公式" r:id="rId12" imgW="247714" imgH="361882" progId="Equation.3">
                      <p:embed/>
                    </p:oleObj>
                  </mc:Choice>
                  <mc:Fallback>
                    <p:oleObj name="公式" r:id="rId12" imgW="247714" imgH="361882" progId="Equation.3">
                      <p:embed/>
                      <p:pic>
                        <p:nvPicPr>
                          <p:cNvPr id="5152" name="Object 9">
                            <a:extLst>
                              <a:ext uri="{FF2B5EF4-FFF2-40B4-BE49-F238E27FC236}">
                                <a16:creationId xmlns:a16="http://schemas.microsoft.com/office/drawing/2014/main" id="{C6B38C11-12CF-4525-BFA8-CA818F7AE19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36184" y="1609700"/>
                            <a:ext cx="227012" cy="317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53" name="Object 15">
                <a:extLst>
                  <a:ext uri="{FF2B5EF4-FFF2-40B4-BE49-F238E27FC236}">
                    <a16:creationId xmlns:a16="http://schemas.microsoft.com/office/drawing/2014/main" id="{0F733032-9F38-41D0-8B07-FEC8076306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288384" y="866750"/>
              <a:ext cx="204787" cy="246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49" name="公式" r:id="rId14" imgW="228753" imgH="276157" progId="Equation.3">
                      <p:embed/>
                    </p:oleObj>
                  </mc:Choice>
                  <mc:Fallback>
                    <p:oleObj name="公式" r:id="rId14" imgW="228753" imgH="276157" progId="Equation.3">
                      <p:embed/>
                      <p:pic>
                        <p:nvPicPr>
                          <p:cNvPr id="5153" name="Object 15">
                            <a:extLst>
                              <a:ext uri="{FF2B5EF4-FFF2-40B4-BE49-F238E27FC236}">
                                <a16:creationId xmlns:a16="http://schemas.microsoft.com/office/drawing/2014/main" id="{0F733032-9F38-41D0-8B07-FEC8076306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8384" y="866750"/>
                            <a:ext cx="204787" cy="2460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54" name="Object 16">
                <a:extLst>
                  <a:ext uri="{FF2B5EF4-FFF2-40B4-BE49-F238E27FC236}">
                    <a16:creationId xmlns:a16="http://schemas.microsoft.com/office/drawing/2014/main" id="{B345853A-515B-4A38-83CC-04F72AA4F6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50571" y="25375"/>
              <a:ext cx="227013" cy="234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0" name="公式" r:id="rId16" imgW="247714" imgH="266666" progId="Equation.3">
                      <p:embed/>
                    </p:oleObj>
                  </mc:Choice>
                  <mc:Fallback>
                    <p:oleObj name="公式" r:id="rId16" imgW="247714" imgH="266666" progId="Equation.3">
                      <p:embed/>
                      <p:pic>
                        <p:nvPicPr>
                          <p:cNvPr id="5154" name="Object 16">
                            <a:extLst>
                              <a:ext uri="{FF2B5EF4-FFF2-40B4-BE49-F238E27FC236}">
                                <a16:creationId xmlns:a16="http://schemas.microsoft.com/office/drawing/2014/main" id="{B345853A-515B-4A38-83CC-04F72AA4F6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50571" y="25375"/>
                            <a:ext cx="227013" cy="2349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55" name="Object 17">
                <a:extLst>
                  <a:ext uri="{FF2B5EF4-FFF2-40B4-BE49-F238E27FC236}">
                    <a16:creationId xmlns:a16="http://schemas.microsoft.com/office/drawing/2014/main" id="{CBC9D197-39F5-44C6-9D36-DD16FC41F6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929984" y="1119163"/>
              <a:ext cx="285750" cy="2555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1" name="公式" r:id="rId18" imgW="171565" imgH="285648" progId="Equation.3">
                      <p:embed/>
                    </p:oleObj>
                  </mc:Choice>
                  <mc:Fallback>
                    <p:oleObj name="公式" r:id="rId18" imgW="171565" imgH="285648" progId="Equation.3">
                      <p:embed/>
                      <p:pic>
                        <p:nvPicPr>
                          <p:cNvPr id="5155" name="Object 17">
                            <a:extLst>
                              <a:ext uri="{FF2B5EF4-FFF2-40B4-BE49-F238E27FC236}">
                                <a16:creationId xmlns:a16="http://schemas.microsoft.com/office/drawing/2014/main" id="{CBC9D197-39F5-44C6-9D36-DD16FC41F6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29984" y="1119163"/>
                            <a:ext cx="285750" cy="2555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56" name="Line 18">
                <a:extLst>
                  <a:ext uri="{FF2B5EF4-FFF2-40B4-BE49-F238E27FC236}">
                    <a16:creationId xmlns:a16="http://schemas.microsoft.com/office/drawing/2014/main" id="{689D9200-6538-4A67-981D-CC0C1A7C0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75746" y="2017688"/>
                <a:ext cx="205740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5157" name="Line 19">
                <a:extLst>
                  <a:ext uri="{FF2B5EF4-FFF2-40B4-BE49-F238E27FC236}">
                    <a16:creationId xmlns:a16="http://schemas.microsoft.com/office/drawing/2014/main" id="{C56126FA-5EF2-42E5-BD23-8AF5ECD03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7021" y="687363"/>
                <a:ext cx="228600" cy="685800"/>
              </a:xfrm>
              <a:prstGeom prst="line">
                <a:avLst/>
              </a:prstGeom>
              <a:noFill/>
              <a:ln w="19050">
                <a:solidFill>
                  <a:srgbClr val="99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graphicFrame>
            <p:nvGraphicFramePr>
              <p:cNvPr id="5158" name="Object 20">
                <a:extLst>
                  <a:ext uri="{FF2B5EF4-FFF2-40B4-BE49-F238E27FC236}">
                    <a16:creationId xmlns:a16="http://schemas.microsoft.com/office/drawing/2014/main" id="{5B2E7975-2ED5-491F-8D2F-A371C2782A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77209" y="1369988"/>
              <a:ext cx="223837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2" name="公式" r:id="rId20" imgW="247714" imgH="285648" progId="Equation.3">
                      <p:embed/>
                    </p:oleObj>
                  </mc:Choice>
                  <mc:Fallback>
                    <p:oleObj name="公式" r:id="rId20" imgW="247714" imgH="285648" progId="Equation.3">
                      <p:embed/>
                      <p:pic>
                        <p:nvPicPr>
                          <p:cNvPr id="5158" name="Object 20">
                            <a:extLst>
                              <a:ext uri="{FF2B5EF4-FFF2-40B4-BE49-F238E27FC236}">
                                <a16:creationId xmlns:a16="http://schemas.microsoft.com/office/drawing/2014/main" id="{5B2E7975-2ED5-491F-8D2F-A371C2782A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77209" y="1369988"/>
                            <a:ext cx="223837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159" name="Group 30">
                <a:extLst>
                  <a:ext uri="{FF2B5EF4-FFF2-40B4-BE49-F238E27FC236}">
                    <a16:creationId xmlns:a16="http://schemas.microsoft.com/office/drawing/2014/main" id="{46E6217B-0FD6-48BF-AA71-63BE2029AA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5246" y="714350"/>
                <a:ext cx="1517650" cy="735013"/>
                <a:chOff x="1492" y="922"/>
                <a:chExt cx="956" cy="474"/>
              </a:xfrm>
            </p:grpSpPr>
            <p:sp>
              <p:nvSpPr>
                <p:cNvPr id="5179" name="Line 31">
                  <a:extLst>
                    <a:ext uri="{FF2B5EF4-FFF2-40B4-BE49-F238E27FC236}">
                      <a16:creationId xmlns:a16="http://schemas.microsoft.com/office/drawing/2014/main" id="{80F76FC9-FABC-4C4C-9994-042304563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2" y="922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rgbClr val="FFFF66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/>
                <a:lstStyle/>
                <a:p>
                  <a:endParaRPr lang="zh-CN" altLang="en-US"/>
                </a:p>
              </p:txBody>
            </p:sp>
            <p:sp>
              <p:nvSpPr>
                <p:cNvPr id="5180" name="Line 32">
                  <a:extLst>
                    <a:ext uri="{FF2B5EF4-FFF2-40B4-BE49-F238E27FC236}">
                      <a16:creationId xmlns:a16="http://schemas.microsoft.com/office/drawing/2014/main" id="{50280FDD-5A8F-4620-BD3F-898828A055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152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rgbClr val="FFFF66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/>
                <a:lstStyle/>
                <a:p>
                  <a:endParaRPr lang="zh-CN" altLang="en-US"/>
                </a:p>
              </p:txBody>
            </p:sp>
            <p:sp>
              <p:nvSpPr>
                <p:cNvPr id="5181" name="Line 33">
                  <a:extLst>
                    <a:ext uri="{FF2B5EF4-FFF2-40B4-BE49-F238E27FC236}">
                      <a16:creationId xmlns:a16="http://schemas.microsoft.com/office/drawing/2014/main" id="{B3997AD8-B1B5-4771-B8F7-8E6AE18A5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04" y="1396"/>
                  <a:ext cx="912" cy="0"/>
                </a:xfrm>
                <a:prstGeom prst="line">
                  <a:avLst/>
                </a:prstGeom>
                <a:noFill/>
                <a:ln w="19050">
                  <a:solidFill>
                    <a:srgbClr val="FFFF66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160" name="Object 35">
                <a:extLst>
                  <a:ext uri="{FF2B5EF4-FFF2-40B4-BE49-F238E27FC236}">
                    <a16:creationId xmlns:a16="http://schemas.microsoft.com/office/drawing/2014/main" id="{C64BB12E-BB9A-456D-9D89-10A43106B5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97771" y="414313"/>
              <a:ext cx="227013" cy="236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3" name="公式" r:id="rId22" imgW="247714" imgH="266666" progId="Equation.3">
                      <p:embed/>
                    </p:oleObj>
                  </mc:Choice>
                  <mc:Fallback>
                    <p:oleObj name="公式" r:id="rId22" imgW="247714" imgH="266666" progId="Equation.3">
                      <p:embed/>
                      <p:pic>
                        <p:nvPicPr>
                          <p:cNvPr id="5160" name="Object 35">
                            <a:extLst>
                              <a:ext uri="{FF2B5EF4-FFF2-40B4-BE49-F238E27FC236}">
                                <a16:creationId xmlns:a16="http://schemas.microsoft.com/office/drawing/2014/main" id="{C64BB12E-BB9A-456D-9D89-10A43106B5E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97771" y="414313"/>
                            <a:ext cx="227013" cy="2365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61" name="Object 36">
                <a:extLst>
                  <a:ext uri="{FF2B5EF4-FFF2-40B4-BE49-F238E27FC236}">
                    <a16:creationId xmlns:a16="http://schemas.microsoft.com/office/drawing/2014/main" id="{A201210C-32AD-4108-82ED-3CEADCC9CC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208884" y="1514450"/>
              <a:ext cx="223837" cy="244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4" name="公式" r:id="rId24" imgW="247714" imgH="276157" progId="Equation.3">
                      <p:embed/>
                    </p:oleObj>
                  </mc:Choice>
                  <mc:Fallback>
                    <p:oleObj name="公式" r:id="rId24" imgW="247714" imgH="276157" progId="Equation.3">
                      <p:embed/>
                      <p:pic>
                        <p:nvPicPr>
                          <p:cNvPr id="5161" name="Object 36">
                            <a:extLst>
                              <a:ext uri="{FF2B5EF4-FFF2-40B4-BE49-F238E27FC236}">
                                <a16:creationId xmlns:a16="http://schemas.microsoft.com/office/drawing/2014/main" id="{A201210C-32AD-4108-82ED-3CEADCC9CC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8884" y="1514450"/>
                            <a:ext cx="223837" cy="2444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62" name="Line 37">
                <a:extLst>
                  <a:ext uri="{FF2B5EF4-FFF2-40B4-BE49-F238E27FC236}">
                    <a16:creationId xmlns:a16="http://schemas.microsoft.com/office/drawing/2014/main" id="{D757CF44-AB88-4E57-8056-FC357AEBED1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556546" y="1109638"/>
                <a:ext cx="1092200" cy="347662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5163" name="Line 38">
                <a:extLst>
                  <a:ext uri="{FF2B5EF4-FFF2-40B4-BE49-F238E27FC236}">
                    <a16:creationId xmlns:a16="http://schemas.microsoft.com/office/drawing/2014/main" id="{A07F5375-8C17-470D-B446-50E1FDFEBA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547021" y="723875"/>
                <a:ext cx="1101725" cy="350838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5164" name="Line 39">
                <a:extLst>
                  <a:ext uri="{FF2B5EF4-FFF2-40B4-BE49-F238E27FC236}">
                    <a16:creationId xmlns:a16="http://schemas.microsoft.com/office/drawing/2014/main" id="{6215809B-1F5C-4516-937D-62BA8C4B047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7527971" y="331763"/>
                <a:ext cx="1193800" cy="381000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grpSp>
            <p:nvGrpSpPr>
              <p:cNvPr id="5165" name="Group 40">
                <a:extLst>
                  <a:ext uri="{FF2B5EF4-FFF2-40B4-BE49-F238E27FC236}">
                    <a16:creationId xmlns:a16="http://schemas.microsoft.com/office/drawing/2014/main" id="{269AB61E-629E-4D17-851F-2F123BF7BD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43846" y="34900"/>
                <a:ext cx="0" cy="2076450"/>
                <a:chOff x="7543846" y="34900"/>
                <a:chExt cx="0" cy="2076450"/>
              </a:xfrm>
            </p:grpSpPr>
            <p:sp>
              <p:nvSpPr>
                <p:cNvPr id="5176" name="Line 41">
                  <a:extLst>
                    <a:ext uri="{FF2B5EF4-FFF2-40B4-BE49-F238E27FC236}">
                      <a16:creationId xmlns:a16="http://schemas.microsoft.com/office/drawing/2014/main" id="{424E58D0-E580-43AE-A7A4-75126FE7ED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956"/>
                  <a:ext cx="0" cy="399"/>
                </a:xfrm>
                <a:prstGeom prst="line">
                  <a:avLst/>
                </a:prstGeom>
                <a:noFill/>
                <a:ln w="76200">
                  <a:solidFill>
                    <a:srgbClr val="66FFFF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77" name="Line 42">
                  <a:extLst>
                    <a:ext uri="{FF2B5EF4-FFF2-40B4-BE49-F238E27FC236}">
                      <a16:creationId xmlns:a16="http://schemas.microsoft.com/office/drawing/2014/main" id="{8417C510-30ED-4E0B-8249-C7C18E4A00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865"/>
                  <a:ext cx="0" cy="399"/>
                </a:xfrm>
                <a:prstGeom prst="line">
                  <a:avLst/>
                </a:prstGeom>
                <a:noFill/>
                <a:ln w="76200">
                  <a:solidFill>
                    <a:srgbClr val="66FFFF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78" name="Line 43">
                  <a:extLst>
                    <a:ext uri="{FF2B5EF4-FFF2-40B4-BE49-F238E27FC236}">
                      <a16:creationId xmlns:a16="http://schemas.microsoft.com/office/drawing/2014/main" id="{265E3A3E-752D-4E0A-A7D6-AF5BB6B025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374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99FF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66" name="AutoShape 47">
                <a:extLst>
                  <a:ext uri="{FF2B5EF4-FFF2-40B4-BE49-F238E27FC236}">
                    <a16:creationId xmlns:a16="http://schemas.microsoft.com/office/drawing/2014/main" id="{1E0146CE-72A2-4675-B0B6-4F7011D56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436615">
                <a:off x="7499396" y="661963"/>
                <a:ext cx="228600" cy="768350"/>
              </a:xfrm>
              <a:prstGeom prst="triangle">
                <a:avLst>
                  <a:gd name="adj" fmla="val 39986"/>
                </a:avLst>
              </a:prstGeom>
              <a:solidFill>
                <a:srgbClr val="CC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5167" name="Object 48">
                <a:extLst>
                  <a:ext uri="{FF2B5EF4-FFF2-40B4-BE49-F238E27FC236}">
                    <a16:creationId xmlns:a16="http://schemas.microsoft.com/office/drawing/2014/main" id="{522763D4-899C-4F3E-A4C5-18477DC66B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92984" y="760388"/>
              <a:ext cx="204787" cy="244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5" name="公式" r:id="rId26" imgW="228753" imgH="276157" progId="Equation.3">
                      <p:embed/>
                    </p:oleObj>
                  </mc:Choice>
                  <mc:Fallback>
                    <p:oleObj name="公式" r:id="rId26" imgW="228753" imgH="276157" progId="Equation.3">
                      <p:embed/>
                      <p:pic>
                        <p:nvPicPr>
                          <p:cNvPr id="5167" name="Object 48">
                            <a:extLst>
                              <a:ext uri="{FF2B5EF4-FFF2-40B4-BE49-F238E27FC236}">
                                <a16:creationId xmlns:a16="http://schemas.microsoft.com/office/drawing/2014/main" id="{522763D4-899C-4F3E-A4C5-18477DC66BF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92984" y="760388"/>
                            <a:ext cx="204787" cy="2444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68" name="Line 49">
                <a:extLst>
                  <a:ext uri="{FF2B5EF4-FFF2-40B4-BE49-F238E27FC236}">
                    <a16:creationId xmlns:a16="http://schemas.microsoft.com/office/drawing/2014/main" id="{416B7290-8A5F-44F9-9B81-C7ABFCCF1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5546" y="915963"/>
                <a:ext cx="38100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169" name="Line 50">
                <a:extLst>
                  <a:ext uri="{FF2B5EF4-FFF2-40B4-BE49-F238E27FC236}">
                    <a16:creationId xmlns:a16="http://schemas.microsoft.com/office/drawing/2014/main" id="{7B13E492-DC75-42F0-BA4C-816E1156D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32746" y="763563"/>
                <a:ext cx="304800" cy="15240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170" name="Line 51">
                <a:extLst>
                  <a:ext uri="{FF2B5EF4-FFF2-40B4-BE49-F238E27FC236}">
                    <a16:creationId xmlns:a16="http://schemas.microsoft.com/office/drawing/2014/main" id="{F358BC5D-C758-4044-9DF6-FBFBB6F34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56696" y="1792263"/>
                <a:ext cx="0" cy="38100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graphicFrame>
            <p:nvGraphicFramePr>
              <p:cNvPr id="5171" name="Object 52">
                <a:extLst>
                  <a:ext uri="{FF2B5EF4-FFF2-40B4-BE49-F238E27FC236}">
                    <a16:creationId xmlns:a16="http://schemas.microsoft.com/office/drawing/2014/main" id="{718B4040-CC7E-4085-B073-E4C684305BD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969671" y="339700"/>
              <a:ext cx="171450" cy="1809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456" name="公式" r:id="rId28" imgW="190525" imgH="199923" progId="Equation.3">
                      <p:embed/>
                    </p:oleObj>
                  </mc:Choice>
                  <mc:Fallback>
                    <p:oleObj name="公式" r:id="rId28" imgW="190525" imgH="199923" progId="Equation.3">
                      <p:embed/>
                      <p:pic>
                        <p:nvPicPr>
                          <p:cNvPr id="5171" name="Object 52">
                            <a:extLst>
                              <a:ext uri="{FF2B5EF4-FFF2-40B4-BE49-F238E27FC236}">
                                <a16:creationId xmlns:a16="http://schemas.microsoft.com/office/drawing/2014/main" id="{718B4040-CC7E-4085-B073-E4C684305BD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69671" y="339700"/>
                            <a:ext cx="171450" cy="1809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172" name="Group 57">
                <a:extLst>
                  <a:ext uri="{FF2B5EF4-FFF2-40B4-BE49-F238E27FC236}">
                    <a16:creationId xmlns:a16="http://schemas.microsoft.com/office/drawing/2014/main" id="{31AFE492-C8F4-4DCC-A9EB-6F70A6E047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93209" y="309538"/>
                <a:ext cx="2016125" cy="71437"/>
                <a:chOff x="3379" y="1265"/>
                <a:chExt cx="1270" cy="45"/>
              </a:xfrm>
            </p:grpSpPr>
            <p:sp>
              <p:nvSpPr>
                <p:cNvPr id="5174" name="Line 58">
                  <a:extLst>
                    <a:ext uri="{FF2B5EF4-FFF2-40B4-BE49-F238E27FC236}">
                      <a16:creationId xmlns:a16="http://schemas.microsoft.com/office/drawing/2014/main" id="{5A6D216B-55AF-4EB1-9484-964AE44143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9" y="1265"/>
                  <a:ext cx="1270" cy="45"/>
                </a:xfrm>
                <a:prstGeom prst="line">
                  <a:avLst/>
                </a:prstGeom>
                <a:noFill/>
                <a:ln w="1905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75" name="Line 59">
                  <a:extLst>
                    <a:ext uri="{FF2B5EF4-FFF2-40B4-BE49-F238E27FC236}">
                      <a16:creationId xmlns:a16="http://schemas.microsoft.com/office/drawing/2014/main" id="{2B291029-CA30-40F1-806F-24EFDFD095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1286"/>
                  <a:ext cx="136" cy="0"/>
                </a:xfrm>
                <a:prstGeom prst="line">
                  <a:avLst/>
                </a:prstGeom>
                <a:noFill/>
                <a:ln w="19050">
                  <a:solidFill>
                    <a:srgbClr val="FFFF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173" name="Line 84">
                <a:extLst>
                  <a:ext uri="{FF2B5EF4-FFF2-40B4-BE49-F238E27FC236}">
                    <a16:creationId xmlns:a16="http://schemas.microsoft.com/office/drawing/2014/main" id="{05D21107-460B-44B5-9150-8E8244DE3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791746" y="698475"/>
                <a:ext cx="176213" cy="66675"/>
              </a:xfrm>
              <a:prstGeom prst="line">
                <a:avLst/>
              </a:prstGeom>
              <a:noFill/>
              <a:ln w="19050">
                <a:solidFill>
                  <a:srgbClr val="FF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41" name="Line 41">
              <a:extLst>
                <a:ext uri="{FF2B5EF4-FFF2-40B4-BE49-F238E27FC236}">
                  <a16:creationId xmlns:a16="http://schemas.microsoft.com/office/drawing/2014/main" id="{77897A01-8FF4-4FF9-9A19-0525C92DB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884" y="366695"/>
              <a:ext cx="0" cy="633413"/>
            </a:xfrm>
            <a:prstGeom prst="line">
              <a:avLst/>
            </a:prstGeom>
            <a:noFill/>
            <a:ln w="76200">
              <a:solidFill>
                <a:srgbClr val="66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Line 42">
              <a:extLst>
                <a:ext uri="{FF2B5EF4-FFF2-40B4-BE49-F238E27FC236}">
                  <a16:creationId xmlns:a16="http://schemas.microsoft.com/office/drawing/2014/main" id="{195090D4-0E42-491C-BBED-555ABD775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884" y="1571612"/>
              <a:ext cx="0" cy="633413"/>
            </a:xfrm>
            <a:prstGeom prst="line">
              <a:avLst/>
            </a:prstGeom>
            <a:noFill/>
            <a:ln w="76200">
              <a:solidFill>
                <a:srgbClr val="66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43">
              <a:extLst>
                <a:ext uri="{FF2B5EF4-FFF2-40B4-BE49-F238E27FC236}">
                  <a16:creationId xmlns:a16="http://schemas.microsoft.com/office/drawing/2014/main" id="{9AACA89C-5299-457D-9562-6D79B0CAC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884" y="928670"/>
              <a:ext cx="0" cy="762000"/>
            </a:xfrm>
            <a:prstGeom prst="line">
              <a:avLst/>
            </a:prstGeom>
            <a:noFill/>
            <a:ln w="19050">
              <a:solidFill>
                <a:srgbClr val="99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pic>
        <p:nvPicPr>
          <p:cNvPr id="65" name="Picture 143" descr="其">
            <a:extLst>
              <a:ext uri="{FF2B5EF4-FFF2-40B4-BE49-F238E27FC236}">
                <a16:creationId xmlns:a16="http://schemas.microsoft.com/office/drawing/2014/main" id="{30E2FF0A-4904-4E29-A38D-B87116033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401" y="260078"/>
            <a:ext cx="500063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 Box 5">
            <a:extLst>
              <a:ext uri="{FF2B5EF4-FFF2-40B4-BE49-F238E27FC236}">
                <a16:creationId xmlns:a16="http://schemas.microsoft.com/office/drawing/2014/main" id="{69991D2F-E7EA-4D2A-8303-EC689D3FD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429000"/>
            <a:ext cx="53842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bg1"/>
                </a:solidFill>
              </a:rPr>
              <a:t>(2) </a:t>
            </a:r>
            <a:r>
              <a:rPr lang="zh-CN" altLang="en-US" dirty="0">
                <a:solidFill>
                  <a:schemeClr val="bg1"/>
                </a:solidFill>
              </a:rPr>
              <a:t>振幅矢量法：</a:t>
            </a:r>
            <a:endParaRPr lang="zh-CN" altLang="en-US" dirty="0">
              <a:solidFill>
                <a:schemeClr val="bg1"/>
              </a:solidFill>
              <a:latin typeface="方正书宋简体"/>
            </a:endParaRPr>
          </a:p>
        </p:txBody>
      </p:sp>
      <p:graphicFrame>
        <p:nvGraphicFramePr>
          <p:cNvPr id="67" name="Object 4">
            <a:extLst>
              <a:ext uri="{FF2B5EF4-FFF2-40B4-BE49-F238E27FC236}">
                <a16:creationId xmlns:a16="http://schemas.microsoft.com/office/drawing/2014/main" id="{DFA959BB-4F54-4D59-A803-BD1813E62CC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30374" y="4230588"/>
          <a:ext cx="157638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7" name="公式" r:id="rId31" imgW="1723904" imgH="885723" progId="Equation.3">
                  <p:embed/>
                </p:oleObj>
              </mc:Choice>
              <mc:Fallback>
                <p:oleObj name="公式" r:id="rId31" imgW="1723904" imgH="885723" progId="Equation.3">
                  <p:embed/>
                  <p:pic>
                    <p:nvPicPr>
                      <p:cNvPr id="67" name="Object 4">
                        <a:extLst>
                          <a:ext uri="{FF2B5EF4-FFF2-40B4-BE49-F238E27FC236}">
                            <a16:creationId xmlns:a16="http://schemas.microsoft.com/office/drawing/2014/main" id="{DFA959BB-4F54-4D59-A803-BD1813E62C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374" y="4230588"/>
                        <a:ext cx="1576387" cy="822325"/>
                      </a:xfrm>
                      <a:prstGeom prst="rect">
                        <a:avLst/>
                      </a:prstGeom>
                      <a:solidFill>
                        <a:srgbClr val="00FFFF">
                          <a:alpha val="12157"/>
                        </a:srgbClr>
                      </a:solidFill>
                      <a:ln w="19050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AutoShape 42">
            <a:extLst>
              <a:ext uri="{FF2B5EF4-FFF2-40B4-BE49-F238E27FC236}">
                <a16:creationId xmlns:a16="http://schemas.microsoft.com/office/drawing/2014/main" id="{0AA129BB-3C94-4344-8ADD-6DFC2C5CEEC6}"/>
              </a:ext>
            </a:extLst>
          </p:cNvPr>
          <p:cNvSpPr>
            <a:spLocks/>
          </p:cNvSpPr>
          <p:nvPr/>
        </p:nvSpPr>
        <p:spPr bwMode="auto">
          <a:xfrm flipH="1">
            <a:off x="2444873" y="4049687"/>
            <a:ext cx="357187" cy="2261344"/>
          </a:xfrm>
          <a:prstGeom prst="rightBrace">
            <a:avLst>
              <a:gd name="adj1" fmla="val 78728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69" name="Text Box 11">
            <a:extLst>
              <a:ext uri="{FF2B5EF4-FFF2-40B4-BE49-F238E27FC236}">
                <a16:creationId xmlns:a16="http://schemas.microsoft.com/office/drawing/2014/main" id="{683136DD-B7D6-4137-BAB5-3D60B69F3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811" y="3778894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中央明纹</a:t>
            </a:r>
          </a:p>
        </p:txBody>
      </p:sp>
      <p:graphicFrame>
        <p:nvGraphicFramePr>
          <p:cNvPr id="70" name="Object 5">
            <a:extLst>
              <a:ext uri="{FF2B5EF4-FFF2-40B4-BE49-F238E27FC236}">
                <a16:creationId xmlns:a16="http://schemas.microsoft.com/office/drawing/2014/main" id="{33582FB3-35F2-4BE6-B1A3-A981E96C214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929561" y="3828107"/>
          <a:ext cx="15875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8" name="公式" r:id="rId33" imgW="1733690" imgH="400152" progId="Equation.3">
                  <p:embed/>
                </p:oleObj>
              </mc:Choice>
              <mc:Fallback>
                <p:oleObj name="公式" r:id="rId33" imgW="1733690" imgH="400152" progId="Equation.3">
                  <p:embed/>
                  <p:pic>
                    <p:nvPicPr>
                      <p:cNvPr id="70" name="Object 5">
                        <a:extLst>
                          <a:ext uri="{FF2B5EF4-FFF2-40B4-BE49-F238E27FC236}">
                            <a16:creationId xmlns:a16="http://schemas.microsoft.com/office/drawing/2014/main" id="{33582FB3-35F2-4BE6-B1A3-A981E96C21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561" y="3828107"/>
                        <a:ext cx="15875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69">
            <a:extLst>
              <a:ext uri="{FF2B5EF4-FFF2-40B4-BE49-F238E27FC236}">
                <a16:creationId xmlns:a16="http://schemas.microsoft.com/office/drawing/2014/main" id="{59B9D6BE-51F8-451E-A4B4-9436A0244C1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516561" y="3840807"/>
          <a:ext cx="206851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9" name="公式" r:id="rId35" imgW="2267039" imgH="390661" progId="Equation.3">
                  <p:embed/>
                </p:oleObj>
              </mc:Choice>
              <mc:Fallback>
                <p:oleObj name="公式" r:id="rId35" imgW="2267039" imgH="390661" progId="Equation.3">
                  <p:embed/>
                  <p:pic>
                    <p:nvPicPr>
                      <p:cNvPr id="71" name="Object 69">
                        <a:extLst>
                          <a:ext uri="{FF2B5EF4-FFF2-40B4-BE49-F238E27FC236}">
                            <a16:creationId xmlns:a16="http://schemas.microsoft.com/office/drawing/2014/main" id="{59B9D6BE-51F8-451E-A4B4-9436A0244C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561" y="3840807"/>
                        <a:ext cx="2068513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13">
            <a:extLst>
              <a:ext uri="{FF2B5EF4-FFF2-40B4-BE49-F238E27FC236}">
                <a16:creationId xmlns:a16="http://schemas.microsoft.com/office/drawing/2014/main" id="{05146468-877F-463B-B69B-D69518936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811" y="435495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暗纹条件</a:t>
            </a:r>
          </a:p>
        </p:txBody>
      </p:sp>
      <p:graphicFrame>
        <p:nvGraphicFramePr>
          <p:cNvPr id="73" name="Object 10">
            <a:extLst>
              <a:ext uri="{FF2B5EF4-FFF2-40B4-BE49-F238E27FC236}">
                <a16:creationId xmlns:a16="http://schemas.microsoft.com/office/drawing/2014/main" id="{01AC71D7-1C55-42C3-A87D-DF962E396BF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587999" y="4481958"/>
          <a:ext cx="218281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0" name="公式" r:id="rId37" imgW="2400376" imgH="285648" progId="Equation.3">
                  <p:embed/>
                </p:oleObj>
              </mc:Choice>
              <mc:Fallback>
                <p:oleObj name="公式" r:id="rId37" imgW="2400376" imgH="285648" progId="Equation.3">
                  <p:embed/>
                  <p:pic>
                    <p:nvPicPr>
                      <p:cNvPr id="73" name="Object 10">
                        <a:extLst>
                          <a:ext uri="{FF2B5EF4-FFF2-40B4-BE49-F238E27FC236}">
                            <a16:creationId xmlns:a16="http://schemas.microsoft.com/office/drawing/2014/main" id="{01AC71D7-1C55-42C3-A87D-DF962E396B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999" y="4481958"/>
                        <a:ext cx="2182812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">
            <a:extLst>
              <a:ext uri="{FF2B5EF4-FFF2-40B4-BE49-F238E27FC236}">
                <a16:creationId xmlns:a16="http://schemas.microsoft.com/office/drawing/2014/main" id="{D44831F8-7039-4950-95DB-512EA9ADCAA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138611" y="4959027"/>
          <a:ext cx="17716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1" name="公式" r:id="rId39" imgW="1943176" imgH="361882" progId="Equation.3">
                  <p:embed/>
                </p:oleObj>
              </mc:Choice>
              <mc:Fallback>
                <p:oleObj name="公式" r:id="rId39" imgW="1943176" imgH="361882" progId="Equation.3">
                  <p:embed/>
                  <p:pic>
                    <p:nvPicPr>
                      <p:cNvPr id="74" name="Object 7">
                        <a:extLst>
                          <a:ext uri="{FF2B5EF4-FFF2-40B4-BE49-F238E27FC236}">
                            <a16:creationId xmlns:a16="http://schemas.microsoft.com/office/drawing/2014/main" id="{D44831F8-7039-4950-95DB-512EA9ADCA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611" y="4959027"/>
                        <a:ext cx="17716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8">
            <a:extLst>
              <a:ext uri="{FF2B5EF4-FFF2-40B4-BE49-F238E27FC236}">
                <a16:creationId xmlns:a16="http://schemas.microsoft.com/office/drawing/2014/main" id="{D618C1AF-AD90-484F-AD65-EDB966CB7E6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088061" y="4959027"/>
          <a:ext cx="13938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2" name="公式" r:id="rId41" imgW="1523898" imgH="342900" progId="Equation.3">
                  <p:embed/>
                </p:oleObj>
              </mc:Choice>
              <mc:Fallback>
                <p:oleObj name="公式" r:id="rId41" imgW="1523898" imgH="342900" progId="Equation.3">
                  <p:embed/>
                  <p:pic>
                    <p:nvPicPr>
                      <p:cNvPr id="75" name="Object 8">
                        <a:extLst>
                          <a:ext uri="{FF2B5EF4-FFF2-40B4-BE49-F238E27FC236}">
                            <a16:creationId xmlns:a16="http://schemas.microsoft.com/office/drawing/2014/main" id="{D618C1AF-AD90-484F-AD65-EDB966CB7E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8061" y="4959027"/>
                        <a:ext cx="139382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19">
            <a:extLst>
              <a:ext uri="{FF2B5EF4-FFF2-40B4-BE49-F238E27FC236}">
                <a16:creationId xmlns:a16="http://schemas.microsoft.com/office/drawing/2014/main" id="{6D4F6B07-D9A2-4A33-ABA4-96DDAE92C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811" y="4859014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与半波带法一致 </a:t>
            </a:r>
          </a:p>
        </p:txBody>
      </p:sp>
      <p:graphicFrame>
        <p:nvGraphicFramePr>
          <p:cNvPr id="77" name="Object 20">
            <a:extLst>
              <a:ext uri="{FF2B5EF4-FFF2-40B4-BE49-F238E27FC236}">
                <a16:creationId xmlns:a16="http://schemas.microsoft.com/office/drawing/2014/main" id="{10676B72-18F3-41E4-8E44-0C36853A68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59436" y="5363070"/>
          <a:ext cx="10128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3" name="公式" r:id="rId43" imgW="990549" imgH="666818" progId="Equation.3">
                  <p:embed/>
                </p:oleObj>
              </mc:Choice>
              <mc:Fallback>
                <p:oleObj name="公式" r:id="rId43" imgW="990549" imgH="666818" progId="Equation.3">
                  <p:embed/>
                  <p:pic>
                    <p:nvPicPr>
                      <p:cNvPr id="77" name="Object 20">
                        <a:extLst>
                          <a:ext uri="{FF2B5EF4-FFF2-40B4-BE49-F238E27FC236}">
                            <a16:creationId xmlns:a16="http://schemas.microsoft.com/office/drawing/2014/main" id="{10676B72-18F3-41E4-8E44-0C36853A68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436" y="5363070"/>
                        <a:ext cx="1012825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47">
            <a:extLst>
              <a:ext uri="{FF2B5EF4-FFF2-40B4-BE49-F238E27FC236}">
                <a16:creationId xmlns:a16="http://schemas.microsoft.com/office/drawing/2014/main" id="{7AFE5EA1-7E79-4FE0-9640-54C5DAEF2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811" y="5469779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明纹条件</a:t>
            </a:r>
          </a:p>
        </p:txBody>
      </p:sp>
      <p:graphicFrame>
        <p:nvGraphicFramePr>
          <p:cNvPr id="79" name="Object 21">
            <a:extLst>
              <a:ext uri="{FF2B5EF4-FFF2-40B4-BE49-F238E27FC236}">
                <a16:creationId xmlns:a16="http://schemas.microsoft.com/office/drawing/2014/main" id="{B1C975E1-5019-434C-8F39-96A9D56AE17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88249" y="5488482"/>
          <a:ext cx="12779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4" name="公式" r:id="rId45" imgW="1257224" imgH="266666" progId="Equation.3">
                  <p:embed/>
                </p:oleObj>
              </mc:Choice>
              <mc:Fallback>
                <p:oleObj name="公式" r:id="rId45" imgW="1257224" imgH="266666" progId="Equation.3">
                  <p:embed/>
                  <p:pic>
                    <p:nvPicPr>
                      <p:cNvPr id="79" name="Object 21">
                        <a:extLst>
                          <a:ext uri="{FF2B5EF4-FFF2-40B4-BE49-F238E27FC236}">
                            <a16:creationId xmlns:a16="http://schemas.microsoft.com/office/drawing/2014/main" id="{B1C975E1-5019-434C-8F39-96A9D56AE1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49" y="5488482"/>
                        <a:ext cx="127793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50">
            <a:extLst>
              <a:ext uri="{FF2B5EF4-FFF2-40B4-BE49-F238E27FC236}">
                <a16:creationId xmlns:a16="http://schemas.microsoft.com/office/drawing/2014/main" id="{DA0515C8-B166-4143-B301-7C8821511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436" y="5550395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FFCCFF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81" name="Object 18">
            <a:extLst>
              <a:ext uri="{FF2B5EF4-FFF2-40B4-BE49-F238E27FC236}">
                <a16:creationId xmlns:a16="http://schemas.microsoft.com/office/drawing/2014/main" id="{CB5B2280-B4D5-4BB1-B6D0-11C352BB512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45124" y="6142756"/>
          <a:ext cx="2324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5" name="公式" r:id="rId47" imgW="2857576" imgH="390661" progId="Equation.3">
                  <p:embed/>
                </p:oleObj>
              </mc:Choice>
              <mc:Fallback>
                <p:oleObj name="公式" r:id="rId47" imgW="2857576" imgH="390661" progId="Equation.3">
                  <p:embed/>
                  <p:pic>
                    <p:nvPicPr>
                      <p:cNvPr id="81" name="Object 18">
                        <a:extLst>
                          <a:ext uri="{FF2B5EF4-FFF2-40B4-BE49-F238E27FC236}">
                            <a16:creationId xmlns:a16="http://schemas.microsoft.com/office/drawing/2014/main" id="{CB5B2280-B4D5-4BB1-B6D0-11C352BB5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124" y="6142756"/>
                        <a:ext cx="23241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43">
            <a:extLst>
              <a:ext uri="{FF2B5EF4-FFF2-40B4-BE49-F238E27FC236}">
                <a16:creationId xmlns:a16="http://schemas.microsoft.com/office/drawing/2014/main" id="{33A60D99-98DC-4415-A4DE-40EB48F00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374" y="6068144"/>
            <a:ext cx="178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半波带法</a:t>
            </a:r>
          </a:p>
        </p:txBody>
      </p:sp>
      <p:sp>
        <p:nvSpPr>
          <p:cNvPr id="83" name="Rectangle 45">
            <a:extLst>
              <a:ext uri="{FF2B5EF4-FFF2-40B4-BE49-F238E27FC236}">
                <a16:creationId xmlns:a16="http://schemas.microsoft.com/office/drawing/2014/main" id="{FED94CEE-EF62-40CB-AA56-D8C32ACE9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811" y="6045919"/>
            <a:ext cx="2246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是较好的近似</a:t>
            </a:r>
          </a:p>
        </p:txBody>
      </p:sp>
      <p:graphicFrame>
        <p:nvGraphicFramePr>
          <p:cNvPr id="84" name="Object 51">
            <a:extLst>
              <a:ext uri="{FF2B5EF4-FFF2-40B4-BE49-F238E27FC236}">
                <a16:creationId xmlns:a16="http://schemas.microsoft.com/office/drawing/2014/main" id="{4D25AFB6-C2D4-441E-AFB7-D595F4D01B0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44661" y="5302151"/>
          <a:ext cx="14859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6" name="公式" r:id="rId49" imgW="781063" imgH="361882" progId="Equation.3">
                  <p:embed/>
                </p:oleObj>
              </mc:Choice>
              <mc:Fallback>
                <p:oleObj name="公式" r:id="rId49" imgW="781063" imgH="361882" progId="Equation.3">
                  <p:embed/>
                  <p:pic>
                    <p:nvPicPr>
                      <p:cNvPr id="84" name="Object 51">
                        <a:extLst>
                          <a:ext uri="{FF2B5EF4-FFF2-40B4-BE49-F238E27FC236}">
                            <a16:creationId xmlns:a16="http://schemas.microsoft.com/office/drawing/2014/main" id="{4D25AFB6-C2D4-441E-AFB7-D595F4D01B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661" y="5302151"/>
                        <a:ext cx="1485900" cy="7191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33CC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AutoShape 77">
            <a:hlinkClick r:id="rId51" action="ppaction://hlinkfile" highlightClick="1"/>
            <a:extLst>
              <a:ext uri="{FF2B5EF4-FFF2-40B4-BE49-F238E27FC236}">
                <a16:creationId xmlns:a16="http://schemas.microsoft.com/office/drawing/2014/main" id="{6EA612EE-6DED-4F33-A35A-581DAA2D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698" y="6188362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0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70" decel="100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770" decel="100000"/>
                                        <p:tgtEl>
                                          <p:spTgt spid="8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40" dur="77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2" dur="77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66" grpId="0"/>
      <p:bldP spid="600069" grpId="0"/>
      <p:bldP spid="18" grpId="0" autoUpdateAnimBg="0"/>
      <p:bldP spid="20" grpId="0" autoUpdateAnimBg="0"/>
      <p:bldP spid="22" grpId="0" build="p" autoUpdateAnimBg="0"/>
      <p:bldP spid="26" grpId="0" autoUpdateAnimBg="0"/>
      <p:bldP spid="66" grpId="0"/>
      <p:bldP spid="68" grpId="0" animBg="1"/>
      <p:bldP spid="69" grpId="0" autoUpdateAnimBg="0"/>
      <p:bldP spid="72" grpId="0" autoUpdateAnimBg="0"/>
      <p:bldP spid="76" grpId="0" autoUpdateAnimBg="0"/>
      <p:bldP spid="78" grpId="0" autoUpdateAnimBg="0"/>
      <p:bldP spid="80" grpId="0" animBg="1"/>
      <p:bldP spid="82" grpId="0" build="p" autoUpdateAnimBg="0"/>
      <p:bldP spid="83" grpId="0"/>
      <p:bldP spid="8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Text Box 2">
            <a:extLst>
              <a:ext uri="{FF2B5EF4-FFF2-40B4-BE49-F238E27FC236}">
                <a16:creationId xmlns:a16="http://schemas.microsoft.com/office/drawing/2014/main" id="{4F070D1B-4244-4E56-B2A2-4C5083BE4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823913"/>
            <a:ext cx="2743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衍射光栅</a:t>
            </a:r>
          </a:p>
        </p:txBody>
      </p:sp>
      <p:sp>
        <p:nvSpPr>
          <p:cNvPr id="417795" name="Text Box 3">
            <a:extLst>
              <a:ext uri="{FF2B5EF4-FFF2-40B4-BE49-F238E27FC236}">
                <a16:creationId xmlns:a16="http://schemas.microsoft.com/office/drawing/2014/main" id="{69BE1910-9D3C-4AEB-97F6-4C8DB7E64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362075"/>
            <a:ext cx="15113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光栅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0F1996A-1375-4F98-9447-0054B16D8879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2189163"/>
            <a:ext cx="1684337" cy="1500187"/>
            <a:chOff x="3691" y="1777"/>
            <a:chExt cx="1061" cy="945"/>
          </a:xfrm>
        </p:grpSpPr>
        <p:sp>
          <p:nvSpPr>
            <p:cNvPr id="16482" name="Line 5">
              <a:extLst>
                <a:ext uri="{FF2B5EF4-FFF2-40B4-BE49-F238E27FC236}">
                  <a16:creationId xmlns:a16="http://schemas.microsoft.com/office/drawing/2014/main" id="{BEBE7EB3-ACB6-454B-8743-994BF63FB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777"/>
              <a:ext cx="1050" cy="24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3" name="Line 6">
              <a:extLst>
                <a:ext uri="{FF2B5EF4-FFF2-40B4-BE49-F238E27FC236}">
                  <a16:creationId xmlns:a16="http://schemas.microsoft.com/office/drawing/2014/main" id="{970E4B01-AE1F-4B95-AB22-9E8D131B0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2017"/>
              <a:ext cx="1050" cy="24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4" name="Line 7">
              <a:extLst>
                <a:ext uri="{FF2B5EF4-FFF2-40B4-BE49-F238E27FC236}">
                  <a16:creationId xmlns:a16="http://schemas.microsoft.com/office/drawing/2014/main" id="{BD24F586-2B96-42F9-BD18-1C8333699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2241"/>
              <a:ext cx="1050" cy="24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5" name="Line 8">
              <a:extLst>
                <a:ext uri="{FF2B5EF4-FFF2-40B4-BE49-F238E27FC236}">
                  <a16:creationId xmlns:a16="http://schemas.microsoft.com/office/drawing/2014/main" id="{2A3D213D-9707-42B5-BAE6-CCD02983F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2481"/>
              <a:ext cx="1050" cy="24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D9BCE6F0-75AF-4823-B06A-A049E7DF0ABF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2065338"/>
            <a:ext cx="373063" cy="1423987"/>
            <a:chOff x="7000" y="12618"/>
            <a:chExt cx="421" cy="2241"/>
          </a:xfrm>
        </p:grpSpPr>
        <p:sp>
          <p:nvSpPr>
            <p:cNvPr id="16472" name="Line 10">
              <a:extLst>
                <a:ext uri="{FF2B5EF4-FFF2-40B4-BE49-F238E27FC236}">
                  <a16:creationId xmlns:a16="http://schemas.microsoft.com/office/drawing/2014/main" id="{A248EB9D-A020-4E2F-8D6D-B9AFF08547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0" y="12618"/>
              <a:ext cx="101" cy="4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3" name="Line 11">
              <a:extLst>
                <a:ext uri="{FF2B5EF4-FFF2-40B4-BE49-F238E27FC236}">
                  <a16:creationId xmlns:a16="http://schemas.microsoft.com/office/drawing/2014/main" id="{11F3D9AB-F85C-4912-926C-84ED74D0BA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5" y="13779"/>
              <a:ext cx="116" cy="47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4" name="Line 12">
              <a:extLst>
                <a:ext uri="{FF2B5EF4-FFF2-40B4-BE49-F238E27FC236}">
                  <a16:creationId xmlns:a16="http://schemas.microsoft.com/office/drawing/2014/main" id="{3FB9AF48-B35B-47D7-A615-A4AFEA510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0" y="12618"/>
              <a:ext cx="1" cy="22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5" name="Line 13">
              <a:extLst>
                <a:ext uri="{FF2B5EF4-FFF2-40B4-BE49-F238E27FC236}">
                  <a16:creationId xmlns:a16="http://schemas.microsoft.com/office/drawing/2014/main" id="{C53006E6-70BB-4653-92F0-6077564FD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0" y="12633"/>
              <a:ext cx="381" cy="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6" name="Line 14">
              <a:extLst>
                <a:ext uri="{FF2B5EF4-FFF2-40B4-BE49-F238E27FC236}">
                  <a16:creationId xmlns:a16="http://schemas.microsoft.com/office/drawing/2014/main" id="{4AAC274C-72A7-4529-96D4-C0FCD31F1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0" y="13218"/>
              <a:ext cx="101" cy="4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7" name="Line 15">
              <a:extLst>
                <a:ext uri="{FF2B5EF4-FFF2-40B4-BE49-F238E27FC236}">
                  <a16:creationId xmlns:a16="http://schemas.microsoft.com/office/drawing/2014/main" id="{AF7493F5-D4C1-4C9D-A1F3-9127D518F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5" y="14398"/>
              <a:ext cx="101" cy="4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8" name="Line 16">
              <a:extLst>
                <a:ext uri="{FF2B5EF4-FFF2-40B4-BE49-F238E27FC236}">
                  <a16:creationId xmlns:a16="http://schemas.microsoft.com/office/drawing/2014/main" id="{87892324-91F5-43A7-8A29-BCFC771B1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0" y="14828"/>
              <a:ext cx="311" cy="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9" name="Line 17">
              <a:extLst>
                <a:ext uri="{FF2B5EF4-FFF2-40B4-BE49-F238E27FC236}">
                  <a16:creationId xmlns:a16="http://schemas.microsoft.com/office/drawing/2014/main" id="{2ACC83F4-4F90-4A5D-A8A0-6A7911417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0" y="13058"/>
              <a:ext cx="121" cy="1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0" name="Line 18">
              <a:extLst>
                <a:ext uri="{FF2B5EF4-FFF2-40B4-BE49-F238E27FC236}">
                  <a16:creationId xmlns:a16="http://schemas.microsoft.com/office/drawing/2014/main" id="{2AFC54E5-700A-4C02-A162-60D713D82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0" y="13638"/>
              <a:ext cx="121" cy="1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1" name="Line 19">
              <a:extLst>
                <a:ext uri="{FF2B5EF4-FFF2-40B4-BE49-F238E27FC236}">
                  <a16:creationId xmlns:a16="http://schemas.microsoft.com/office/drawing/2014/main" id="{FAC438A5-E321-4D3B-BC4C-EA16631B5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0" y="14238"/>
              <a:ext cx="121" cy="141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7812" name="Rectangle 20">
            <a:extLst>
              <a:ext uri="{FF2B5EF4-FFF2-40B4-BE49-F238E27FC236}">
                <a16:creationId xmlns:a16="http://schemas.microsoft.com/office/drawing/2014/main" id="{A377018F-F8F4-4288-8BBE-B0F9B16E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5" y="2643188"/>
            <a:ext cx="14001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反射光栅</a:t>
            </a:r>
          </a:p>
          <a:p>
            <a:pPr algn="just" eaLnBrk="1" hangingPunct="1"/>
            <a:endParaRPr lang="en-US" altLang="zh-CN" sz="20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FCBDEBA9-404B-4515-B9C1-849C33505B4B}"/>
              </a:ext>
            </a:extLst>
          </p:cNvPr>
          <p:cNvGrpSpPr>
            <a:grpSpLocks/>
          </p:cNvGrpSpPr>
          <p:nvPr/>
        </p:nvGrpSpPr>
        <p:grpSpPr bwMode="auto">
          <a:xfrm>
            <a:off x="2198688" y="2468563"/>
            <a:ext cx="719137" cy="928687"/>
            <a:chOff x="1563" y="2003"/>
            <a:chExt cx="453" cy="585"/>
          </a:xfrm>
        </p:grpSpPr>
        <p:sp>
          <p:nvSpPr>
            <p:cNvPr id="16465" name="Line 22">
              <a:extLst>
                <a:ext uri="{FF2B5EF4-FFF2-40B4-BE49-F238E27FC236}">
                  <a16:creationId xmlns:a16="http://schemas.microsoft.com/office/drawing/2014/main" id="{3198346F-8D43-4497-8DC3-8E0E2F4B6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9" y="2003"/>
              <a:ext cx="447" cy="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6" name="Line 23">
              <a:extLst>
                <a:ext uri="{FF2B5EF4-FFF2-40B4-BE49-F238E27FC236}">
                  <a16:creationId xmlns:a16="http://schemas.microsoft.com/office/drawing/2014/main" id="{73246F16-8BED-4466-AD1C-78BC7E7D8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107"/>
              <a:ext cx="447" cy="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7" name="Line 24">
              <a:extLst>
                <a:ext uri="{FF2B5EF4-FFF2-40B4-BE49-F238E27FC236}">
                  <a16:creationId xmlns:a16="http://schemas.microsoft.com/office/drawing/2014/main" id="{D5EBB502-68E7-4886-8592-D13455B85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203"/>
              <a:ext cx="447" cy="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8" name="Line 25">
              <a:extLst>
                <a:ext uri="{FF2B5EF4-FFF2-40B4-BE49-F238E27FC236}">
                  <a16:creationId xmlns:a16="http://schemas.microsoft.com/office/drawing/2014/main" id="{C8B2087B-E845-4D68-95A9-5B6DEAF0F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298"/>
              <a:ext cx="447" cy="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9" name="Line 26">
              <a:extLst>
                <a:ext uri="{FF2B5EF4-FFF2-40B4-BE49-F238E27FC236}">
                  <a16:creationId xmlns:a16="http://schemas.microsoft.com/office/drawing/2014/main" id="{60A0530C-BEF0-42F9-BC4B-7FC02AEF8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396"/>
              <a:ext cx="447" cy="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0" name="Line 27">
              <a:extLst>
                <a:ext uri="{FF2B5EF4-FFF2-40B4-BE49-F238E27FC236}">
                  <a16:creationId xmlns:a16="http://schemas.microsoft.com/office/drawing/2014/main" id="{5C4AC4A5-6079-454A-8E0E-2519162F4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492"/>
              <a:ext cx="447" cy="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1" name="Line 28">
              <a:extLst>
                <a:ext uri="{FF2B5EF4-FFF2-40B4-BE49-F238E27FC236}">
                  <a16:creationId xmlns:a16="http://schemas.microsoft.com/office/drawing/2014/main" id="{C24BC64B-21B2-42FD-9B8B-3FCC62BD2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588"/>
              <a:ext cx="447" cy="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7821" name="Rectangle 29">
            <a:extLst>
              <a:ext uri="{FF2B5EF4-FFF2-40B4-BE49-F238E27FC236}">
                <a16:creationId xmlns:a16="http://schemas.microsoft.com/office/drawing/2014/main" id="{F9EED6BC-FEAB-42F7-82F0-5E7291192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2681288"/>
            <a:ext cx="126365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透射光栅</a:t>
            </a:r>
          </a:p>
        </p:txBody>
      </p:sp>
      <p:sp>
        <p:nvSpPr>
          <p:cNvPr id="417822" name="Text Box 30">
            <a:extLst>
              <a:ext uri="{FF2B5EF4-FFF2-40B4-BE49-F238E27FC236}">
                <a16:creationId xmlns:a16="http://schemas.microsoft.com/office/drawing/2014/main" id="{F704840C-EDEB-4BE9-953A-ABD258112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28625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透光宽度</a:t>
            </a:r>
          </a:p>
        </p:txBody>
      </p:sp>
      <p:sp>
        <p:nvSpPr>
          <p:cNvPr id="417823" name="Text Box 31">
            <a:extLst>
              <a:ext uri="{FF2B5EF4-FFF2-40B4-BE49-F238E27FC236}">
                <a16:creationId xmlns:a16="http://schemas.microsoft.com/office/drawing/2014/main" id="{35C41B89-50DD-4013-9042-A2695EC56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51497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不透光宽度</a:t>
            </a:r>
            <a:endParaRPr lang="zh-CN" altLang="en-US" sz="20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7824" name="Text Box 32">
            <a:extLst>
              <a:ext uri="{FF2B5EF4-FFF2-40B4-BE49-F238E27FC236}">
                <a16:creationId xmlns:a16="http://schemas.microsoft.com/office/drawing/2014/main" id="{D83E7D0E-1D1C-4E6F-BEED-070B7C284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8" y="371475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2 .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光栅常数 </a:t>
            </a:r>
            <a:r>
              <a:rPr lang="en-US" altLang="zh-CN" i="1">
                <a:solidFill>
                  <a:srgbClr val="FFFF00"/>
                </a:solidFill>
              </a:rPr>
              <a:t>d</a:t>
            </a:r>
            <a:endParaRPr lang="en-US" altLang="zh-CN">
              <a:solidFill>
                <a:srgbClr val="FFFF00"/>
              </a:solidFill>
            </a:endParaRPr>
          </a:p>
        </p:txBody>
      </p:sp>
      <p:graphicFrame>
        <p:nvGraphicFramePr>
          <p:cNvPr id="417825" name="Object 2">
            <a:extLst>
              <a:ext uri="{FF2B5EF4-FFF2-40B4-BE49-F238E27FC236}">
                <a16:creationId xmlns:a16="http://schemas.microsoft.com/office/drawing/2014/main" id="{D911475F-0566-49A6-B621-3876005806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57688"/>
          <a:ext cx="14859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84" name="公式" r:id="rId4" imgW="1457229" imgH="285648" progId="Equation.3">
                  <p:embed/>
                </p:oleObj>
              </mc:Choice>
              <mc:Fallback>
                <p:oleObj name="公式" r:id="rId4" imgW="1457229" imgH="285648" progId="Equation.3">
                  <p:embed/>
                  <p:pic>
                    <p:nvPicPr>
                      <p:cNvPr id="417825" name="Object 2">
                        <a:extLst>
                          <a:ext uri="{FF2B5EF4-FFF2-40B4-BE49-F238E27FC236}">
                            <a16:creationId xmlns:a16="http://schemas.microsoft.com/office/drawing/2014/main" id="{D911475F-0566-49A6-B621-387600580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57688"/>
                        <a:ext cx="14859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4">
            <a:extLst>
              <a:ext uri="{FF2B5EF4-FFF2-40B4-BE49-F238E27FC236}">
                <a16:creationId xmlns:a16="http://schemas.microsoft.com/office/drawing/2014/main" id="{CF56ADFE-7555-461E-98A8-F208FFEA6258}"/>
              </a:ext>
            </a:extLst>
          </p:cNvPr>
          <p:cNvGrpSpPr>
            <a:grpSpLocks/>
          </p:cNvGrpSpPr>
          <p:nvPr/>
        </p:nvGrpSpPr>
        <p:grpSpPr bwMode="auto">
          <a:xfrm>
            <a:off x="5656263" y="2190750"/>
            <a:ext cx="1365250" cy="1119188"/>
            <a:chOff x="3680" y="1495"/>
            <a:chExt cx="860" cy="705"/>
          </a:xfrm>
        </p:grpSpPr>
        <p:sp>
          <p:nvSpPr>
            <p:cNvPr id="16457" name="Line 35">
              <a:extLst>
                <a:ext uri="{FF2B5EF4-FFF2-40B4-BE49-F238E27FC236}">
                  <a16:creationId xmlns:a16="http://schemas.microsoft.com/office/drawing/2014/main" id="{70422B82-3F05-4D21-B6F8-1F5987D96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1495"/>
              <a:ext cx="849" cy="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8" name="Line 36">
              <a:extLst>
                <a:ext uri="{FF2B5EF4-FFF2-40B4-BE49-F238E27FC236}">
                  <a16:creationId xmlns:a16="http://schemas.microsoft.com/office/drawing/2014/main" id="{4BB28034-797F-4C7F-8518-38CCB1673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1735"/>
              <a:ext cx="849" cy="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9" name="Line 37">
              <a:extLst>
                <a:ext uri="{FF2B5EF4-FFF2-40B4-BE49-F238E27FC236}">
                  <a16:creationId xmlns:a16="http://schemas.microsoft.com/office/drawing/2014/main" id="{F17AB4A7-D9DE-4582-B39B-DB5DA5723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1967"/>
              <a:ext cx="849" cy="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0" name="Line 38">
              <a:extLst>
                <a:ext uri="{FF2B5EF4-FFF2-40B4-BE49-F238E27FC236}">
                  <a16:creationId xmlns:a16="http://schemas.microsoft.com/office/drawing/2014/main" id="{B5465082-7A0A-4C1A-9E85-23B0E08ED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2199"/>
              <a:ext cx="849" cy="1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1" name="Line 39">
              <a:extLst>
                <a:ext uri="{FF2B5EF4-FFF2-40B4-BE49-F238E27FC236}">
                  <a16:creationId xmlns:a16="http://schemas.microsoft.com/office/drawing/2014/main" id="{32AE452E-5FB2-478E-95B3-2A85603E1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1495"/>
              <a:ext cx="288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6462" name="Line 40">
              <a:extLst>
                <a:ext uri="{FF2B5EF4-FFF2-40B4-BE49-F238E27FC236}">
                  <a16:creationId xmlns:a16="http://schemas.microsoft.com/office/drawing/2014/main" id="{7038F1F8-AFA6-4D3A-80CE-8D69BB654B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735"/>
              <a:ext cx="288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6463" name="Line 41">
              <a:extLst>
                <a:ext uri="{FF2B5EF4-FFF2-40B4-BE49-F238E27FC236}">
                  <a16:creationId xmlns:a16="http://schemas.microsoft.com/office/drawing/2014/main" id="{2F257BD3-48BE-44A1-8BB8-59C4C20E5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969"/>
              <a:ext cx="288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6464" name="Line 42">
              <a:extLst>
                <a:ext uri="{FF2B5EF4-FFF2-40B4-BE49-F238E27FC236}">
                  <a16:creationId xmlns:a16="http://schemas.microsoft.com/office/drawing/2014/main" id="{F275E3D9-60FE-44BD-B0CC-15B420D82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91"/>
              <a:ext cx="288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6" name="Group 43">
            <a:extLst>
              <a:ext uri="{FF2B5EF4-FFF2-40B4-BE49-F238E27FC236}">
                <a16:creationId xmlns:a16="http://schemas.microsoft.com/office/drawing/2014/main" id="{CE563815-8421-4702-8EE5-74A5DA3B9B34}"/>
              </a:ext>
            </a:extLst>
          </p:cNvPr>
          <p:cNvGrpSpPr>
            <a:grpSpLocks/>
          </p:cNvGrpSpPr>
          <p:nvPr/>
        </p:nvGrpSpPr>
        <p:grpSpPr bwMode="auto">
          <a:xfrm>
            <a:off x="2917825" y="2260600"/>
            <a:ext cx="400050" cy="1257300"/>
            <a:chOff x="1008" y="1872"/>
            <a:chExt cx="252" cy="792"/>
          </a:xfrm>
        </p:grpSpPr>
        <p:sp>
          <p:nvSpPr>
            <p:cNvPr id="16443" name="Rectangle 44">
              <a:extLst>
                <a:ext uri="{FF2B5EF4-FFF2-40B4-BE49-F238E27FC236}">
                  <a16:creationId xmlns:a16="http://schemas.microsoft.com/office/drawing/2014/main" id="{7CD3DAA3-D8B0-4FD4-BE9F-5C97E7BB5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872"/>
              <a:ext cx="240" cy="96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rgbClr val="66FF33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444" name="Rectangle 45">
              <a:extLst>
                <a:ext uri="{FF2B5EF4-FFF2-40B4-BE49-F238E27FC236}">
                  <a16:creationId xmlns:a16="http://schemas.microsoft.com/office/drawing/2014/main" id="{72B9F12C-1760-4812-A095-91C63DCD1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890"/>
              <a:ext cx="204" cy="222"/>
            </a:xfrm>
            <a:prstGeom prst="rect">
              <a:avLst/>
            </a:prstGeom>
            <a:solidFill>
              <a:srgbClr val="59E2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6445" name="Group 46">
              <a:extLst>
                <a:ext uri="{FF2B5EF4-FFF2-40B4-BE49-F238E27FC236}">
                  <a16:creationId xmlns:a16="http://schemas.microsoft.com/office/drawing/2014/main" id="{21C47DC2-9E70-4B51-A7E4-7FB9C7502A4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008" y="2484"/>
              <a:ext cx="252" cy="180"/>
              <a:chOff x="852" y="2016"/>
              <a:chExt cx="252" cy="180"/>
            </a:xfrm>
          </p:grpSpPr>
          <p:sp>
            <p:nvSpPr>
              <p:cNvPr id="16455" name="Rectangle 47">
                <a:extLst>
                  <a:ext uri="{FF2B5EF4-FFF2-40B4-BE49-F238E27FC236}">
                    <a16:creationId xmlns:a16="http://schemas.microsoft.com/office/drawing/2014/main" id="{4F49DF61-66F5-4186-BAC4-BFC2C5E9B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016"/>
                <a:ext cx="240" cy="96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56" name="Rectangle 48">
                <a:extLst>
                  <a:ext uri="{FF2B5EF4-FFF2-40B4-BE49-F238E27FC236}">
                    <a16:creationId xmlns:a16="http://schemas.microsoft.com/office/drawing/2014/main" id="{4B5069FE-8E95-4AAA-849A-5A2A4641E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2034"/>
                <a:ext cx="204" cy="16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46" name="Group 49">
              <a:extLst>
                <a:ext uri="{FF2B5EF4-FFF2-40B4-BE49-F238E27FC236}">
                  <a16:creationId xmlns:a16="http://schemas.microsoft.com/office/drawing/2014/main" id="{5486F521-90BE-4DFA-8A91-4FFABC2F8F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70"/>
              <a:ext cx="252" cy="192"/>
              <a:chOff x="1728" y="2736"/>
              <a:chExt cx="252" cy="192"/>
            </a:xfrm>
          </p:grpSpPr>
          <p:sp>
            <p:nvSpPr>
              <p:cNvPr id="16453" name="Rectangle 50">
                <a:extLst>
                  <a:ext uri="{FF2B5EF4-FFF2-40B4-BE49-F238E27FC236}">
                    <a16:creationId xmlns:a16="http://schemas.microsoft.com/office/drawing/2014/main" id="{C5767E9B-B7D5-4BEF-A1D8-1FADD398D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748"/>
                <a:ext cx="240" cy="54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54" name="Rectangle 51">
                <a:extLst>
                  <a:ext uri="{FF2B5EF4-FFF2-40B4-BE49-F238E27FC236}">
                    <a16:creationId xmlns:a16="http://schemas.microsoft.com/office/drawing/2014/main" id="{733C0D16-65E0-459B-9F77-15A9F1E39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04" cy="19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47" name="Group 52">
              <a:extLst>
                <a:ext uri="{FF2B5EF4-FFF2-40B4-BE49-F238E27FC236}">
                  <a16:creationId xmlns:a16="http://schemas.microsoft.com/office/drawing/2014/main" id="{78A8C556-31F0-4BDF-B28F-03232FD9AA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38"/>
              <a:ext cx="252" cy="192"/>
              <a:chOff x="1728" y="2736"/>
              <a:chExt cx="252" cy="192"/>
            </a:xfrm>
          </p:grpSpPr>
          <p:sp>
            <p:nvSpPr>
              <p:cNvPr id="16451" name="Rectangle 53">
                <a:extLst>
                  <a:ext uri="{FF2B5EF4-FFF2-40B4-BE49-F238E27FC236}">
                    <a16:creationId xmlns:a16="http://schemas.microsoft.com/office/drawing/2014/main" id="{365DA92B-780C-4A7E-9627-E1B63AB45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748"/>
                <a:ext cx="240" cy="54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52" name="Rectangle 54">
                <a:extLst>
                  <a:ext uri="{FF2B5EF4-FFF2-40B4-BE49-F238E27FC236}">
                    <a16:creationId xmlns:a16="http://schemas.microsoft.com/office/drawing/2014/main" id="{016CF8D0-F828-43EE-8D41-6BCF96E65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04" cy="19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48" name="Group 55">
              <a:extLst>
                <a:ext uri="{FF2B5EF4-FFF2-40B4-BE49-F238E27FC236}">
                  <a16:creationId xmlns:a16="http://schemas.microsoft.com/office/drawing/2014/main" id="{8645471F-9F0D-4CAB-BBEC-0D843084A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388"/>
              <a:ext cx="252" cy="192"/>
              <a:chOff x="1728" y="2736"/>
              <a:chExt cx="252" cy="192"/>
            </a:xfrm>
          </p:grpSpPr>
          <p:sp>
            <p:nvSpPr>
              <p:cNvPr id="16449" name="Rectangle 56">
                <a:extLst>
                  <a:ext uri="{FF2B5EF4-FFF2-40B4-BE49-F238E27FC236}">
                    <a16:creationId xmlns:a16="http://schemas.microsoft.com/office/drawing/2014/main" id="{89F8B930-7158-4C87-A5FB-7EB7BCC80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748"/>
                <a:ext cx="240" cy="54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50" name="Rectangle 57">
                <a:extLst>
                  <a:ext uri="{FF2B5EF4-FFF2-40B4-BE49-F238E27FC236}">
                    <a16:creationId xmlns:a16="http://schemas.microsoft.com/office/drawing/2014/main" id="{236137E9-EC3B-40DF-9249-287E01FCD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04" cy="19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" name="Group 63">
            <a:extLst>
              <a:ext uri="{FF2B5EF4-FFF2-40B4-BE49-F238E27FC236}">
                <a16:creationId xmlns:a16="http://schemas.microsoft.com/office/drawing/2014/main" id="{8B3778FE-08F9-4056-9760-8E63F81A7DD2}"/>
              </a:ext>
            </a:extLst>
          </p:cNvPr>
          <p:cNvGrpSpPr>
            <a:grpSpLocks/>
          </p:cNvGrpSpPr>
          <p:nvPr/>
        </p:nvGrpSpPr>
        <p:grpSpPr bwMode="auto">
          <a:xfrm>
            <a:off x="5191125" y="4013200"/>
            <a:ext cx="788988" cy="2511425"/>
            <a:chOff x="1011" y="1872"/>
            <a:chExt cx="249" cy="792"/>
          </a:xfrm>
        </p:grpSpPr>
        <p:sp>
          <p:nvSpPr>
            <p:cNvPr id="16429" name="Rectangle 64">
              <a:extLst>
                <a:ext uri="{FF2B5EF4-FFF2-40B4-BE49-F238E27FC236}">
                  <a16:creationId xmlns:a16="http://schemas.microsoft.com/office/drawing/2014/main" id="{B55790DD-9F9B-4C3D-B9DA-64868AF69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872"/>
              <a:ext cx="240" cy="96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rgbClr val="66FF33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430" name="Rectangle 65">
              <a:extLst>
                <a:ext uri="{FF2B5EF4-FFF2-40B4-BE49-F238E27FC236}">
                  <a16:creationId xmlns:a16="http://schemas.microsoft.com/office/drawing/2014/main" id="{51811533-8038-47C8-88B4-AAD17FBD3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" y="1878"/>
              <a:ext cx="204" cy="222"/>
            </a:xfrm>
            <a:prstGeom prst="rect">
              <a:avLst/>
            </a:prstGeom>
            <a:solidFill>
              <a:srgbClr val="59E2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6431" name="Group 66">
              <a:extLst>
                <a:ext uri="{FF2B5EF4-FFF2-40B4-BE49-F238E27FC236}">
                  <a16:creationId xmlns:a16="http://schemas.microsoft.com/office/drawing/2014/main" id="{E5C3A185-BD61-42A2-B64D-7C959B7221B4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011" y="2499"/>
              <a:ext cx="249" cy="165"/>
              <a:chOff x="855" y="2016"/>
              <a:chExt cx="249" cy="165"/>
            </a:xfrm>
          </p:grpSpPr>
          <p:sp>
            <p:nvSpPr>
              <p:cNvPr id="16441" name="Rectangle 67">
                <a:extLst>
                  <a:ext uri="{FF2B5EF4-FFF2-40B4-BE49-F238E27FC236}">
                    <a16:creationId xmlns:a16="http://schemas.microsoft.com/office/drawing/2014/main" id="{613DB4C1-95C1-4F13-9E87-34CEA184F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016"/>
                <a:ext cx="240" cy="96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42" name="Rectangle 68">
                <a:extLst>
                  <a:ext uri="{FF2B5EF4-FFF2-40B4-BE49-F238E27FC236}">
                    <a16:creationId xmlns:a16="http://schemas.microsoft.com/office/drawing/2014/main" id="{4035D04B-D5CE-42FE-812D-EA7808452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" y="2019"/>
                <a:ext cx="204" cy="16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32" name="Group 69">
              <a:extLst>
                <a:ext uri="{FF2B5EF4-FFF2-40B4-BE49-F238E27FC236}">
                  <a16:creationId xmlns:a16="http://schemas.microsoft.com/office/drawing/2014/main" id="{F4CAF4BD-57DC-412B-A0C2-8DE5FC7FF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" y="2070"/>
              <a:ext cx="249" cy="192"/>
              <a:chOff x="1731" y="2736"/>
              <a:chExt cx="249" cy="192"/>
            </a:xfrm>
          </p:grpSpPr>
          <p:sp>
            <p:nvSpPr>
              <p:cNvPr id="16439" name="Rectangle 70">
                <a:extLst>
                  <a:ext uri="{FF2B5EF4-FFF2-40B4-BE49-F238E27FC236}">
                    <a16:creationId xmlns:a16="http://schemas.microsoft.com/office/drawing/2014/main" id="{1A7D8912-1289-4D6E-ACBA-8B5B16B57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748"/>
                <a:ext cx="240" cy="54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40" name="Rectangle 71">
                <a:extLst>
                  <a:ext uri="{FF2B5EF4-FFF2-40B4-BE49-F238E27FC236}">
                    <a16:creationId xmlns:a16="http://schemas.microsoft.com/office/drawing/2014/main" id="{CC83AA25-4D80-4DC5-907B-FDC54F0BB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1" y="2736"/>
                <a:ext cx="204" cy="19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33" name="Group 72">
              <a:extLst>
                <a:ext uri="{FF2B5EF4-FFF2-40B4-BE49-F238E27FC236}">
                  <a16:creationId xmlns:a16="http://schemas.microsoft.com/office/drawing/2014/main" id="{7F6DE976-8A29-4101-985C-D059F681EB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" y="2238"/>
              <a:ext cx="249" cy="192"/>
              <a:chOff x="1731" y="2736"/>
              <a:chExt cx="249" cy="192"/>
            </a:xfrm>
          </p:grpSpPr>
          <p:sp>
            <p:nvSpPr>
              <p:cNvPr id="16437" name="Rectangle 73">
                <a:extLst>
                  <a:ext uri="{FF2B5EF4-FFF2-40B4-BE49-F238E27FC236}">
                    <a16:creationId xmlns:a16="http://schemas.microsoft.com/office/drawing/2014/main" id="{A966C180-6BEB-4EA3-8F4A-A6AE56DE1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748"/>
                <a:ext cx="240" cy="54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38" name="Rectangle 74">
                <a:extLst>
                  <a:ext uri="{FF2B5EF4-FFF2-40B4-BE49-F238E27FC236}">
                    <a16:creationId xmlns:a16="http://schemas.microsoft.com/office/drawing/2014/main" id="{3399315B-60D1-4542-A037-FFC45315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1" y="2736"/>
                <a:ext cx="204" cy="19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34" name="Group 75">
              <a:extLst>
                <a:ext uri="{FF2B5EF4-FFF2-40B4-BE49-F238E27FC236}">
                  <a16:creationId xmlns:a16="http://schemas.microsoft.com/office/drawing/2014/main" id="{FCBB7E09-0EC0-4636-8384-8E42F2F76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" y="2388"/>
              <a:ext cx="249" cy="192"/>
              <a:chOff x="1731" y="2736"/>
              <a:chExt cx="249" cy="192"/>
            </a:xfrm>
          </p:grpSpPr>
          <p:sp>
            <p:nvSpPr>
              <p:cNvPr id="16435" name="Rectangle 76">
                <a:extLst>
                  <a:ext uri="{FF2B5EF4-FFF2-40B4-BE49-F238E27FC236}">
                    <a16:creationId xmlns:a16="http://schemas.microsoft.com/office/drawing/2014/main" id="{A1BF2406-D4C6-4641-BE8C-34DE84EED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748"/>
                <a:ext cx="240" cy="54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rgbClr val="66FF33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36" name="Rectangle 77">
                <a:extLst>
                  <a:ext uri="{FF2B5EF4-FFF2-40B4-BE49-F238E27FC236}">
                    <a16:creationId xmlns:a16="http://schemas.microsoft.com/office/drawing/2014/main" id="{B80B88DF-405A-4CC1-827E-A704CE16C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1" y="2736"/>
                <a:ext cx="204" cy="192"/>
              </a:xfrm>
              <a:prstGeom prst="rect">
                <a:avLst/>
              </a:prstGeom>
              <a:solidFill>
                <a:srgbClr val="59E2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7870" name="Line 78">
            <a:extLst>
              <a:ext uri="{FF2B5EF4-FFF2-40B4-BE49-F238E27FC236}">
                <a16:creationId xmlns:a16="http://schemas.microsoft.com/office/drawing/2014/main" id="{51B99E7E-BA16-499E-8B06-952F67196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314825"/>
            <a:ext cx="609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7871" name="Line 79">
            <a:extLst>
              <a:ext uri="{FF2B5EF4-FFF2-40B4-BE49-F238E27FC236}">
                <a16:creationId xmlns:a16="http://schemas.microsoft.com/office/drawing/2014/main" id="{1B971E24-CD78-4EA1-94EB-CB8B7488C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676775"/>
            <a:ext cx="609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7872" name="Line 80">
            <a:extLst>
              <a:ext uri="{FF2B5EF4-FFF2-40B4-BE49-F238E27FC236}">
                <a16:creationId xmlns:a16="http://schemas.microsoft.com/office/drawing/2014/main" id="{6C9792B5-9A29-4979-9D3F-359ABCA15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914775"/>
            <a:ext cx="0" cy="381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7873" name="Line 81">
            <a:extLst>
              <a:ext uri="{FF2B5EF4-FFF2-40B4-BE49-F238E27FC236}">
                <a16:creationId xmlns:a16="http://schemas.microsoft.com/office/drawing/2014/main" id="{614F42D1-4327-4C83-9F14-E01E97A87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657725"/>
            <a:ext cx="0" cy="381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417874" name="Object 3">
            <a:extLst>
              <a:ext uri="{FF2B5EF4-FFF2-40B4-BE49-F238E27FC236}">
                <a16:creationId xmlns:a16="http://schemas.microsoft.com/office/drawing/2014/main" id="{214BF5FF-D09E-4549-B97C-3DAF4AC79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4340225"/>
          <a:ext cx="28098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85" name="Equation" r:id="rId6" imgW="114376" imgH="123689" progId="Equation.3">
                  <p:embed/>
                </p:oleObj>
              </mc:Choice>
              <mc:Fallback>
                <p:oleObj name="Equation" r:id="rId6" imgW="114376" imgH="123689" progId="Equation.3">
                  <p:embed/>
                  <p:pic>
                    <p:nvPicPr>
                      <p:cNvPr id="417874" name="Object 3">
                        <a:extLst>
                          <a:ext uri="{FF2B5EF4-FFF2-40B4-BE49-F238E27FC236}">
                            <a16:creationId xmlns:a16="http://schemas.microsoft.com/office/drawing/2014/main" id="{214BF5FF-D09E-4549-B97C-3DAF4AC790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340225"/>
                        <a:ext cx="280988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83">
            <a:extLst>
              <a:ext uri="{FF2B5EF4-FFF2-40B4-BE49-F238E27FC236}">
                <a16:creationId xmlns:a16="http://schemas.microsoft.com/office/drawing/2014/main" id="{F097228C-1B6D-4FE3-B571-D19337BDB717}"/>
              </a:ext>
            </a:extLst>
          </p:cNvPr>
          <p:cNvGrpSpPr>
            <a:grpSpLocks/>
          </p:cNvGrpSpPr>
          <p:nvPr/>
        </p:nvGrpSpPr>
        <p:grpSpPr bwMode="auto">
          <a:xfrm>
            <a:off x="6000750" y="5305425"/>
            <a:ext cx="973138" cy="933450"/>
            <a:chOff x="4644" y="3408"/>
            <a:chExt cx="613" cy="588"/>
          </a:xfrm>
        </p:grpSpPr>
        <p:sp>
          <p:nvSpPr>
            <p:cNvPr id="16424" name="Line 84">
              <a:extLst>
                <a:ext uri="{FF2B5EF4-FFF2-40B4-BE49-F238E27FC236}">
                  <a16:creationId xmlns:a16="http://schemas.microsoft.com/office/drawing/2014/main" id="{DF89674A-1AF3-4BC0-8D43-D26737D10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4" y="3648"/>
              <a:ext cx="3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6425" name="Line 85">
              <a:extLst>
                <a:ext uri="{FF2B5EF4-FFF2-40B4-BE49-F238E27FC236}">
                  <a16:creationId xmlns:a16="http://schemas.microsoft.com/office/drawing/2014/main" id="{BF9D2051-AD90-4E93-B140-E06960726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756"/>
              <a:ext cx="3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6426" name="Line 86">
              <a:extLst>
                <a:ext uri="{FF2B5EF4-FFF2-40B4-BE49-F238E27FC236}">
                  <a16:creationId xmlns:a16="http://schemas.microsoft.com/office/drawing/2014/main" id="{287010B0-A2AB-4E0E-8BCD-58C0853CB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408"/>
              <a:ext cx="0" cy="24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6427" name="Line 87">
              <a:extLst>
                <a:ext uri="{FF2B5EF4-FFF2-40B4-BE49-F238E27FC236}">
                  <a16:creationId xmlns:a16="http://schemas.microsoft.com/office/drawing/2014/main" id="{8AADDE57-5714-4C4D-B88C-436CE9CAD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756"/>
              <a:ext cx="0" cy="24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graphicFrame>
          <p:nvGraphicFramePr>
            <p:cNvPr id="16428" name="Object 5">
              <a:extLst>
                <a:ext uri="{FF2B5EF4-FFF2-40B4-BE49-F238E27FC236}">
                  <a16:creationId xmlns:a16="http://schemas.microsoft.com/office/drawing/2014/main" id="{E7EF4985-D5AD-4375-A405-D7D19C54FD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6" y="3584"/>
            <a:ext cx="16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86" name="Equation" r:id="rId8" imgW="95110" imgH="152468" progId="Equation.3">
                    <p:embed/>
                  </p:oleObj>
                </mc:Choice>
                <mc:Fallback>
                  <p:oleObj name="Equation" r:id="rId8" imgW="95110" imgH="152468" progId="Equation.3">
                    <p:embed/>
                    <p:pic>
                      <p:nvPicPr>
                        <p:cNvPr id="16428" name="Object 5">
                          <a:extLst>
                            <a:ext uri="{FF2B5EF4-FFF2-40B4-BE49-F238E27FC236}">
                              <a16:creationId xmlns:a16="http://schemas.microsoft.com/office/drawing/2014/main" id="{E7EF4985-D5AD-4375-A405-D7D19C54FD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6" y="3584"/>
                          <a:ext cx="16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881" name="Rectangle 89">
            <a:extLst>
              <a:ext uri="{FF2B5EF4-FFF2-40B4-BE49-F238E27FC236}">
                <a16:creationId xmlns:a16="http://schemas.microsoft.com/office/drawing/2014/main" id="{A2908FFB-73B0-4BFC-8F26-2B62FE94C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377950"/>
            <a:ext cx="7715250" cy="47942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450850" indent="-450850">
              <a:lnSpc>
                <a:spcPct val="125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bg1"/>
                </a:solidFill>
                <a:latin typeface="+mn-lt"/>
              </a:rPr>
              <a:t>——</a:t>
            </a:r>
            <a:r>
              <a:rPr lang="zh-CN" altLang="en-US" sz="2000" dirty="0">
                <a:solidFill>
                  <a:schemeClr val="bg1"/>
                </a:solidFill>
                <a:latin typeface="宋体" pitchFamily="2" charset="-122"/>
              </a:rPr>
              <a:t>大量等宽、等间距的平行狭缝（或反射面）构成的光学元件</a:t>
            </a:r>
          </a:p>
        </p:txBody>
      </p:sp>
      <p:sp>
        <p:nvSpPr>
          <p:cNvPr id="417882" name="Text Box 90">
            <a:extLst>
              <a:ext uri="{FF2B5EF4-FFF2-40B4-BE49-F238E27FC236}">
                <a16:creationId xmlns:a16="http://schemas.microsoft.com/office/drawing/2014/main" id="{9FE24048-1B7C-4D22-B076-FFEE09A0B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86313"/>
            <a:ext cx="40322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光栅宽度为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l </a:t>
            </a:r>
            <a:r>
              <a:rPr lang="zh-CN" altLang="en-US" i="1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每毫米缝数为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m </a:t>
            </a:r>
            <a:r>
              <a:rPr lang="zh-CN" altLang="en-US">
                <a:solidFill>
                  <a:srgbClr val="FFFFFF"/>
                </a:solidFill>
              </a:rPr>
              <a:t>，则</a:t>
            </a:r>
            <a:r>
              <a:rPr lang="zh-CN" altLang="en-US">
                <a:solidFill>
                  <a:srgbClr val="66FFFF"/>
                </a:solidFill>
              </a:rPr>
              <a:t>总缝数</a:t>
            </a:r>
          </a:p>
        </p:txBody>
      </p:sp>
      <p:graphicFrame>
        <p:nvGraphicFramePr>
          <p:cNvPr id="417883" name="Object 4">
            <a:extLst>
              <a:ext uri="{FF2B5EF4-FFF2-40B4-BE49-F238E27FC236}">
                <a16:creationId xmlns:a16="http://schemas.microsoft.com/office/drawing/2014/main" id="{C454A5CE-0232-4C19-94BA-8ECCC7D7B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972175"/>
          <a:ext cx="13477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87" name="公式" r:id="rId10" imgW="1333373" imgH="285648" progId="Equation.3">
                  <p:embed/>
                </p:oleObj>
              </mc:Choice>
              <mc:Fallback>
                <p:oleObj name="公式" r:id="rId10" imgW="1333373" imgH="285648" progId="Equation.3">
                  <p:embed/>
                  <p:pic>
                    <p:nvPicPr>
                      <p:cNvPr id="417883" name="Object 4">
                        <a:extLst>
                          <a:ext uri="{FF2B5EF4-FFF2-40B4-BE49-F238E27FC236}">
                            <a16:creationId xmlns:a16="http://schemas.microsoft.com/office/drawing/2014/main" id="{C454A5CE-0232-4C19-94BA-8ECCC7D7BC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972175"/>
                        <a:ext cx="13477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84" name="Text Box 92">
            <a:extLst>
              <a:ext uri="{FF2B5EF4-FFF2-40B4-BE49-F238E27FC236}">
                <a16:creationId xmlns:a16="http://schemas.microsoft.com/office/drawing/2014/main" id="{94721C52-0E40-4AD0-9EA1-21AFACCBB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1938"/>
            <a:ext cx="6419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66FF33"/>
                </a:solidFill>
                <a:ea typeface="黑体" panose="02010609060101010101" pitchFamily="49" charset="-122"/>
              </a:rPr>
              <a:t>§14.9</a:t>
            </a:r>
            <a:r>
              <a:rPr lang="en-US" altLang="zh-CN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衍射光栅及光栅光谱</a:t>
            </a:r>
          </a:p>
        </p:txBody>
      </p:sp>
      <p:sp>
        <p:nvSpPr>
          <p:cNvPr id="417886" name="Arc 94">
            <a:extLst>
              <a:ext uri="{FF2B5EF4-FFF2-40B4-BE49-F238E27FC236}">
                <a16:creationId xmlns:a16="http://schemas.microsoft.com/office/drawing/2014/main" id="{2CB3A921-7D0B-4797-A43B-B092FDDE1961}"/>
              </a:ext>
            </a:extLst>
          </p:cNvPr>
          <p:cNvSpPr>
            <a:spLocks noChangeAspect="1"/>
          </p:cNvSpPr>
          <p:nvPr/>
        </p:nvSpPr>
        <p:spPr bwMode="auto">
          <a:xfrm>
            <a:off x="3349625" y="2405063"/>
            <a:ext cx="119063" cy="190500"/>
          </a:xfrm>
          <a:custGeom>
            <a:avLst/>
            <a:gdLst>
              <a:gd name="T0" fmla="*/ 0 w 27328"/>
              <a:gd name="T1" fmla="*/ 2147483646 h 43200"/>
              <a:gd name="T2" fmla="*/ 2147483646 w 27328"/>
              <a:gd name="T3" fmla="*/ 2147483646 h 43200"/>
              <a:gd name="T4" fmla="*/ 2147483646 w 27328"/>
              <a:gd name="T5" fmla="*/ 2147483646 h 43200"/>
              <a:gd name="T6" fmla="*/ 0 60000 65536"/>
              <a:gd name="T7" fmla="*/ 0 60000 65536"/>
              <a:gd name="T8" fmla="*/ 0 60000 65536"/>
              <a:gd name="T9" fmla="*/ 0 w 27328"/>
              <a:gd name="T10" fmla="*/ 0 h 43200"/>
              <a:gd name="T11" fmla="*/ 27328 w 2732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28" h="43200" fill="none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</a:path>
              <a:path w="27328" h="43200" stroke="0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  <a:lnTo>
                  <a:pt x="5728" y="21600"/>
                </a:lnTo>
                <a:lnTo>
                  <a:pt x="0" y="773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87" name="Arc 95">
            <a:extLst>
              <a:ext uri="{FF2B5EF4-FFF2-40B4-BE49-F238E27FC236}">
                <a16:creationId xmlns:a16="http://schemas.microsoft.com/office/drawing/2014/main" id="{6E2E0F6B-79BA-4870-9F16-2D01C6A6B7B7}"/>
              </a:ext>
            </a:extLst>
          </p:cNvPr>
          <p:cNvSpPr>
            <a:spLocks noChangeAspect="1"/>
          </p:cNvSpPr>
          <p:nvPr/>
        </p:nvSpPr>
        <p:spPr bwMode="auto">
          <a:xfrm>
            <a:off x="3386138" y="2308225"/>
            <a:ext cx="211137" cy="371475"/>
          </a:xfrm>
          <a:custGeom>
            <a:avLst/>
            <a:gdLst>
              <a:gd name="T0" fmla="*/ 2147483646 w 21600"/>
              <a:gd name="T1" fmla="*/ 0 h 37792"/>
              <a:gd name="T2" fmla="*/ 2147483646 w 21600"/>
              <a:gd name="T3" fmla="*/ 2147483646 h 37792"/>
              <a:gd name="T4" fmla="*/ 0 w 21600"/>
              <a:gd name="T5" fmla="*/ 2147483646 h 37792"/>
              <a:gd name="T6" fmla="*/ 0 60000 65536"/>
              <a:gd name="T7" fmla="*/ 0 60000 65536"/>
              <a:gd name="T8" fmla="*/ 0 60000 65536"/>
              <a:gd name="T9" fmla="*/ 0 w 21600"/>
              <a:gd name="T10" fmla="*/ 0 h 37792"/>
              <a:gd name="T11" fmla="*/ 21600 w 21600"/>
              <a:gd name="T12" fmla="*/ 37792 h 377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792" fill="none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</a:path>
              <a:path w="21600" h="37792" stroke="0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  <a:lnTo>
                  <a:pt x="0" y="19095"/>
                </a:lnTo>
                <a:lnTo>
                  <a:pt x="10096" y="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88" name="Arc 96">
            <a:extLst>
              <a:ext uri="{FF2B5EF4-FFF2-40B4-BE49-F238E27FC236}">
                <a16:creationId xmlns:a16="http://schemas.microsoft.com/office/drawing/2014/main" id="{E75B5FE1-3B50-4E44-BF60-BEF1F6243CA3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349500"/>
            <a:ext cx="176212" cy="298450"/>
          </a:xfrm>
          <a:custGeom>
            <a:avLst/>
            <a:gdLst>
              <a:gd name="T0" fmla="*/ 2147483646 w 25580"/>
              <a:gd name="T1" fmla="*/ 2147483646 h 43200"/>
              <a:gd name="T2" fmla="*/ 0 w 25580"/>
              <a:gd name="T3" fmla="*/ 2147483646 h 43200"/>
              <a:gd name="T4" fmla="*/ 2147483646 w 25580"/>
              <a:gd name="T5" fmla="*/ 2147483646 h 43200"/>
              <a:gd name="T6" fmla="*/ 0 60000 65536"/>
              <a:gd name="T7" fmla="*/ 0 60000 65536"/>
              <a:gd name="T8" fmla="*/ 0 60000 65536"/>
              <a:gd name="T9" fmla="*/ 0 w 25580"/>
              <a:gd name="T10" fmla="*/ 0 h 43200"/>
              <a:gd name="T11" fmla="*/ 25580 w 2558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580" h="43200" fill="none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</a:path>
              <a:path w="25580" h="43200" stroke="0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  <a:lnTo>
                  <a:pt x="3980" y="21600"/>
                </a:lnTo>
                <a:lnTo>
                  <a:pt x="638" y="26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0" name="Arc 98">
            <a:extLst>
              <a:ext uri="{FF2B5EF4-FFF2-40B4-BE49-F238E27FC236}">
                <a16:creationId xmlns:a16="http://schemas.microsoft.com/office/drawing/2014/main" id="{3B3B5561-87FA-4B45-A8E0-BAF671EE5FC3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708275"/>
            <a:ext cx="119062" cy="190500"/>
          </a:xfrm>
          <a:custGeom>
            <a:avLst/>
            <a:gdLst>
              <a:gd name="T0" fmla="*/ 0 w 27328"/>
              <a:gd name="T1" fmla="*/ 2147483646 h 43200"/>
              <a:gd name="T2" fmla="*/ 2147483646 w 27328"/>
              <a:gd name="T3" fmla="*/ 2147483646 h 43200"/>
              <a:gd name="T4" fmla="*/ 2147483646 w 27328"/>
              <a:gd name="T5" fmla="*/ 2147483646 h 43200"/>
              <a:gd name="T6" fmla="*/ 0 60000 65536"/>
              <a:gd name="T7" fmla="*/ 0 60000 65536"/>
              <a:gd name="T8" fmla="*/ 0 60000 65536"/>
              <a:gd name="T9" fmla="*/ 0 w 27328"/>
              <a:gd name="T10" fmla="*/ 0 h 43200"/>
              <a:gd name="T11" fmla="*/ 27328 w 2732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28" h="43200" fill="none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</a:path>
              <a:path w="27328" h="43200" stroke="0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  <a:lnTo>
                  <a:pt x="5728" y="21600"/>
                </a:lnTo>
                <a:lnTo>
                  <a:pt x="0" y="773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1" name="Arc 99">
            <a:extLst>
              <a:ext uri="{FF2B5EF4-FFF2-40B4-BE49-F238E27FC236}">
                <a16:creationId xmlns:a16="http://schemas.microsoft.com/office/drawing/2014/main" id="{F5FEBABB-2A78-4F4F-B7A9-6E27AEBE3161}"/>
              </a:ext>
            </a:extLst>
          </p:cNvPr>
          <p:cNvSpPr>
            <a:spLocks noChangeAspect="1"/>
          </p:cNvSpPr>
          <p:nvPr/>
        </p:nvSpPr>
        <p:spPr bwMode="auto">
          <a:xfrm>
            <a:off x="3384550" y="2611438"/>
            <a:ext cx="211138" cy="371475"/>
          </a:xfrm>
          <a:custGeom>
            <a:avLst/>
            <a:gdLst>
              <a:gd name="T0" fmla="*/ 2147483646 w 21600"/>
              <a:gd name="T1" fmla="*/ 0 h 37792"/>
              <a:gd name="T2" fmla="*/ 2147483646 w 21600"/>
              <a:gd name="T3" fmla="*/ 2147483646 h 37792"/>
              <a:gd name="T4" fmla="*/ 0 w 21600"/>
              <a:gd name="T5" fmla="*/ 2147483646 h 37792"/>
              <a:gd name="T6" fmla="*/ 0 60000 65536"/>
              <a:gd name="T7" fmla="*/ 0 60000 65536"/>
              <a:gd name="T8" fmla="*/ 0 60000 65536"/>
              <a:gd name="T9" fmla="*/ 0 w 21600"/>
              <a:gd name="T10" fmla="*/ 0 h 37792"/>
              <a:gd name="T11" fmla="*/ 21600 w 21600"/>
              <a:gd name="T12" fmla="*/ 37792 h 377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792" fill="none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</a:path>
              <a:path w="21600" h="37792" stroke="0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  <a:lnTo>
                  <a:pt x="0" y="19095"/>
                </a:lnTo>
                <a:lnTo>
                  <a:pt x="10096" y="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2" name="Arc 100">
            <a:extLst>
              <a:ext uri="{FF2B5EF4-FFF2-40B4-BE49-F238E27FC236}">
                <a16:creationId xmlns:a16="http://schemas.microsoft.com/office/drawing/2014/main" id="{3AAFC0AC-D660-4E31-9026-BD60B1CA436A}"/>
              </a:ext>
            </a:extLst>
          </p:cNvPr>
          <p:cNvSpPr>
            <a:spLocks noChangeAspect="1"/>
          </p:cNvSpPr>
          <p:nvPr/>
        </p:nvSpPr>
        <p:spPr bwMode="auto">
          <a:xfrm>
            <a:off x="3346450" y="2652713"/>
            <a:ext cx="176213" cy="298450"/>
          </a:xfrm>
          <a:custGeom>
            <a:avLst/>
            <a:gdLst>
              <a:gd name="T0" fmla="*/ 2147483646 w 25580"/>
              <a:gd name="T1" fmla="*/ 2147483646 h 43200"/>
              <a:gd name="T2" fmla="*/ 0 w 25580"/>
              <a:gd name="T3" fmla="*/ 2147483646 h 43200"/>
              <a:gd name="T4" fmla="*/ 2147483646 w 25580"/>
              <a:gd name="T5" fmla="*/ 2147483646 h 43200"/>
              <a:gd name="T6" fmla="*/ 0 60000 65536"/>
              <a:gd name="T7" fmla="*/ 0 60000 65536"/>
              <a:gd name="T8" fmla="*/ 0 60000 65536"/>
              <a:gd name="T9" fmla="*/ 0 w 25580"/>
              <a:gd name="T10" fmla="*/ 0 h 43200"/>
              <a:gd name="T11" fmla="*/ 25580 w 2558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580" h="43200" fill="none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</a:path>
              <a:path w="25580" h="43200" stroke="0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  <a:lnTo>
                  <a:pt x="3980" y="21600"/>
                </a:lnTo>
                <a:lnTo>
                  <a:pt x="638" y="26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3" name="Arc 101">
            <a:extLst>
              <a:ext uri="{FF2B5EF4-FFF2-40B4-BE49-F238E27FC236}">
                <a16:creationId xmlns:a16="http://schemas.microsoft.com/office/drawing/2014/main" id="{D0B5A4B6-44B1-4DF0-88D3-F3D35DDCACAD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924175"/>
            <a:ext cx="119062" cy="190500"/>
          </a:xfrm>
          <a:custGeom>
            <a:avLst/>
            <a:gdLst>
              <a:gd name="T0" fmla="*/ 0 w 27328"/>
              <a:gd name="T1" fmla="*/ 2147483646 h 43200"/>
              <a:gd name="T2" fmla="*/ 2147483646 w 27328"/>
              <a:gd name="T3" fmla="*/ 2147483646 h 43200"/>
              <a:gd name="T4" fmla="*/ 2147483646 w 27328"/>
              <a:gd name="T5" fmla="*/ 2147483646 h 43200"/>
              <a:gd name="T6" fmla="*/ 0 60000 65536"/>
              <a:gd name="T7" fmla="*/ 0 60000 65536"/>
              <a:gd name="T8" fmla="*/ 0 60000 65536"/>
              <a:gd name="T9" fmla="*/ 0 w 27328"/>
              <a:gd name="T10" fmla="*/ 0 h 43200"/>
              <a:gd name="T11" fmla="*/ 27328 w 2732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28" h="43200" fill="none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</a:path>
              <a:path w="27328" h="43200" stroke="0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  <a:lnTo>
                  <a:pt x="5728" y="21600"/>
                </a:lnTo>
                <a:lnTo>
                  <a:pt x="0" y="773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4" name="Arc 102">
            <a:extLst>
              <a:ext uri="{FF2B5EF4-FFF2-40B4-BE49-F238E27FC236}">
                <a16:creationId xmlns:a16="http://schemas.microsoft.com/office/drawing/2014/main" id="{62F68F29-B624-4E60-B0BF-8AE0DC7ED0E5}"/>
              </a:ext>
            </a:extLst>
          </p:cNvPr>
          <p:cNvSpPr>
            <a:spLocks noChangeAspect="1"/>
          </p:cNvSpPr>
          <p:nvPr/>
        </p:nvSpPr>
        <p:spPr bwMode="auto">
          <a:xfrm>
            <a:off x="3384550" y="2827338"/>
            <a:ext cx="211138" cy="371475"/>
          </a:xfrm>
          <a:custGeom>
            <a:avLst/>
            <a:gdLst>
              <a:gd name="T0" fmla="*/ 2147483646 w 21600"/>
              <a:gd name="T1" fmla="*/ 0 h 37792"/>
              <a:gd name="T2" fmla="*/ 2147483646 w 21600"/>
              <a:gd name="T3" fmla="*/ 2147483646 h 37792"/>
              <a:gd name="T4" fmla="*/ 0 w 21600"/>
              <a:gd name="T5" fmla="*/ 2147483646 h 37792"/>
              <a:gd name="T6" fmla="*/ 0 60000 65536"/>
              <a:gd name="T7" fmla="*/ 0 60000 65536"/>
              <a:gd name="T8" fmla="*/ 0 60000 65536"/>
              <a:gd name="T9" fmla="*/ 0 w 21600"/>
              <a:gd name="T10" fmla="*/ 0 h 37792"/>
              <a:gd name="T11" fmla="*/ 21600 w 21600"/>
              <a:gd name="T12" fmla="*/ 37792 h 377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792" fill="none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</a:path>
              <a:path w="21600" h="37792" stroke="0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  <a:lnTo>
                  <a:pt x="0" y="19095"/>
                </a:lnTo>
                <a:lnTo>
                  <a:pt x="10096" y="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5" name="Arc 103">
            <a:extLst>
              <a:ext uri="{FF2B5EF4-FFF2-40B4-BE49-F238E27FC236}">
                <a16:creationId xmlns:a16="http://schemas.microsoft.com/office/drawing/2014/main" id="{DD507614-7B35-4030-AB13-8704E5FB1E52}"/>
              </a:ext>
            </a:extLst>
          </p:cNvPr>
          <p:cNvSpPr>
            <a:spLocks noChangeAspect="1"/>
          </p:cNvSpPr>
          <p:nvPr/>
        </p:nvSpPr>
        <p:spPr bwMode="auto">
          <a:xfrm>
            <a:off x="3346450" y="2868613"/>
            <a:ext cx="176213" cy="298450"/>
          </a:xfrm>
          <a:custGeom>
            <a:avLst/>
            <a:gdLst>
              <a:gd name="T0" fmla="*/ 2147483646 w 25580"/>
              <a:gd name="T1" fmla="*/ 2147483646 h 43200"/>
              <a:gd name="T2" fmla="*/ 0 w 25580"/>
              <a:gd name="T3" fmla="*/ 2147483646 h 43200"/>
              <a:gd name="T4" fmla="*/ 2147483646 w 25580"/>
              <a:gd name="T5" fmla="*/ 2147483646 h 43200"/>
              <a:gd name="T6" fmla="*/ 0 60000 65536"/>
              <a:gd name="T7" fmla="*/ 0 60000 65536"/>
              <a:gd name="T8" fmla="*/ 0 60000 65536"/>
              <a:gd name="T9" fmla="*/ 0 w 25580"/>
              <a:gd name="T10" fmla="*/ 0 h 43200"/>
              <a:gd name="T11" fmla="*/ 25580 w 2558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580" h="43200" fill="none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</a:path>
              <a:path w="25580" h="43200" stroke="0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  <a:lnTo>
                  <a:pt x="3980" y="21600"/>
                </a:lnTo>
                <a:lnTo>
                  <a:pt x="638" y="26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6" name="Arc 104">
            <a:extLst>
              <a:ext uri="{FF2B5EF4-FFF2-40B4-BE49-F238E27FC236}">
                <a16:creationId xmlns:a16="http://schemas.microsoft.com/office/drawing/2014/main" id="{8E777B0C-4B5F-4EAA-A0CD-046D3830A685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3213100"/>
            <a:ext cx="119062" cy="190500"/>
          </a:xfrm>
          <a:custGeom>
            <a:avLst/>
            <a:gdLst>
              <a:gd name="T0" fmla="*/ 0 w 27328"/>
              <a:gd name="T1" fmla="*/ 2147483646 h 43200"/>
              <a:gd name="T2" fmla="*/ 2147483646 w 27328"/>
              <a:gd name="T3" fmla="*/ 2147483646 h 43200"/>
              <a:gd name="T4" fmla="*/ 2147483646 w 27328"/>
              <a:gd name="T5" fmla="*/ 2147483646 h 43200"/>
              <a:gd name="T6" fmla="*/ 0 60000 65536"/>
              <a:gd name="T7" fmla="*/ 0 60000 65536"/>
              <a:gd name="T8" fmla="*/ 0 60000 65536"/>
              <a:gd name="T9" fmla="*/ 0 w 27328"/>
              <a:gd name="T10" fmla="*/ 0 h 43200"/>
              <a:gd name="T11" fmla="*/ 27328 w 2732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28" h="43200" fill="none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</a:path>
              <a:path w="27328" h="43200" stroke="0" extrusionOk="0">
                <a:moveTo>
                  <a:pt x="0" y="773"/>
                </a:moveTo>
                <a:cubicBezTo>
                  <a:pt x="1866" y="260"/>
                  <a:pt x="3792" y="-1"/>
                  <a:pt x="5728" y="0"/>
                </a:cubicBezTo>
                <a:cubicBezTo>
                  <a:pt x="17657" y="0"/>
                  <a:pt x="27328" y="9670"/>
                  <a:pt x="27328" y="21600"/>
                </a:cubicBezTo>
                <a:cubicBezTo>
                  <a:pt x="27328" y="33529"/>
                  <a:pt x="17657" y="43200"/>
                  <a:pt x="5728" y="43200"/>
                </a:cubicBezTo>
                <a:cubicBezTo>
                  <a:pt x="4017" y="43200"/>
                  <a:pt x="2313" y="42996"/>
                  <a:pt x="651" y="42594"/>
                </a:cubicBezTo>
                <a:lnTo>
                  <a:pt x="5728" y="21600"/>
                </a:lnTo>
                <a:lnTo>
                  <a:pt x="0" y="773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7" name="Arc 105">
            <a:extLst>
              <a:ext uri="{FF2B5EF4-FFF2-40B4-BE49-F238E27FC236}">
                <a16:creationId xmlns:a16="http://schemas.microsoft.com/office/drawing/2014/main" id="{4B4EC466-95BE-4533-92B4-6398E16E87C5}"/>
              </a:ext>
            </a:extLst>
          </p:cNvPr>
          <p:cNvSpPr>
            <a:spLocks noChangeAspect="1"/>
          </p:cNvSpPr>
          <p:nvPr/>
        </p:nvSpPr>
        <p:spPr bwMode="auto">
          <a:xfrm>
            <a:off x="3384550" y="3116263"/>
            <a:ext cx="211138" cy="371475"/>
          </a:xfrm>
          <a:custGeom>
            <a:avLst/>
            <a:gdLst>
              <a:gd name="T0" fmla="*/ 2147483646 w 21600"/>
              <a:gd name="T1" fmla="*/ 0 h 37792"/>
              <a:gd name="T2" fmla="*/ 2147483646 w 21600"/>
              <a:gd name="T3" fmla="*/ 2147483646 h 37792"/>
              <a:gd name="T4" fmla="*/ 0 w 21600"/>
              <a:gd name="T5" fmla="*/ 2147483646 h 37792"/>
              <a:gd name="T6" fmla="*/ 0 60000 65536"/>
              <a:gd name="T7" fmla="*/ 0 60000 65536"/>
              <a:gd name="T8" fmla="*/ 0 60000 65536"/>
              <a:gd name="T9" fmla="*/ 0 w 21600"/>
              <a:gd name="T10" fmla="*/ 0 h 37792"/>
              <a:gd name="T11" fmla="*/ 21600 w 21600"/>
              <a:gd name="T12" fmla="*/ 37792 h 377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7792" fill="none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</a:path>
              <a:path w="21600" h="37792" stroke="0" extrusionOk="0">
                <a:moveTo>
                  <a:pt x="10096" y="0"/>
                </a:moveTo>
                <a:cubicBezTo>
                  <a:pt x="17173" y="3741"/>
                  <a:pt x="21600" y="11090"/>
                  <a:pt x="21600" y="19095"/>
                </a:cubicBezTo>
                <a:cubicBezTo>
                  <a:pt x="21600" y="26805"/>
                  <a:pt x="17489" y="33931"/>
                  <a:pt x="10815" y="37792"/>
                </a:cubicBezTo>
                <a:lnTo>
                  <a:pt x="0" y="19095"/>
                </a:lnTo>
                <a:lnTo>
                  <a:pt x="10096" y="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98" name="Arc 106">
            <a:extLst>
              <a:ext uri="{FF2B5EF4-FFF2-40B4-BE49-F238E27FC236}">
                <a16:creationId xmlns:a16="http://schemas.microsoft.com/office/drawing/2014/main" id="{8C4096CB-6164-4ECE-A728-75C0918C6D41}"/>
              </a:ext>
            </a:extLst>
          </p:cNvPr>
          <p:cNvSpPr>
            <a:spLocks noChangeAspect="1"/>
          </p:cNvSpPr>
          <p:nvPr/>
        </p:nvSpPr>
        <p:spPr bwMode="auto">
          <a:xfrm>
            <a:off x="3346450" y="3157538"/>
            <a:ext cx="176213" cy="298450"/>
          </a:xfrm>
          <a:custGeom>
            <a:avLst/>
            <a:gdLst>
              <a:gd name="T0" fmla="*/ 2147483646 w 25580"/>
              <a:gd name="T1" fmla="*/ 2147483646 h 43200"/>
              <a:gd name="T2" fmla="*/ 0 w 25580"/>
              <a:gd name="T3" fmla="*/ 2147483646 h 43200"/>
              <a:gd name="T4" fmla="*/ 2147483646 w 25580"/>
              <a:gd name="T5" fmla="*/ 2147483646 h 43200"/>
              <a:gd name="T6" fmla="*/ 0 60000 65536"/>
              <a:gd name="T7" fmla="*/ 0 60000 65536"/>
              <a:gd name="T8" fmla="*/ 0 60000 65536"/>
              <a:gd name="T9" fmla="*/ 0 w 25580"/>
              <a:gd name="T10" fmla="*/ 0 h 43200"/>
              <a:gd name="T11" fmla="*/ 25580 w 2558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580" h="43200" fill="none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</a:path>
              <a:path w="25580" h="43200" stroke="0" extrusionOk="0">
                <a:moveTo>
                  <a:pt x="638" y="260"/>
                </a:moveTo>
                <a:cubicBezTo>
                  <a:pt x="1743" y="86"/>
                  <a:pt x="2860" y="-1"/>
                  <a:pt x="3980" y="0"/>
                </a:cubicBezTo>
                <a:cubicBezTo>
                  <a:pt x="15909" y="0"/>
                  <a:pt x="25580" y="9670"/>
                  <a:pt x="25580" y="21600"/>
                </a:cubicBezTo>
                <a:cubicBezTo>
                  <a:pt x="25580" y="33529"/>
                  <a:pt x="15909" y="43200"/>
                  <a:pt x="3980" y="43200"/>
                </a:cubicBezTo>
                <a:cubicBezTo>
                  <a:pt x="2644" y="43200"/>
                  <a:pt x="1312" y="43076"/>
                  <a:pt x="-1" y="42830"/>
                </a:cubicBezTo>
                <a:lnTo>
                  <a:pt x="3980" y="21600"/>
                </a:lnTo>
                <a:lnTo>
                  <a:pt x="638" y="260"/>
                </a:lnTo>
                <a:close/>
              </a:path>
            </a:pathLst>
          </a:custGeom>
          <a:noFill/>
          <a:ln w="190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" name="Object 100">
            <a:extLst>
              <a:ext uri="{FF2B5EF4-FFF2-40B4-BE49-F238E27FC236}">
                <a16:creationId xmlns:a16="http://schemas.microsoft.com/office/drawing/2014/main" id="{0B9B9E52-C8D7-4C41-A898-FBDD33B77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6738" y="5929313"/>
          <a:ext cx="11080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88" name="公式" r:id="rId12" imgW="514388" imgH="152468" progId="Equation.3">
                  <p:embed/>
                </p:oleObj>
              </mc:Choice>
              <mc:Fallback>
                <p:oleObj name="公式" r:id="rId12" imgW="514388" imgH="152468" progId="Equation.3">
                  <p:embed/>
                  <p:pic>
                    <p:nvPicPr>
                      <p:cNvPr id="7" name="Object 100">
                        <a:extLst>
                          <a:ext uri="{FF2B5EF4-FFF2-40B4-BE49-F238E27FC236}">
                            <a16:creationId xmlns:a16="http://schemas.microsoft.com/office/drawing/2014/main" id="{0B9B9E52-C8D7-4C41-A898-FBDD33B77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5929313"/>
                        <a:ext cx="11080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3" name="灯片编号占位符 1">
            <a:extLst>
              <a:ext uri="{FF2B5EF4-FFF2-40B4-BE49-F238E27FC236}">
                <a16:creationId xmlns:a16="http://schemas.microsoft.com/office/drawing/2014/main" id="{4B288585-B468-466C-871C-C347F5AF7A5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D31163-F5A2-45B6-9C6E-22314712C791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7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7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1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1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1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17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417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41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  <p:bldP spid="417795" grpId="0" autoUpdateAnimBg="0"/>
      <p:bldP spid="417812" grpId="0" autoUpdateAnimBg="0"/>
      <p:bldP spid="417821" grpId="0" autoUpdateAnimBg="0"/>
      <p:bldP spid="417822" grpId="0" autoUpdateAnimBg="0"/>
      <p:bldP spid="417823" grpId="0" autoUpdateAnimBg="0"/>
      <p:bldP spid="417824" grpId="0" autoUpdateAnimBg="0"/>
      <p:bldP spid="417881" grpId="0" build="p" autoUpdateAnimBg="0"/>
      <p:bldP spid="417882" grpId="0" build="p" autoUpdateAnimBg="0"/>
      <p:bldP spid="41788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Line 2">
            <a:extLst>
              <a:ext uri="{FF2B5EF4-FFF2-40B4-BE49-F238E27FC236}">
                <a16:creationId xmlns:a16="http://schemas.microsoft.com/office/drawing/2014/main" id="{60B10098-9472-40BE-970B-2352AFFE4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7175" y="2565400"/>
            <a:ext cx="1444625" cy="312738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CDF7F2A1-DB00-4BB3-85E7-23D49DC424BE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396875"/>
            <a:ext cx="3776663" cy="1603375"/>
            <a:chOff x="3156" y="210"/>
            <a:chExt cx="2379" cy="1010"/>
          </a:xfrm>
        </p:grpSpPr>
        <p:pic>
          <p:nvPicPr>
            <p:cNvPr id="18517" name="Picture 4" descr="14">
              <a:extLst>
                <a:ext uri="{FF2B5EF4-FFF2-40B4-BE49-F238E27FC236}">
                  <a16:creationId xmlns:a16="http://schemas.microsoft.com/office/drawing/2014/main" id="{F98E24FF-E732-44AE-B7A4-CD7D1E499D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326698"/>
                </a:clrFrom>
                <a:clrTo>
                  <a:srgbClr val="3266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14"/>
            <a:stretch>
              <a:fillRect/>
            </a:stretch>
          </p:blipFill>
          <p:spPr bwMode="auto">
            <a:xfrm>
              <a:off x="3180" y="328"/>
              <a:ext cx="2104" cy="8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18" name="Line 5">
              <a:extLst>
                <a:ext uri="{FF2B5EF4-FFF2-40B4-BE49-F238E27FC236}">
                  <a16:creationId xmlns:a16="http://schemas.microsoft.com/office/drawing/2014/main" id="{17FABD79-B2A3-4A72-8A6F-E666F5F1C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0" y="1049"/>
              <a:ext cx="2125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519" name="Line 6">
              <a:extLst>
                <a:ext uri="{FF2B5EF4-FFF2-40B4-BE49-F238E27FC236}">
                  <a16:creationId xmlns:a16="http://schemas.microsoft.com/office/drawing/2014/main" id="{07D9DAC7-4F60-4178-8746-C9640EE38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" y="210"/>
              <a:ext cx="0" cy="84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520" name="Line 7">
              <a:extLst>
                <a:ext uri="{FF2B5EF4-FFF2-40B4-BE49-F238E27FC236}">
                  <a16:creationId xmlns:a16="http://schemas.microsoft.com/office/drawing/2014/main" id="{856F920F-883E-4551-8649-425949EB7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0" y="452"/>
              <a:ext cx="2125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521" name="Line 8">
              <a:extLst>
                <a:ext uri="{FF2B5EF4-FFF2-40B4-BE49-F238E27FC236}">
                  <a16:creationId xmlns:a16="http://schemas.microsoft.com/office/drawing/2014/main" id="{63853FBB-48E6-4AD1-8127-6989934D1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8" y="972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522" name="Line 9">
              <a:extLst>
                <a:ext uri="{FF2B5EF4-FFF2-40B4-BE49-F238E27FC236}">
                  <a16:creationId xmlns:a16="http://schemas.microsoft.com/office/drawing/2014/main" id="{017283F6-DC06-4031-9D95-01BE379D3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972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18523" name="Object 27">
              <a:extLst>
                <a:ext uri="{FF2B5EF4-FFF2-40B4-BE49-F238E27FC236}">
                  <a16:creationId xmlns:a16="http://schemas.microsoft.com/office/drawing/2014/main" id="{11BE9926-16CA-41A1-A0EA-209200E755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2" y="1060"/>
            <a:ext cx="188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0" name="Equation" r:id="rId5" imgW="200006" imgH="133486" progId="Equation.3">
                    <p:embed/>
                  </p:oleObj>
                </mc:Choice>
                <mc:Fallback>
                  <p:oleObj name="Equation" r:id="rId5" imgW="200006" imgH="133486" progId="Equation.3">
                    <p:embed/>
                    <p:pic>
                      <p:nvPicPr>
                        <p:cNvPr id="18523" name="Object 27">
                          <a:extLst>
                            <a:ext uri="{FF2B5EF4-FFF2-40B4-BE49-F238E27FC236}">
                              <a16:creationId xmlns:a16="http://schemas.microsoft.com/office/drawing/2014/main" id="{11BE9926-16CA-41A1-A0EA-209200E755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2" y="1060"/>
                          <a:ext cx="188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24" name="Object 28">
              <a:extLst>
                <a:ext uri="{FF2B5EF4-FFF2-40B4-BE49-F238E27FC236}">
                  <a16:creationId xmlns:a16="http://schemas.microsoft.com/office/drawing/2014/main" id="{19817AEC-109E-466B-9F20-081A99C87A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8" y="1060"/>
            <a:ext cx="10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1" name="Equation" r:id="rId7" imgW="95110" imgH="152468" progId="Equation.3">
                    <p:embed/>
                  </p:oleObj>
                </mc:Choice>
                <mc:Fallback>
                  <p:oleObj name="Equation" r:id="rId7" imgW="95110" imgH="152468" progId="Equation.3">
                    <p:embed/>
                    <p:pic>
                      <p:nvPicPr>
                        <p:cNvPr id="18524" name="Object 28">
                          <a:extLst>
                            <a:ext uri="{FF2B5EF4-FFF2-40B4-BE49-F238E27FC236}">
                              <a16:creationId xmlns:a16="http://schemas.microsoft.com/office/drawing/2014/main" id="{19817AEC-109E-466B-9F20-081A99C87A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8" y="1060"/>
                          <a:ext cx="10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25" name="Object 29">
              <a:extLst>
                <a:ext uri="{FF2B5EF4-FFF2-40B4-BE49-F238E27FC236}">
                  <a16:creationId xmlns:a16="http://schemas.microsoft.com/office/drawing/2014/main" id="{EDAEC873-6CA5-43C2-988F-7C1D74ACBA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8" y="1060"/>
            <a:ext cx="93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2" name="Equation" r:id="rId9" imgW="85629" imgH="133486" progId="Equation.3">
                    <p:embed/>
                  </p:oleObj>
                </mc:Choice>
                <mc:Fallback>
                  <p:oleObj name="Equation" r:id="rId9" imgW="85629" imgH="133486" progId="Equation.3">
                    <p:embed/>
                    <p:pic>
                      <p:nvPicPr>
                        <p:cNvPr id="18525" name="Object 29">
                          <a:extLst>
                            <a:ext uri="{FF2B5EF4-FFF2-40B4-BE49-F238E27FC236}">
                              <a16:creationId xmlns:a16="http://schemas.microsoft.com/office/drawing/2014/main" id="{EDAEC873-6CA5-43C2-988F-7C1D74ACBA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8" y="1060"/>
                          <a:ext cx="93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26" name="Object 30">
              <a:extLst>
                <a:ext uri="{FF2B5EF4-FFF2-40B4-BE49-F238E27FC236}">
                  <a16:creationId xmlns:a16="http://schemas.microsoft.com/office/drawing/2014/main" id="{8BF7385D-F32D-4D31-841B-EB595F6EEB9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435" y="1082"/>
            <a:ext cx="10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3" name="公式" r:id="rId11" imgW="200006" imgH="285648" progId="Equation.3">
                    <p:embed/>
                  </p:oleObj>
                </mc:Choice>
                <mc:Fallback>
                  <p:oleObj name="公式" r:id="rId11" imgW="200006" imgH="285648" progId="Equation.3">
                    <p:embed/>
                    <p:pic>
                      <p:nvPicPr>
                        <p:cNvPr id="18526" name="Object 30">
                          <a:extLst>
                            <a:ext uri="{FF2B5EF4-FFF2-40B4-BE49-F238E27FC236}">
                              <a16:creationId xmlns:a16="http://schemas.microsoft.com/office/drawing/2014/main" id="{8BF7385D-F32D-4D31-841B-EB595F6EEB9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5" y="1082"/>
                          <a:ext cx="10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27" name="Object 31">
              <a:extLst>
                <a:ext uri="{FF2B5EF4-FFF2-40B4-BE49-F238E27FC236}">
                  <a16:creationId xmlns:a16="http://schemas.microsoft.com/office/drawing/2014/main" id="{C069C20A-228B-4F8D-9CF8-137E4C98D8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2" y="308"/>
            <a:ext cx="61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4" name="公式" r:id="rId13" imgW="114376" imgH="276157" progId="Equation.3">
                    <p:embed/>
                  </p:oleObj>
                </mc:Choice>
                <mc:Fallback>
                  <p:oleObj name="公式" r:id="rId13" imgW="114376" imgH="276157" progId="Equation.3">
                    <p:embed/>
                    <p:pic>
                      <p:nvPicPr>
                        <p:cNvPr id="18527" name="Object 31">
                          <a:extLst>
                            <a:ext uri="{FF2B5EF4-FFF2-40B4-BE49-F238E27FC236}">
                              <a16:creationId xmlns:a16="http://schemas.microsoft.com/office/drawing/2014/main" id="{C069C20A-228B-4F8D-9CF8-137E4C98D8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" y="308"/>
                          <a:ext cx="61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28" name="Object 32">
              <a:extLst>
                <a:ext uri="{FF2B5EF4-FFF2-40B4-BE49-F238E27FC236}">
                  <a16:creationId xmlns:a16="http://schemas.microsoft.com/office/drawing/2014/main" id="{2BC0B0D0-0B3A-4D79-96F9-05BD1F6F20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0" y="255"/>
            <a:ext cx="278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5" name="公式" r:id="rId15" imgW="590537" imgH="400152" progId="Equation.3">
                    <p:embed/>
                  </p:oleObj>
                </mc:Choice>
                <mc:Fallback>
                  <p:oleObj name="公式" r:id="rId15" imgW="590537" imgH="400152" progId="Equation.3">
                    <p:embed/>
                    <p:pic>
                      <p:nvPicPr>
                        <p:cNvPr id="18528" name="Object 32">
                          <a:extLst>
                            <a:ext uri="{FF2B5EF4-FFF2-40B4-BE49-F238E27FC236}">
                              <a16:creationId xmlns:a16="http://schemas.microsoft.com/office/drawing/2014/main" id="{2BC0B0D0-0B3A-4D79-96F9-05BD1F6F20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" y="255"/>
                          <a:ext cx="278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29" name="Line 16">
              <a:extLst>
                <a:ext uri="{FF2B5EF4-FFF2-40B4-BE49-F238E27FC236}">
                  <a16:creationId xmlns:a16="http://schemas.microsoft.com/office/drawing/2014/main" id="{F28D4359-EF8A-485D-88D7-34664A817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1" y="975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530" name="Line 17">
              <a:extLst>
                <a:ext uri="{FF2B5EF4-FFF2-40B4-BE49-F238E27FC236}">
                  <a16:creationId xmlns:a16="http://schemas.microsoft.com/office/drawing/2014/main" id="{8468C296-FA93-4BB9-B172-F44F9C40A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7" y="975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18531" name="Object 33">
              <a:extLst>
                <a:ext uri="{FF2B5EF4-FFF2-40B4-BE49-F238E27FC236}">
                  <a16:creationId xmlns:a16="http://schemas.microsoft.com/office/drawing/2014/main" id="{64B21D15-BD1E-4703-BE0F-0F63F9751A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6" y="1060"/>
            <a:ext cx="245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6" name="Equation" r:id="rId17" imgW="209486" imgH="133486" progId="Equation.3">
                    <p:embed/>
                  </p:oleObj>
                </mc:Choice>
                <mc:Fallback>
                  <p:oleObj name="Equation" r:id="rId17" imgW="209486" imgH="133486" progId="Equation.3">
                    <p:embed/>
                    <p:pic>
                      <p:nvPicPr>
                        <p:cNvPr id="18531" name="Object 33">
                          <a:extLst>
                            <a:ext uri="{FF2B5EF4-FFF2-40B4-BE49-F238E27FC236}">
                              <a16:creationId xmlns:a16="http://schemas.microsoft.com/office/drawing/2014/main" id="{64B21D15-BD1E-4703-BE0F-0F63F9751A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6" y="1060"/>
                          <a:ext cx="245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32" name="Object 34">
              <a:extLst>
                <a:ext uri="{FF2B5EF4-FFF2-40B4-BE49-F238E27FC236}">
                  <a16:creationId xmlns:a16="http://schemas.microsoft.com/office/drawing/2014/main" id="{510AD16D-425C-4609-84AE-244B5090AF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2" y="1060"/>
            <a:ext cx="128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07" name="Equation" r:id="rId19" imgW="95110" imgH="133486" progId="Equation.3">
                    <p:embed/>
                  </p:oleObj>
                </mc:Choice>
                <mc:Fallback>
                  <p:oleObj name="Equation" r:id="rId19" imgW="95110" imgH="133486" progId="Equation.3">
                    <p:embed/>
                    <p:pic>
                      <p:nvPicPr>
                        <p:cNvPr id="18532" name="Object 34">
                          <a:extLst>
                            <a:ext uri="{FF2B5EF4-FFF2-40B4-BE49-F238E27FC236}">
                              <a16:creationId xmlns:a16="http://schemas.microsoft.com/office/drawing/2014/main" id="{510AD16D-425C-4609-84AE-244B5090AF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2" y="1060"/>
                          <a:ext cx="128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60" name="Line 20">
            <a:extLst>
              <a:ext uri="{FF2B5EF4-FFF2-40B4-BE49-F238E27FC236}">
                <a16:creationId xmlns:a16="http://schemas.microsoft.com/office/drawing/2014/main" id="{3B6792FE-EAF0-4F30-8C92-8A9BA7E8D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0063" y="3241675"/>
            <a:ext cx="2441575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1">
            <a:extLst>
              <a:ext uri="{FF2B5EF4-FFF2-40B4-BE49-F238E27FC236}">
                <a16:creationId xmlns:a16="http://schemas.microsoft.com/office/drawing/2014/main" id="{29F7D1AD-3CBC-4EE3-AD4B-3D2B31DA3EC4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2124075"/>
            <a:ext cx="6350" cy="2070100"/>
            <a:chOff x="3470" y="778"/>
            <a:chExt cx="4" cy="1304"/>
          </a:xfrm>
        </p:grpSpPr>
        <p:sp>
          <p:nvSpPr>
            <p:cNvPr id="18514" name="Line 22">
              <a:extLst>
                <a:ext uri="{FF2B5EF4-FFF2-40B4-BE49-F238E27FC236}">
                  <a16:creationId xmlns:a16="http://schemas.microsoft.com/office/drawing/2014/main" id="{AC6A598B-649D-4209-9240-DAE717448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778"/>
              <a:ext cx="0" cy="413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15" name="Line 23">
              <a:extLst>
                <a:ext uri="{FF2B5EF4-FFF2-40B4-BE49-F238E27FC236}">
                  <a16:creationId xmlns:a16="http://schemas.microsoft.com/office/drawing/2014/main" id="{BAE73FAC-908A-45FA-9939-C0155527D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1752"/>
              <a:ext cx="0" cy="33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16" name="Line 24">
              <a:extLst>
                <a:ext uri="{FF2B5EF4-FFF2-40B4-BE49-F238E27FC236}">
                  <a16:creationId xmlns:a16="http://schemas.microsoft.com/office/drawing/2014/main" id="{FCE46934-C5FC-4B11-A317-3D0C9DB46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298"/>
              <a:ext cx="4" cy="357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9865" name="Line 25">
            <a:extLst>
              <a:ext uri="{FF2B5EF4-FFF2-40B4-BE49-F238E27FC236}">
                <a16:creationId xmlns:a16="http://schemas.microsoft.com/office/drawing/2014/main" id="{5FC4DD6C-78E2-490A-B383-D662C693D6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6363" y="2871788"/>
            <a:ext cx="393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66" name="Line 26">
            <a:extLst>
              <a:ext uri="{FF2B5EF4-FFF2-40B4-BE49-F238E27FC236}">
                <a16:creationId xmlns:a16="http://schemas.microsoft.com/office/drawing/2014/main" id="{328A9781-7754-47E8-81FA-99B6E9924F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0488" y="3592513"/>
            <a:ext cx="3921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67" name="Line 27">
            <a:extLst>
              <a:ext uri="{FF2B5EF4-FFF2-40B4-BE49-F238E27FC236}">
                <a16:creationId xmlns:a16="http://schemas.microsoft.com/office/drawing/2014/main" id="{92366794-9C71-4AE1-AF28-E42189782B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70088" y="3708400"/>
            <a:ext cx="0" cy="3048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68" name="Line 28">
            <a:extLst>
              <a:ext uri="{FF2B5EF4-FFF2-40B4-BE49-F238E27FC236}">
                <a16:creationId xmlns:a16="http://schemas.microsoft.com/office/drawing/2014/main" id="{060AB241-492F-4E6D-B4C1-163D155D44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70088" y="3232150"/>
            <a:ext cx="0" cy="3048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69" name="Line 29">
            <a:extLst>
              <a:ext uri="{FF2B5EF4-FFF2-40B4-BE49-F238E27FC236}">
                <a16:creationId xmlns:a16="http://schemas.microsoft.com/office/drawing/2014/main" id="{3B203E9A-3F42-452F-8701-FE6A4CD57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800" y="1803400"/>
            <a:ext cx="0" cy="457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70" name="Line 30">
            <a:extLst>
              <a:ext uri="{FF2B5EF4-FFF2-40B4-BE49-F238E27FC236}">
                <a16:creationId xmlns:a16="http://schemas.microsoft.com/office/drawing/2014/main" id="{90EC266B-504B-41AE-B2BA-94829A8454B6}"/>
              </a:ext>
            </a:extLst>
          </p:cNvPr>
          <p:cNvSpPr>
            <a:spLocks noChangeShapeType="1"/>
          </p:cNvSpPr>
          <p:nvPr/>
        </p:nvSpPr>
        <p:spPr bwMode="auto">
          <a:xfrm rot="21281559" flipV="1">
            <a:off x="1776413" y="2994025"/>
            <a:ext cx="2511425" cy="431800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9871" name="Object 2">
            <a:extLst>
              <a:ext uri="{FF2B5EF4-FFF2-40B4-BE49-F238E27FC236}">
                <a16:creationId xmlns:a16="http://schemas.microsoft.com/office/drawing/2014/main" id="{2E8BB29B-71E9-456B-A37F-9C5A6BBDE0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874838"/>
          <a:ext cx="176213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08" name="公式" r:id="rId21" imgW="190525" imgH="199923" progId="Equation.3">
                  <p:embed/>
                </p:oleObj>
              </mc:Choice>
              <mc:Fallback>
                <p:oleObj name="公式" r:id="rId21" imgW="190525" imgH="199923" progId="Equation.3">
                  <p:embed/>
                  <p:pic>
                    <p:nvPicPr>
                      <p:cNvPr id="419871" name="Object 2">
                        <a:extLst>
                          <a:ext uri="{FF2B5EF4-FFF2-40B4-BE49-F238E27FC236}">
                            <a16:creationId xmlns:a16="http://schemas.microsoft.com/office/drawing/2014/main" id="{2E8BB29B-71E9-456B-A37F-9C5A6BBDE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874838"/>
                        <a:ext cx="176213" cy="18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2" name="Object 3">
            <a:extLst>
              <a:ext uri="{FF2B5EF4-FFF2-40B4-BE49-F238E27FC236}">
                <a16:creationId xmlns:a16="http://schemas.microsoft.com/office/drawing/2014/main" id="{8C7CDBD6-38B7-4455-B5B0-4A73F7E42BD8}"/>
              </a:ext>
            </a:extLst>
          </p:cNvPr>
          <p:cNvGraphicFramePr>
            <a:graphicFrameLocks/>
          </p:cNvGraphicFramePr>
          <p:nvPr/>
        </p:nvGraphicFramePr>
        <p:xfrm>
          <a:off x="1511300" y="2465388"/>
          <a:ext cx="233363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09" name="公式" r:id="rId23" imgW="266675" imgH="390661" progId="Equation.3">
                  <p:embed/>
                </p:oleObj>
              </mc:Choice>
              <mc:Fallback>
                <p:oleObj name="公式" r:id="rId23" imgW="266675" imgH="390661" progId="Equation.3">
                  <p:embed/>
                  <p:pic>
                    <p:nvPicPr>
                      <p:cNvPr id="419872" name="Object 3">
                        <a:extLst>
                          <a:ext uri="{FF2B5EF4-FFF2-40B4-BE49-F238E27FC236}">
                            <a16:creationId xmlns:a16="http://schemas.microsoft.com/office/drawing/2014/main" id="{8C7CDBD6-38B7-4455-B5B0-4A73F7E42BD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465388"/>
                        <a:ext cx="233363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3" name="Object 4">
            <a:extLst>
              <a:ext uri="{FF2B5EF4-FFF2-40B4-BE49-F238E27FC236}">
                <a16:creationId xmlns:a16="http://schemas.microsoft.com/office/drawing/2014/main" id="{B4AFBA81-380D-4D0A-BE58-DA58C8D64273}"/>
              </a:ext>
            </a:extLst>
          </p:cNvPr>
          <p:cNvGraphicFramePr>
            <a:graphicFrameLocks/>
          </p:cNvGraphicFramePr>
          <p:nvPr/>
        </p:nvGraphicFramePr>
        <p:xfrm>
          <a:off x="1343025" y="3121025"/>
          <a:ext cx="204788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0" name="公式" r:id="rId25" imgW="228753" imgH="285648" progId="Equation.3">
                  <p:embed/>
                </p:oleObj>
              </mc:Choice>
              <mc:Fallback>
                <p:oleObj name="公式" r:id="rId25" imgW="228753" imgH="285648" progId="Equation.3">
                  <p:embed/>
                  <p:pic>
                    <p:nvPicPr>
                      <p:cNvPr id="419873" name="Object 4">
                        <a:extLst>
                          <a:ext uri="{FF2B5EF4-FFF2-40B4-BE49-F238E27FC236}">
                            <a16:creationId xmlns:a16="http://schemas.microsoft.com/office/drawing/2014/main" id="{B4AFBA81-380D-4D0A-BE58-DA58C8D642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3121025"/>
                        <a:ext cx="204788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4" name="Object 5">
            <a:extLst>
              <a:ext uri="{FF2B5EF4-FFF2-40B4-BE49-F238E27FC236}">
                <a16:creationId xmlns:a16="http://schemas.microsoft.com/office/drawing/2014/main" id="{BB8A8AEC-E199-4D51-9685-7CC9F4F6D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492375"/>
          <a:ext cx="22701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1" name="公式" r:id="rId27" imgW="247714" imgH="266666" progId="Equation.3">
                  <p:embed/>
                </p:oleObj>
              </mc:Choice>
              <mc:Fallback>
                <p:oleObj name="公式" r:id="rId27" imgW="247714" imgH="266666" progId="Equation.3">
                  <p:embed/>
                  <p:pic>
                    <p:nvPicPr>
                      <p:cNvPr id="419874" name="Object 5">
                        <a:extLst>
                          <a:ext uri="{FF2B5EF4-FFF2-40B4-BE49-F238E27FC236}">
                            <a16:creationId xmlns:a16="http://schemas.microsoft.com/office/drawing/2014/main" id="{BB8A8AEC-E199-4D51-9685-7CC9F4F6D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492375"/>
                        <a:ext cx="227013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5" name="Object 6">
            <a:extLst>
              <a:ext uri="{FF2B5EF4-FFF2-40B4-BE49-F238E27FC236}">
                <a16:creationId xmlns:a16="http://schemas.microsoft.com/office/drawing/2014/main" id="{2BD56CF6-E101-4BD5-80C4-5C1586AD7DBE}"/>
              </a:ext>
            </a:extLst>
          </p:cNvPr>
          <p:cNvGraphicFramePr>
            <a:graphicFrameLocks/>
          </p:cNvGraphicFramePr>
          <p:nvPr/>
        </p:nvGraphicFramePr>
        <p:xfrm>
          <a:off x="1489075" y="3544888"/>
          <a:ext cx="201613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2" name="公式" r:id="rId29" imgW="228753" imgH="390661" progId="Equation.3">
                  <p:embed/>
                </p:oleObj>
              </mc:Choice>
              <mc:Fallback>
                <p:oleObj name="公式" r:id="rId29" imgW="228753" imgH="390661" progId="Equation.3">
                  <p:embed/>
                  <p:pic>
                    <p:nvPicPr>
                      <p:cNvPr id="419875" name="Object 6">
                        <a:extLst>
                          <a:ext uri="{FF2B5EF4-FFF2-40B4-BE49-F238E27FC236}">
                            <a16:creationId xmlns:a16="http://schemas.microsoft.com/office/drawing/2014/main" id="{2BD56CF6-E101-4BD5-80C4-5C1586AD7D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544888"/>
                        <a:ext cx="201613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6" name="Object 7">
            <a:extLst>
              <a:ext uri="{FF2B5EF4-FFF2-40B4-BE49-F238E27FC236}">
                <a16:creationId xmlns:a16="http://schemas.microsoft.com/office/drawing/2014/main" id="{7CD61B3D-3365-45CF-ACCE-C932F42384B9}"/>
              </a:ext>
            </a:extLst>
          </p:cNvPr>
          <p:cNvGraphicFramePr>
            <a:graphicFrameLocks/>
          </p:cNvGraphicFramePr>
          <p:nvPr/>
        </p:nvGraphicFramePr>
        <p:xfrm>
          <a:off x="3998913" y="3263900"/>
          <a:ext cx="17303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3" name="公式" r:id="rId31" imgW="190525" imgH="199923" progId="Equation.3">
                  <p:embed/>
                </p:oleObj>
              </mc:Choice>
              <mc:Fallback>
                <p:oleObj name="公式" r:id="rId31" imgW="190525" imgH="199923" progId="Equation.3">
                  <p:embed/>
                  <p:pic>
                    <p:nvPicPr>
                      <p:cNvPr id="419876" name="Object 7">
                        <a:extLst>
                          <a:ext uri="{FF2B5EF4-FFF2-40B4-BE49-F238E27FC236}">
                            <a16:creationId xmlns:a16="http://schemas.microsoft.com/office/drawing/2014/main" id="{7CD61B3D-3365-45CF-ACCE-C932F42384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3263900"/>
                        <a:ext cx="17303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7" name="Line 37">
            <a:extLst>
              <a:ext uri="{FF2B5EF4-FFF2-40B4-BE49-F238E27FC236}">
                <a16:creationId xmlns:a16="http://schemas.microsoft.com/office/drawing/2014/main" id="{31AA69D8-BDA4-4802-B4ED-6FA873620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0063" y="3517900"/>
            <a:ext cx="3921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78" name="Line 38">
            <a:extLst>
              <a:ext uri="{FF2B5EF4-FFF2-40B4-BE49-F238E27FC236}">
                <a16:creationId xmlns:a16="http://schemas.microsoft.com/office/drawing/2014/main" id="{41686608-A993-44B8-80B5-3425B074F1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0063" y="3673475"/>
            <a:ext cx="3921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9879" name="Line 39">
            <a:extLst>
              <a:ext uri="{FF2B5EF4-FFF2-40B4-BE49-F238E27FC236}">
                <a16:creationId xmlns:a16="http://schemas.microsoft.com/office/drawing/2014/main" id="{28723520-0FD1-4AFB-A52F-F84B2085E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2871788"/>
            <a:ext cx="0" cy="7207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419880" name="Object 8">
            <a:extLst>
              <a:ext uri="{FF2B5EF4-FFF2-40B4-BE49-F238E27FC236}">
                <a16:creationId xmlns:a16="http://schemas.microsoft.com/office/drawing/2014/main" id="{372CE51B-A49F-42B6-A60A-68E4D2D3272C}"/>
              </a:ext>
            </a:extLst>
          </p:cNvPr>
          <p:cNvGraphicFramePr>
            <a:graphicFrameLocks/>
          </p:cNvGraphicFramePr>
          <p:nvPr/>
        </p:nvGraphicFramePr>
        <p:xfrm>
          <a:off x="2155825" y="3479800"/>
          <a:ext cx="18415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4" name="公式" r:id="rId33" imgW="200006" imgH="199923" progId="Equation.3">
                  <p:embed/>
                </p:oleObj>
              </mc:Choice>
              <mc:Fallback>
                <p:oleObj name="公式" r:id="rId33" imgW="200006" imgH="199923" progId="Equation.3">
                  <p:embed/>
                  <p:pic>
                    <p:nvPicPr>
                      <p:cNvPr id="419880" name="Object 8">
                        <a:extLst>
                          <a:ext uri="{FF2B5EF4-FFF2-40B4-BE49-F238E27FC236}">
                            <a16:creationId xmlns:a16="http://schemas.microsoft.com/office/drawing/2014/main" id="{372CE51B-A49F-42B6-A60A-68E4D2D327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3479800"/>
                        <a:ext cx="184150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1">
            <a:extLst>
              <a:ext uri="{FF2B5EF4-FFF2-40B4-BE49-F238E27FC236}">
                <a16:creationId xmlns:a16="http://schemas.microsoft.com/office/drawing/2014/main" id="{6EB4C429-F45E-4896-B426-AED814E0B161}"/>
              </a:ext>
            </a:extLst>
          </p:cNvPr>
          <p:cNvGrpSpPr>
            <a:grpSpLocks/>
          </p:cNvGrpSpPr>
          <p:nvPr/>
        </p:nvGrpSpPr>
        <p:grpSpPr bwMode="auto">
          <a:xfrm>
            <a:off x="4233863" y="2174875"/>
            <a:ext cx="130175" cy="1828800"/>
            <a:chOff x="2894" y="1296"/>
            <a:chExt cx="82" cy="1152"/>
          </a:xfrm>
        </p:grpSpPr>
        <p:sp>
          <p:nvSpPr>
            <p:cNvPr id="18512" name="Rectangle 42">
              <a:extLst>
                <a:ext uri="{FF2B5EF4-FFF2-40B4-BE49-F238E27FC236}">
                  <a16:creationId xmlns:a16="http://schemas.microsoft.com/office/drawing/2014/main" id="{8034507A-3D9D-47A2-AB87-B366909A6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1296"/>
              <a:ext cx="82" cy="1152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513" name="Line 43">
              <a:extLst>
                <a:ext uri="{FF2B5EF4-FFF2-40B4-BE49-F238E27FC236}">
                  <a16:creationId xmlns:a16="http://schemas.microsoft.com/office/drawing/2014/main" id="{A3DA56A7-6493-4102-9967-3742734CC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1296"/>
              <a:ext cx="0" cy="1152"/>
            </a:xfrm>
            <a:prstGeom prst="line">
              <a:avLst/>
            </a:prstGeom>
            <a:noFill/>
            <a:ln w="12700">
              <a:solidFill>
                <a:srgbClr val="CC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419885" name="Text Box 45">
            <a:extLst>
              <a:ext uri="{FF2B5EF4-FFF2-40B4-BE49-F238E27FC236}">
                <a16:creationId xmlns:a16="http://schemas.microsoft.com/office/drawing/2014/main" id="{B183C58F-CD3F-4B30-ABDD-424CE598A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2071688"/>
            <a:ext cx="299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只考虑单缝衍射强度分布</a:t>
            </a:r>
          </a:p>
        </p:txBody>
      </p:sp>
      <p:sp>
        <p:nvSpPr>
          <p:cNvPr id="419886" name="Rectangle 46">
            <a:extLst>
              <a:ext uri="{FF2B5EF4-FFF2-40B4-BE49-F238E27FC236}">
                <a16:creationId xmlns:a16="http://schemas.microsoft.com/office/drawing/2014/main" id="{A34FE50A-51F1-4A4E-B80D-866029461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79850"/>
            <a:ext cx="316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只考虑双缝干涉强度分布</a:t>
            </a:r>
          </a:p>
        </p:txBody>
      </p:sp>
      <p:sp>
        <p:nvSpPr>
          <p:cNvPr id="419887" name="Rectangle 47">
            <a:extLst>
              <a:ext uri="{FF2B5EF4-FFF2-40B4-BE49-F238E27FC236}">
                <a16:creationId xmlns:a16="http://schemas.microsoft.com/office/drawing/2014/main" id="{F57C7B16-3468-44A2-BE41-7615D8741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8" y="6056313"/>
            <a:ext cx="2376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双缝光栅强度分布</a:t>
            </a:r>
          </a:p>
        </p:txBody>
      </p:sp>
      <p:grpSp>
        <p:nvGrpSpPr>
          <p:cNvPr id="5" name="Group 48">
            <a:extLst>
              <a:ext uri="{FF2B5EF4-FFF2-40B4-BE49-F238E27FC236}">
                <a16:creationId xmlns:a16="http://schemas.microsoft.com/office/drawing/2014/main" id="{6A09E863-3DD6-4E4E-B7EF-8C61D79BBD1C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871788"/>
            <a:ext cx="533400" cy="720725"/>
            <a:chOff x="96" y="1632"/>
            <a:chExt cx="336" cy="720"/>
          </a:xfrm>
        </p:grpSpPr>
        <p:sp>
          <p:nvSpPr>
            <p:cNvPr id="18506" name="Line 49">
              <a:extLst>
                <a:ext uri="{FF2B5EF4-FFF2-40B4-BE49-F238E27FC236}">
                  <a16:creationId xmlns:a16="http://schemas.microsoft.com/office/drawing/2014/main" id="{C73730B4-812E-410A-B694-DE257CDBC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632"/>
              <a:ext cx="336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07" name="Line 50">
              <a:extLst>
                <a:ext uri="{FF2B5EF4-FFF2-40B4-BE49-F238E27FC236}">
                  <a16:creationId xmlns:a16="http://schemas.microsoft.com/office/drawing/2014/main" id="{226194FD-B7C5-4EC0-BB69-E4A7CB7F5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776"/>
              <a:ext cx="336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08" name="Line 51">
              <a:extLst>
                <a:ext uri="{FF2B5EF4-FFF2-40B4-BE49-F238E27FC236}">
                  <a16:creationId xmlns:a16="http://schemas.microsoft.com/office/drawing/2014/main" id="{4C6BF6C0-8F22-40F1-B843-60AA1A6EE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920"/>
              <a:ext cx="336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09" name="Line 52">
              <a:extLst>
                <a:ext uri="{FF2B5EF4-FFF2-40B4-BE49-F238E27FC236}">
                  <a16:creationId xmlns:a16="http://schemas.microsoft.com/office/drawing/2014/main" id="{45DCD85F-8CE9-4DFE-967E-FB151130E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064"/>
              <a:ext cx="336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10" name="Line 53">
              <a:extLst>
                <a:ext uri="{FF2B5EF4-FFF2-40B4-BE49-F238E27FC236}">
                  <a16:creationId xmlns:a16="http://schemas.microsoft.com/office/drawing/2014/main" id="{25C24407-1FD7-48CB-AE02-EC5885BAB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208"/>
              <a:ext cx="336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11" name="Line 54">
              <a:extLst>
                <a:ext uri="{FF2B5EF4-FFF2-40B4-BE49-F238E27FC236}">
                  <a16:creationId xmlns:a16="http://schemas.microsoft.com/office/drawing/2014/main" id="{3CCB9D1C-F3B3-4C8F-8CE0-271FD069D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352"/>
              <a:ext cx="336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9895" name="Line 55">
            <a:extLst>
              <a:ext uri="{FF2B5EF4-FFF2-40B4-BE49-F238E27FC236}">
                <a16:creationId xmlns:a16="http://schemas.microsoft.com/office/drawing/2014/main" id="{675BF1A2-4690-454E-A131-09AF3FA66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8925" y="4003675"/>
            <a:ext cx="0" cy="457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19896" name="Line 56">
            <a:extLst>
              <a:ext uri="{FF2B5EF4-FFF2-40B4-BE49-F238E27FC236}">
                <a16:creationId xmlns:a16="http://schemas.microsoft.com/office/drawing/2014/main" id="{62C59E3D-FE07-4345-BEEC-6A477E171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3075" y="4051300"/>
            <a:ext cx="0" cy="457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19897" name="Line 57">
            <a:extLst>
              <a:ext uri="{FF2B5EF4-FFF2-40B4-BE49-F238E27FC236}">
                <a16:creationId xmlns:a16="http://schemas.microsoft.com/office/drawing/2014/main" id="{C108ED22-21C9-494C-B71D-7E39B9D2C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4310063"/>
            <a:ext cx="14414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9898" name="Object 10">
            <a:extLst>
              <a:ext uri="{FF2B5EF4-FFF2-40B4-BE49-F238E27FC236}">
                <a16:creationId xmlns:a16="http://schemas.microsoft.com/office/drawing/2014/main" id="{29EC9BE3-09C7-4C00-AEC2-4D412A22C4EC}"/>
              </a:ext>
            </a:extLst>
          </p:cNvPr>
          <p:cNvGraphicFramePr>
            <a:graphicFrameLocks/>
          </p:cNvGraphicFramePr>
          <p:nvPr/>
        </p:nvGraphicFramePr>
        <p:xfrm>
          <a:off x="3419475" y="3932238"/>
          <a:ext cx="22383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5" name="公式" r:id="rId35" imgW="247714" imgH="361882" progId="Equation.3">
                  <p:embed/>
                </p:oleObj>
              </mc:Choice>
              <mc:Fallback>
                <p:oleObj name="公式" r:id="rId35" imgW="247714" imgH="361882" progId="Equation.3">
                  <p:embed/>
                  <p:pic>
                    <p:nvPicPr>
                      <p:cNvPr id="419898" name="Object 10">
                        <a:extLst>
                          <a:ext uri="{FF2B5EF4-FFF2-40B4-BE49-F238E27FC236}">
                            <a16:creationId xmlns:a16="http://schemas.microsoft.com/office/drawing/2014/main" id="{29EC9BE3-09C7-4C00-AEC2-4D412A22C4E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932238"/>
                        <a:ext cx="22383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9" name="Text Box 59">
            <a:extLst>
              <a:ext uri="{FF2B5EF4-FFF2-40B4-BE49-F238E27FC236}">
                <a16:creationId xmlns:a16="http://schemas.microsoft.com/office/drawing/2014/main" id="{26AE4DE3-DF1F-4288-A6DD-3F36E27C6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50850"/>
            <a:ext cx="3455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光栅衍射的基本特点</a:t>
            </a:r>
          </a:p>
        </p:txBody>
      </p:sp>
      <p:sp>
        <p:nvSpPr>
          <p:cNvPr id="419900" name="Rectangle 60">
            <a:extLst>
              <a:ext uri="{FF2B5EF4-FFF2-40B4-BE49-F238E27FC236}">
                <a16:creationId xmlns:a16="http://schemas.microsoft.com/office/drawing/2014/main" id="{D423FAF3-112D-44A5-B935-3E146A93A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73688"/>
            <a:ext cx="3744912" cy="8636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屏上的强度为</a:t>
            </a:r>
            <a:r>
              <a:rPr lang="zh-CN" altLang="en-US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单缝衍射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缝间干涉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的共同结果。</a:t>
            </a:r>
          </a:p>
        </p:txBody>
      </p:sp>
      <p:grpSp>
        <p:nvGrpSpPr>
          <p:cNvPr id="6" name="Group 61">
            <a:extLst>
              <a:ext uri="{FF2B5EF4-FFF2-40B4-BE49-F238E27FC236}">
                <a16:creationId xmlns:a16="http://schemas.microsoft.com/office/drawing/2014/main" id="{9DCE0BEB-8E02-401D-8FFF-7F4BB864BF5F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043113"/>
            <a:ext cx="215900" cy="2376487"/>
            <a:chOff x="3969" y="2432"/>
            <a:chExt cx="84" cy="1271"/>
          </a:xfrm>
        </p:grpSpPr>
        <p:sp>
          <p:nvSpPr>
            <p:cNvPr id="18504" name="Freeform 62">
              <a:extLst>
                <a:ext uri="{FF2B5EF4-FFF2-40B4-BE49-F238E27FC236}">
                  <a16:creationId xmlns:a16="http://schemas.microsoft.com/office/drawing/2014/main" id="{2839898A-AA74-4BE3-9324-8DB9FD3AA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432"/>
              <a:ext cx="53" cy="1271"/>
            </a:xfrm>
            <a:custGeom>
              <a:avLst/>
              <a:gdLst>
                <a:gd name="T0" fmla="*/ 8 w 53"/>
                <a:gd name="T1" fmla="*/ 91 h 1271"/>
                <a:gd name="T2" fmla="*/ 53 w 53"/>
                <a:gd name="T3" fmla="*/ 635 h 1271"/>
                <a:gd name="T4" fmla="*/ 8 w 53"/>
                <a:gd name="T5" fmla="*/ 1180 h 1271"/>
                <a:gd name="T6" fmla="*/ 8 w 53"/>
                <a:gd name="T7" fmla="*/ 91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271"/>
                <a:gd name="T14" fmla="*/ 53 w 53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271">
                  <a:moveTo>
                    <a:pt x="8" y="91"/>
                  </a:moveTo>
                  <a:cubicBezTo>
                    <a:pt x="16" y="0"/>
                    <a:pt x="53" y="454"/>
                    <a:pt x="53" y="635"/>
                  </a:cubicBezTo>
                  <a:cubicBezTo>
                    <a:pt x="53" y="816"/>
                    <a:pt x="16" y="1271"/>
                    <a:pt x="8" y="1180"/>
                  </a:cubicBezTo>
                  <a:cubicBezTo>
                    <a:pt x="0" y="1089"/>
                    <a:pt x="0" y="182"/>
                    <a:pt x="8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05" name="Freeform 63">
              <a:extLst>
                <a:ext uri="{FF2B5EF4-FFF2-40B4-BE49-F238E27FC236}">
                  <a16:creationId xmlns:a16="http://schemas.microsoft.com/office/drawing/2014/main" id="{00F93D22-DB00-4AE3-8D91-4A8FDBC354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69" y="2432"/>
              <a:ext cx="53" cy="1271"/>
            </a:xfrm>
            <a:custGeom>
              <a:avLst/>
              <a:gdLst>
                <a:gd name="T0" fmla="*/ 8 w 53"/>
                <a:gd name="T1" fmla="*/ 91 h 1271"/>
                <a:gd name="T2" fmla="*/ 53 w 53"/>
                <a:gd name="T3" fmla="*/ 635 h 1271"/>
                <a:gd name="T4" fmla="*/ 8 w 53"/>
                <a:gd name="T5" fmla="*/ 1180 h 1271"/>
                <a:gd name="T6" fmla="*/ 8 w 53"/>
                <a:gd name="T7" fmla="*/ 91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271"/>
                <a:gd name="T14" fmla="*/ 53 w 53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271">
                  <a:moveTo>
                    <a:pt x="8" y="91"/>
                  </a:moveTo>
                  <a:cubicBezTo>
                    <a:pt x="16" y="0"/>
                    <a:pt x="53" y="454"/>
                    <a:pt x="53" y="635"/>
                  </a:cubicBezTo>
                  <a:cubicBezTo>
                    <a:pt x="53" y="816"/>
                    <a:pt x="16" y="1271"/>
                    <a:pt x="8" y="1180"/>
                  </a:cubicBezTo>
                  <a:cubicBezTo>
                    <a:pt x="0" y="1089"/>
                    <a:pt x="0" y="182"/>
                    <a:pt x="8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9904" name="Line 64">
            <a:extLst>
              <a:ext uri="{FF2B5EF4-FFF2-40B4-BE49-F238E27FC236}">
                <a16:creationId xmlns:a16="http://schemas.microsoft.com/office/drawing/2014/main" id="{914A310E-12E6-4FA8-A089-A0EAC609C1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3713" y="2560638"/>
            <a:ext cx="1008062" cy="311150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9905" name="Object 11">
            <a:extLst>
              <a:ext uri="{FF2B5EF4-FFF2-40B4-BE49-F238E27FC236}">
                <a16:creationId xmlns:a16="http://schemas.microsoft.com/office/drawing/2014/main" id="{7B253497-558A-4B80-9041-1D685D39EB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779713"/>
          <a:ext cx="176213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6" name="Equation" r:id="rId37" imgW="85629" imgH="85725" progId="Equation.3">
                  <p:embed/>
                </p:oleObj>
              </mc:Choice>
              <mc:Fallback>
                <p:oleObj name="Equation" r:id="rId37" imgW="85629" imgH="85725" progId="Equation.3">
                  <p:embed/>
                  <p:pic>
                    <p:nvPicPr>
                      <p:cNvPr id="419905" name="Object 11">
                        <a:extLst>
                          <a:ext uri="{FF2B5EF4-FFF2-40B4-BE49-F238E27FC236}">
                            <a16:creationId xmlns:a16="http://schemas.microsoft.com/office/drawing/2014/main" id="{7B253497-558A-4B80-9041-1D685D39EB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779713"/>
                        <a:ext cx="176213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6" name="Text Box 66">
            <a:extLst>
              <a:ext uri="{FF2B5EF4-FFF2-40B4-BE49-F238E27FC236}">
                <a16:creationId xmlns:a16="http://schemas.microsoft.com/office/drawing/2014/main" id="{F0540DCA-500F-4814-94CF-FF1E72CD7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1171575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以二缝光栅为例</a:t>
            </a:r>
          </a:p>
        </p:txBody>
      </p:sp>
      <p:sp>
        <p:nvSpPr>
          <p:cNvPr id="419907" name="Line 67">
            <a:extLst>
              <a:ext uri="{FF2B5EF4-FFF2-40B4-BE49-F238E27FC236}">
                <a16:creationId xmlns:a16="http://schemas.microsoft.com/office/drawing/2014/main" id="{A2A01F2F-8DC9-43F3-9B05-BA05CF2C253D}"/>
              </a:ext>
            </a:extLst>
          </p:cNvPr>
          <p:cNvSpPr>
            <a:spLocks noChangeShapeType="1"/>
          </p:cNvSpPr>
          <p:nvPr/>
        </p:nvSpPr>
        <p:spPr bwMode="auto">
          <a:xfrm rot="21281559" flipV="1">
            <a:off x="2843213" y="2967038"/>
            <a:ext cx="1357312" cy="233362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9908" name="Object 12">
            <a:extLst>
              <a:ext uri="{FF2B5EF4-FFF2-40B4-BE49-F238E27FC236}">
                <a16:creationId xmlns:a16="http://schemas.microsoft.com/office/drawing/2014/main" id="{1D41551E-6F44-4384-8269-00B5A5344FA4}"/>
              </a:ext>
            </a:extLst>
          </p:cNvPr>
          <p:cNvGraphicFramePr>
            <a:graphicFrameLocks/>
          </p:cNvGraphicFramePr>
          <p:nvPr/>
        </p:nvGraphicFramePr>
        <p:xfrm>
          <a:off x="4398963" y="2779713"/>
          <a:ext cx="17303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17" name="公式" r:id="rId39" imgW="190525" imgH="199923" progId="Equation.3">
                  <p:embed/>
                </p:oleObj>
              </mc:Choice>
              <mc:Fallback>
                <p:oleObj name="公式" r:id="rId39" imgW="190525" imgH="199923" progId="Equation.3">
                  <p:embed/>
                  <p:pic>
                    <p:nvPicPr>
                      <p:cNvPr id="419908" name="Object 12">
                        <a:extLst>
                          <a:ext uri="{FF2B5EF4-FFF2-40B4-BE49-F238E27FC236}">
                            <a16:creationId xmlns:a16="http://schemas.microsoft.com/office/drawing/2014/main" id="{1D41551E-6F44-4384-8269-00B5A5344F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2779713"/>
                        <a:ext cx="17303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9" name="Rectangle 69">
            <a:extLst>
              <a:ext uri="{FF2B5EF4-FFF2-40B4-BE49-F238E27FC236}">
                <a16:creationId xmlns:a16="http://schemas.microsoft.com/office/drawing/2014/main" id="{DED44606-F0AB-4216-8D57-AAB4EA89A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97425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结论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</a:p>
        </p:txBody>
      </p:sp>
      <p:grpSp>
        <p:nvGrpSpPr>
          <p:cNvPr id="7" name="Group 70">
            <a:extLst>
              <a:ext uri="{FF2B5EF4-FFF2-40B4-BE49-F238E27FC236}">
                <a16:creationId xmlns:a16="http://schemas.microsoft.com/office/drawing/2014/main" id="{C2B81A32-698C-444A-A099-15CC456CD8A9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437063"/>
            <a:ext cx="3455988" cy="1539875"/>
            <a:chOff x="3131" y="2704"/>
            <a:chExt cx="2177" cy="970"/>
          </a:xfrm>
        </p:grpSpPr>
        <p:pic>
          <p:nvPicPr>
            <p:cNvPr id="18492" name="Picture 71" descr="14">
              <a:extLst>
                <a:ext uri="{FF2B5EF4-FFF2-40B4-BE49-F238E27FC236}">
                  <a16:creationId xmlns:a16="http://schemas.microsoft.com/office/drawing/2014/main" id="{B52C07C5-FD66-4B4D-8EAE-2CA091B4FC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clrChange>
                <a:clrFrom>
                  <a:srgbClr val="326698"/>
                </a:clrFrom>
                <a:clrTo>
                  <a:srgbClr val="3266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69"/>
            <a:stretch>
              <a:fillRect/>
            </a:stretch>
          </p:blipFill>
          <p:spPr bwMode="auto">
            <a:xfrm>
              <a:off x="3131" y="2850"/>
              <a:ext cx="2177" cy="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93" name="Line 72">
              <a:extLst>
                <a:ext uri="{FF2B5EF4-FFF2-40B4-BE49-F238E27FC236}">
                  <a16:creationId xmlns:a16="http://schemas.microsoft.com/office/drawing/2014/main" id="{AEEEB8AF-A653-4DD8-9E8B-11D9A68A7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3520"/>
              <a:ext cx="2041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94" name="Line 73">
              <a:extLst>
                <a:ext uri="{FF2B5EF4-FFF2-40B4-BE49-F238E27FC236}">
                  <a16:creationId xmlns:a16="http://schemas.microsoft.com/office/drawing/2014/main" id="{1AE2E398-BB41-4948-BC5C-189C19F02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977"/>
              <a:ext cx="2041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95" name="Line 74">
              <a:extLst>
                <a:ext uri="{FF2B5EF4-FFF2-40B4-BE49-F238E27FC236}">
                  <a16:creationId xmlns:a16="http://schemas.microsoft.com/office/drawing/2014/main" id="{F6086D98-1517-4B1D-968C-65B7E9C16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43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96" name="Line 75">
              <a:extLst>
                <a:ext uri="{FF2B5EF4-FFF2-40B4-BE49-F238E27FC236}">
                  <a16:creationId xmlns:a16="http://schemas.microsoft.com/office/drawing/2014/main" id="{B5D81C71-29BC-4BBC-B677-D6C8976C2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4" y="3443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18497" name="Object 21">
              <a:extLst>
                <a:ext uri="{FF2B5EF4-FFF2-40B4-BE49-F238E27FC236}">
                  <a16:creationId xmlns:a16="http://schemas.microsoft.com/office/drawing/2014/main" id="{0F03AF64-B362-4B6D-947E-C2FAA3753E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6" y="3530"/>
            <a:ext cx="181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18" name="Equation" r:id="rId42" imgW="200006" imgH="133486" progId="Equation.3">
                    <p:embed/>
                  </p:oleObj>
                </mc:Choice>
                <mc:Fallback>
                  <p:oleObj name="Equation" r:id="rId42" imgW="200006" imgH="133486" progId="Equation.3">
                    <p:embed/>
                    <p:pic>
                      <p:nvPicPr>
                        <p:cNvPr id="18497" name="Object 21">
                          <a:extLst>
                            <a:ext uri="{FF2B5EF4-FFF2-40B4-BE49-F238E27FC236}">
                              <a16:creationId xmlns:a16="http://schemas.microsoft.com/office/drawing/2014/main" id="{0F03AF64-B362-4B6D-947E-C2FAA3753E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3530"/>
                          <a:ext cx="181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8" name="Object 22">
              <a:extLst>
                <a:ext uri="{FF2B5EF4-FFF2-40B4-BE49-F238E27FC236}">
                  <a16:creationId xmlns:a16="http://schemas.microsoft.com/office/drawing/2014/main" id="{46A67A40-BC02-43CB-ADE2-FF45CDD387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8" y="3530"/>
            <a:ext cx="9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19" name="Equation" r:id="rId44" imgW="95110" imgH="152468" progId="Equation.3">
                    <p:embed/>
                  </p:oleObj>
                </mc:Choice>
                <mc:Fallback>
                  <p:oleObj name="Equation" r:id="rId44" imgW="95110" imgH="152468" progId="Equation.3">
                    <p:embed/>
                    <p:pic>
                      <p:nvPicPr>
                        <p:cNvPr id="18498" name="Object 22">
                          <a:extLst>
                            <a:ext uri="{FF2B5EF4-FFF2-40B4-BE49-F238E27FC236}">
                              <a16:creationId xmlns:a16="http://schemas.microsoft.com/office/drawing/2014/main" id="{46A67A40-BC02-43CB-ADE2-FF45CDD387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8" y="3530"/>
                          <a:ext cx="9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9" name="Object 23">
              <a:extLst>
                <a:ext uri="{FF2B5EF4-FFF2-40B4-BE49-F238E27FC236}">
                  <a16:creationId xmlns:a16="http://schemas.microsoft.com/office/drawing/2014/main" id="{328FD067-D042-4548-9D52-46EE3108E0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2" y="3530"/>
            <a:ext cx="89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0" name="Equation" r:id="rId46" imgW="85629" imgH="133486" progId="Equation.3">
                    <p:embed/>
                  </p:oleObj>
                </mc:Choice>
                <mc:Fallback>
                  <p:oleObj name="Equation" r:id="rId46" imgW="85629" imgH="133486" progId="Equation.3">
                    <p:embed/>
                    <p:pic>
                      <p:nvPicPr>
                        <p:cNvPr id="18499" name="Object 23">
                          <a:extLst>
                            <a:ext uri="{FF2B5EF4-FFF2-40B4-BE49-F238E27FC236}">
                              <a16:creationId xmlns:a16="http://schemas.microsoft.com/office/drawing/2014/main" id="{328FD067-D042-4548-9D52-46EE3108E0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3530"/>
                          <a:ext cx="89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00" name="Object 24">
              <a:extLst>
                <a:ext uri="{FF2B5EF4-FFF2-40B4-BE49-F238E27FC236}">
                  <a16:creationId xmlns:a16="http://schemas.microsoft.com/office/drawing/2014/main" id="{B0CE2D7B-CDF7-429C-BB90-F4FDDEFD3B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93" y="3521"/>
            <a:ext cx="100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1" name="公式" r:id="rId48" imgW="200006" imgH="285648" progId="Equation.3">
                    <p:embed/>
                  </p:oleObj>
                </mc:Choice>
                <mc:Fallback>
                  <p:oleObj name="公式" r:id="rId48" imgW="200006" imgH="285648" progId="Equation.3">
                    <p:embed/>
                    <p:pic>
                      <p:nvPicPr>
                        <p:cNvPr id="18500" name="Object 24">
                          <a:extLst>
                            <a:ext uri="{FF2B5EF4-FFF2-40B4-BE49-F238E27FC236}">
                              <a16:creationId xmlns:a16="http://schemas.microsoft.com/office/drawing/2014/main" id="{B0CE2D7B-CDF7-429C-BB90-F4FDDEFD3B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3521"/>
                          <a:ext cx="100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01" name="Object 25">
              <a:extLst>
                <a:ext uri="{FF2B5EF4-FFF2-40B4-BE49-F238E27FC236}">
                  <a16:creationId xmlns:a16="http://schemas.microsoft.com/office/drawing/2014/main" id="{E957C343-2DBA-4438-ADA1-FF9461215C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6" y="2843"/>
            <a:ext cx="59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2" name="公式" r:id="rId50" imgW="114376" imgH="276157" progId="Equation.3">
                    <p:embed/>
                  </p:oleObj>
                </mc:Choice>
                <mc:Fallback>
                  <p:oleObj name="公式" r:id="rId50" imgW="114376" imgH="276157" progId="Equation.3">
                    <p:embed/>
                    <p:pic>
                      <p:nvPicPr>
                        <p:cNvPr id="18501" name="Object 25">
                          <a:extLst>
                            <a:ext uri="{FF2B5EF4-FFF2-40B4-BE49-F238E27FC236}">
                              <a16:creationId xmlns:a16="http://schemas.microsoft.com/office/drawing/2014/main" id="{E957C343-2DBA-4438-ADA1-FF9461215C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6" y="2843"/>
                          <a:ext cx="59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2" name="Line 81">
              <a:extLst>
                <a:ext uri="{FF2B5EF4-FFF2-40B4-BE49-F238E27FC236}">
                  <a16:creationId xmlns:a16="http://schemas.microsoft.com/office/drawing/2014/main" id="{7D76A3F5-C8AA-40F0-BE06-933428D49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" y="2704"/>
              <a:ext cx="0" cy="81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503" name="Object 26">
              <a:extLst>
                <a:ext uri="{FF2B5EF4-FFF2-40B4-BE49-F238E27FC236}">
                  <a16:creationId xmlns:a16="http://schemas.microsoft.com/office/drawing/2014/main" id="{21625755-D67D-495F-87CA-63D398FD98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2750"/>
            <a:ext cx="278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3" name="公式" r:id="rId52" imgW="590537" imgH="400152" progId="Equation.3">
                    <p:embed/>
                  </p:oleObj>
                </mc:Choice>
                <mc:Fallback>
                  <p:oleObj name="公式" r:id="rId52" imgW="590537" imgH="400152" progId="Equation.3">
                    <p:embed/>
                    <p:pic>
                      <p:nvPicPr>
                        <p:cNvPr id="18503" name="Object 26">
                          <a:extLst>
                            <a:ext uri="{FF2B5EF4-FFF2-40B4-BE49-F238E27FC236}">
                              <a16:creationId xmlns:a16="http://schemas.microsoft.com/office/drawing/2014/main" id="{21625755-D67D-495F-87CA-63D398FD98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750"/>
                          <a:ext cx="278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83">
            <a:extLst>
              <a:ext uri="{FF2B5EF4-FFF2-40B4-BE49-F238E27FC236}">
                <a16:creationId xmlns:a16="http://schemas.microsoft.com/office/drawing/2014/main" id="{902C4D8C-1C33-4359-A722-2D8969FF2838}"/>
              </a:ext>
            </a:extLst>
          </p:cNvPr>
          <p:cNvGrpSpPr>
            <a:grpSpLocks/>
          </p:cNvGrpSpPr>
          <p:nvPr/>
        </p:nvGrpSpPr>
        <p:grpSpPr bwMode="auto">
          <a:xfrm>
            <a:off x="5005388" y="2565400"/>
            <a:ext cx="3911600" cy="1257300"/>
            <a:chOff x="3153" y="1549"/>
            <a:chExt cx="2464" cy="792"/>
          </a:xfrm>
        </p:grpSpPr>
        <p:pic>
          <p:nvPicPr>
            <p:cNvPr id="18476" name="Picture 84" descr="14">
              <a:extLst>
                <a:ext uri="{FF2B5EF4-FFF2-40B4-BE49-F238E27FC236}">
                  <a16:creationId xmlns:a16="http://schemas.microsoft.com/office/drawing/2014/main" id="{BE1EE4C8-7EA0-4A86-ABFA-BFEAF30F1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4">
              <a:clrChange>
                <a:clrFrom>
                  <a:srgbClr val="326698"/>
                </a:clrFrom>
                <a:clrTo>
                  <a:srgbClr val="3266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7" y="1661"/>
              <a:ext cx="2234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77" name="Line 85">
              <a:extLst>
                <a:ext uri="{FF2B5EF4-FFF2-40B4-BE49-F238E27FC236}">
                  <a16:creationId xmlns:a16="http://schemas.microsoft.com/office/drawing/2014/main" id="{6DE1367F-A0EE-4514-BA12-FF5617E11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217"/>
              <a:ext cx="2223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78" name="Line 86">
              <a:extLst>
                <a:ext uri="{FF2B5EF4-FFF2-40B4-BE49-F238E27FC236}">
                  <a16:creationId xmlns:a16="http://schemas.microsoft.com/office/drawing/2014/main" id="{DF175293-F358-4EEB-AC05-1CF012633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740"/>
              <a:ext cx="2223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79" name="Line 87">
              <a:extLst>
                <a:ext uri="{FF2B5EF4-FFF2-40B4-BE49-F238E27FC236}">
                  <a16:creationId xmlns:a16="http://schemas.microsoft.com/office/drawing/2014/main" id="{D28530B3-1431-4CAE-B04A-CA2C2DE7C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2134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80" name="Line 88">
              <a:extLst>
                <a:ext uri="{FF2B5EF4-FFF2-40B4-BE49-F238E27FC236}">
                  <a16:creationId xmlns:a16="http://schemas.microsoft.com/office/drawing/2014/main" id="{2BECEA3D-6C32-4D3C-9C45-D73A965CA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8" y="2134"/>
              <a:ext cx="0" cy="7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18481" name="Object 13">
              <a:extLst>
                <a:ext uri="{FF2B5EF4-FFF2-40B4-BE49-F238E27FC236}">
                  <a16:creationId xmlns:a16="http://schemas.microsoft.com/office/drawing/2014/main" id="{232A43AE-43A9-46F8-9E2C-BC1581E7A3E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45" y="2241"/>
            <a:ext cx="143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4" name="公式" r:id="rId55" imgW="428759" imgH="285648" progId="Equation.3">
                    <p:embed/>
                  </p:oleObj>
                </mc:Choice>
                <mc:Fallback>
                  <p:oleObj name="公式" r:id="rId55" imgW="428759" imgH="285648" progId="Equation.3">
                    <p:embed/>
                    <p:pic>
                      <p:nvPicPr>
                        <p:cNvPr id="18481" name="Object 13">
                          <a:extLst>
                            <a:ext uri="{FF2B5EF4-FFF2-40B4-BE49-F238E27FC236}">
                              <a16:creationId xmlns:a16="http://schemas.microsoft.com/office/drawing/2014/main" id="{232A43AE-43A9-46F8-9E2C-BC1581E7A3E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5" y="2241"/>
                          <a:ext cx="143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2" name="Object 14">
              <a:extLst>
                <a:ext uri="{FF2B5EF4-FFF2-40B4-BE49-F238E27FC236}">
                  <a16:creationId xmlns:a16="http://schemas.microsoft.com/office/drawing/2014/main" id="{1BF2A011-69A8-42F2-BE3D-7E65649BFBD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32" y="2241"/>
            <a:ext cx="63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5" name="公式" r:id="rId57" imgW="171565" imgH="285648" progId="Equation.3">
                    <p:embed/>
                  </p:oleObj>
                </mc:Choice>
                <mc:Fallback>
                  <p:oleObj name="公式" r:id="rId57" imgW="171565" imgH="285648" progId="Equation.3">
                    <p:embed/>
                    <p:pic>
                      <p:nvPicPr>
                        <p:cNvPr id="18482" name="Object 14">
                          <a:extLst>
                            <a:ext uri="{FF2B5EF4-FFF2-40B4-BE49-F238E27FC236}">
                              <a16:creationId xmlns:a16="http://schemas.microsoft.com/office/drawing/2014/main" id="{1BF2A011-69A8-42F2-BE3D-7E65649BFBD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2" y="2241"/>
                          <a:ext cx="63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3" name="Object 15">
              <a:extLst>
                <a:ext uri="{FF2B5EF4-FFF2-40B4-BE49-F238E27FC236}">
                  <a16:creationId xmlns:a16="http://schemas.microsoft.com/office/drawing/2014/main" id="{A17AC4B5-9506-49CE-B303-44C54A28A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96" y="2241"/>
            <a:ext cx="61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6" name="公式" r:id="rId59" imgW="161778" imgH="285648" progId="Equation.3">
                    <p:embed/>
                  </p:oleObj>
                </mc:Choice>
                <mc:Fallback>
                  <p:oleObj name="公式" r:id="rId59" imgW="161778" imgH="285648" progId="Equation.3">
                    <p:embed/>
                    <p:pic>
                      <p:nvPicPr>
                        <p:cNvPr id="18483" name="Object 15">
                          <a:extLst>
                            <a:ext uri="{FF2B5EF4-FFF2-40B4-BE49-F238E27FC236}">
                              <a16:creationId xmlns:a16="http://schemas.microsoft.com/office/drawing/2014/main" id="{A17AC4B5-9506-49CE-B303-44C54A28A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6" y="2241"/>
                          <a:ext cx="61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4" name="Object 16">
              <a:extLst>
                <a:ext uri="{FF2B5EF4-FFF2-40B4-BE49-F238E27FC236}">
                  <a16:creationId xmlns:a16="http://schemas.microsoft.com/office/drawing/2014/main" id="{19FDA1B8-67C9-4957-9BFE-58781E1246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0" y="2183"/>
            <a:ext cx="127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7" name="公式" r:id="rId61" imgW="200006" imgH="285648" progId="Equation.3">
                    <p:embed/>
                  </p:oleObj>
                </mc:Choice>
                <mc:Fallback>
                  <p:oleObj name="公式" r:id="rId61" imgW="200006" imgH="285648" progId="Equation.3">
                    <p:embed/>
                    <p:pic>
                      <p:nvPicPr>
                        <p:cNvPr id="18484" name="Object 16">
                          <a:extLst>
                            <a:ext uri="{FF2B5EF4-FFF2-40B4-BE49-F238E27FC236}">
                              <a16:creationId xmlns:a16="http://schemas.microsoft.com/office/drawing/2014/main" id="{19FDA1B8-67C9-4957-9BFE-58781E1246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0" y="2183"/>
                          <a:ext cx="127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5" name="Line 93">
              <a:extLst>
                <a:ext uri="{FF2B5EF4-FFF2-40B4-BE49-F238E27FC236}">
                  <a16:creationId xmlns:a16="http://schemas.microsoft.com/office/drawing/2014/main" id="{B09F7EAC-848A-4937-B7CF-9F70C8101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124"/>
              <a:ext cx="0" cy="7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18486" name="Object 17">
              <a:extLst>
                <a:ext uri="{FF2B5EF4-FFF2-40B4-BE49-F238E27FC236}">
                  <a16:creationId xmlns:a16="http://schemas.microsoft.com/office/drawing/2014/main" id="{0685E51D-F0BD-4FCD-AD46-9F739D8D2DC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53" y="2241"/>
            <a:ext cx="14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8" name="公式" r:id="rId63" imgW="438239" imgH="285648" progId="Equation.3">
                    <p:embed/>
                  </p:oleObj>
                </mc:Choice>
                <mc:Fallback>
                  <p:oleObj name="公式" r:id="rId63" imgW="438239" imgH="285648" progId="Equation.3">
                    <p:embed/>
                    <p:pic>
                      <p:nvPicPr>
                        <p:cNvPr id="18486" name="Object 17">
                          <a:extLst>
                            <a:ext uri="{FF2B5EF4-FFF2-40B4-BE49-F238E27FC236}">
                              <a16:creationId xmlns:a16="http://schemas.microsoft.com/office/drawing/2014/main" id="{0685E51D-F0BD-4FCD-AD46-9F739D8D2DC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3" y="2241"/>
                          <a:ext cx="14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7" name="Object 18">
              <a:extLst>
                <a:ext uri="{FF2B5EF4-FFF2-40B4-BE49-F238E27FC236}">
                  <a16:creationId xmlns:a16="http://schemas.microsoft.com/office/drawing/2014/main" id="{6BD63D5B-D3BB-482A-9D4E-8915846D434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08" y="2231"/>
            <a:ext cx="7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29" name="公式" r:id="rId65" imgW="171565" imgH="285648" progId="Equation.3">
                    <p:embed/>
                  </p:oleObj>
                </mc:Choice>
                <mc:Fallback>
                  <p:oleObj name="公式" r:id="rId65" imgW="171565" imgH="285648" progId="Equation.3">
                    <p:embed/>
                    <p:pic>
                      <p:nvPicPr>
                        <p:cNvPr id="18487" name="Object 18">
                          <a:extLst>
                            <a:ext uri="{FF2B5EF4-FFF2-40B4-BE49-F238E27FC236}">
                              <a16:creationId xmlns:a16="http://schemas.microsoft.com/office/drawing/2014/main" id="{6BD63D5B-D3BB-482A-9D4E-8915846D434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8" y="2231"/>
                          <a:ext cx="7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8" name="Line 96">
              <a:extLst>
                <a:ext uri="{FF2B5EF4-FFF2-40B4-BE49-F238E27FC236}">
                  <a16:creationId xmlns:a16="http://schemas.microsoft.com/office/drawing/2014/main" id="{6A553F61-4984-4904-9063-9F7CDA8DC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0" y="2142"/>
              <a:ext cx="0" cy="7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89" name="Line 97">
              <a:extLst>
                <a:ext uri="{FF2B5EF4-FFF2-40B4-BE49-F238E27FC236}">
                  <a16:creationId xmlns:a16="http://schemas.microsoft.com/office/drawing/2014/main" id="{718D7E4D-61E6-4F9C-9519-5F6C95349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570"/>
              <a:ext cx="0" cy="63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90" name="Object 19">
              <a:extLst>
                <a:ext uri="{FF2B5EF4-FFF2-40B4-BE49-F238E27FC236}">
                  <a16:creationId xmlns:a16="http://schemas.microsoft.com/office/drawing/2014/main" id="{7B35B306-52AF-49E6-82F5-2768993F3A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0" y="1549"/>
            <a:ext cx="278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30" name="公式" r:id="rId67" imgW="590537" imgH="400152" progId="Equation.3">
                    <p:embed/>
                  </p:oleObj>
                </mc:Choice>
                <mc:Fallback>
                  <p:oleObj name="公式" r:id="rId67" imgW="590537" imgH="400152" progId="Equation.3">
                    <p:embed/>
                    <p:pic>
                      <p:nvPicPr>
                        <p:cNvPr id="18490" name="Object 19">
                          <a:extLst>
                            <a:ext uri="{FF2B5EF4-FFF2-40B4-BE49-F238E27FC236}">
                              <a16:creationId xmlns:a16="http://schemas.microsoft.com/office/drawing/2014/main" id="{7B35B306-52AF-49E6-82F5-2768993F3A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" y="1549"/>
                          <a:ext cx="278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1" name="Object 20">
              <a:extLst>
                <a:ext uri="{FF2B5EF4-FFF2-40B4-BE49-F238E27FC236}">
                  <a16:creationId xmlns:a16="http://schemas.microsoft.com/office/drawing/2014/main" id="{9E464D7D-9C69-4E3A-8AEF-E7A211D380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1616"/>
            <a:ext cx="61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31" name="公式" r:id="rId69" imgW="114376" imgH="276157" progId="Equation.3">
                    <p:embed/>
                  </p:oleObj>
                </mc:Choice>
                <mc:Fallback>
                  <p:oleObj name="公式" r:id="rId69" imgW="114376" imgH="276157" progId="Equation.3">
                    <p:embed/>
                    <p:pic>
                      <p:nvPicPr>
                        <p:cNvPr id="18491" name="Object 20">
                          <a:extLst>
                            <a:ext uri="{FF2B5EF4-FFF2-40B4-BE49-F238E27FC236}">
                              <a16:creationId xmlns:a16="http://schemas.microsoft.com/office/drawing/2014/main" id="{9E464D7D-9C69-4E3A-8AEF-E7A211D380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616"/>
                          <a:ext cx="61" cy="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74" name="灯片编号占位符 1">
            <a:extLst>
              <a:ext uri="{FF2B5EF4-FFF2-40B4-BE49-F238E27FC236}">
                <a16:creationId xmlns:a16="http://schemas.microsoft.com/office/drawing/2014/main" id="{229BEADC-5829-4FFB-828A-E7AD09F693C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187E9C-D2B2-4EB8-9652-E5CC96E08168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9" name="Object 101">
            <a:extLst>
              <a:ext uri="{FF2B5EF4-FFF2-40B4-BE49-F238E27FC236}">
                <a16:creationId xmlns:a16="http://schemas.microsoft.com/office/drawing/2014/main" id="{1738E168-2C03-4D3A-91F4-12F23260D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9225" y="4214813"/>
          <a:ext cx="7239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32" name="公式" r:id="rId71" imgW="418973" imgH="152468" progId="Equation.3">
                  <p:embed/>
                </p:oleObj>
              </mc:Choice>
              <mc:Fallback>
                <p:oleObj name="公式" r:id="rId71" imgW="418973" imgH="152468" progId="Equation.3">
                  <p:embed/>
                  <p:pic>
                    <p:nvPicPr>
                      <p:cNvPr id="9" name="Object 101">
                        <a:extLst>
                          <a:ext uri="{FF2B5EF4-FFF2-40B4-BE49-F238E27FC236}">
                            <a16:creationId xmlns:a16="http://schemas.microsoft.com/office/drawing/2014/main" id="{1738E168-2C03-4D3A-91F4-12F23260D4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214813"/>
                        <a:ext cx="7239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1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41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1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1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1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41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1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1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1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1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41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41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4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41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1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1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1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19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41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41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5" grpId="0"/>
      <p:bldP spid="419886" grpId="0"/>
      <p:bldP spid="419887" grpId="0" build="p" autoUpdateAnimBg="0"/>
      <p:bldP spid="419899" grpId="0" autoUpdateAnimBg="0"/>
      <p:bldP spid="419900" grpId="0" animBg="1"/>
      <p:bldP spid="419906" grpId="0"/>
      <p:bldP spid="4199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1890" name="Object 2">
            <a:extLst>
              <a:ext uri="{FF2B5EF4-FFF2-40B4-BE49-F238E27FC236}">
                <a16:creationId xmlns:a16="http://schemas.microsoft.com/office/drawing/2014/main" id="{BE01EFFD-B34C-4F81-92A3-0BCDD598DD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3000375"/>
          <a:ext cx="7699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87" name="公式" r:id="rId4" imgW="1028776" imgH="361882" progId="Equation.3">
                  <p:embed/>
                </p:oleObj>
              </mc:Choice>
              <mc:Fallback>
                <p:oleObj name="公式" r:id="rId4" imgW="1028776" imgH="361882" progId="Equation.3">
                  <p:embed/>
                  <p:pic>
                    <p:nvPicPr>
                      <p:cNvPr id="421890" name="Object 2">
                        <a:extLst>
                          <a:ext uri="{FF2B5EF4-FFF2-40B4-BE49-F238E27FC236}">
                            <a16:creationId xmlns:a16="http://schemas.microsoft.com/office/drawing/2014/main" id="{BE01EFFD-B34C-4F81-92A3-0BCDD598DD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3000375"/>
                        <a:ext cx="76993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1" name="Rectangle 3">
            <a:extLst>
              <a:ext uri="{FF2B5EF4-FFF2-40B4-BE49-F238E27FC236}">
                <a16:creationId xmlns:a16="http://schemas.microsoft.com/office/drawing/2014/main" id="{4CAFFB5D-71A1-4E0F-9A38-B44B91336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333375"/>
            <a:ext cx="45624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多缝干涉</a:t>
            </a:r>
          </a:p>
        </p:txBody>
      </p:sp>
      <p:sp>
        <p:nvSpPr>
          <p:cNvPr id="421892" name="Text Box 4">
            <a:extLst>
              <a:ext uri="{FF2B5EF4-FFF2-40B4-BE49-F238E27FC236}">
                <a16:creationId xmlns:a16="http://schemas.microsoft.com/office/drawing/2014/main" id="{8025AC30-400E-413F-815E-310E23B22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893763"/>
            <a:ext cx="27860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五</a:t>
            </a:r>
            <a:r>
              <a:rPr lang="zh-CN" altLang="en-US">
                <a:solidFill>
                  <a:schemeClr val="bg1"/>
                </a:solidFill>
                <a:latin typeface="黑体" panose="02010609060101010101" pitchFamily="49" charset="-122"/>
              </a:rPr>
              <a:t>缝干涉例子</a:t>
            </a: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421893" name="Object 3">
            <a:extLst>
              <a:ext uri="{FF2B5EF4-FFF2-40B4-BE49-F238E27FC236}">
                <a16:creationId xmlns:a16="http://schemas.microsoft.com/office/drawing/2014/main" id="{1B5D213D-4482-4803-AD4D-35F9AC5265A2}"/>
              </a:ext>
            </a:extLst>
          </p:cNvPr>
          <p:cNvGraphicFramePr>
            <a:graphicFrameLocks/>
          </p:cNvGraphicFramePr>
          <p:nvPr/>
        </p:nvGraphicFramePr>
        <p:xfrm>
          <a:off x="928688" y="2024063"/>
          <a:ext cx="17145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88" name="公式" r:id="rId6" imgW="1876508" imgH="361882" progId="Equation.3">
                  <p:embed/>
                </p:oleObj>
              </mc:Choice>
              <mc:Fallback>
                <p:oleObj name="公式" r:id="rId6" imgW="1876508" imgH="361882" progId="Equation.3">
                  <p:embed/>
                  <p:pic>
                    <p:nvPicPr>
                      <p:cNvPr id="421893" name="Object 3">
                        <a:extLst>
                          <a:ext uri="{FF2B5EF4-FFF2-40B4-BE49-F238E27FC236}">
                            <a16:creationId xmlns:a16="http://schemas.microsoft.com/office/drawing/2014/main" id="{1B5D213D-4482-4803-AD4D-35F9AC5265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024063"/>
                        <a:ext cx="17145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4" name="Text Box 6">
            <a:extLst>
              <a:ext uri="{FF2B5EF4-FFF2-40B4-BE49-F238E27FC236}">
                <a16:creationId xmlns:a16="http://schemas.microsoft.com/office/drawing/2014/main" id="{79B3BDD6-ACEF-4C37-A2A0-E9B5998B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428750"/>
            <a:ext cx="39290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00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zh-CN" altLang="en-US" dirty="0">
                <a:solidFill>
                  <a:srgbClr val="FFFF00"/>
                </a:solidFill>
              </a:rPr>
              <a:t>主极大条件</a:t>
            </a:r>
            <a:r>
              <a:rPr lang="zh-CN" altLang="en-US" sz="2200" dirty="0">
                <a:solidFill>
                  <a:schemeClr val="bg1"/>
                </a:solidFill>
              </a:rPr>
              <a:t>（干涉加强）</a:t>
            </a:r>
          </a:p>
        </p:txBody>
      </p:sp>
      <p:graphicFrame>
        <p:nvGraphicFramePr>
          <p:cNvPr id="421895" name="Object 4">
            <a:extLst>
              <a:ext uri="{FF2B5EF4-FFF2-40B4-BE49-F238E27FC236}">
                <a16:creationId xmlns:a16="http://schemas.microsoft.com/office/drawing/2014/main" id="{0B80C729-D9C6-4D26-AF1D-F3834A28253B}"/>
              </a:ext>
            </a:extLst>
          </p:cNvPr>
          <p:cNvGraphicFramePr>
            <a:graphicFrameLocks/>
          </p:cNvGraphicFramePr>
          <p:nvPr/>
        </p:nvGraphicFramePr>
        <p:xfrm>
          <a:off x="1003300" y="2525713"/>
          <a:ext cx="1782763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89" name="公式" r:id="rId8" imgW="1952657" imgH="342900" progId="Equation.3">
                  <p:embed/>
                </p:oleObj>
              </mc:Choice>
              <mc:Fallback>
                <p:oleObj name="公式" r:id="rId8" imgW="1952657" imgH="342900" progId="Equation.3">
                  <p:embed/>
                  <p:pic>
                    <p:nvPicPr>
                      <p:cNvPr id="421895" name="Object 4">
                        <a:extLst>
                          <a:ext uri="{FF2B5EF4-FFF2-40B4-BE49-F238E27FC236}">
                            <a16:creationId xmlns:a16="http://schemas.microsoft.com/office/drawing/2014/main" id="{0B80C729-D9C6-4D26-AF1D-F3834A2825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2525713"/>
                        <a:ext cx="1782763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6" name="Text Box 8">
            <a:extLst>
              <a:ext uri="{FF2B5EF4-FFF2-40B4-BE49-F238E27FC236}">
                <a16:creationId xmlns:a16="http://schemas.microsoft.com/office/drawing/2014/main" id="{8FB8A12E-9C52-44F5-AA4F-6F62639B4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924175"/>
            <a:ext cx="28575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k </a:t>
            </a: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</a:rPr>
              <a:t>称为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主极大级数</a:t>
            </a:r>
            <a:endParaRPr lang="zh-CN" altLang="en-US" b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21897" name="Object 5">
            <a:extLst>
              <a:ext uri="{FF2B5EF4-FFF2-40B4-BE49-F238E27FC236}">
                <a16:creationId xmlns:a16="http://schemas.microsoft.com/office/drawing/2014/main" id="{90FEE136-150E-43BB-A51E-13D65D7DC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2975" y="3957638"/>
          <a:ext cx="29146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0" name="公式" r:id="rId10" imgW="1352639" imgH="361882" progId="Equation.3">
                  <p:embed/>
                </p:oleObj>
              </mc:Choice>
              <mc:Fallback>
                <p:oleObj name="公式" r:id="rId10" imgW="1352639" imgH="361882" progId="Equation.3">
                  <p:embed/>
                  <p:pic>
                    <p:nvPicPr>
                      <p:cNvPr id="421897" name="Object 5">
                        <a:extLst>
                          <a:ext uri="{FF2B5EF4-FFF2-40B4-BE49-F238E27FC236}">
                            <a16:creationId xmlns:a16="http://schemas.microsoft.com/office/drawing/2014/main" id="{90FEE136-150E-43BB-A51E-13D65D7DC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3957638"/>
                        <a:ext cx="29146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8" name="Line 10">
            <a:extLst>
              <a:ext uri="{FF2B5EF4-FFF2-40B4-BE49-F238E27FC236}">
                <a16:creationId xmlns:a16="http://schemas.microsoft.com/office/drawing/2014/main" id="{39752D72-6E3F-4CFE-8D2C-53EE45005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4100" y="4725988"/>
            <a:ext cx="1588" cy="92551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899" name="Line 11">
            <a:extLst>
              <a:ext uri="{FF2B5EF4-FFF2-40B4-BE49-F238E27FC236}">
                <a16:creationId xmlns:a16="http://schemas.microsoft.com/office/drawing/2014/main" id="{95B452D2-FE6F-4174-B32C-791907C159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86688" y="5407025"/>
            <a:ext cx="8572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00" name="Line 12">
            <a:extLst>
              <a:ext uri="{FF2B5EF4-FFF2-40B4-BE49-F238E27FC236}">
                <a16:creationId xmlns:a16="http://schemas.microsoft.com/office/drawing/2014/main" id="{36F3ECFE-8674-4A73-AA80-18E4EB95372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78375" y="4941888"/>
            <a:ext cx="788988" cy="1587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1901" name="Object 6">
            <a:extLst>
              <a:ext uri="{FF2B5EF4-FFF2-40B4-BE49-F238E27FC236}">
                <a16:creationId xmlns:a16="http://schemas.microsoft.com/office/drawing/2014/main" id="{348B57FB-2714-43A5-A4A8-C27692AD6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4365625"/>
          <a:ext cx="4683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1" name="公式" r:id="rId12" imgW="552310" imgH="476386" progId="Equation.3">
                  <p:embed/>
                </p:oleObj>
              </mc:Choice>
              <mc:Fallback>
                <p:oleObj name="公式" r:id="rId12" imgW="552310" imgH="476386" progId="Equation.3">
                  <p:embed/>
                  <p:pic>
                    <p:nvPicPr>
                      <p:cNvPr id="421901" name="Object 6">
                        <a:extLst>
                          <a:ext uri="{FF2B5EF4-FFF2-40B4-BE49-F238E27FC236}">
                            <a16:creationId xmlns:a16="http://schemas.microsoft.com/office/drawing/2014/main" id="{348B57FB-2714-43A5-A4A8-C27692AD6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4365625"/>
                        <a:ext cx="4683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902" name="Object 7">
            <a:extLst>
              <a:ext uri="{FF2B5EF4-FFF2-40B4-BE49-F238E27FC236}">
                <a16:creationId xmlns:a16="http://schemas.microsoft.com/office/drawing/2014/main" id="{AC2A0B6A-B3E7-478F-941D-7A9AAEDF1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1238" y="5229225"/>
          <a:ext cx="11969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2" name="公式" r:id="rId14" imgW="1457229" imgH="476386" progId="Equation.3">
                  <p:embed/>
                </p:oleObj>
              </mc:Choice>
              <mc:Fallback>
                <p:oleObj name="公式" r:id="rId14" imgW="1457229" imgH="476386" progId="Equation.3">
                  <p:embed/>
                  <p:pic>
                    <p:nvPicPr>
                      <p:cNvPr id="421902" name="Object 7">
                        <a:extLst>
                          <a:ext uri="{FF2B5EF4-FFF2-40B4-BE49-F238E27FC236}">
                            <a16:creationId xmlns:a16="http://schemas.microsoft.com/office/drawing/2014/main" id="{AC2A0B6A-B3E7-478F-941D-7A9AAEDF1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1238" y="5229225"/>
                        <a:ext cx="11969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903" name="Line 15">
            <a:extLst>
              <a:ext uri="{FF2B5EF4-FFF2-40B4-BE49-F238E27FC236}">
                <a16:creationId xmlns:a16="http://schemas.microsoft.com/office/drawing/2014/main" id="{6319ECAC-5017-47A5-B1C4-39EB3B27D8F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540375" y="4941888"/>
            <a:ext cx="788988" cy="1587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04" name="Line 16">
            <a:extLst>
              <a:ext uri="{FF2B5EF4-FFF2-40B4-BE49-F238E27FC236}">
                <a16:creationId xmlns:a16="http://schemas.microsoft.com/office/drawing/2014/main" id="{A2EE688E-BCE1-4A15-A5C2-11B1978A61F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91363" y="4943475"/>
            <a:ext cx="788987" cy="1588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05" name="Line 17">
            <a:extLst>
              <a:ext uri="{FF2B5EF4-FFF2-40B4-BE49-F238E27FC236}">
                <a16:creationId xmlns:a16="http://schemas.microsoft.com/office/drawing/2014/main" id="{9888F406-8D07-4C3E-8A64-450C0835A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8375" y="4779963"/>
            <a:ext cx="0" cy="9239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06" name="Line 18">
            <a:extLst>
              <a:ext uri="{FF2B5EF4-FFF2-40B4-BE49-F238E27FC236}">
                <a16:creationId xmlns:a16="http://schemas.microsoft.com/office/drawing/2014/main" id="{AA6D0A06-56E0-4FF0-955E-E4DAD2C56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675" y="5400675"/>
            <a:ext cx="9588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07" name="Line 19">
            <a:extLst>
              <a:ext uri="{FF2B5EF4-FFF2-40B4-BE49-F238E27FC236}">
                <a16:creationId xmlns:a16="http://schemas.microsoft.com/office/drawing/2014/main" id="{077ECB16-5A54-439F-BB7D-0489F4538CE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83525" y="4941888"/>
            <a:ext cx="788988" cy="1587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1908" name="Object 8">
            <a:extLst>
              <a:ext uri="{FF2B5EF4-FFF2-40B4-BE49-F238E27FC236}">
                <a16:creationId xmlns:a16="http://schemas.microsoft.com/office/drawing/2014/main" id="{A49A647D-1AB3-41E4-B7E0-E818588F6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0475" y="5357813"/>
          <a:ext cx="1454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3" name="公式" r:id="rId16" imgW="657206" imgH="228702" progId="Equation.3">
                  <p:embed/>
                </p:oleObj>
              </mc:Choice>
              <mc:Fallback>
                <p:oleObj name="公式" r:id="rId16" imgW="657206" imgH="228702" progId="Equation.3">
                  <p:embed/>
                  <p:pic>
                    <p:nvPicPr>
                      <p:cNvPr id="421908" name="Object 8">
                        <a:extLst>
                          <a:ext uri="{FF2B5EF4-FFF2-40B4-BE49-F238E27FC236}">
                            <a16:creationId xmlns:a16="http://schemas.microsoft.com/office/drawing/2014/main" id="{A49A647D-1AB3-41E4-B7E0-E818588F6B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357813"/>
                        <a:ext cx="14541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909" name="Text Box 21">
            <a:extLst>
              <a:ext uri="{FF2B5EF4-FFF2-40B4-BE49-F238E27FC236}">
                <a16:creationId xmlns:a16="http://schemas.microsoft.com/office/drawing/2014/main" id="{2EDE4FA3-2FCF-45DA-AD84-22355CBE2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3476625"/>
            <a:ext cx="62277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相邻两缝在</a:t>
            </a:r>
            <a:r>
              <a:rPr lang="zh-CN" altLang="en-US">
                <a:solidFill>
                  <a:srgbClr val="FF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点</a:t>
            </a:r>
            <a:r>
              <a:rPr lang="zh-CN" altLang="en-US">
                <a:solidFill>
                  <a:srgbClr val="FFFFFF"/>
                </a:solidFill>
              </a:rPr>
              <a:t>引起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的光振动相位差</a:t>
            </a:r>
          </a:p>
        </p:txBody>
      </p:sp>
      <p:sp>
        <p:nvSpPr>
          <p:cNvPr id="421910" name="Text Box 22">
            <a:extLst>
              <a:ext uri="{FF2B5EF4-FFF2-40B4-BE49-F238E27FC236}">
                <a16:creationId xmlns:a16="http://schemas.microsoft.com/office/drawing/2014/main" id="{FA36BEC3-A73E-4D57-B15C-29FED81C2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797425"/>
            <a:ext cx="25003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rgbClr val="FFFF00"/>
                </a:solidFill>
              </a:rPr>
              <a:t>主极大强度</a:t>
            </a:r>
          </a:p>
        </p:txBody>
      </p:sp>
      <p:sp>
        <p:nvSpPr>
          <p:cNvPr id="421911" name="Text Box 23">
            <a:extLst>
              <a:ext uri="{FF2B5EF4-FFF2-40B4-BE49-F238E27FC236}">
                <a16:creationId xmlns:a16="http://schemas.microsoft.com/office/drawing/2014/main" id="{16EDB7C4-C976-4497-87CD-7403569F3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6003925"/>
            <a:ext cx="72675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</a:rPr>
              <a:t>为主极大条件下单缝在 </a:t>
            </a:r>
            <a:r>
              <a:rPr lang="en-US" altLang="zh-CN" i="1">
                <a:solidFill>
                  <a:srgbClr val="66FFFF"/>
                </a:solidFill>
              </a:rPr>
              <a:t>P </a:t>
            </a:r>
            <a:r>
              <a:rPr lang="zh-CN" altLang="en-US">
                <a:solidFill>
                  <a:srgbClr val="FFFFFF"/>
                </a:solidFill>
              </a:rPr>
              <a:t>点引起光振动矢量的振幅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7328F95A-93B5-4F7D-AFE5-D654CE03F504}"/>
              </a:ext>
            </a:extLst>
          </p:cNvPr>
          <p:cNvGrpSpPr>
            <a:grpSpLocks/>
          </p:cNvGrpSpPr>
          <p:nvPr/>
        </p:nvGrpSpPr>
        <p:grpSpPr bwMode="auto">
          <a:xfrm>
            <a:off x="4413250" y="1306513"/>
            <a:ext cx="874713" cy="1176337"/>
            <a:chOff x="1558" y="1584"/>
            <a:chExt cx="739" cy="1196"/>
          </a:xfrm>
        </p:grpSpPr>
        <p:sp>
          <p:nvSpPr>
            <p:cNvPr id="20548" name="Line 25">
              <a:extLst>
                <a:ext uri="{FF2B5EF4-FFF2-40B4-BE49-F238E27FC236}">
                  <a16:creationId xmlns:a16="http://schemas.microsoft.com/office/drawing/2014/main" id="{0AC82389-0730-4A6D-BDB6-0889E7DAD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1584"/>
              <a:ext cx="672" cy="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9" name="Line 26">
              <a:extLst>
                <a:ext uri="{FF2B5EF4-FFF2-40B4-BE49-F238E27FC236}">
                  <a16:creationId xmlns:a16="http://schemas.microsoft.com/office/drawing/2014/main" id="{659ED062-C2A2-4889-8E0C-0A9478747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1" y="1872"/>
              <a:ext cx="720" cy="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Line 27">
              <a:extLst>
                <a:ext uri="{FF2B5EF4-FFF2-40B4-BE49-F238E27FC236}">
                  <a16:creationId xmlns:a16="http://schemas.microsoft.com/office/drawing/2014/main" id="{E807B085-4CF4-4C2E-9C1F-AAEAC2256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2175"/>
              <a:ext cx="720" cy="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1" name="Line 28">
              <a:extLst>
                <a:ext uri="{FF2B5EF4-FFF2-40B4-BE49-F238E27FC236}">
                  <a16:creationId xmlns:a16="http://schemas.microsoft.com/office/drawing/2014/main" id="{0572E9D4-624C-40FA-BCE5-D377CBCA9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496"/>
              <a:ext cx="720" cy="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2" name="Line 29">
              <a:extLst>
                <a:ext uri="{FF2B5EF4-FFF2-40B4-BE49-F238E27FC236}">
                  <a16:creationId xmlns:a16="http://schemas.microsoft.com/office/drawing/2014/main" id="{30F97DEE-A642-4F20-8A70-6AE4EA0E2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2780"/>
              <a:ext cx="720" cy="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0">
            <a:extLst>
              <a:ext uri="{FF2B5EF4-FFF2-40B4-BE49-F238E27FC236}">
                <a16:creationId xmlns:a16="http://schemas.microsoft.com/office/drawing/2014/main" id="{10462070-6C92-4128-BAB1-8E20FA890336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009650"/>
            <a:ext cx="3049588" cy="1438275"/>
            <a:chOff x="3280" y="709"/>
            <a:chExt cx="1921" cy="906"/>
          </a:xfrm>
        </p:grpSpPr>
        <p:sp>
          <p:nvSpPr>
            <p:cNvPr id="20538" name="Line 31">
              <a:extLst>
                <a:ext uri="{FF2B5EF4-FFF2-40B4-BE49-F238E27FC236}">
                  <a16:creationId xmlns:a16="http://schemas.microsoft.com/office/drawing/2014/main" id="{A5DEDF59-B8C5-48AB-BAEB-3CEADF87B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6" y="1265"/>
              <a:ext cx="1897" cy="0"/>
            </a:xfrm>
            <a:prstGeom prst="line">
              <a:avLst/>
            </a:prstGeom>
            <a:noFill/>
            <a:ln w="12700" cap="rnd">
              <a:solidFill>
                <a:srgbClr val="FFCC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Line 32">
              <a:extLst>
                <a:ext uri="{FF2B5EF4-FFF2-40B4-BE49-F238E27FC236}">
                  <a16:creationId xmlns:a16="http://schemas.microsoft.com/office/drawing/2014/main" id="{1F482B78-F6DA-4A1A-A02B-B04DC1CD61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5" y="709"/>
              <a:ext cx="1888" cy="74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Line 33">
              <a:extLst>
                <a:ext uri="{FF2B5EF4-FFF2-40B4-BE49-F238E27FC236}">
                  <a16:creationId xmlns:a16="http://schemas.microsoft.com/office/drawing/2014/main" id="{CCD2524A-42EC-462F-94CC-30DFE4C25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5" y="1055"/>
              <a:ext cx="501" cy="197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Line 34">
              <a:extLst>
                <a:ext uri="{FF2B5EF4-FFF2-40B4-BE49-F238E27FC236}">
                  <a16:creationId xmlns:a16="http://schemas.microsoft.com/office/drawing/2014/main" id="{CCA69A50-6F7E-436C-B7F6-D99E6261F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6" y="871"/>
              <a:ext cx="501" cy="197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Line 35">
              <a:extLst>
                <a:ext uri="{FF2B5EF4-FFF2-40B4-BE49-F238E27FC236}">
                  <a16:creationId xmlns:a16="http://schemas.microsoft.com/office/drawing/2014/main" id="{3CAAA079-E808-4CB3-990C-B85AE46FD5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0" y="709"/>
              <a:ext cx="501" cy="197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3" name="Line 36">
              <a:extLst>
                <a:ext uri="{FF2B5EF4-FFF2-40B4-BE49-F238E27FC236}">
                  <a16:creationId xmlns:a16="http://schemas.microsoft.com/office/drawing/2014/main" id="{C64EE586-509C-4368-BB90-A6D0FD8C2D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8" y="1418"/>
              <a:ext cx="501" cy="197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4" name="Line 37">
              <a:extLst>
                <a:ext uri="{FF2B5EF4-FFF2-40B4-BE49-F238E27FC236}">
                  <a16:creationId xmlns:a16="http://schemas.microsoft.com/office/drawing/2014/main" id="{84012719-42F4-4AB4-8FDB-96581F2EA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" y="718"/>
              <a:ext cx="1431" cy="0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5" name="Line 38">
              <a:extLst>
                <a:ext uri="{FF2B5EF4-FFF2-40B4-BE49-F238E27FC236}">
                  <a16:creationId xmlns:a16="http://schemas.microsoft.com/office/drawing/2014/main" id="{8B557ECF-2A93-412C-BA07-51B5ADB4BE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0" y="711"/>
              <a:ext cx="1431" cy="169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6" name="Line 39">
              <a:extLst>
                <a:ext uri="{FF2B5EF4-FFF2-40B4-BE49-F238E27FC236}">
                  <a16:creationId xmlns:a16="http://schemas.microsoft.com/office/drawing/2014/main" id="{BF2A94F4-8EA3-41C5-9464-F0292EB816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6" y="709"/>
              <a:ext cx="1387" cy="346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7" name="Line 40">
              <a:extLst>
                <a:ext uri="{FF2B5EF4-FFF2-40B4-BE49-F238E27FC236}">
                  <a16:creationId xmlns:a16="http://schemas.microsoft.com/office/drawing/2014/main" id="{811F943C-23B1-40F2-8224-34C4B8889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0" y="709"/>
              <a:ext cx="1423" cy="712"/>
            </a:xfrm>
            <a:prstGeom prst="line">
              <a:avLst/>
            </a:prstGeom>
            <a:noFill/>
            <a:ln w="127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21929" name="Object 9">
            <a:extLst>
              <a:ext uri="{FF2B5EF4-FFF2-40B4-BE49-F238E27FC236}">
                <a16:creationId xmlns:a16="http://schemas.microsoft.com/office/drawing/2014/main" id="{78000CD3-A764-4CE5-9066-7ADD588BFD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4075" y="917575"/>
          <a:ext cx="274638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4" name="公式" r:id="rId18" imgW="247714" imgH="266666" progId="Equation.3">
                  <p:embed/>
                </p:oleObj>
              </mc:Choice>
              <mc:Fallback>
                <p:oleObj name="公式" r:id="rId18" imgW="247714" imgH="266666" progId="Equation.3">
                  <p:embed/>
                  <p:pic>
                    <p:nvPicPr>
                      <p:cNvPr id="421929" name="Object 9">
                        <a:extLst>
                          <a:ext uri="{FF2B5EF4-FFF2-40B4-BE49-F238E27FC236}">
                            <a16:creationId xmlns:a16="http://schemas.microsoft.com/office/drawing/2014/main" id="{78000CD3-A764-4CE5-9066-7ADD588BFD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4075" y="917575"/>
                        <a:ext cx="274638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930" name="Line 42">
            <a:extLst>
              <a:ext uri="{FF2B5EF4-FFF2-40B4-BE49-F238E27FC236}">
                <a16:creationId xmlns:a16="http://schemas.microsoft.com/office/drawing/2014/main" id="{A2336FC7-AA67-4391-9FC4-37058F9EB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4550" y="2200275"/>
            <a:ext cx="0" cy="2682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1931" name="Object 10">
            <a:extLst>
              <a:ext uri="{FF2B5EF4-FFF2-40B4-BE49-F238E27FC236}">
                <a16:creationId xmlns:a16="http://schemas.microsoft.com/office/drawing/2014/main" id="{AE221D70-C57F-49E6-AC76-4DDB53BEBF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75" y="2176463"/>
          <a:ext cx="10652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5" name="公式" r:id="rId20" imgW="552310" imgH="152468" progId="Equation.3">
                  <p:embed/>
                </p:oleObj>
              </mc:Choice>
              <mc:Fallback>
                <p:oleObj name="公式" r:id="rId20" imgW="552310" imgH="152468" progId="Equation.3">
                  <p:embed/>
                  <p:pic>
                    <p:nvPicPr>
                      <p:cNvPr id="421931" name="Object 10">
                        <a:extLst>
                          <a:ext uri="{FF2B5EF4-FFF2-40B4-BE49-F238E27FC236}">
                            <a16:creationId xmlns:a16="http://schemas.microsoft.com/office/drawing/2014/main" id="{AE221D70-C57F-49E6-AC76-4DDB53BEBF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176463"/>
                        <a:ext cx="1065213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4">
            <a:extLst>
              <a:ext uri="{FF2B5EF4-FFF2-40B4-BE49-F238E27FC236}">
                <a16:creationId xmlns:a16="http://schemas.microsoft.com/office/drawing/2014/main" id="{E0003AD1-59C0-42C9-B21E-86818A37B479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1689100"/>
            <a:ext cx="325437" cy="246063"/>
            <a:chOff x="2496" y="1979"/>
            <a:chExt cx="274" cy="266"/>
          </a:xfrm>
        </p:grpSpPr>
        <p:sp>
          <p:nvSpPr>
            <p:cNvPr id="20536" name="Freeform 45">
              <a:extLst>
                <a:ext uri="{FF2B5EF4-FFF2-40B4-BE49-F238E27FC236}">
                  <a16:creationId xmlns:a16="http://schemas.microsoft.com/office/drawing/2014/main" id="{23FB1461-5FA1-47EB-A965-4E027B6E1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2064"/>
              <a:ext cx="66" cy="124"/>
            </a:xfrm>
            <a:custGeom>
              <a:avLst/>
              <a:gdLst>
                <a:gd name="T0" fmla="*/ 0 w 66"/>
                <a:gd name="T1" fmla="*/ 0 h 124"/>
                <a:gd name="T2" fmla="*/ 45 w 66"/>
                <a:gd name="T3" fmla="*/ 124 h 124"/>
                <a:gd name="T4" fmla="*/ 0 60000 65536"/>
                <a:gd name="T5" fmla="*/ 0 60000 65536"/>
                <a:gd name="T6" fmla="*/ 0 w 66"/>
                <a:gd name="T7" fmla="*/ 0 h 124"/>
                <a:gd name="T8" fmla="*/ 66 w 66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" h="124">
                  <a:moveTo>
                    <a:pt x="0" y="0"/>
                  </a:moveTo>
                  <a:cubicBezTo>
                    <a:pt x="66" y="21"/>
                    <a:pt x="45" y="56"/>
                    <a:pt x="45" y="124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37" name="Object 16">
              <a:extLst>
                <a:ext uri="{FF2B5EF4-FFF2-40B4-BE49-F238E27FC236}">
                  <a16:creationId xmlns:a16="http://schemas.microsoft.com/office/drawing/2014/main" id="{B629BBE3-CE0C-45C9-96D9-9238E9EEA3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5" y="1979"/>
            <a:ext cx="21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96" name="Equation" r:id="rId22" imgW="171565" imgH="209414" progId="Equation.3">
                    <p:embed/>
                  </p:oleObj>
                </mc:Choice>
                <mc:Fallback>
                  <p:oleObj name="Equation" r:id="rId22" imgW="171565" imgH="209414" progId="Equation.3">
                    <p:embed/>
                    <p:pic>
                      <p:nvPicPr>
                        <p:cNvPr id="20537" name="Object 16">
                          <a:extLst>
                            <a:ext uri="{FF2B5EF4-FFF2-40B4-BE49-F238E27FC236}">
                              <a16:creationId xmlns:a16="http://schemas.microsoft.com/office/drawing/2014/main" id="{B629BBE3-CE0C-45C9-96D9-9238E9EEA3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" y="1979"/>
                          <a:ext cx="21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935" name="Line 47">
            <a:extLst>
              <a:ext uri="{FF2B5EF4-FFF2-40B4-BE49-F238E27FC236}">
                <a16:creationId xmlns:a16="http://schemas.microsoft.com/office/drawing/2014/main" id="{7C231BC9-003B-4696-9DC2-29C3564A2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375" y="2143125"/>
            <a:ext cx="288925" cy="763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36" name="Line 48">
            <a:extLst>
              <a:ext uri="{FF2B5EF4-FFF2-40B4-BE49-F238E27FC236}">
                <a16:creationId xmlns:a16="http://schemas.microsoft.com/office/drawing/2014/main" id="{8F4ABABF-47CB-4668-92D4-3189C8936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3200" y="2435225"/>
            <a:ext cx="217488" cy="5651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37" name="Line 49">
            <a:extLst>
              <a:ext uri="{FF2B5EF4-FFF2-40B4-BE49-F238E27FC236}">
                <a16:creationId xmlns:a16="http://schemas.microsoft.com/office/drawing/2014/main" id="{62D4CE21-3D40-41C0-B6DB-04942CF8F2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8788" y="2643188"/>
            <a:ext cx="247650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38" name="Rectangle 50">
            <a:extLst>
              <a:ext uri="{FF2B5EF4-FFF2-40B4-BE49-F238E27FC236}">
                <a16:creationId xmlns:a16="http://schemas.microsoft.com/office/drawing/2014/main" id="{617F2990-06FB-400B-A824-52D0E94C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788" y="420688"/>
            <a:ext cx="77787" cy="2822575"/>
          </a:xfrm>
          <a:prstGeom prst="rect">
            <a:avLst/>
          </a:prstGeom>
          <a:solidFill>
            <a:srgbClr val="B2B2B2"/>
          </a:solidFill>
          <a:ln w="2857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21939" name="Object 11">
            <a:extLst>
              <a:ext uri="{FF2B5EF4-FFF2-40B4-BE49-F238E27FC236}">
                <a16:creationId xmlns:a16="http://schemas.microsoft.com/office/drawing/2014/main" id="{9E9D2EFF-D727-4F1E-BD36-FF781D17D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1225" y="558800"/>
          <a:ext cx="2381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7" name="Equation" r:id="rId24" imgW="161778" imgH="199923" progId="Equation.3">
                  <p:embed/>
                </p:oleObj>
              </mc:Choice>
              <mc:Fallback>
                <p:oleObj name="Equation" r:id="rId24" imgW="161778" imgH="199923" progId="Equation.3">
                  <p:embed/>
                  <p:pic>
                    <p:nvPicPr>
                      <p:cNvPr id="421939" name="Object 11">
                        <a:extLst>
                          <a:ext uri="{FF2B5EF4-FFF2-40B4-BE49-F238E27FC236}">
                            <a16:creationId xmlns:a16="http://schemas.microsoft.com/office/drawing/2014/main" id="{9E9D2EFF-D727-4F1E-BD36-FF781D17D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558800"/>
                        <a:ext cx="23812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940" name="Line 52">
            <a:extLst>
              <a:ext uri="{FF2B5EF4-FFF2-40B4-BE49-F238E27FC236}">
                <a16:creationId xmlns:a16="http://schemas.microsoft.com/office/drawing/2014/main" id="{7A60444B-B15E-451F-883A-7CAC9D481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838" y="2952750"/>
            <a:ext cx="0" cy="266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1941" name="Line 53">
            <a:extLst>
              <a:ext uri="{FF2B5EF4-FFF2-40B4-BE49-F238E27FC236}">
                <a16:creationId xmlns:a16="http://schemas.microsoft.com/office/drawing/2014/main" id="{3379B911-9994-4899-9526-26FDCC35A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3071813"/>
            <a:ext cx="2214562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1942" name="Object 12">
            <a:extLst>
              <a:ext uri="{FF2B5EF4-FFF2-40B4-BE49-F238E27FC236}">
                <a16:creationId xmlns:a16="http://schemas.microsoft.com/office/drawing/2014/main" id="{5E63D8CE-B638-4119-883F-84E66F712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7538" y="2720975"/>
          <a:ext cx="271462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8" name="Equation" r:id="rId26" imgW="190525" imgH="276157" progId="Equation.3">
                  <p:embed/>
                </p:oleObj>
              </mc:Choice>
              <mc:Fallback>
                <p:oleObj name="Equation" r:id="rId26" imgW="190525" imgH="276157" progId="Equation.3">
                  <p:embed/>
                  <p:pic>
                    <p:nvPicPr>
                      <p:cNvPr id="421942" name="Object 12">
                        <a:extLst>
                          <a:ext uri="{FF2B5EF4-FFF2-40B4-BE49-F238E27FC236}">
                            <a16:creationId xmlns:a16="http://schemas.microsoft.com/office/drawing/2014/main" id="{5E63D8CE-B638-4119-883F-84E66F712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2720975"/>
                        <a:ext cx="271462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943" name="Object 13">
            <a:extLst>
              <a:ext uri="{FF2B5EF4-FFF2-40B4-BE49-F238E27FC236}">
                <a16:creationId xmlns:a16="http://schemas.microsoft.com/office/drawing/2014/main" id="{DA3B7630-D153-4ADC-A78E-1D7D329BC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10575" y="1736725"/>
          <a:ext cx="3333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9" name="公式" r:id="rId28" imgW="190525" imgH="199923" progId="Equation.3">
                  <p:embed/>
                </p:oleObj>
              </mc:Choice>
              <mc:Fallback>
                <p:oleObj name="公式" r:id="rId28" imgW="190525" imgH="199923" progId="Equation.3">
                  <p:embed/>
                  <p:pic>
                    <p:nvPicPr>
                      <p:cNvPr id="421943" name="Object 13">
                        <a:extLst>
                          <a:ext uri="{FF2B5EF4-FFF2-40B4-BE49-F238E27FC236}">
                            <a16:creationId xmlns:a16="http://schemas.microsoft.com/office/drawing/2014/main" id="{DA3B7630-D153-4ADC-A78E-1D7D329BCE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0575" y="1736725"/>
                        <a:ext cx="33337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6">
            <a:extLst>
              <a:ext uri="{FF2B5EF4-FFF2-40B4-BE49-F238E27FC236}">
                <a16:creationId xmlns:a16="http://schemas.microsoft.com/office/drawing/2014/main" id="{EB61BEA4-861C-4463-8985-5DA60367040E}"/>
              </a:ext>
            </a:extLst>
          </p:cNvPr>
          <p:cNvGrpSpPr>
            <a:grpSpLocks/>
          </p:cNvGrpSpPr>
          <p:nvPr/>
        </p:nvGrpSpPr>
        <p:grpSpPr bwMode="auto">
          <a:xfrm>
            <a:off x="6396038" y="1692275"/>
            <a:ext cx="325437" cy="247650"/>
            <a:chOff x="2496" y="1979"/>
            <a:chExt cx="274" cy="266"/>
          </a:xfrm>
        </p:grpSpPr>
        <p:sp>
          <p:nvSpPr>
            <p:cNvPr id="20534" name="Freeform 57">
              <a:extLst>
                <a:ext uri="{FF2B5EF4-FFF2-40B4-BE49-F238E27FC236}">
                  <a16:creationId xmlns:a16="http://schemas.microsoft.com/office/drawing/2014/main" id="{4E56C2C6-0EDE-41DD-B329-5C21C5F03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2064"/>
              <a:ext cx="66" cy="124"/>
            </a:xfrm>
            <a:custGeom>
              <a:avLst/>
              <a:gdLst>
                <a:gd name="T0" fmla="*/ 0 w 66"/>
                <a:gd name="T1" fmla="*/ 0 h 124"/>
                <a:gd name="T2" fmla="*/ 45 w 66"/>
                <a:gd name="T3" fmla="*/ 124 h 124"/>
                <a:gd name="T4" fmla="*/ 0 60000 65536"/>
                <a:gd name="T5" fmla="*/ 0 60000 65536"/>
                <a:gd name="T6" fmla="*/ 0 w 66"/>
                <a:gd name="T7" fmla="*/ 0 h 124"/>
                <a:gd name="T8" fmla="*/ 66 w 66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" h="124">
                  <a:moveTo>
                    <a:pt x="0" y="0"/>
                  </a:moveTo>
                  <a:cubicBezTo>
                    <a:pt x="66" y="21"/>
                    <a:pt x="45" y="56"/>
                    <a:pt x="45" y="124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35" name="Object 15">
              <a:extLst>
                <a:ext uri="{FF2B5EF4-FFF2-40B4-BE49-F238E27FC236}">
                  <a16:creationId xmlns:a16="http://schemas.microsoft.com/office/drawing/2014/main" id="{BC824C95-CBCF-46FA-B842-FAA8D0595B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5" y="1979"/>
            <a:ext cx="21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400" name="Equation" r:id="rId30" imgW="171565" imgH="209414" progId="Equation.3">
                    <p:embed/>
                  </p:oleObj>
                </mc:Choice>
                <mc:Fallback>
                  <p:oleObj name="Equation" r:id="rId30" imgW="171565" imgH="209414" progId="Equation.3">
                    <p:embed/>
                    <p:pic>
                      <p:nvPicPr>
                        <p:cNvPr id="20535" name="Object 15">
                          <a:extLst>
                            <a:ext uri="{FF2B5EF4-FFF2-40B4-BE49-F238E27FC236}">
                              <a16:creationId xmlns:a16="http://schemas.microsoft.com/office/drawing/2014/main" id="{BC824C95-CBCF-46FA-B842-FAA8D0595B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" y="1979"/>
                          <a:ext cx="21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947" name="Line 59">
            <a:extLst>
              <a:ext uri="{FF2B5EF4-FFF2-40B4-BE49-F238E27FC236}">
                <a16:creationId xmlns:a16="http://schemas.microsoft.com/office/drawing/2014/main" id="{1DD2E4D3-6D12-4AD4-8E0F-122932E78D6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299200" y="4941888"/>
            <a:ext cx="788988" cy="1587"/>
          </a:xfrm>
          <a:prstGeom prst="line">
            <a:avLst/>
          </a:prstGeom>
          <a:noFill/>
          <a:ln w="28575">
            <a:solidFill>
              <a:srgbClr val="FF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1948" name="Object 14">
            <a:extLst>
              <a:ext uri="{FF2B5EF4-FFF2-40B4-BE49-F238E27FC236}">
                <a16:creationId xmlns:a16="http://schemas.microsoft.com/office/drawing/2014/main" id="{C00360B8-8EA4-451F-B026-0CEAD8661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6067425"/>
          <a:ext cx="4635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01" name="公式" r:id="rId32" imgW="552310" imgH="438116" progId="Equation.3">
                  <p:embed/>
                </p:oleObj>
              </mc:Choice>
              <mc:Fallback>
                <p:oleObj name="公式" r:id="rId32" imgW="552310" imgH="438116" progId="Equation.3">
                  <p:embed/>
                  <p:pic>
                    <p:nvPicPr>
                      <p:cNvPr id="421948" name="Object 14">
                        <a:extLst>
                          <a:ext uri="{FF2B5EF4-FFF2-40B4-BE49-F238E27FC236}">
                            <a16:creationId xmlns:a16="http://schemas.microsoft.com/office/drawing/2014/main" id="{C00360B8-8EA4-451F-B026-0CEAD86615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6067425"/>
                        <a:ext cx="4635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1">
            <a:extLst>
              <a:ext uri="{FF2B5EF4-FFF2-40B4-BE49-F238E27FC236}">
                <a16:creationId xmlns:a16="http://schemas.microsoft.com/office/drawing/2014/main" id="{4B43A579-0CC3-4110-B4F4-9DF71C184BE7}"/>
              </a:ext>
            </a:extLst>
          </p:cNvPr>
          <p:cNvGrpSpPr>
            <a:grpSpLocks/>
          </p:cNvGrpSpPr>
          <p:nvPr/>
        </p:nvGrpSpPr>
        <p:grpSpPr bwMode="auto">
          <a:xfrm>
            <a:off x="5961063" y="690563"/>
            <a:ext cx="215900" cy="2376487"/>
            <a:chOff x="3969" y="2432"/>
            <a:chExt cx="84" cy="1271"/>
          </a:xfrm>
        </p:grpSpPr>
        <p:sp>
          <p:nvSpPr>
            <p:cNvPr id="20532" name="Freeform 62">
              <a:extLst>
                <a:ext uri="{FF2B5EF4-FFF2-40B4-BE49-F238E27FC236}">
                  <a16:creationId xmlns:a16="http://schemas.microsoft.com/office/drawing/2014/main" id="{2B3BBC61-D2D1-4ED1-B66D-DF48609E2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432"/>
              <a:ext cx="53" cy="1271"/>
            </a:xfrm>
            <a:custGeom>
              <a:avLst/>
              <a:gdLst>
                <a:gd name="T0" fmla="*/ 8 w 53"/>
                <a:gd name="T1" fmla="*/ 91 h 1271"/>
                <a:gd name="T2" fmla="*/ 53 w 53"/>
                <a:gd name="T3" fmla="*/ 635 h 1271"/>
                <a:gd name="T4" fmla="*/ 8 w 53"/>
                <a:gd name="T5" fmla="*/ 1180 h 1271"/>
                <a:gd name="T6" fmla="*/ 8 w 53"/>
                <a:gd name="T7" fmla="*/ 91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271"/>
                <a:gd name="T14" fmla="*/ 53 w 53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271">
                  <a:moveTo>
                    <a:pt x="8" y="91"/>
                  </a:moveTo>
                  <a:cubicBezTo>
                    <a:pt x="16" y="0"/>
                    <a:pt x="53" y="454"/>
                    <a:pt x="53" y="635"/>
                  </a:cubicBezTo>
                  <a:cubicBezTo>
                    <a:pt x="53" y="816"/>
                    <a:pt x="16" y="1271"/>
                    <a:pt x="8" y="1180"/>
                  </a:cubicBezTo>
                  <a:cubicBezTo>
                    <a:pt x="0" y="1089"/>
                    <a:pt x="0" y="182"/>
                    <a:pt x="8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3" name="Freeform 63">
              <a:extLst>
                <a:ext uri="{FF2B5EF4-FFF2-40B4-BE49-F238E27FC236}">
                  <a16:creationId xmlns:a16="http://schemas.microsoft.com/office/drawing/2014/main" id="{92C1A074-8C23-4CE3-A869-AA76BD2BCC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69" y="2432"/>
              <a:ext cx="53" cy="1271"/>
            </a:xfrm>
            <a:custGeom>
              <a:avLst/>
              <a:gdLst>
                <a:gd name="T0" fmla="*/ 8 w 53"/>
                <a:gd name="T1" fmla="*/ 91 h 1271"/>
                <a:gd name="T2" fmla="*/ 53 w 53"/>
                <a:gd name="T3" fmla="*/ 635 h 1271"/>
                <a:gd name="T4" fmla="*/ 8 w 53"/>
                <a:gd name="T5" fmla="*/ 1180 h 1271"/>
                <a:gd name="T6" fmla="*/ 8 w 53"/>
                <a:gd name="T7" fmla="*/ 91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271"/>
                <a:gd name="T14" fmla="*/ 53 w 53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271">
                  <a:moveTo>
                    <a:pt x="8" y="91"/>
                  </a:moveTo>
                  <a:cubicBezTo>
                    <a:pt x="16" y="0"/>
                    <a:pt x="53" y="454"/>
                    <a:pt x="53" y="635"/>
                  </a:cubicBezTo>
                  <a:cubicBezTo>
                    <a:pt x="53" y="816"/>
                    <a:pt x="16" y="1271"/>
                    <a:pt x="8" y="1180"/>
                  </a:cubicBezTo>
                  <a:cubicBezTo>
                    <a:pt x="0" y="1089"/>
                    <a:pt x="0" y="182"/>
                    <a:pt x="8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21952" name="Line 64">
            <a:extLst>
              <a:ext uri="{FF2B5EF4-FFF2-40B4-BE49-F238E27FC236}">
                <a16:creationId xmlns:a16="http://schemas.microsoft.com/office/drawing/2014/main" id="{E29E94DF-D988-40E9-BA02-60298CC1A9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4938" y="2857500"/>
            <a:ext cx="214312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65">
            <a:extLst>
              <a:ext uri="{FF2B5EF4-FFF2-40B4-BE49-F238E27FC236}">
                <a16:creationId xmlns:a16="http://schemas.microsoft.com/office/drawing/2014/main" id="{02C157CF-D5A4-44B7-97B7-6297DF87FA3A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892175"/>
            <a:ext cx="57150" cy="1992313"/>
            <a:chOff x="2880" y="1089"/>
            <a:chExt cx="36" cy="1255"/>
          </a:xfrm>
        </p:grpSpPr>
        <p:sp>
          <p:nvSpPr>
            <p:cNvPr id="20526" name="Rectangle 66">
              <a:extLst>
                <a:ext uri="{FF2B5EF4-FFF2-40B4-BE49-F238E27FC236}">
                  <a16:creationId xmlns:a16="http://schemas.microsoft.com/office/drawing/2014/main" id="{B25982A0-0CF2-4D16-A0FE-4ADB03EE8A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80" y="1089"/>
              <a:ext cx="35" cy="231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527" name="Rectangle 67">
              <a:extLst>
                <a:ext uri="{FF2B5EF4-FFF2-40B4-BE49-F238E27FC236}">
                  <a16:creationId xmlns:a16="http://schemas.microsoft.com/office/drawing/2014/main" id="{0D9FBCC1-BD32-43E5-B29B-55B490112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389"/>
              <a:ext cx="36" cy="113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528" name="Rectangle 68">
              <a:extLst>
                <a:ext uri="{FF2B5EF4-FFF2-40B4-BE49-F238E27FC236}">
                  <a16:creationId xmlns:a16="http://schemas.microsoft.com/office/drawing/2014/main" id="{CFA62D9A-E452-416D-99D2-A179FF93F36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81" y="2113"/>
              <a:ext cx="35" cy="231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529" name="Rectangle 69">
              <a:extLst>
                <a:ext uri="{FF2B5EF4-FFF2-40B4-BE49-F238E27FC236}">
                  <a16:creationId xmlns:a16="http://schemas.microsoft.com/office/drawing/2014/main" id="{66DC91C7-53DC-4638-BFF8-D8D9CE835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70"/>
              <a:ext cx="36" cy="113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530" name="Rectangle 70">
              <a:extLst>
                <a:ext uri="{FF2B5EF4-FFF2-40B4-BE49-F238E27FC236}">
                  <a16:creationId xmlns:a16="http://schemas.microsoft.com/office/drawing/2014/main" id="{98AA91A7-9118-44A0-A2F1-FB9168639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752"/>
              <a:ext cx="36" cy="113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531" name="Rectangle 71">
              <a:extLst>
                <a:ext uri="{FF2B5EF4-FFF2-40B4-BE49-F238E27FC236}">
                  <a16:creationId xmlns:a16="http://schemas.microsoft.com/office/drawing/2014/main" id="{9F653A3A-2FE4-4861-BDDC-2CBE95332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933"/>
              <a:ext cx="36" cy="113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0525" name="灯片编号占位符 1">
            <a:extLst>
              <a:ext uri="{FF2B5EF4-FFF2-40B4-BE49-F238E27FC236}">
                <a16:creationId xmlns:a16="http://schemas.microsoft.com/office/drawing/2014/main" id="{EEAF3CE7-DF43-4852-9A6C-A568E30B4EF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E48B9A-676B-4DFD-988C-DEBFE27AD780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2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2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2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2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2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2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2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2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2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21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2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1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2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2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2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2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2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2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42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2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2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build="p" autoUpdateAnimBg="0"/>
      <p:bldP spid="421892" grpId="0" build="p" autoUpdateAnimBg="0"/>
      <p:bldP spid="421894" grpId="0" build="p" autoUpdateAnimBg="0"/>
      <p:bldP spid="421896" grpId="0" build="p" autoUpdateAnimBg="0"/>
      <p:bldP spid="421909" grpId="0" build="p" autoUpdateAnimBg="0"/>
      <p:bldP spid="421910" grpId="0" build="p" autoUpdateAnimBg="0"/>
      <p:bldP spid="421911" grpId="0" build="p" autoUpdateAnimBg="0"/>
      <p:bldP spid="4219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5882724-DAAF-4544-AD16-1B852E2ACD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44" y="3110017"/>
            <a:ext cx="7704138" cy="2328311"/>
          </a:xfrm>
          <a:prstGeom prst="rect">
            <a:avLst/>
          </a:prstGeom>
        </p:spPr>
      </p:pic>
      <p:pic>
        <p:nvPicPr>
          <p:cNvPr id="423938" name="Picture 2" descr="f2">
            <a:extLst>
              <a:ext uri="{FF2B5EF4-FFF2-40B4-BE49-F238E27FC236}">
                <a16:creationId xmlns:a16="http://schemas.microsoft.com/office/drawing/2014/main" id="{FB072844-15BB-49F8-A373-CD86F16F6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326698"/>
              </a:clrFrom>
              <a:clrTo>
                <a:srgbClr val="3266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284538"/>
            <a:ext cx="7704137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23939" name="Object 2">
            <a:extLst>
              <a:ext uri="{FF2B5EF4-FFF2-40B4-BE49-F238E27FC236}">
                <a16:creationId xmlns:a16="http://schemas.microsoft.com/office/drawing/2014/main" id="{FE090E36-2E7F-418A-AAA5-0128A41F2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3475" y="2719388"/>
          <a:ext cx="19605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6" name="公式" r:id="rId6" imgW="2152663" imgH="361882" progId="Equation.3">
                  <p:embed/>
                </p:oleObj>
              </mc:Choice>
              <mc:Fallback>
                <p:oleObj name="公式" r:id="rId6" imgW="2152663" imgH="361882" progId="Equation.3">
                  <p:embed/>
                  <p:pic>
                    <p:nvPicPr>
                      <p:cNvPr id="423939" name="Object 2">
                        <a:extLst>
                          <a:ext uri="{FF2B5EF4-FFF2-40B4-BE49-F238E27FC236}">
                            <a16:creationId xmlns:a16="http://schemas.microsoft.com/office/drawing/2014/main" id="{FE090E36-2E7F-418A-AAA5-0128A41F2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2719388"/>
                        <a:ext cx="19605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0" name="Object 3">
            <a:extLst>
              <a:ext uri="{FF2B5EF4-FFF2-40B4-BE49-F238E27FC236}">
                <a16:creationId xmlns:a16="http://schemas.microsoft.com/office/drawing/2014/main" id="{78CE1ED7-107A-4439-9A1F-226F0B027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2714625"/>
          <a:ext cx="2817812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7" name="公式" r:id="rId8" imgW="3486035" imgH="342900" progId="Equation.3">
                  <p:embed/>
                </p:oleObj>
              </mc:Choice>
              <mc:Fallback>
                <p:oleObj name="公式" r:id="rId8" imgW="3486035" imgH="342900" progId="Equation.3">
                  <p:embed/>
                  <p:pic>
                    <p:nvPicPr>
                      <p:cNvPr id="423940" name="Object 3">
                        <a:extLst>
                          <a:ext uri="{FF2B5EF4-FFF2-40B4-BE49-F238E27FC236}">
                            <a16:creationId xmlns:a16="http://schemas.microsoft.com/office/drawing/2014/main" id="{78CE1ED7-107A-4439-9A1F-226F0B027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2714625"/>
                        <a:ext cx="2817812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1" name="Object 4">
            <a:extLst>
              <a:ext uri="{FF2B5EF4-FFF2-40B4-BE49-F238E27FC236}">
                <a16:creationId xmlns:a16="http://schemas.microsoft.com/office/drawing/2014/main" id="{EE3DB7D3-4757-4DC3-B82A-0B48B0678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119313"/>
          <a:ext cx="1385887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8" name="公式" r:id="rId10" imgW="1676502" imgH="285648" progId="Equation.3">
                  <p:embed/>
                </p:oleObj>
              </mc:Choice>
              <mc:Fallback>
                <p:oleObj name="公式" r:id="rId10" imgW="1676502" imgH="285648" progId="Equation.3">
                  <p:embed/>
                  <p:pic>
                    <p:nvPicPr>
                      <p:cNvPr id="423941" name="Object 4">
                        <a:extLst>
                          <a:ext uri="{FF2B5EF4-FFF2-40B4-BE49-F238E27FC236}">
                            <a16:creationId xmlns:a16="http://schemas.microsoft.com/office/drawing/2014/main" id="{EE3DB7D3-4757-4DC3-B82A-0B48B0678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119313"/>
                        <a:ext cx="1385887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42" name="AutoShape 6">
            <a:extLst>
              <a:ext uri="{FF2B5EF4-FFF2-40B4-BE49-F238E27FC236}">
                <a16:creationId xmlns:a16="http://schemas.microsoft.com/office/drawing/2014/main" id="{41B998F6-5AD8-4220-929E-08CBE83D7F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7963" y="811213"/>
            <a:ext cx="1922462" cy="1827212"/>
          </a:xfrm>
          <a:prstGeom prst="pentagon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23943" name="Line 7">
            <a:extLst>
              <a:ext uri="{FF2B5EF4-FFF2-40B4-BE49-F238E27FC236}">
                <a16:creationId xmlns:a16="http://schemas.microsoft.com/office/drawing/2014/main" id="{07EE1B00-4109-4FCB-ABC0-8A71C37135CC}"/>
              </a:ext>
            </a:extLst>
          </p:cNvPr>
          <p:cNvSpPr>
            <a:spLocks noChangeShapeType="1"/>
          </p:cNvSpPr>
          <p:nvPr/>
        </p:nvSpPr>
        <p:spPr bwMode="auto">
          <a:xfrm rot="-8484412">
            <a:off x="7491413" y="868363"/>
            <a:ext cx="228600" cy="1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44" name="Line 8">
            <a:extLst>
              <a:ext uri="{FF2B5EF4-FFF2-40B4-BE49-F238E27FC236}">
                <a16:creationId xmlns:a16="http://schemas.microsoft.com/office/drawing/2014/main" id="{6924687B-2468-4CA9-9E0E-E24C66BB836F}"/>
              </a:ext>
            </a:extLst>
          </p:cNvPr>
          <p:cNvSpPr>
            <a:spLocks noChangeShapeType="1"/>
          </p:cNvSpPr>
          <p:nvPr/>
        </p:nvSpPr>
        <p:spPr bwMode="auto">
          <a:xfrm rot="-4155671">
            <a:off x="8328819" y="1610519"/>
            <a:ext cx="228600" cy="1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45" name="Line 9">
            <a:extLst>
              <a:ext uri="{FF2B5EF4-FFF2-40B4-BE49-F238E27FC236}">
                <a16:creationId xmlns:a16="http://schemas.microsoft.com/office/drawing/2014/main" id="{8E8E9972-4B94-43E2-BEAB-58BD77A309DD}"/>
              </a:ext>
            </a:extLst>
          </p:cNvPr>
          <p:cNvSpPr>
            <a:spLocks noChangeShapeType="1"/>
          </p:cNvSpPr>
          <p:nvPr/>
        </p:nvSpPr>
        <p:spPr bwMode="auto">
          <a:xfrm rot="8778596">
            <a:off x="6557963" y="1420813"/>
            <a:ext cx="228600" cy="1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46" name="Line 10">
            <a:extLst>
              <a:ext uri="{FF2B5EF4-FFF2-40B4-BE49-F238E27FC236}">
                <a16:creationId xmlns:a16="http://schemas.microsoft.com/office/drawing/2014/main" id="{77927403-E991-457D-B0DF-3D9692D05BF0}"/>
              </a:ext>
            </a:extLst>
          </p:cNvPr>
          <p:cNvSpPr>
            <a:spLocks noChangeShapeType="1"/>
          </p:cNvSpPr>
          <p:nvPr/>
        </p:nvSpPr>
        <p:spPr bwMode="auto">
          <a:xfrm rot="4376807">
            <a:off x="6795294" y="2555081"/>
            <a:ext cx="228600" cy="1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47" name="Line 11">
            <a:extLst>
              <a:ext uri="{FF2B5EF4-FFF2-40B4-BE49-F238E27FC236}">
                <a16:creationId xmlns:a16="http://schemas.microsoft.com/office/drawing/2014/main" id="{66ED3474-92F1-40A3-A7BB-6D00FB6FD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550" y="2636838"/>
            <a:ext cx="609600" cy="1587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48" name="Arc 12">
            <a:extLst>
              <a:ext uri="{FF2B5EF4-FFF2-40B4-BE49-F238E27FC236}">
                <a16:creationId xmlns:a16="http://schemas.microsoft.com/office/drawing/2014/main" id="{1D05024A-0D53-454F-ADC1-E2ED5D106B27}"/>
              </a:ext>
            </a:extLst>
          </p:cNvPr>
          <p:cNvSpPr>
            <a:spLocks/>
          </p:cNvSpPr>
          <p:nvPr/>
        </p:nvSpPr>
        <p:spPr bwMode="auto">
          <a:xfrm>
            <a:off x="8167688" y="2411413"/>
            <a:ext cx="76200" cy="228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423949" name="Object 5">
            <a:extLst>
              <a:ext uri="{FF2B5EF4-FFF2-40B4-BE49-F238E27FC236}">
                <a16:creationId xmlns:a16="http://schemas.microsoft.com/office/drawing/2014/main" id="{DAEF0ECF-2664-43C9-9B19-B9A52B5639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8175" y="2312988"/>
          <a:ext cx="20161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99" name="公式" r:id="rId12" imgW="228753" imgH="285648" progId="Equation.3">
                  <p:embed/>
                </p:oleObj>
              </mc:Choice>
              <mc:Fallback>
                <p:oleObj name="公式" r:id="rId12" imgW="228753" imgH="285648" progId="Equation.3">
                  <p:embed/>
                  <p:pic>
                    <p:nvPicPr>
                      <p:cNvPr id="423949" name="Object 5">
                        <a:extLst>
                          <a:ext uri="{FF2B5EF4-FFF2-40B4-BE49-F238E27FC236}">
                            <a16:creationId xmlns:a16="http://schemas.microsoft.com/office/drawing/2014/main" id="{DAEF0ECF-2664-43C9-9B19-B9A52B563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175" y="2312988"/>
                        <a:ext cx="201613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0" name="Object 6">
            <a:extLst>
              <a:ext uri="{FF2B5EF4-FFF2-40B4-BE49-F238E27FC236}">
                <a16:creationId xmlns:a16="http://schemas.microsoft.com/office/drawing/2014/main" id="{F20DC28A-1DD9-4AF6-ABD8-E419076C50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0" y="2251075"/>
          <a:ext cx="2317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0" name="公式" r:id="rId14" imgW="304902" imgH="428625" progId="Equation.3">
                  <p:embed/>
                </p:oleObj>
              </mc:Choice>
              <mc:Fallback>
                <p:oleObj name="公式" r:id="rId14" imgW="304902" imgH="428625" progId="Equation.3">
                  <p:embed/>
                  <p:pic>
                    <p:nvPicPr>
                      <p:cNvPr id="423950" name="Object 6">
                        <a:extLst>
                          <a:ext uri="{FF2B5EF4-FFF2-40B4-BE49-F238E27FC236}">
                            <a16:creationId xmlns:a16="http://schemas.microsoft.com/office/drawing/2014/main" id="{F20DC28A-1DD9-4AF6-ABD8-E419076C50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2251075"/>
                        <a:ext cx="2317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1" name="Object 7">
            <a:extLst>
              <a:ext uri="{FF2B5EF4-FFF2-40B4-BE49-F238E27FC236}">
                <a16:creationId xmlns:a16="http://schemas.microsoft.com/office/drawing/2014/main" id="{96B57064-5866-47AE-B3D7-DEA962A94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7538" y="2214563"/>
          <a:ext cx="2476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1" name="公式" r:id="rId16" imgW="323863" imgH="438116" progId="Equation.3">
                  <p:embed/>
                </p:oleObj>
              </mc:Choice>
              <mc:Fallback>
                <p:oleObj name="公式" r:id="rId16" imgW="323863" imgH="438116" progId="Equation.3">
                  <p:embed/>
                  <p:pic>
                    <p:nvPicPr>
                      <p:cNvPr id="423951" name="Object 7">
                        <a:extLst>
                          <a:ext uri="{FF2B5EF4-FFF2-40B4-BE49-F238E27FC236}">
                            <a16:creationId xmlns:a16="http://schemas.microsoft.com/office/drawing/2014/main" id="{96B57064-5866-47AE-B3D7-DEA962A94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2214563"/>
                        <a:ext cx="24765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2" name="Object 8">
            <a:extLst>
              <a:ext uri="{FF2B5EF4-FFF2-40B4-BE49-F238E27FC236}">
                <a16:creationId xmlns:a16="http://schemas.microsoft.com/office/drawing/2014/main" id="{64D11FC4-ED76-413F-9AB8-F096F30CA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1392238"/>
          <a:ext cx="25717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2" name="公式" r:id="rId18" imgW="342824" imgH="428625" progId="Equation.3">
                  <p:embed/>
                </p:oleObj>
              </mc:Choice>
              <mc:Fallback>
                <p:oleObj name="公式" r:id="rId18" imgW="342824" imgH="428625" progId="Equation.3">
                  <p:embed/>
                  <p:pic>
                    <p:nvPicPr>
                      <p:cNvPr id="423952" name="Object 8">
                        <a:extLst>
                          <a:ext uri="{FF2B5EF4-FFF2-40B4-BE49-F238E27FC236}">
                            <a16:creationId xmlns:a16="http://schemas.microsoft.com/office/drawing/2014/main" id="{64D11FC4-ED76-413F-9AB8-F096F30CAC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1392238"/>
                        <a:ext cx="257175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3" name="Object 9">
            <a:extLst>
              <a:ext uri="{FF2B5EF4-FFF2-40B4-BE49-F238E27FC236}">
                <a16:creationId xmlns:a16="http://schemas.microsoft.com/office/drawing/2014/main" id="{DDC973E5-8E4B-4854-BB11-FFE85AAB3F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928688"/>
          <a:ext cx="2476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3" name="公式" r:id="rId20" imgW="323863" imgH="438116" progId="Equation.3">
                  <p:embed/>
                </p:oleObj>
              </mc:Choice>
              <mc:Fallback>
                <p:oleObj name="公式" r:id="rId20" imgW="323863" imgH="438116" progId="Equation.3">
                  <p:embed/>
                  <p:pic>
                    <p:nvPicPr>
                      <p:cNvPr id="423953" name="Object 9">
                        <a:extLst>
                          <a:ext uri="{FF2B5EF4-FFF2-40B4-BE49-F238E27FC236}">
                            <a16:creationId xmlns:a16="http://schemas.microsoft.com/office/drawing/2014/main" id="{DDC973E5-8E4B-4854-BB11-FFE85AAB3F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928688"/>
                        <a:ext cx="24765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4" name="Object 10">
            <a:extLst>
              <a:ext uri="{FF2B5EF4-FFF2-40B4-BE49-F238E27FC236}">
                <a16:creationId xmlns:a16="http://schemas.microsoft.com/office/drawing/2014/main" id="{4B32EF9C-0878-4E33-94D4-66B06E930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2438" y="1468438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4" name="公式" r:id="rId22" imgW="342824" imgH="428625" progId="Equation.3">
                  <p:embed/>
                </p:oleObj>
              </mc:Choice>
              <mc:Fallback>
                <p:oleObj name="公式" r:id="rId22" imgW="342824" imgH="428625" progId="Equation.3">
                  <p:embed/>
                  <p:pic>
                    <p:nvPicPr>
                      <p:cNvPr id="423954" name="Object 10">
                        <a:extLst>
                          <a:ext uri="{FF2B5EF4-FFF2-40B4-BE49-F238E27FC236}">
                            <a16:creationId xmlns:a16="http://schemas.microsoft.com/office/drawing/2014/main" id="{4B32EF9C-0878-4E33-94D4-66B06E9302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2438" y="1468438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5" name="Line 19">
            <a:extLst>
              <a:ext uri="{FF2B5EF4-FFF2-40B4-BE49-F238E27FC236}">
                <a16:creationId xmlns:a16="http://schemas.microsoft.com/office/drawing/2014/main" id="{235B7206-EC98-441C-80BF-85FC508C7C4A}"/>
              </a:ext>
            </a:extLst>
          </p:cNvPr>
          <p:cNvSpPr>
            <a:spLocks noChangeShapeType="1"/>
          </p:cNvSpPr>
          <p:nvPr/>
        </p:nvSpPr>
        <p:spPr bwMode="auto">
          <a:xfrm rot="21516602" flipV="1">
            <a:off x="8428038" y="1050925"/>
            <a:ext cx="215900" cy="611188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56" name="Line 20">
            <a:extLst>
              <a:ext uri="{FF2B5EF4-FFF2-40B4-BE49-F238E27FC236}">
                <a16:creationId xmlns:a16="http://schemas.microsoft.com/office/drawing/2014/main" id="{B82EF58D-C909-4343-A899-404AB64B27AE}"/>
              </a:ext>
            </a:extLst>
          </p:cNvPr>
          <p:cNvSpPr>
            <a:spLocks noChangeShapeType="1"/>
          </p:cNvSpPr>
          <p:nvPr/>
        </p:nvSpPr>
        <p:spPr bwMode="auto">
          <a:xfrm rot="374344" flipH="1" flipV="1">
            <a:off x="7027863" y="484188"/>
            <a:ext cx="533400" cy="3048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57" name="Line 21">
            <a:extLst>
              <a:ext uri="{FF2B5EF4-FFF2-40B4-BE49-F238E27FC236}">
                <a16:creationId xmlns:a16="http://schemas.microsoft.com/office/drawing/2014/main" id="{594FBD1B-4DC0-411B-BF91-DAB1E4E59251}"/>
              </a:ext>
            </a:extLst>
          </p:cNvPr>
          <p:cNvSpPr>
            <a:spLocks noChangeShapeType="1"/>
          </p:cNvSpPr>
          <p:nvPr/>
        </p:nvSpPr>
        <p:spPr bwMode="auto">
          <a:xfrm rot="532397" flipH="1">
            <a:off x="6194425" y="1446213"/>
            <a:ext cx="381000" cy="3810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58" name="Line 22">
            <a:extLst>
              <a:ext uri="{FF2B5EF4-FFF2-40B4-BE49-F238E27FC236}">
                <a16:creationId xmlns:a16="http://schemas.microsoft.com/office/drawing/2014/main" id="{F14FE1C5-9CD6-4FF6-AC6C-26EF74E24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5788" y="2646363"/>
            <a:ext cx="152400" cy="4572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59" name="Line 23">
            <a:extLst>
              <a:ext uri="{FF2B5EF4-FFF2-40B4-BE49-F238E27FC236}">
                <a16:creationId xmlns:a16="http://schemas.microsoft.com/office/drawing/2014/main" id="{A3662555-CA3C-4163-A3C5-B569E6961809}"/>
              </a:ext>
            </a:extLst>
          </p:cNvPr>
          <p:cNvSpPr>
            <a:spLocks noChangeShapeType="1"/>
          </p:cNvSpPr>
          <p:nvPr/>
        </p:nvSpPr>
        <p:spPr bwMode="auto">
          <a:xfrm rot="-101067">
            <a:off x="7880350" y="2636838"/>
            <a:ext cx="228600" cy="1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3960" name="Rectangle 24">
            <a:extLst>
              <a:ext uri="{FF2B5EF4-FFF2-40B4-BE49-F238E27FC236}">
                <a16:creationId xmlns:a16="http://schemas.microsoft.com/office/drawing/2014/main" id="{6B6CC0A5-C476-4831-810D-661774BF6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214313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00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暗纹条件</a:t>
            </a:r>
          </a:p>
        </p:txBody>
      </p:sp>
      <p:sp>
        <p:nvSpPr>
          <p:cNvPr id="423961" name="Text Box 25">
            <a:extLst>
              <a:ext uri="{FF2B5EF4-FFF2-40B4-BE49-F238E27FC236}">
                <a16:creationId xmlns:a16="http://schemas.microsoft.com/office/drawing/2014/main" id="{09765B82-F117-49EB-96A8-41A86E65A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714375"/>
            <a:ext cx="32734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设各缝光振幅矢量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423962" name="Object 11">
            <a:extLst>
              <a:ext uri="{FF2B5EF4-FFF2-40B4-BE49-F238E27FC236}">
                <a16:creationId xmlns:a16="http://schemas.microsoft.com/office/drawing/2014/main" id="{BD2E7B1C-1FCC-42C8-B884-C09D94F18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1113" y="777875"/>
          <a:ext cx="16795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5" name="公式" r:id="rId24" imgW="2057553" imgH="438116" progId="Equation.3">
                  <p:embed/>
                </p:oleObj>
              </mc:Choice>
              <mc:Fallback>
                <p:oleObj name="公式" r:id="rId24" imgW="2057553" imgH="438116" progId="Equation.3">
                  <p:embed/>
                  <p:pic>
                    <p:nvPicPr>
                      <p:cNvPr id="423962" name="Object 11">
                        <a:extLst>
                          <a:ext uri="{FF2B5EF4-FFF2-40B4-BE49-F238E27FC236}">
                            <a16:creationId xmlns:a16="http://schemas.microsoft.com/office/drawing/2014/main" id="{BD2E7B1C-1FCC-42C8-B884-C09D94F18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113" y="777875"/>
                        <a:ext cx="167957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63" name="Text Box 27">
            <a:extLst>
              <a:ext uri="{FF2B5EF4-FFF2-40B4-BE49-F238E27FC236}">
                <a16:creationId xmlns:a16="http://schemas.microsoft.com/office/drawing/2014/main" id="{298550F4-F342-4067-B0AA-A304D10A6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352550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相邻矢量相位差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423964" name="Object 12">
            <a:extLst>
              <a:ext uri="{FF2B5EF4-FFF2-40B4-BE49-F238E27FC236}">
                <a16:creationId xmlns:a16="http://schemas.microsoft.com/office/drawing/2014/main" id="{5CF3E153-298C-4AC4-88F1-1E0491FA2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1285875"/>
          <a:ext cx="17430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6" name="公式" r:id="rId26" imgW="2114435" imgH="799998" progId="Equation.3">
                  <p:embed/>
                </p:oleObj>
              </mc:Choice>
              <mc:Fallback>
                <p:oleObj name="公式" r:id="rId26" imgW="2114435" imgH="799998" progId="Equation.3">
                  <p:embed/>
                  <p:pic>
                    <p:nvPicPr>
                      <p:cNvPr id="423964" name="Object 12">
                        <a:extLst>
                          <a:ext uri="{FF2B5EF4-FFF2-40B4-BE49-F238E27FC236}">
                            <a16:creationId xmlns:a16="http://schemas.microsoft.com/office/drawing/2014/main" id="{5CF3E153-298C-4AC4-88F1-1E0491FA2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1285875"/>
                        <a:ext cx="17430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65" name="Rectangle 29">
            <a:extLst>
              <a:ext uri="{FF2B5EF4-FFF2-40B4-BE49-F238E27FC236}">
                <a16:creationId xmlns:a16="http://schemas.microsoft.com/office/drawing/2014/main" id="{A4D4FF1A-14EA-49DC-B9E5-48F75C17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2000250"/>
            <a:ext cx="35861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暗纹条件（合振幅为 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423966" name="Rectangle 30">
            <a:extLst>
              <a:ext uri="{FF2B5EF4-FFF2-40B4-BE49-F238E27FC236}">
                <a16:creationId xmlns:a16="http://schemas.microsoft.com/office/drawing/2014/main" id="{442C42C8-A9CA-4FD4-8B2F-7CAE27CBA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5519738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对五缝干涉，相邻两主极大间有</a:t>
            </a:r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4</a:t>
            </a:r>
            <a:r>
              <a:rPr lang="zh-CN" altLang="en-US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个极小，</a:t>
            </a:r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3</a:t>
            </a:r>
            <a:r>
              <a:rPr lang="zh-CN" altLang="en-US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个次极大。</a:t>
            </a:r>
          </a:p>
        </p:txBody>
      </p:sp>
      <p:sp>
        <p:nvSpPr>
          <p:cNvPr id="423967" name="Text Box 31">
            <a:extLst>
              <a:ext uri="{FF2B5EF4-FFF2-40B4-BE49-F238E27FC236}">
                <a16:creationId xmlns:a16="http://schemas.microsoft.com/office/drawing/2014/main" id="{44FBE34C-5909-4A32-966A-CC2F0EFC2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50165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结论</a:t>
            </a:r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37B977DF-AE23-4AD0-85B6-6DA8B94671DC}"/>
              </a:ext>
            </a:extLst>
          </p:cNvPr>
          <p:cNvGrpSpPr>
            <a:grpSpLocks/>
          </p:cNvGrpSpPr>
          <p:nvPr/>
        </p:nvGrpSpPr>
        <p:grpSpPr bwMode="auto">
          <a:xfrm>
            <a:off x="771525" y="4556125"/>
            <a:ext cx="7696200" cy="457200"/>
            <a:chOff x="672" y="1392"/>
            <a:chExt cx="4848" cy="288"/>
          </a:xfrm>
        </p:grpSpPr>
        <p:sp>
          <p:nvSpPr>
            <p:cNvPr id="22572" name="Text Box 33">
              <a:extLst>
                <a:ext uri="{FF2B5EF4-FFF2-40B4-BE49-F238E27FC236}">
                  <a16:creationId xmlns:a16="http://schemas.microsoft.com/office/drawing/2014/main" id="{3F8BC21A-EBBF-43C9-97FE-1167FCF8D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-6</a:t>
              </a:r>
            </a:p>
          </p:txBody>
        </p:sp>
        <p:sp>
          <p:nvSpPr>
            <p:cNvPr id="22573" name="Text Box 34">
              <a:extLst>
                <a:ext uri="{FF2B5EF4-FFF2-40B4-BE49-F238E27FC236}">
                  <a16:creationId xmlns:a16="http://schemas.microsoft.com/office/drawing/2014/main" id="{23118E80-9A14-47D4-BB76-AE8769C22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-5</a:t>
              </a:r>
            </a:p>
          </p:txBody>
        </p:sp>
        <p:sp>
          <p:nvSpPr>
            <p:cNvPr id="22574" name="Text Box 35">
              <a:extLst>
                <a:ext uri="{FF2B5EF4-FFF2-40B4-BE49-F238E27FC236}">
                  <a16:creationId xmlns:a16="http://schemas.microsoft.com/office/drawing/2014/main" id="{5B2438AC-9283-411E-90B0-CF68906E0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-4</a:t>
              </a:r>
            </a:p>
          </p:txBody>
        </p:sp>
        <p:sp>
          <p:nvSpPr>
            <p:cNvPr id="22575" name="Text Box 36">
              <a:extLst>
                <a:ext uri="{FF2B5EF4-FFF2-40B4-BE49-F238E27FC236}">
                  <a16:creationId xmlns:a16="http://schemas.microsoft.com/office/drawing/2014/main" id="{FBBCEF0B-2DBB-4D4C-9EB4-F56EFE76F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-3</a:t>
              </a:r>
            </a:p>
          </p:txBody>
        </p:sp>
        <p:sp>
          <p:nvSpPr>
            <p:cNvPr id="22576" name="Text Box 37">
              <a:extLst>
                <a:ext uri="{FF2B5EF4-FFF2-40B4-BE49-F238E27FC236}">
                  <a16:creationId xmlns:a16="http://schemas.microsoft.com/office/drawing/2014/main" id="{75B409C6-FC83-4390-9161-C39F1ACAC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-2</a:t>
              </a:r>
            </a:p>
          </p:txBody>
        </p:sp>
        <p:sp>
          <p:nvSpPr>
            <p:cNvPr id="22577" name="Text Box 38">
              <a:extLst>
                <a:ext uri="{FF2B5EF4-FFF2-40B4-BE49-F238E27FC236}">
                  <a16:creationId xmlns:a16="http://schemas.microsoft.com/office/drawing/2014/main" id="{7690859C-3AFE-4C1D-96F4-276AD3B12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-1</a:t>
              </a:r>
            </a:p>
          </p:txBody>
        </p:sp>
        <p:sp>
          <p:nvSpPr>
            <p:cNvPr id="22578" name="Text Box 39">
              <a:extLst>
                <a:ext uri="{FF2B5EF4-FFF2-40B4-BE49-F238E27FC236}">
                  <a16:creationId xmlns:a16="http://schemas.microsoft.com/office/drawing/2014/main" id="{BB2C1D61-3A3B-4D1E-A066-856129C2A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2579" name="Text Box 40">
              <a:extLst>
                <a:ext uri="{FF2B5EF4-FFF2-40B4-BE49-F238E27FC236}">
                  <a16:creationId xmlns:a16="http://schemas.microsoft.com/office/drawing/2014/main" id="{D8942A5D-2692-4D28-B019-E1FADCC05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+1</a:t>
              </a:r>
            </a:p>
          </p:txBody>
        </p:sp>
        <p:sp>
          <p:nvSpPr>
            <p:cNvPr id="22580" name="Text Box 41">
              <a:extLst>
                <a:ext uri="{FF2B5EF4-FFF2-40B4-BE49-F238E27FC236}">
                  <a16:creationId xmlns:a16="http://schemas.microsoft.com/office/drawing/2014/main" id="{F99E2604-0A54-4F3E-87B5-5D64FB22E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+2</a:t>
              </a:r>
            </a:p>
          </p:txBody>
        </p:sp>
        <p:sp>
          <p:nvSpPr>
            <p:cNvPr id="22581" name="Text Box 42">
              <a:extLst>
                <a:ext uri="{FF2B5EF4-FFF2-40B4-BE49-F238E27FC236}">
                  <a16:creationId xmlns:a16="http://schemas.microsoft.com/office/drawing/2014/main" id="{617DF04A-E57D-4E42-9648-A8EFB71BC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+3</a:t>
              </a:r>
            </a:p>
          </p:txBody>
        </p:sp>
        <p:sp>
          <p:nvSpPr>
            <p:cNvPr id="22582" name="Text Box 43">
              <a:extLst>
                <a:ext uri="{FF2B5EF4-FFF2-40B4-BE49-F238E27FC236}">
                  <a16:creationId xmlns:a16="http://schemas.microsoft.com/office/drawing/2014/main" id="{EA31203F-9CA7-4616-A481-D6CD32761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4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+4</a:t>
              </a:r>
            </a:p>
          </p:txBody>
        </p:sp>
        <p:sp>
          <p:nvSpPr>
            <p:cNvPr id="22583" name="Text Box 44">
              <a:extLst>
                <a:ext uri="{FF2B5EF4-FFF2-40B4-BE49-F238E27FC236}">
                  <a16:creationId xmlns:a16="http://schemas.microsoft.com/office/drawing/2014/main" id="{B3763D7E-B91A-4C2E-9F81-56DB30B43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+5</a:t>
              </a:r>
            </a:p>
          </p:txBody>
        </p:sp>
        <p:sp>
          <p:nvSpPr>
            <p:cNvPr id="22584" name="Text Box 45">
              <a:extLst>
                <a:ext uri="{FF2B5EF4-FFF2-40B4-BE49-F238E27FC236}">
                  <a16:creationId xmlns:a16="http://schemas.microsoft.com/office/drawing/2014/main" id="{42057697-E2DC-4164-8EE6-25125F336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</a:rPr>
                <a:t>+6</a:t>
              </a:r>
            </a:p>
          </p:txBody>
        </p:sp>
      </p:grpSp>
      <p:sp>
        <p:nvSpPr>
          <p:cNvPr id="423982" name="Text Box 46">
            <a:extLst>
              <a:ext uri="{FF2B5EF4-FFF2-40B4-BE49-F238E27FC236}">
                <a16:creationId xmlns:a16="http://schemas.microsoft.com/office/drawing/2014/main" id="{9C7DA1DF-CD11-44BD-9813-0BA13D123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068638"/>
            <a:ext cx="9715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0" i="1">
                <a:solidFill>
                  <a:schemeClr val="bg1"/>
                </a:solidFill>
              </a:rPr>
              <a:t>I</a:t>
            </a:r>
            <a:r>
              <a:rPr lang="en-US" altLang="zh-CN" sz="2000" b="0">
                <a:solidFill>
                  <a:schemeClr val="bg1"/>
                </a:solidFill>
              </a:rPr>
              <a:t>/</a:t>
            </a:r>
            <a:r>
              <a:rPr lang="en-US" altLang="zh-CN" sz="2000" b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000" b="0" i="1">
                <a:solidFill>
                  <a:schemeClr val="bg1"/>
                </a:solidFill>
              </a:rPr>
              <a:t>I </a:t>
            </a:r>
            <a:r>
              <a:rPr lang="en-US" altLang="zh-CN" sz="2000" b="0" i="1" baseline="-25000">
                <a:solidFill>
                  <a:schemeClr val="bg1"/>
                </a:solidFill>
                <a:sym typeface="Symbol" panose="05050102010706020507" pitchFamily="18" charset="2"/>
              </a:rPr>
              <a:t></a:t>
            </a:r>
            <a:endParaRPr lang="en-US" altLang="zh-CN" sz="2000" b="0" i="1" baseline="-25000">
              <a:solidFill>
                <a:schemeClr val="bg1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23983" name="Text Box 47">
            <a:extLst>
              <a:ext uri="{FF2B5EF4-FFF2-40B4-BE49-F238E27FC236}">
                <a16:creationId xmlns:a16="http://schemas.microsoft.com/office/drawing/2014/main" id="{ACD2B5CB-3D86-4A52-93AF-33EEF6A4D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4563"/>
            <a:ext cx="7388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FF"/>
                </a:solidFill>
              </a:rPr>
              <a:t>(2) </a:t>
            </a:r>
            <a:r>
              <a:rPr lang="zh-CN" altLang="en-US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主极大光强是相应位置处单缝引起光强的</a:t>
            </a:r>
            <a:r>
              <a:rPr lang="zh-CN" altLang="en-US" dirty="0">
                <a:solidFill>
                  <a:srgbClr val="FFFFFF"/>
                </a:solidFill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66FFFF"/>
                </a:solidFill>
                <a:ea typeface="楷体_GB2312" pitchFamily="49" charset="-122"/>
              </a:rPr>
              <a:t>5</a:t>
            </a:r>
            <a:r>
              <a:rPr lang="en-US" altLang="zh-CN" baseline="38000" dirty="0">
                <a:solidFill>
                  <a:srgbClr val="66FFFF"/>
                </a:solidFill>
                <a:ea typeface="楷体_GB2312" pitchFamily="49" charset="-122"/>
              </a:rPr>
              <a:t>2 </a:t>
            </a:r>
            <a:r>
              <a:rPr lang="zh-CN" altLang="en-US" dirty="0">
                <a:solidFill>
                  <a:srgbClr val="FFFFFF"/>
                </a:solidFill>
                <a:ea typeface="楷体_GB2312" pitchFamily="49" charset="-122"/>
              </a:rPr>
              <a:t>倍</a:t>
            </a:r>
          </a:p>
        </p:txBody>
      </p:sp>
      <p:sp>
        <p:nvSpPr>
          <p:cNvPr id="423984" name="Rectangle 48">
            <a:extLst>
              <a:ext uri="{FF2B5EF4-FFF2-40B4-BE49-F238E27FC236}">
                <a16:creationId xmlns:a16="http://schemas.microsoft.com/office/drawing/2014/main" id="{507C5512-76FC-4258-ACEC-3D858C3C2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688" y="4508500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23985" name="Line 49">
            <a:extLst>
              <a:ext uri="{FF2B5EF4-FFF2-40B4-BE49-F238E27FC236}">
                <a16:creationId xmlns:a16="http://schemas.microsoft.com/office/drawing/2014/main" id="{75D7C7F9-09BD-406D-889C-9F0055E8B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4581525"/>
            <a:ext cx="7848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86" name="Line 50">
            <a:extLst>
              <a:ext uri="{FF2B5EF4-FFF2-40B4-BE49-F238E27FC236}">
                <a16:creationId xmlns:a16="http://schemas.microsoft.com/office/drawing/2014/main" id="{AB0541D0-75A8-4A16-B074-06C62F44D0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97413" y="3213100"/>
            <a:ext cx="0" cy="13684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87" name="AutoShape 51">
            <a:extLst>
              <a:ext uri="{FF2B5EF4-FFF2-40B4-BE49-F238E27FC236}">
                <a16:creationId xmlns:a16="http://schemas.microsoft.com/office/drawing/2014/main" id="{5C0D5D25-D415-4203-921D-E19855FA5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688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" name="Object 52">
            <a:extLst>
              <a:ext uri="{FF2B5EF4-FFF2-40B4-BE49-F238E27FC236}">
                <a16:creationId xmlns:a16="http://schemas.microsoft.com/office/drawing/2014/main" id="{30407DBB-A89D-490C-8513-A1392D00F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0" y="1071563"/>
          <a:ext cx="20161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7" name="公式" r:id="rId28" imgW="228753" imgH="285648" progId="Equation.3">
                  <p:embed/>
                </p:oleObj>
              </mc:Choice>
              <mc:Fallback>
                <p:oleObj name="公式" r:id="rId28" imgW="228753" imgH="285648" progId="Equation.3">
                  <p:embed/>
                  <p:pic>
                    <p:nvPicPr>
                      <p:cNvPr id="3" name="Object 52">
                        <a:extLst>
                          <a:ext uri="{FF2B5EF4-FFF2-40B4-BE49-F238E27FC236}">
                            <a16:creationId xmlns:a16="http://schemas.microsoft.com/office/drawing/2014/main" id="{30407DBB-A89D-490C-8513-A1392D00F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1071563"/>
                        <a:ext cx="201613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3">
            <a:extLst>
              <a:ext uri="{FF2B5EF4-FFF2-40B4-BE49-F238E27FC236}">
                <a16:creationId xmlns:a16="http://schemas.microsoft.com/office/drawing/2014/main" id="{4F1D6617-73BB-498D-9278-70622675D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714375"/>
          <a:ext cx="2016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8" name="公式" r:id="rId30" imgW="228753" imgH="285648" progId="Equation.3">
                  <p:embed/>
                </p:oleObj>
              </mc:Choice>
              <mc:Fallback>
                <p:oleObj name="公式" r:id="rId30" imgW="228753" imgH="285648" progId="Equation.3">
                  <p:embed/>
                  <p:pic>
                    <p:nvPicPr>
                      <p:cNvPr id="4" name="Object 53">
                        <a:extLst>
                          <a:ext uri="{FF2B5EF4-FFF2-40B4-BE49-F238E27FC236}">
                            <a16:creationId xmlns:a16="http://schemas.microsoft.com/office/drawing/2014/main" id="{4F1D6617-73BB-498D-9278-70622675DC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714375"/>
                        <a:ext cx="2016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4">
            <a:extLst>
              <a:ext uri="{FF2B5EF4-FFF2-40B4-BE49-F238E27FC236}">
                <a16:creationId xmlns:a16="http://schemas.microsoft.com/office/drawing/2014/main" id="{39858FC3-5E98-407C-9543-ECAA478F0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75" y="1643063"/>
          <a:ext cx="20161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09" name="公式" r:id="rId32" imgW="228753" imgH="285648" progId="Equation.3">
                  <p:embed/>
                </p:oleObj>
              </mc:Choice>
              <mc:Fallback>
                <p:oleObj name="公式" r:id="rId32" imgW="228753" imgH="285648" progId="Equation.3">
                  <p:embed/>
                  <p:pic>
                    <p:nvPicPr>
                      <p:cNvPr id="5" name="Object 54">
                        <a:extLst>
                          <a:ext uri="{FF2B5EF4-FFF2-40B4-BE49-F238E27FC236}">
                            <a16:creationId xmlns:a16="http://schemas.microsoft.com/office/drawing/2014/main" id="{39858FC3-5E98-407C-9543-ECAA478F0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1643063"/>
                        <a:ext cx="201613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5">
            <a:extLst>
              <a:ext uri="{FF2B5EF4-FFF2-40B4-BE49-F238E27FC236}">
                <a16:creationId xmlns:a16="http://schemas.microsoft.com/office/drawing/2014/main" id="{82E6A4CF-2693-45CB-8BA0-A4C024493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2714625"/>
          <a:ext cx="2016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10" name="公式" r:id="rId34" imgW="228753" imgH="285648" progId="Equation.3">
                  <p:embed/>
                </p:oleObj>
              </mc:Choice>
              <mc:Fallback>
                <p:oleObj name="公式" r:id="rId34" imgW="228753" imgH="285648" progId="Equation.3">
                  <p:embed/>
                  <p:pic>
                    <p:nvPicPr>
                      <p:cNvPr id="6" name="Object 55">
                        <a:extLst>
                          <a:ext uri="{FF2B5EF4-FFF2-40B4-BE49-F238E27FC236}">
                            <a16:creationId xmlns:a16="http://schemas.microsoft.com/office/drawing/2014/main" id="{82E6A4CF-2693-45CB-8BA0-A4C024493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2714625"/>
                        <a:ext cx="2016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71" name="灯片编号占位符 1">
            <a:extLst>
              <a:ext uri="{FF2B5EF4-FFF2-40B4-BE49-F238E27FC236}">
                <a16:creationId xmlns:a16="http://schemas.microsoft.com/office/drawing/2014/main" id="{028930BF-989D-44A2-AD93-9080BAEA2F2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F774A8-25F2-4CBC-AA77-431FD09B0BAC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2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2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42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2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2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2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4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42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42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42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42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4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42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4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23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1000"/>
                                        <p:tgtEl>
                                          <p:spTgt spid="42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2" grpId="0" animBg="1"/>
      <p:bldP spid="423960" grpId="0" autoUpdateAnimBg="0"/>
      <p:bldP spid="423961" grpId="0" autoUpdateAnimBg="0"/>
      <p:bldP spid="423963" grpId="0" autoUpdateAnimBg="0"/>
      <p:bldP spid="423965" grpId="0" autoUpdateAnimBg="0"/>
      <p:bldP spid="423966" grpId="0" build="p" autoUpdateAnimBg="0"/>
      <p:bldP spid="423967" grpId="0" autoUpdateAnimBg="0"/>
      <p:bldP spid="423982" grpId="0"/>
      <p:bldP spid="423983" grpId="0"/>
      <p:bldP spid="423984" grpId="0"/>
      <p:bldP spid="4239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986" name="Picture 2" descr="f3c">
            <a:extLst>
              <a:ext uri="{FF2B5EF4-FFF2-40B4-BE49-F238E27FC236}">
                <a16:creationId xmlns:a16="http://schemas.microsoft.com/office/drawing/2014/main" id="{379E02CE-E3DC-4312-B9B9-F6A561901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26698"/>
              </a:clrFrom>
              <a:clrTo>
                <a:srgbClr val="3266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80"/>
          <a:stretch>
            <a:fillRect/>
          </a:stretch>
        </p:blipFill>
        <p:spPr bwMode="auto">
          <a:xfrm>
            <a:off x="4271963" y="4437063"/>
            <a:ext cx="4464050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5987" name="Text Box 3">
            <a:extLst>
              <a:ext uri="{FF2B5EF4-FFF2-40B4-BE49-F238E27FC236}">
                <a16:creationId xmlns:a16="http://schemas.microsoft.com/office/drawing/2014/main" id="{C7038FFC-C8F1-42F0-A918-C8EA624AF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957263"/>
            <a:ext cx="35179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 i="1">
                <a:solidFill>
                  <a:srgbClr val="FF9999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缝干涉两主极大间有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-</a:t>
            </a:r>
            <a:r>
              <a:rPr lang="en-US" altLang="zh-CN">
                <a:solidFill>
                  <a:srgbClr val="66FFFF"/>
                </a:solidFill>
              </a:rPr>
              <a:t>1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个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极小，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>
                <a:solidFill>
                  <a:srgbClr val="66FFFF"/>
                </a:solidFill>
              </a:rPr>
              <a:t>2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个次极大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F35FAC4-CA7D-4F4A-8DAE-69929B03AE84}"/>
              </a:ext>
            </a:extLst>
          </p:cNvPr>
          <p:cNvGrpSpPr>
            <a:grpSpLocks/>
          </p:cNvGrpSpPr>
          <p:nvPr/>
        </p:nvGrpSpPr>
        <p:grpSpPr bwMode="auto">
          <a:xfrm>
            <a:off x="4583113" y="4197350"/>
            <a:ext cx="4191000" cy="1916113"/>
            <a:chOff x="2887" y="2644"/>
            <a:chExt cx="2640" cy="1207"/>
          </a:xfrm>
        </p:grpSpPr>
        <p:sp>
          <p:nvSpPr>
            <p:cNvPr id="24620" name="Line 5">
              <a:extLst>
                <a:ext uri="{FF2B5EF4-FFF2-40B4-BE49-F238E27FC236}">
                  <a16:creationId xmlns:a16="http://schemas.microsoft.com/office/drawing/2014/main" id="{F0C77BE9-0D90-4B9C-A23E-573F9AE4F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3635"/>
              <a:ext cx="264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21" name="Line 6">
              <a:extLst>
                <a:ext uri="{FF2B5EF4-FFF2-40B4-BE49-F238E27FC236}">
                  <a16:creationId xmlns:a16="http://schemas.microsoft.com/office/drawing/2014/main" id="{EE43E9DC-4B3F-4346-80F1-BB6F8D302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3" y="2717"/>
              <a:ext cx="0" cy="90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22" name="Line 7">
              <a:extLst>
                <a:ext uri="{FF2B5EF4-FFF2-40B4-BE49-F238E27FC236}">
                  <a16:creationId xmlns:a16="http://schemas.microsoft.com/office/drawing/2014/main" id="{F4C3CDA9-D044-41E9-9CD3-EF4F42D62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2950"/>
              <a:ext cx="264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23" name="Line 8">
              <a:extLst>
                <a:ext uri="{FF2B5EF4-FFF2-40B4-BE49-F238E27FC236}">
                  <a16:creationId xmlns:a16="http://schemas.microsoft.com/office/drawing/2014/main" id="{21E4A377-4144-441D-A04F-4ED2A155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" y="3548"/>
              <a:ext cx="0" cy="8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24" name="Line 9">
              <a:extLst>
                <a:ext uri="{FF2B5EF4-FFF2-40B4-BE49-F238E27FC236}">
                  <a16:creationId xmlns:a16="http://schemas.microsoft.com/office/drawing/2014/main" id="{44E11AE9-83C2-4B19-A1A9-90C691042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2" y="3548"/>
              <a:ext cx="0" cy="8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24625" name="Object 18">
              <a:extLst>
                <a:ext uri="{FF2B5EF4-FFF2-40B4-BE49-F238E27FC236}">
                  <a16:creationId xmlns:a16="http://schemas.microsoft.com/office/drawing/2014/main" id="{FE7626A3-282B-4ADD-AAA9-FAFB1F3085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9" y="3689"/>
            <a:ext cx="49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4" name="Equation" r:id="rId5" imgW="457200" imgH="152468" progId="Equation.3">
                    <p:embed/>
                  </p:oleObj>
                </mc:Choice>
                <mc:Fallback>
                  <p:oleObj name="Equation" r:id="rId5" imgW="457200" imgH="152468" progId="Equation.3">
                    <p:embed/>
                    <p:pic>
                      <p:nvPicPr>
                        <p:cNvPr id="24625" name="Object 18">
                          <a:extLst>
                            <a:ext uri="{FF2B5EF4-FFF2-40B4-BE49-F238E27FC236}">
                              <a16:creationId xmlns:a16="http://schemas.microsoft.com/office/drawing/2014/main" id="{FE7626A3-282B-4ADD-AAA9-FAFB1F3085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" y="3689"/>
                          <a:ext cx="49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6" name="Object 19">
              <a:extLst>
                <a:ext uri="{FF2B5EF4-FFF2-40B4-BE49-F238E27FC236}">
                  <a16:creationId xmlns:a16="http://schemas.microsoft.com/office/drawing/2014/main" id="{E9D9A8CD-407E-48DD-9ED4-FA7206B046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4" y="3689"/>
            <a:ext cx="414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5" name="Equation" r:id="rId7" imgW="381051" imgH="152468" progId="Equation.3">
                    <p:embed/>
                  </p:oleObj>
                </mc:Choice>
                <mc:Fallback>
                  <p:oleObj name="Equation" r:id="rId7" imgW="381051" imgH="152468" progId="Equation.3">
                    <p:embed/>
                    <p:pic>
                      <p:nvPicPr>
                        <p:cNvPr id="24626" name="Object 19">
                          <a:extLst>
                            <a:ext uri="{FF2B5EF4-FFF2-40B4-BE49-F238E27FC236}">
                              <a16:creationId xmlns:a16="http://schemas.microsoft.com/office/drawing/2014/main" id="{E9D9A8CD-407E-48DD-9ED4-FA7206B046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4" y="3689"/>
                          <a:ext cx="414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7" name="Object 20">
              <a:extLst>
                <a:ext uri="{FF2B5EF4-FFF2-40B4-BE49-F238E27FC236}">
                  <a16:creationId xmlns:a16="http://schemas.microsoft.com/office/drawing/2014/main" id="{5688E0AC-6281-4147-B7ED-C6B146CA5D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6" y="3689"/>
            <a:ext cx="401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6" name="Equation" r:id="rId9" imgW="362090" imgH="152468" progId="Equation.3">
                    <p:embed/>
                  </p:oleObj>
                </mc:Choice>
                <mc:Fallback>
                  <p:oleObj name="Equation" r:id="rId9" imgW="362090" imgH="152468" progId="Equation.3">
                    <p:embed/>
                    <p:pic>
                      <p:nvPicPr>
                        <p:cNvPr id="24627" name="Object 20">
                          <a:extLst>
                            <a:ext uri="{FF2B5EF4-FFF2-40B4-BE49-F238E27FC236}">
                              <a16:creationId xmlns:a16="http://schemas.microsoft.com/office/drawing/2014/main" id="{5688E0AC-6281-4147-B7ED-C6B146CA5D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" y="3689"/>
                          <a:ext cx="401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8" name="Object 21">
              <a:extLst>
                <a:ext uri="{FF2B5EF4-FFF2-40B4-BE49-F238E27FC236}">
                  <a16:creationId xmlns:a16="http://schemas.microsoft.com/office/drawing/2014/main" id="{E9CF6A6D-36C6-47C8-B33C-9EC9B77B4A3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33" y="2800"/>
            <a:ext cx="25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7" name="公式" r:id="rId11" imgW="781063" imgH="400152" progId="Equation.3">
                    <p:embed/>
                  </p:oleObj>
                </mc:Choice>
                <mc:Fallback>
                  <p:oleObj name="公式" r:id="rId11" imgW="781063" imgH="400152" progId="Equation.3">
                    <p:embed/>
                    <p:pic>
                      <p:nvPicPr>
                        <p:cNvPr id="24628" name="Object 21">
                          <a:extLst>
                            <a:ext uri="{FF2B5EF4-FFF2-40B4-BE49-F238E27FC236}">
                              <a16:creationId xmlns:a16="http://schemas.microsoft.com/office/drawing/2014/main" id="{E9CF6A6D-36C6-47C8-B33C-9EC9B77B4A3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800"/>
                          <a:ext cx="25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9" name="Object 22">
              <a:extLst>
                <a:ext uri="{FF2B5EF4-FFF2-40B4-BE49-F238E27FC236}">
                  <a16:creationId xmlns:a16="http://schemas.microsoft.com/office/drawing/2014/main" id="{49A70E07-89AD-4311-97B9-E4F98E53264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45" y="2644"/>
            <a:ext cx="12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8" name="公式" r:id="rId13" imgW="171565" imgH="266666" progId="Equation.3">
                    <p:embed/>
                  </p:oleObj>
                </mc:Choice>
                <mc:Fallback>
                  <p:oleObj name="公式" r:id="rId13" imgW="171565" imgH="266666" progId="Equation.3">
                    <p:embed/>
                    <p:pic>
                      <p:nvPicPr>
                        <p:cNvPr id="24629" name="Object 22">
                          <a:extLst>
                            <a:ext uri="{FF2B5EF4-FFF2-40B4-BE49-F238E27FC236}">
                              <a16:creationId xmlns:a16="http://schemas.microsoft.com/office/drawing/2014/main" id="{49A70E07-89AD-4311-97B9-E4F98E53264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5" y="2644"/>
                          <a:ext cx="12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273F6847-6C6F-42D1-848D-8B648539328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33375"/>
            <a:ext cx="4208463" cy="1370013"/>
            <a:chOff x="2880" y="404"/>
            <a:chExt cx="2651" cy="863"/>
          </a:xfrm>
        </p:grpSpPr>
        <p:pic>
          <p:nvPicPr>
            <p:cNvPr id="24609" name="Picture 16" descr="14">
              <a:extLst>
                <a:ext uri="{FF2B5EF4-FFF2-40B4-BE49-F238E27FC236}">
                  <a16:creationId xmlns:a16="http://schemas.microsoft.com/office/drawing/2014/main" id="{A7006D46-5B11-41CF-B7C7-85A2929D0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clrChange>
                <a:clrFrom>
                  <a:srgbClr val="326698"/>
                </a:clrFrom>
                <a:clrTo>
                  <a:srgbClr val="3266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90" r="21069"/>
            <a:stretch>
              <a:fillRect/>
            </a:stretch>
          </p:blipFill>
          <p:spPr bwMode="auto">
            <a:xfrm>
              <a:off x="2880" y="418"/>
              <a:ext cx="2541" cy="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4610" name="Object 13">
              <a:extLst>
                <a:ext uri="{FF2B5EF4-FFF2-40B4-BE49-F238E27FC236}">
                  <a16:creationId xmlns:a16="http://schemas.microsoft.com/office/drawing/2014/main" id="{A45BE776-B317-4272-BB18-DFEF1EAA91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3" y="1013"/>
            <a:ext cx="49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9" name="公式" r:id="rId16" imgW="457200" imgH="152468" progId="Equation.3">
                    <p:embed/>
                  </p:oleObj>
                </mc:Choice>
                <mc:Fallback>
                  <p:oleObj name="公式" r:id="rId16" imgW="457200" imgH="152468" progId="Equation.3">
                    <p:embed/>
                    <p:pic>
                      <p:nvPicPr>
                        <p:cNvPr id="24610" name="Object 13">
                          <a:extLst>
                            <a:ext uri="{FF2B5EF4-FFF2-40B4-BE49-F238E27FC236}">
                              <a16:creationId xmlns:a16="http://schemas.microsoft.com/office/drawing/2014/main" id="{A45BE776-B317-4272-BB18-DFEF1EAA91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3" y="1013"/>
                          <a:ext cx="49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1" name="Object 14">
              <a:extLst>
                <a:ext uri="{FF2B5EF4-FFF2-40B4-BE49-F238E27FC236}">
                  <a16:creationId xmlns:a16="http://schemas.microsoft.com/office/drawing/2014/main" id="{46AA5ABB-B953-4303-834D-0DDAB2B656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8" y="1013"/>
            <a:ext cx="414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10" name="公式" r:id="rId18" imgW="381051" imgH="152468" progId="Equation.3">
                    <p:embed/>
                  </p:oleObj>
                </mc:Choice>
                <mc:Fallback>
                  <p:oleObj name="公式" r:id="rId18" imgW="381051" imgH="152468" progId="Equation.3">
                    <p:embed/>
                    <p:pic>
                      <p:nvPicPr>
                        <p:cNvPr id="24611" name="Object 14">
                          <a:extLst>
                            <a:ext uri="{FF2B5EF4-FFF2-40B4-BE49-F238E27FC236}">
                              <a16:creationId xmlns:a16="http://schemas.microsoft.com/office/drawing/2014/main" id="{46AA5ABB-B953-4303-834D-0DDAB2B656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" y="1013"/>
                          <a:ext cx="414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2" name="Object 15">
              <a:extLst>
                <a:ext uri="{FF2B5EF4-FFF2-40B4-BE49-F238E27FC236}">
                  <a16:creationId xmlns:a16="http://schemas.microsoft.com/office/drawing/2014/main" id="{6E0D6E92-6A8F-4874-A3EF-383E0170A0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0" y="1013"/>
            <a:ext cx="401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11" name="公式" r:id="rId20" imgW="362090" imgH="152468" progId="Equation.3">
                    <p:embed/>
                  </p:oleObj>
                </mc:Choice>
                <mc:Fallback>
                  <p:oleObj name="公式" r:id="rId20" imgW="362090" imgH="152468" progId="Equation.3">
                    <p:embed/>
                    <p:pic>
                      <p:nvPicPr>
                        <p:cNvPr id="24612" name="Object 15">
                          <a:extLst>
                            <a:ext uri="{FF2B5EF4-FFF2-40B4-BE49-F238E27FC236}">
                              <a16:creationId xmlns:a16="http://schemas.microsoft.com/office/drawing/2014/main" id="{6E0D6E92-6A8F-4874-A3EF-383E0170A0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1013"/>
                          <a:ext cx="401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3" name="Line 20">
              <a:extLst>
                <a:ext uri="{FF2B5EF4-FFF2-40B4-BE49-F238E27FC236}">
                  <a16:creationId xmlns:a16="http://schemas.microsoft.com/office/drawing/2014/main" id="{798C1E5D-EC5D-4CAA-A998-51B7A6606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1" y="959"/>
              <a:ext cx="264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14" name="Line 21">
              <a:extLst>
                <a:ext uri="{FF2B5EF4-FFF2-40B4-BE49-F238E27FC236}">
                  <a16:creationId xmlns:a16="http://schemas.microsoft.com/office/drawing/2014/main" id="{7130EFDF-6CD8-4826-AAC2-851970703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" y="404"/>
              <a:ext cx="0" cy="54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15" name="Line 22">
              <a:extLst>
                <a:ext uri="{FF2B5EF4-FFF2-40B4-BE49-F238E27FC236}">
                  <a16:creationId xmlns:a16="http://schemas.microsoft.com/office/drawing/2014/main" id="{38BE7D7C-E46B-46C5-A7BC-CCCBDCB7A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1" y="705"/>
              <a:ext cx="264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16" name="Line 23">
              <a:extLst>
                <a:ext uri="{FF2B5EF4-FFF2-40B4-BE49-F238E27FC236}">
                  <a16:creationId xmlns:a16="http://schemas.microsoft.com/office/drawing/2014/main" id="{8F49D498-0B5A-4F41-81B4-65D9A7FF6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873"/>
              <a:ext cx="0" cy="8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17" name="Line 24">
              <a:extLst>
                <a:ext uri="{FF2B5EF4-FFF2-40B4-BE49-F238E27FC236}">
                  <a16:creationId xmlns:a16="http://schemas.microsoft.com/office/drawing/2014/main" id="{C3A7DC67-82AD-45C3-9722-6A62A7DD6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2" y="873"/>
              <a:ext cx="0" cy="8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24618" name="Object 16">
              <a:extLst>
                <a:ext uri="{FF2B5EF4-FFF2-40B4-BE49-F238E27FC236}">
                  <a16:creationId xmlns:a16="http://schemas.microsoft.com/office/drawing/2014/main" id="{DCF7671E-A1E3-40AB-AE3E-083E619B2FA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90" y="532"/>
            <a:ext cx="21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12" name="公式" r:id="rId22" imgW="657206" imgH="400152" progId="Equation.3">
                    <p:embed/>
                  </p:oleObj>
                </mc:Choice>
                <mc:Fallback>
                  <p:oleObj name="公式" r:id="rId22" imgW="657206" imgH="400152" progId="Equation.3">
                    <p:embed/>
                    <p:pic>
                      <p:nvPicPr>
                        <p:cNvPr id="24618" name="Object 16">
                          <a:extLst>
                            <a:ext uri="{FF2B5EF4-FFF2-40B4-BE49-F238E27FC236}">
                              <a16:creationId xmlns:a16="http://schemas.microsoft.com/office/drawing/2014/main" id="{DCF7671E-A1E3-40AB-AE3E-083E619B2F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0" y="532"/>
                          <a:ext cx="21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9" name="Object 17">
              <a:extLst>
                <a:ext uri="{FF2B5EF4-FFF2-40B4-BE49-F238E27FC236}">
                  <a16:creationId xmlns:a16="http://schemas.microsoft.com/office/drawing/2014/main" id="{21D76EBE-69B6-40B4-9958-E133AF5C58C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50" y="438"/>
            <a:ext cx="12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13" name="公式" r:id="rId24" imgW="171565" imgH="266666" progId="Equation.3">
                    <p:embed/>
                  </p:oleObj>
                </mc:Choice>
                <mc:Fallback>
                  <p:oleObj name="公式" r:id="rId24" imgW="171565" imgH="266666" progId="Equation.3">
                    <p:embed/>
                    <p:pic>
                      <p:nvPicPr>
                        <p:cNvPr id="24619" name="Object 17">
                          <a:extLst>
                            <a:ext uri="{FF2B5EF4-FFF2-40B4-BE49-F238E27FC236}">
                              <a16:creationId xmlns:a16="http://schemas.microsoft.com/office/drawing/2014/main" id="{21D76EBE-69B6-40B4-9958-E133AF5C58C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438"/>
                          <a:ext cx="12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6011" name="Object 2">
            <a:extLst>
              <a:ext uri="{FF2B5EF4-FFF2-40B4-BE49-F238E27FC236}">
                <a16:creationId xmlns:a16="http://schemas.microsoft.com/office/drawing/2014/main" id="{7FF22C1A-520F-4F8F-8D8A-E4856E6327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1660525"/>
          <a:ext cx="630238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14" name="公式" r:id="rId26" imgW="847731" imgH="285648" progId="Equation.3">
                  <p:embed/>
                </p:oleObj>
              </mc:Choice>
              <mc:Fallback>
                <p:oleObj name="公式" r:id="rId26" imgW="847731" imgH="285648" progId="Equation.3">
                  <p:embed/>
                  <p:pic>
                    <p:nvPicPr>
                      <p:cNvPr id="426011" name="Object 2">
                        <a:extLst>
                          <a:ext uri="{FF2B5EF4-FFF2-40B4-BE49-F238E27FC236}">
                            <a16:creationId xmlns:a16="http://schemas.microsoft.com/office/drawing/2014/main" id="{7FF22C1A-520F-4F8F-8D8A-E4856E6327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1660525"/>
                        <a:ext cx="630238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12" name="Object 3">
            <a:extLst>
              <a:ext uri="{FF2B5EF4-FFF2-40B4-BE49-F238E27FC236}">
                <a16:creationId xmlns:a16="http://schemas.microsoft.com/office/drawing/2014/main" id="{4D0837C0-C7E6-4F7F-B5BD-E02F110EDD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7175" y="3773488"/>
          <a:ext cx="60801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15" name="公式" r:id="rId28" imgW="819290" imgH="276157" progId="Equation.3">
                  <p:embed/>
                </p:oleObj>
              </mc:Choice>
              <mc:Fallback>
                <p:oleObj name="公式" r:id="rId28" imgW="819290" imgH="276157" progId="Equation.3">
                  <p:embed/>
                  <p:pic>
                    <p:nvPicPr>
                      <p:cNvPr id="426012" name="Object 3">
                        <a:extLst>
                          <a:ext uri="{FF2B5EF4-FFF2-40B4-BE49-F238E27FC236}">
                            <a16:creationId xmlns:a16="http://schemas.microsoft.com/office/drawing/2014/main" id="{4D0837C0-C7E6-4F7F-B5BD-E02F110EDD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3773488"/>
                        <a:ext cx="608013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13" name="Object 4">
            <a:extLst>
              <a:ext uri="{FF2B5EF4-FFF2-40B4-BE49-F238E27FC236}">
                <a16:creationId xmlns:a16="http://schemas.microsoft.com/office/drawing/2014/main" id="{F20D1D7F-7CF8-4809-B8FD-D2D1E0086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6203950"/>
          <a:ext cx="615950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16" name="公式" r:id="rId30" imgW="838251" imgH="285648" progId="Equation.3">
                  <p:embed/>
                </p:oleObj>
              </mc:Choice>
              <mc:Fallback>
                <p:oleObj name="公式" r:id="rId30" imgW="838251" imgH="285648" progId="Equation.3">
                  <p:embed/>
                  <p:pic>
                    <p:nvPicPr>
                      <p:cNvPr id="426013" name="Object 4">
                        <a:extLst>
                          <a:ext uri="{FF2B5EF4-FFF2-40B4-BE49-F238E27FC236}">
                            <a16:creationId xmlns:a16="http://schemas.microsoft.com/office/drawing/2014/main" id="{F20D1D7F-7CF8-4809-B8FD-D2D1E0086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6203950"/>
                        <a:ext cx="615950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14" name="Rectangle 30">
            <a:extLst>
              <a:ext uri="{FF2B5EF4-FFF2-40B4-BE49-F238E27FC236}">
                <a16:creationId xmlns:a16="http://schemas.microsoft.com/office/drawing/2014/main" id="{5584EA60-219B-4CDB-859D-B6D986210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565400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衍射屏上总能量</a:t>
            </a:r>
          </a:p>
        </p:txBody>
      </p:sp>
      <p:graphicFrame>
        <p:nvGraphicFramePr>
          <p:cNvPr id="426015" name="Object 5">
            <a:extLst>
              <a:ext uri="{FF2B5EF4-FFF2-40B4-BE49-F238E27FC236}">
                <a16:creationId xmlns:a16="http://schemas.microsoft.com/office/drawing/2014/main" id="{30B34682-88C9-47EC-B0FD-57674C6FC8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5313" y="2643188"/>
          <a:ext cx="1008062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17" name="公式" r:id="rId32" imgW="962108" imgH="276157" progId="Equation.3">
                  <p:embed/>
                </p:oleObj>
              </mc:Choice>
              <mc:Fallback>
                <p:oleObj name="公式" r:id="rId32" imgW="962108" imgH="276157" progId="Equation.3">
                  <p:embed/>
                  <p:pic>
                    <p:nvPicPr>
                      <p:cNvPr id="426015" name="Object 5">
                        <a:extLst>
                          <a:ext uri="{FF2B5EF4-FFF2-40B4-BE49-F238E27FC236}">
                            <a16:creationId xmlns:a16="http://schemas.microsoft.com/office/drawing/2014/main" id="{30B34682-88C9-47EC-B0FD-57674C6FC8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2643188"/>
                        <a:ext cx="1008062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16" name="Rectangle 32">
            <a:extLst>
              <a:ext uri="{FF2B5EF4-FFF2-40B4-BE49-F238E27FC236}">
                <a16:creationId xmlns:a16="http://schemas.microsoft.com/office/drawing/2014/main" id="{90B6A4DF-0AED-4453-9D34-2AB08C6CD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175000"/>
            <a:ext cx="202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主极大的强度</a:t>
            </a:r>
          </a:p>
        </p:txBody>
      </p:sp>
      <p:graphicFrame>
        <p:nvGraphicFramePr>
          <p:cNvPr id="426017" name="Object 6">
            <a:extLst>
              <a:ext uri="{FF2B5EF4-FFF2-40B4-BE49-F238E27FC236}">
                <a16:creationId xmlns:a16="http://schemas.microsoft.com/office/drawing/2014/main" id="{E3C3A52A-1101-4CA2-AA59-1C2703B3D2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3181350"/>
          <a:ext cx="1025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18" name="公式" r:id="rId34" imgW="1000029" imgH="361882" progId="Equation.3">
                  <p:embed/>
                </p:oleObj>
              </mc:Choice>
              <mc:Fallback>
                <p:oleObj name="公式" r:id="rId34" imgW="1000029" imgH="361882" progId="Equation.3">
                  <p:embed/>
                  <p:pic>
                    <p:nvPicPr>
                      <p:cNvPr id="426017" name="Object 6">
                        <a:extLst>
                          <a:ext uri="{FF2B5EF4-FFF2-40B4-BE49-F238E27FC236}">
                            <a16:creationId xmlns:a16="http://schemas.microsoft.com/office/drawing/2014/main" id="{E3C3A52A-1101-4CA2-AA59-1C2703B3D2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181350"/>
                        <a:ext cx="1025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18" name="Text Box 34">
            <a:extLst>
              <a:ext uri="{FF2B5EF4-FFF2-40B4-BE49-F238E27FC236}">
                <a16:creationId xmlns:a16="http://schemas.microsoft.com/office/drawing/2014/main" id="{EEC5D1FF-54F4-4E6F-AEC4-3EEF73F17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3638336"/>
            <a:ext cx="3373437" cy="1035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dirty="0">
                <a:solidFill>
                  <a:schemeClr val="bg1"/>
                </a:solidFill>
              </a:rPr>
              <a:t>由</a:t>
            </a:r>
            <a:r>
              <a:rPr lang="zh-CN" altLang="en-US" dirty="0">
                <a:solidFill>
                  <a:srgbClr val="FFFF00"/>
                </a:solidFill>
              </a:rPr>
              <a:t>能量守恒</a:t>
            </a:r>
            <a:r>
              <a:rPr lang="zh-CN" altLang="en-US" dirty="0">
                <a:solidFill>
                  <a:schemeClr val="bg1"/>
                </a:solidFill>
              </a:rPr>
              <a:t>，主极大的宽度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graphicFrame>
        <p:nvGraphicFramePr>
          <p:cNvPr id="426019" name="Object 7">
            <a:extLst>
              <a:ext uri="{FF2B5EF4-FFF2-40B4-BE49-F238E27FC236}">
                <a16:creationId xmlns:a16="http://schemas.microsoft.com/office/drawing/2014/main" id="{751952D7-5270-4E92-B279-344197D66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279900"/>
          <a:ext cx="917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19" name="公式" r:id="rId36" imgW="876173" imgH="390661" progId="Equation.3">
                  <p:embed/>
                </p:oleObj>
              </mc:Choice>
              <mc:Fallback>
                <p:oleObj name="公式" r:id="rId36" imgW="876173" imgH="390661" progId="Equation.3">
                  <p:embed/>
                  <p:pic>
                    <p:nvPicPr>
                      <p:cNvPr id="426019" name="Object 7">
                        <a:extLst>
                          <a:ext uri="{FF2B5EF4-FFF2-40B4-BE49-F238E27FC236}">
                            <a16:creationId xmlns:a16="http://schemas.microsoft.com/office/drawing/2014/main" id="{751952D7-5270-4E92-B279-344197D66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279900"/>
                        <a:ext cx="9175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20" name="Rectangle 36">
            <a:extLst>
              <a:ext uri="{FF2B5EF4-FFF2-40B4-BE49-F238E27FC236}">
                <a16:creationId xmlns:a16="http://schemas.microsoft.com/office/drawing/2014/main" id="{53F3A4E7-21FB-43D3-946F-DBC3E975B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857750"/>
            <a:ext cx="3429000" cy="152082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WP Greek Century"/>
              </a:rPr>
              <a:t>随着</a:t>
            </a:r>
            <a:r>
              <a:rPr lang="en-US" altLang="zh-CN" i="1">
                <a:solidFill>
                  <a:srgbClr val="66FFFF"/>
                </a:solidFill>
                <a:sym typeface="WP Greek Century"/>
              </a:rPr>
              <a:t>N</a:t>
            </a:r>
            <a:r>
              <a:rPr lang="en-US" altLang="zh-CN">
                <a:solidFill>
                  <a:schemeClr val="bg1"/>
                </a:solidFill>
                <a:sym typeface="WP Greek Century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WP Greek Century"/>
              </a:rPr>
              <a:t>的增大，主极大变得更为尖锐，且主极大间为暗背景</a:t>
            </a:r>
          </a:p>
        </p:txBody>
      </p:sp>
      <p:sp>
        <p:nvSpPr>
          <p:cNvPr id="426021" name="Rectangle 37">
            <a:extLst>
              <a:ext uri="{FF2B5EF4-FFF2-40B4-BE49-F238E27FC236}">
                <a16:creationId xmlns:a16="http://schemas.microsoft.com/office/drawing/2014/main" id="{AA680769-40F2-4B74-8DB5-861288216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7988"/>
            <a:ext cx="3311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2. </a:t>
            </a:r>
            <a:r>
              <a:rPr lang="zh-CN" altLang="en-US" dirty="0">
                <a:solidFill>
                  <a:schemeClr val="bg1"/>
                </a:solidFill>
              </a:rPr>
              <a:t>推广：</a:t>
            </a:r>
            <a:r>
              <a:rPr lang="en-US" altLang="zh-CN" i="1" dirty="0">
                <a:solidFill>
                  <a:srgbClr val="FFFF00"/>
                </a:solidFill>
              </a:rPr>
              <a:t>N </a:t>
            </a:r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缝干涉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45924A68-505E-4C4C-AAD1-51245E035BD2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2133600"/>
            <a:ext cx="4532312" cy="1563688"/>
            <a:chOff x="2672" y="1436"/>
            <a:chExt cx="2855" cy="985"/>
          </a:xfrm>
        </p:grpSpPr>
        <p:sp>
          <p:nvSpPr>
            <p:cNvPr id="24598" name="Line 39">
              <a:extLst>
                <a:ext uri="{FF2B5EF4-FFF2-40B4-BE49-F238E27FC236}">
                  <a16:creationId xmlns:a16="http://schemas.microsoft.com/office/drawing/2014/main" id="{9882C530-CDD1-49A4-A4D0-C6A634AF8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2205"/>
              <a:ext cx="264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599" name="Line 40">
              <a:extLst>
                <a:ext uri="{FF2B5EF4-FFF2-40B4-BE49-F238E27FC236}">
                  <a16:creationId xmlns:a16="http://schemas.microsoft.com/office/drawing/2014/main" id="{E2D06266-CD06-44A4-96DB-6B4DA5F6F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5" y="1499"/>
              <a:ext cx="0" cy="71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00" name="Line 41">
              <a:extLst>
                <a:ext uri="{FF2B5EF4-FFF2-40B4-BE49-F238E27FC236}">
                  <a16:creationId xmlns:a16="http://schemas.microsoft.com/office/drawing/2014/main" id="{E3FEC294-B0D7-4814-B9E3-AC44F7C05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1666"/>
              <a:ext cx="264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01" name="Line 42">
              <a:extLst>
                <a:ext uri="{FF2B5EF4-FFF2-40B4-BE49-F238E27FC236}">
                  <a16:creationId xmlns:a16="http://schemas.microsoft.com/office/drawing/2014/main" id="{C3AD1B56-83E8-4CBE-B506-E96556061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" y="2119"/>
              <a:ext cx="0" cy="8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4602" name="Line 43">
              <a:extLst>
                <a:ext uri="{FF2B5EF4-FFF2-40B4-BE49-F238E27FC236}">
                  <a16:creationId xmlns:a16="http://schemas.microsoft.com/office/drawing/2014/main" id="{B2648AF9-5B68-4441-9E31-2E58C84C1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4" y="2119"/>
              <a:ext cx="0" cy="8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24603" name="Object 8">
              <a:extLst>
                <a:ext uri="{FF2B5EF4-FFF2-40B4-BE49-F238E27FC236}">
                  <a16:creationId xmlns:a16="http://schemas.microsoft.com/office/drawing/2014/main" id="{AC7412E8-C78F-4475-82AD-786C8FE856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9" y="2259"/>
            <a:ext cx="49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20" name="Equation" r:id="rId38" imgW="457200" imgH="152468" progId="Equation.3">
                    <p:embed/>
                  </p:oleObj>
                </mc:Choice>
                <mc:Fallback>
                  <p:oleObj name="Equation" r:id="rId38" imgW="457200" imgH="152468" progId="Equation.3">
                    <p:embed/>
                    <p:pic>
                      <p:nvPicPr>
                        <p:cNvPr id="24603" name="Object 8">
                          <a:extLst>
                            <a:ext uri="{FF2B5EF4-FFF2-40B4-BE49-F238E27FC236}">
                              <a16:creationId xmlns:a16="http://schemas.microsoft.com/office/drawing/2014/main" id="{AC7412E8-C78F-4475-82AD-786C8FE856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" y="2259"/>
                          <a:ext cx="49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4" name="Object 9">
              <a:extLst>
                <a:ext uri="{FF2B5EF4-FFF2-40B4-BE49-F238E27FC236}">
                  <a16:creationId xmlns:a16="http://schemas.microsoft.com/office/drawing/2014/main" id="{3C113EF7-E84B-4E3D-A75E-A358D8298C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4" y="2259"/>
            <a:ext cx="414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21" name="Equation" r:id="rId40" imgW="381051" imgH="152468" progId="Equation.3">
                    <p:embed/>
                  </p:oleObj>
                </mc:Choice>
                <mc:Fallback>
                  <p:oleObj name="Equation" r:id="rId40" imgW="381051" imgH="152468" progId="Equation.3">
                    <p:embed/>
                    <p:pic>
                      <p:nvPicPr>
                        <p:cNvPr id="24604" name="Object 9">
                          <a:extLst>
                            <a:ext uri="{FF2B5EF4-FFF2-40B4-BE49-F238E27FC236}">
                              <a16:creationId xmlns:a16="http://schemas.microsoft.com/office/drawing/2014/main" id="{3C113EF7-E84B-4E3D-A75E-A358D8298C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4" y="2259"/>
                          <a:ext cx="414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5" name="Object 10">
              <a:extLst>
                <a:ext uri="{FF2B5EF4-FFF2-40B4-BE49-F238E27FC236}">
                  <a16:creationId xmlns:a16="http://schemas.microsoft.com/office/drawing/2014/main" id="{C7B97E41-9E8D-4A71-9027-9228716C10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6" y="2259"/>
            <a:ext cx="401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22" name="Equation" r:id="rId42" imgW="362090" imgH="152468" progId="Equation.3">
                    <p:embed/>
                  </p:oleObj>
                </mc:Choice>
                <mc:Fallback>
                  <p:oleObj name="Equation" r:id="rId42" imgW="362090" imgH="152468" progId="Equation.3">
                    <p:embed/>
                    <p:pic>
                      <p:nvPicPr>
                        <p:cNvPr id="24605" name="Object 10">
                          <a:extLst>
                            <a:ext uri="{FF2B5EF4-FFF2-40B4-BE49-F238E27FC236}">
                              <a16:creationId xmlns:a16="http://schemas.microsoft.com/office/drawing/2014/main" id="{C7B97E41-9E8D-4A71-9027-9228716C1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" y="2259"/>
                          <a:ext cx="401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6" name="Object 11">
              <a:extLst>
                <a:ext uri="{FF2B5EF4-FFF2-40B4-BE49-F238E27FC236}">
                  <a16:creationId xmlns:a16="http://schemas.microsoft.com/office/drawing/2014/main" id="{AC91F199-F01C-47E1-8548-5FD9E8EA994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87" y="1530"/>
            <a:ext cx="2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23" name="公式" r:id="rId44" imgW="838251" imgH="400152" progId="Equation.3">
                    <p:embed/>
                  </p:oleObj>
                </mc:Choice>
                <mc:Fallback>
                  <p:oleObj name="公式" r:id="rId44" imgW="838251" imgH="400152" progId="Equation.3">
                    <p:embed/>
                    <p:pic>
                      <p:nvPicPr>
                        <p:cNvPr id="24606" name="Object 11">
                          <a:extLst>
                            <a:ext uri="{FF2B5EF4-FFF2-40B4-BE49-F238E27FC236}">
                              <a16:creationId xmlns:a16="http://schemas.microsoft.com/office/drawing/2014/main" id="{AC91F199-F01C-47E1-8548-5FD9E8EA994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530"/>
                          <a:ext cx="2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7" name="Object 12">
              <a:extLst>
                <a:ext uri="{FF2B5EF4-FFF2-40B4-BE49-F238E27FC236}">
                  <a16:creationId xmlns:a16="http://schemas.microsoft.com/office/drawing/2014/main" id="{0977DBA7-D972-4127-BD9C-93B89E98A9C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49" y="1436"/>
            <a:ext cx="12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24" name="公式" r:id="rId46" imgW="171565" imgH="266666" progId="Equation.3">
                    <p:embed/>
                  </p:oleObj>
                </mc:Choice>
                <mc:Fallback>
                  <p:oleObj name="公式" r:id="rId46" imgW="171565" imgH="266666" progId="Equation.3">
                    <p:embed/>
                    <p:pic>
                      <p:nvPicPr>
                        <p:cNvPr id="24607" name="Object 12">
                          <a:extLst>
                            <a:ext uri="{FF2B5EF4-FFF2-40B4-BE49-F238E27FC236}">
                              <a16:creationId xmlns:a16="http://schemas.microsoft.com/office/drawing/2014/main" id="{0977DBA7-D972-4127-BD9C-93B89E98A9C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9" y="1436"/>
                          <a:ext cx="12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4608" name="Picture 49" descr="f3b">
              <a:extLst>
                <a:ext uri="{FF2B5EF4-FFF2-40B4-BE49-F238E27FC236}">
                  <a16:creationId xmlns:a16="http://schemas.microsoft.com/office/drawing/2014/main" id="{DCECEDFE-52FC-411F-8A11-F53DEF17FF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8">
              <a:clrChange>
                <a:clrFrom>
                  <a:srgbClr val="326698"/>
                </a:clrFrom>
                <a:clrTo>
                  <a:srgbClr val="3266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802"/>
            <a:stretch>
              <a:fillRect/>
            </a:stretch>
          </p:blipFill>
          <p:spPr bwMode="auto">
            <a:xfrm>
              <a:off x="2672" y="1509"/>
              <a:ext cx="2812" cy="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26041" name="Text Box 57">
            <a:extLst>
              <a:ext uri="{FF2B5EF4-FFF2-40B4-BE49-F238E27FC236}">
                <a16:creationId xmlns:a16="http://schemas.microsoft.com/office/drawing/2014/main" id="{FC624653-F7A5-4E1A-A3EB-3F37EFA1B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1557338"/>
            <a:ext cx="1973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缝干涉强度分布</a:t>
            </a:r>
          </a:p>
        </p:txBody>
      </p:sp>
      <p:sp>
        <p:nvSpPr>
          <p:cNvPr id="426042" name="Text Box 58">
            <a:extLst>
              <a:ext uri="{FF2B5EF4-FFF2-40B4-BE49-F238E27FC236}">
                <a16:creationId xmlns:a16="http://schemas.microsoft.com/office/drawing/2014/main" id="{63FD31C0-AB08-4A38-8DB7-7A9D0DDF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0" y="3662363"/>
            <a:ext cx="1973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缝干涉强度分布</a:t>
            </a:r>
          </a:p>
        </p:txBody>
      </p:sp>
      <p:sp>
        <p:nvSpPr>
          <p:cNvPr id="426043" name="Text Box 59">
            <a:extLst>
              <a:ext uri="{FF2B5EF4-FFF2-40B4-BE49-F238E27FC236}">
                <a16:creationId xmlns:a16="http://schemas.microsoft.com/office/drawing/2014/main" id="{9BD7F400-27CE-48F0-A932-0617677FB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6092825"/>
            <a:ext cx="1973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缝干涉强度分布</a:t>
            </a:r>
          </a:p>
        </p:txBody>
      </p:sp>
      <p:sp>
        <p:nvSpPr>
          <p:cNvPr id="24597" name="灯片编号占位符 1">
            <a:extLst>
              <a:ext uri="{FF2B5EF4-FFF2-40B4-BE49-F238E27FC236}">
                <a16:creationId xmlns:a16="http://schemas.microsoft.com/office/drawing/2014/main" id="{CE434F65-8CF9-482C-A0BD-CFAB1D1E380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C8122F-F8C9-4878-8583-6F387FDC7769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2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6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6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6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26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/>
      <p:bldP spid="426014" grpId="0" build="p" autoUpdateAnimBg="0"/>
      <p:bldP spid="426016" grpId="0" build="p" autoUpdateAnimBg="0"/>
      <p:bldP spid="426018" grpId="0" build="p" autoUpdateAnimBg="0"/>
      <p:bldP spid="426020" grpId="0" animBg="1"/>
      <p:bldP spid="426021" grpId="0" autoUpdateAnimBg="0"/>
      <p:bldP spid="426041" grpId="0"/>
      <p:bldP spid="426042" grpId="0"/>
      <p:bldP spid="4260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Text Box 2">
            <a:extLst>
              <a:ext uri="{FF2B5EF4-FFF2-40B4-BE49-F238E27FC236}">
                <a16:creationId xmlns:a16="http://schemas.microsoft.com/office/drawing/2014/main" id="{659D0216-A739-42F0-B45E-45E20F53D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730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光栅衍射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8BAB6047-8498-40DF-8D23-31FA430EC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692150"/>
            <a:ext cx="52863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单缝衍射和缝间干涉的共同结果</a:t>
            </a:r>
          </a:p>
        </p:txBody>
      </p:sp>
      <p:sp>
        <p:nvSpPr>
          <p:cNvPr id="26628" name="灯片编号占位符 1">
            <a:extLst>
              <a:ext uri="{FF2B5EF4-FFF2-40B4-BE49-F238E27FC236}">
                <a16:creationId xmlns:a16="http://schemas.microsoft.com/office/drawing/2014/main" id="{36B893A8-34C0-4330-9B4D-CACB62DE370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1D53197-53AD-4928-A118-9325AFF66224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6A827B5F-B417-426C-99B7-291F39EC2E78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196975"/>
            <a:ext cx="7704138" cy="4248150"/>
            <a:chOff x="204" y="610"/>
            <a:chExt cx="5268" cy="3509"/>
          </a:xfrm>
        </p:grpSpPr>
        <p:pic>
          <p:nvPicPr>
            <p:cNvPr id="26632" name="Picture 14" descr="光栅衍射图">
              <a:extLst>
                <a:ext uri="{FF2B5EF4-FFF2-40B4-BE49-F238E27FC236}">
                  <a16:creationId xmlns:a16="http://schemas.microsoft.com/office/drawing/2014/main" id="{1E81B7D4-B690-4590-8BA3-E2F7FB848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" y="663"/>
              <a:ext cx="5268" cy="3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3" name="Text Box 15">
              <a:extLst>
                <a:ext uri="{FF2B5EF4-FFF2-40B4-BE49-F238E27FC236}">
                  <a16:creationId xmlns:a16="http://schemas.microsoft.com/office/drawing/2014/main" id="{FB1E18D6-BCFD-463B-892D-A6F9EF6FD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" y="610"/>
              <a:ext cx="81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292929"/>
                  </a:solidFill>
                  <a:latin typeface="Arial" panose="020B0604020202020204" pitchFamily="34" charset="0"/>
                </a:rPr>
                <a:t>(a)1</a:t>
              </a:r>
              <a:r>
                <a:rPr lang="zh-CN" altLang="en-US" sz="1800">
                  <a:solidFill>
                    <a:srgbClr val="292929"/>
                  </a:solidFill>
                  <a:latin typeface="Arial" panose="020B0604020202020204" pitchFamily="34" charset="0"/>
                </a:rPr>
                <a:t>条缝</a:t>
              </a:r>
            </a:p>
          </p:txBody>
        </p:sp>
        <p:sp>
          <p:nvSpPr>
            <p:cNvPr id="26634" name="Text Box 16">
              <a:extLst>
                <a:ext uri="{FF2B5EF4-FFF2-40B4-BE49-F238E27FC236}">
                  <a16:creationId xmlns:a16="http://schemas.microsoft.com/office/drawing/2014/main" id="{854495EB-5734-490B-902F-629EDF10F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" y="2724"/>
              <a:ext cx="81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292929"/>
                  </a:solidFill>
                  <a:latin typeface="Arial" panose="020B0604020202020204" pitchFamily="34" charset="0"/>
                </a:rPr>
                <a:t>(f)20</a:t>
              </a:r>
              <a:r>
                <a:rPr lang="zh-CN" altLang="en-US" sz="1800">
                  <a:solidFill>
                    <a:srgbClr val="292929"/>
                  </a:solidFill>
                  <a:latin typeface="Arial" panose="020B0604020202020204" pitchFamily="34" charset="0"/>
                </a:rPr>
                <a:t>条缝</a:t>
              </a:r>
            </a:p>
          </p:txBody>
        </p:sp>
        <p:sp>
          <p:nvSpPr>
            <p:cNvPr id="26635" name="Text Box 17">
              <a:extLst>
                <a:ext uri="{FF2B5EF4-FFF2-40B4-BE49-F238E27FC236}">
                  <a16:creationId xmlns:a16="http://schemas.microsoft.com/office/drawing/2014/main" id="{330972F4-AA15-40C1-9C22-81D48859D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1642"/>
              <a:ext cx="81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292929"/>
                  </a:solidFill>
                  <a:latin typeface="Arial" panose="020B0604020202020204" pitchFamily="34" charset="0"/>
                </a:rPr>
                <a:t>(e)6</a:t>
              </a:r>
              <a:r>
                <a:rPr lang="zh-CN" altLang="en-US" sz="1800">
                  <a:solidFill>
                    <a:srgbClr val="292929"/>
                  </a:solidFill>
                  <a:latin typeface="Arial" panose="020B0604020202020204" pitchFamily="34" charset="0"/>
                </a:rPr>
                <a:t>条缝</a:t>
              </a:r>
            </a:p>
          </p:txBody>
        </p:sp>
        <p:sp>
          <p:nvSpPr>
            <p:cNvPr id="26636" name="Text Box 18">
              <a:extLst>
                <a:ext uri="{FF2B5EF4-FFF2-40B4-BE49-F238E27FC236}">
                  <a16:creationId xmlns:a16="http://schemas.microsoft.com/office/drawing/2014/main" id="{EDCB4C03-46B7-4CEA-A0F3-AE344E329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668"/>
              <a:ext cx="81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292929"/>
                  </a:solidFill>
                  <a:latin typeface="Arial" panose="020B0604020202020204" pitchFamily="34" charset="0"/>
                </a:rPr>
                <a:t>(c)3</a:t>
              </a:r>
              <a:r>
                <a:rPr lang="zh-CN" altLang="en-US" sz="1800">
                  <a:solidFill>
                    <a:srgbClr val="292929"/>
                  </a:solidFill>
                  <a:latin typeface="Arial" panose="020B0604020202020204" pitchFamily="34" charset="0"/>
                </a:rPr>
                <a:t>条缝</a:t>
              </a:r>
            </a:p>
          </p:txBody>
        </p:sp>
        <p:sp>
          <p:nvSpPr>
            <p:cNvPr id="26637" name="Text Box 19">
              <a:extLst>
                <a:ext uri="{FF2B5EF4-FFF2-40B4-BE49-F238E27FC236}">
                  <a16:creationId xmlns:a16="http://schemas.microsoft.com/office/drawing/2014/main" id="{90EFAC01-A9BC-47BE-A59F-2292C364B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" y="1642"/>
              <a:ext cx="81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292929"/>
                  </a:solidFill>
                  <a:latin typeface="Arial" panose="020B0604020202020204" pitchFamily="34" charset="0"/>
                </a:rPr>
                <a:t>(b)2</a:t>
              </a:r>
              <a:r>
                <a:rPr lang="zh-CN" altLang="en-US" sz="1800">
                  <a:solidFill>
                    <a:srgbClr val="292929"/>
                  </a:solidFill>
                  <a:latin typeface="Arial" panose="020B0604020202020204" pitchFamily="34" charset="0"/>
                </a:rPr>
                <a:t>条缝</a:t>
              </a:r>
            </a:p>
          </p:txBody>
        </p:sp>
        <p:sp>
          <p:nvSpPr>
            <p:cNvPr id="26638" name="Text Box 20">
              <a:extLst>
                <a:ext uri="{FF2B5EF4-FFF2-40B4-BE49-F238E27FC236}">
                  <a16:creationId xmlns:a16="http://schemas.microsoft.com/office/drawing/2014/main" id="{DD8A131E-807A-4F7E-BBD5-7E4A5393C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610"/>
              <a:ext cx="81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292929"/>
                  </a:solidFill>
                  <a:latin typeface="Arial" panose="020B0604020202020204" pitchFamily="34" charset="0"/>
                </a:rPr>
                <a:t>(d)5</a:t>
              </a:r>
              <a:r>
                <a:rPr lang="zh-CN" altLang="en-US" sz="1800">
                  <a:solidFill>
                    <a:srgbClr val="292929"/>
                  </a:solidFill>
                  <a:latin typeface="Arial" panose="020B0604020202020204" pitchFamily="34" charset="0"/>
                </a:rPr>
                <a:t>条缝</a:t>
              </a:r>
            </a:p>
          </p:txBody>
        </p:sp>
      </p:grpSp>
      <p:sp>
        <p:nvSpPr>
          <p:cNvPr id="428043" name="Rectangle 11">
            <a:extLst>
              <a:ext uri="{FF2B5EF4-FFF2-40B4-BE49-F238E27FC236}">
                <a16:creationId xmlns:a16="http://schemas.microsoft.com/office/drawing/2014/main" id="{A6A79353-61FC-40F3-BD92-4B56852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145088"/>
            <a:ext cx="23590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latin typeface="方正书宋简体"/>
                <a:ea typeface="楷体_GB2312" pitchFamily="49" charset="-122"/>
              </a:rPr>
              <a:t>几种缝的光栅衍射</a:t>
            </a:r>
          </a:p>
        </p:txBody>
      </p:sp>
      <p:sp>
        <p:nvSpPr>
          <p:cNvPr id="14" name="Rectangle 36">
            <a:extLst>
              <a:ext uri="{FF2B5EF4-FFF2-40B4-BE49-F238E27FC236}">
                <a16:creationId xmlns:a16="http://schemas.microsoft.com/office/drawing/2014/main" id="{388748F8-3DBC-43FB-8E78-D9DE19D13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570538"/>
            <a:ext cx="7578725" cy="954087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WP Greek Century"/>
              </a:rPr>
              <a:t>结论：随着</a:t>
            </a:r>
            <a:r>
              <a:rPr lang="en-US" altLang="zh-CN" i="1">
                <a:solidFill>
                  <a:srgbClr val="66FFFF"/>
                </a:solidFill>
                <a:sym typeface="WP Greek Century"/>
              </a:rPr>
              <a:t>N</a:t>
            </a:r>
            <a:r>
              <a:rPr lang="en-US" altLang="zh-CN">
                <a:solidFill>
                  <a:schemeClr val="bg1"/>
                </a:solidFill>
                <a:sym typeface="WP Greek Century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WP Greek Century"/>
              </a:rPr>
              <a:t>的增大，衍射条纹（主极大）变得越细，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  <a:sym typeface="WP Greek Century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sym typeface="WP Greek Century"/>
              </a:rPr>
              <a:t>    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WP Greek Century"/>
              </a:rPr>
              <a:t>亮度会越大，主极大间的暗区会越宽。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28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utoUpdateAnimBg="0"/>
      <p:bldP spid="428035" grpId="0" autoUpdateAnimBg="0"/>
      <p:bldP spid="428043" grpId="0" autoUpdateAnimBg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Text Box 2">
            <a:extLst>
              <a:ext uri="{FF2B5EF4-FFF2-40B4-BE49-F238E27FC236}">
                <a16:creationId xmlns:a16="http://schemas.microsoft.com/office/drawing/2014/main" id="{4CB34A62-8F50-4BAC-8A52-B2ABCD522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765175"/>
            <a:ext cx="77041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缝间干涉加强（光栅衍射主极大）满足的关系：</a:t>
            </a:r>
          </a:p>
        </p:txBody>
      </p:sp>
      <p:graphicFrame>
        <p:nvGraphicFramePr>
          <p:cNvPr id="430083" name="Object 2">
            <a:extLst>
              <a:ext uri="{FF2B5EF4-FFF2-40B4-BE49-F238E27FC236}">
                <a16:creationId xmlns:a16="http://schemas.microsoft.com/office/drawing/2014/main" id="{6E9B16F6-A765-4794-9A92-A8A24C97CF05}"/>
              </a:ext>
            </a:extLst>
          </p:cNvPr>
          <p:cNvGraphicFramePr>
            <a:graphicFrameLocks/>
          </p:cNvGraphicFramePr>
          <p:nvPr/>
        </p:nvGraphicFramePr>
        <p:xfrm>
          <a:off x="1187450" y="1408113"/>
          <a:ext cx="17176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8" name="公式" r:id="rId4" imgW="1857241" imgH="333409" progId="Equation.3">
                  <p:embed/>
                </p:oleObj>
              </mc:Choice>
              <mc:Fallback>
                <p:oleObj name="公式" r:id="rId4" imgW="1857241" imgH="333409" progId="Equation.3">
                  <p:embed/>
                  <p:pic>
                    <p:nvPicPr>
                      <p:cNvPr id="430083" name="Object 2">
                        <a:extLst>
                          <a:ext uri="{FF2B5EF4-FFF2-40B4-BE49-F238E27FC236}">
                            <a16:creationId xmlns:a16="http://schemas.microsoft.com/office/drawing/2014/main" id="{6E9B16F6-A765-4794-9A92-A8A24C97CF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408113"/>
                        <a:ext cx="17176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4" name="Object 3">
            <a:extLst>
              <a:ext uri="{FF2B5EF4-FFF2-40B4-BE49-F238E27FC236}">
                <a16:creationId xmlns:a16="http://schemas.microsoft.com/office/drawing/2014/main" id="{5C0ABB4D-34F4-4BC5-89A6-C1563133DE11}"/>
              </a:ext>
            </a:extLst>
          </p:cNvPr>
          <p:cNvGraphicFramePr>
            <a:graphicFrameLocks/>
          </p:cNvGraphicFramePr>
          <p:nvPr/>
        </p:nvGraphicFramePr>
        <p:xfrm>
          <a:off x="3708400" y="1430338"/>
          <a:ext cx="17002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9" name="公式" r:id="rId6" imgW="1838280" imgH="314427" progId="Equation.3">
                  <p:embed/>
                </p:oleObj>
              </mc:Choice>
              <mc:Fallback>
                <p:oleObj name="公式" r:id="rId6" imgW="1838280" imgH="314427" progId="Equation.3">
                  <p:embed/>
                  <p:pic>
                    <p:nvPicPr>
                      <p:cNvPr id="430084" name="Object 3">
                        <a:extLst>
                          <a:ext uri="{FF2B5EF4-FFF2-40B4-BE49-F238E27FC236}">
                            <a16:creationId xmlns:a16="http://schemas.microsoft.com/office/drawing/2014/main" id="{5C0ABB4D-34F4-4BC5-89A6-C1563133DE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430338"/>
                        <a:ext cx="170021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85" name="Rectangle 5">
            <a:extLst>
              <a:ext uri="{FF2B5EF4-FFF2-40B4-BE49-F238E27FC236}">
                <a16:creationId xmlns:a16="http://schemas.microsoft.com/office/drawing/2014/main" id="{4F566D2A-B5B5-4BAC-9BEF-36B2E239E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1374775"/>
            <a:ext cx="20415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FFCC00"/>
                </a:solidFill>
                <a:latin typeface="宋体" panose="02010600030101010101" pitchFamily="2" charset="-122"/>
                <a:ea typeface="楷体_GB2312" pitchFamily="49" charset="-122"/>
              </a:rPr>
              <a:t>—</a:t>
            </a:r>
            <a:r>
              <a:rPr lang="en-US" altLang="zh-CN" sz="20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光栅方程</a:t>
            </a:r>
            <a:r>
              <a:rPr lang="zh-CN" altLang="en-US" sz="2000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430086" name="Text Box 6">
            <a:extLst>
              <a:ext uri="{FF2B5EF4-FFF2-40B4-BE49-F238E27FC236}">
                <a16:creationId xmlns:a16="http://schemas.microsoft.com/office/drawing/2014/main" id="{EFD798B0-7234-421F-91D0-21BE85F79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2351088"/>
            <a:ext cx="7939088" cy="101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多缝干涉主极大光强受单缝衍射光强调制，使得主极大光强大小不同，在单缝衍射光强极小处的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主极大</a:t>
            </a:r>
            <a:r>
              <a:rPr lang="zh-CN" altLang="en-US">
                <a:solidFill>
                  <a:schemeClr val="bg1"/>
                </a:solidFill>
              </a:rPr>
              <a:t>缺级</a:t>
            </a:r>
          </a:p>
        </p:txBody>
      </p:sp>
      <p:graphicFrame>
        <p:nvGraphicFramePr>
          <p:cNvPr id="430087" name="Object 4">
            <a:extLst>
              <a:ext uri="{FF2B5EF4-FFF2-40B4-BE49-F238E27FC236}">
                <a16:creationId xmlns:a16="http://schemas.microsoft.com/office/drawing/2014/main" id="{D8FC6E98-C424-44FC-955B-BEE8B58B23CB}"/>
              </a:ext>
            </a:extLst>
          </p:cNvPr>
          <p:cNvGraphicFramePr>
            <a:graphicFrameLocks/>
          </p:cNvGraphicFramePr>
          <p:nvPr/>
        </p:nvGraphicFramePr>
        <p:xfrm>
          <a:off x="2586038" y="4135438"/>
          <a:ext cx="17716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0" name="公式" r:id="rId8" imgW="1914429" imgH="352391" progId="Equation.3">
                  <p:embed/>
                </p:oleObj>
              </mc:Choice>
              <mc:Fallback>
                <p:oleObj name="公式" r:id="rId8" imgW="1914429" imgH="352391" progId="Equation.3">
                  <p:embed/>
                  <p:pic>
                    <p:nvPicPr>
                      <p:cNvPr id="430087" name="Object 4">
                        <a:extLst>
                          <a:ext uri="{FF2B5EF4-FFF2-40B4-BE49-F238E27FC236}">
                            <a16:creationId xmlns:a16="http://schemas.microsoft.com/office/drawing/2014/main" id="{D8FC6E98-C424-44FC-955B-BEE8B58B23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4135438"/>
                        <a:ext cx="177165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8" name="Object 5">
            <a:extLst>
              <a:ext uri="{FF2B5EF4-FFF2-40B4-BE49-F238E27FC236}">
                <a16:creationId xmlns:a16="http://schemas.microsoft.com/office/drawing/2014/main" id="{1361C465-9E60-4F38-9756-2D3EFA67948E}"/>
              </a:ext>
            </a:extLst>
          </p:cNvPr>
          <p:cNvGraphicFramePr>
            <a:graphicFrameLocks/>
          </p:cNvGraphicFramePr>
          <p:nvPr/>
        </p:nvGraphicFramePr>
        <p:xfrm>
          <a:off x="5649913" y="3770313"/>
          <a:ext cx="27082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1" name="公式" r:id="rId10" imgW="2952686" imgH="361882" progId="Equation.3">
                  <p:embed/>
                </p:oleObj>
              </mc:Choice>
              <mc:Fallback>
                <p:oleObj name="公式" r:id="rId10" imgW="2952686" imgH="361882" progId="Equation.3">
                  <p:embed/>
                  <p:pic>
                    <p:nvPicPr>
                      <p:cNvPr id="430088" name="Object 5">
                        <a:extLst>
                          <a:ext uri="{FF2B5EF4-FFF2-40B4-BE49-F238E27FC236}">
                            <a16:creationId xmlns:a16="http://schemas.microsoft.com/office/drawing/2014/main" id="{1361C465-9E60-4F38-9756-2D3EFA67948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3" y="3770313"/>
                        <a:ext cx="27082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9" name="Object 6">
            <a:extLst>
              <a:ext uri="{FF2B5EF4-FFF2-40B4-BE49-F238E27FC236}">
                <a16:creationId xmlns:a16="http://schemas.microsoft.com/office/drawing/2014/main" id="{C56DCA24-4B84-41D5-A6A9-63EDB8673E63}"/>
              </a:ext>
            </a:extLst>
          </p:cNvPr>
          <p:cNvGraphicFramePr>
            <a:graphicFrameLocks/>
          </p:cNvGraphicFramePr>
          <p:nvPr/>
        </p:nvGraphicFramePr>
        <p:xfrm>
          <a:off x="3059113" y="4725988"/>
          <a:ext cx="12001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2" name="公式" r:id="rId12" imgW="1276490" imgH="771525" progId="Equation.3">
                  <p:embed/>
                </p:oleObj>
              </mc:Choice>
              <mc:Fallback>
                <p:oleObj name="公式" r:id="rId12" imgW="1276490" imgH="771525" progId="Equation.3">
                  <p:embed/>
                  <p:pic>
                    <p:nvPicPr>
                      <p:cNvPr id="430089" name="Object 6">
                        <a:extLst>
                          <a:ext uri="{FF2B5EF4-FFF2-40B4-BE49-F238E27FC236}">
                            <a16:creationId xmlns:a16="http://schemas.microsoft.com/office/drawing/2014/main" id="{C56DCA24-4B84-41D5-A6A9-63EDB8673E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725988"/>
                        <a:ext cx="12001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0" name="Object 7">
            <a:extLst>
              <a:ext uri="{FF2B5EF4-FFF2-40B4-BE49-F238E27FC236}">
                <a16:creationId xmlns:a16="http://schemas.microsoft.com/office/drawing/2014/main" id="{69085BE5-39AC-43EE-8CD1-6A0E1973CF48}"/>
              </a:ext>
            </a:extLst>
          </p:cNvPr>
          <p:cNvGraphicFramePr>
            <a:graphicFrameLocks/>
          </p:cNvGraphicFramePr>
          <p:nvPr/>
        </p:nvGraphicFramePr>
        <p:xfrm>
          <a:off x="2767013" y="5675313"/>
          <a:ext cx="10017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3" name="公式" r:id="rId14" imgW="1057218" imgH="361882" progId="Equation.3">
                  <p:embed/>
                </p:oleObj>
              </mc:Choice>
              <mc:Fallback>
                <p:oleObj name="公式" r:id="rId14" imgW="1057218" imgH="361882" progId="Equation.3">
                  <p:embed/>
                  <p:pic>
                    <p:nvPicPr>
                      <p:cNvPr id="430090" name="Object 7">
                        <a:extLst>
                          <a:ext uri="{FF2B5EF4-FFF2-40B4-BE49-F238E27FC236}">
                            <a16:creationId xmlns:a16="http://schemas.microsoft.com/office/drawing/2014/main" id="{69085BE5-39AC-43EE-8CD1-6A0E1973CF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5675313"/>
                        <a:ext cx="10017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1" name="Object 8">
            <a:extLst>
              <a:ext uri="{FF2B5EF4-FFF2-40B4-BE49-F238E27FC236}">
                <a16:creationId xmlns:a16="http://schemas.microsoft.com/office/drawing/2014/main" id="{0477C874-A82E-47EB-ACC9-CDD0FD7D0A8F}"/>
              </a:ext>
            </a:extLst>
          </p:cNvPr>
          <p:cNvGraphicFramePr>
            <a:graphicFrameLocks/>
          </p:cNvGraphicFramePr>
          <p:nvPr/>
        </p:nvGraphicFramePr>
        <p:xfrm>
          <a:off x="2714625" y="6215063"/>
          <a:ext cx="10715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4" name="公式" r:id="rId16" imgW="438239" imgH="161959" progId="Equation.3">
                  <p:embed/>
                </p:oleObj>
              </mc:Choice>
              <mc:Fallback>
                <p:oleObj name="公式" r:id="rId16" imgW="438239" imgH="161959" progId="Equation.3">
                  <p:embed/>
                  <p:pic>
                    <p:nvPicPr>
                      <p:cNvPr id="430091" name="Object 8">
                        <a:extLst>
                          <a:ext uri="{FF2B5EF4-FFF2-40B4-BE49-F238E27FC236}">
                            <a16:creationId xmlns:a16="http://schemas.microsoft.com/office/drawing/2014/main" id="{0477C874-A82E-47EB-ACC9-CDD0FD7D0A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6215063"/>
                        <a:ext cx="10715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2" name="Object 9">
            <a:extLst>
              <a:ext uri="{FF2B5EF4-FFF2-40B4-BE49-F238E27FC236}">
                <a16:creationId xmlns:a16="http://schemas.microsoft.com/office/drawing/2014/main" id="{EBFE0656-DD90-462A-9643-76442483EE95}"/>
              </a:ext>
            </a:extLst>
          </p:cNvPr>
          <p:cNvGraphicFramePr>
            <a:graphicFrameLocks/>
          </p:cNvGraphicFramePr>
          <p:nvPr/>
        </p:nvGraphicFramePr>
        <p:xfrm>
          <a:off x="4494213" y="5702300"/>
          <a:ext cx="19764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5" name="公式" r:id="rId18" imgW="2162143" imgH="314427" progId="Equation.3">
                  <p:embed/>
                </p:oleObj>
              </mc:Choice>
              <mc:Fallback>
                <p:oleObj name="公式" r:id="rId18" imgW="2162143" imgH="314427" progId="Equation.3">
                  <p:embed/>
                  <p:pic>
                    <p:nvPicPr>
                      <p:cNvPr id="430092" name="Object 9">
                        <a:extLst>
                          <a:ext uri="{FF2B5EF4-FFF2-40B4-BE49-F238E27FC236}">
                            <a16:creationId xmlns:a16="http://schemas.microsoft.com/office/drawing/2014/main" id="{EBFE0656-DD90-462A-9643-76442483EE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213" y="5702300"/>
                        <a:ext cx="197643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3" name="Object 10">
            <a:extLst>
              <a:ext uri="{FF2B5EF4-FFF2-40B4-BE49-F238E27FC236}">
                <a16:creationId xmlns:a16="http://schemas.microsoft.com/office/drawing/2014/main" id="{3F037207-6BFD-41D3-ADD8-3792D866E82A}"/>
              </a:ext>
            </a:extLst>
          </p:cNvPr>
          <p:cNvGraphicFramePr>
            <a:graphicFrameLocks/>
          </p:cNvGraphicFramePr>
          <p:nvPr/>
        </p:nvGraphicFramePr>
        <p:xfrm>
          <a:off x="4494213" y="6286500"/>
          <a:ext cx="19637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6" name="公式" r:id="rId20" imgW="2152663" imgH="314427" progId="Equation.3">
                  <p:embed/>
                </p:oleObj>
              </mc:Choice>
              <mc:Fallback>
                <p:oleObj name="公式" r:id="rId20" imgW="2152663" imgH="314427" progId="Equation.3">
                  <p:embed/>
                  <p:pic>
                    <p:nvPicPr>
                      <p:cNvPr id="430093" name="Object 10">
                        <a:extLst>
                          <a:ext uri="{FF2B5EF4-FFF2-40B4-BE49-F238E27FC236}">
                            <a16:creationId xmlns:a16="http://schemas.microsoft.com/office/drawing/2014/main" id="{3F037207-6BFD-41D3-ADD8-3792D866E8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213" y="6286500"/>
                        <a:ext cx="196373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94" name="Rectangle 14">
            <a:extLst>
              <a:ext uri="{FF2B5EF4-FFF2-40B4-BE49-F238E27FC236}">
                <a16:creationId xmlns:a16="http://schemas.microsoft.com/office/drawing/2014/main" id="{561E137A-46E2-4D80-9B1E-070E05A5C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429000"/>
            <a:ext cx="207168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latin typeface="黑体" panose="02010609060101010101" pitchFamily="49" charset="-122"/>
              </a:rPr>
              <a:t>光栅方程：</a:t>
            </a:r>
          </a:p>
        </p:txBody>
      </p:sp>
      <p:sp>
        <p:nvSpPr>
          <p:cNvPr id="430095" name="AutoShape 15">
            <a:extLst>
              <a:ext uri="{FF2B5EF4-FFF2-40B4-BE49-F238E27FC236}">
                <a16:creationId xmlns:a16="http://schemas.microsoft.com/office/drawing/2014/main" id="{D98849FF-35CA-4288-9223-8FB0797672AD}"/>
              </a:ext>
            </a:extLst>
          </p:cNvPr>
          <p:cNvSpPr>
            <a:spLocks/>
          </p:cNvSpPr>
          <p:nvPr/>
        </p:nvSpPr>
        <p:spPr bwMode="auto">
          <a:xfrm>
            <a:off x="2333625" y="5818188"/>
            <a:ext cx="238125" cy="665162"/>
          </a:xfrm>
          <a:prstGeom prst="leftBrace">
            <a:avLst>
              <a:gd name="adj1" fmla="val 35434"/>
              <a:gd name="adj2" fmla="val 50000"/>
            </a:avLst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30096" name="Text Box 16">
            <a:extLst>
              <a:ext uri="{FF2B5EF4-FFF2-40B4-BE49-F238E27FC236}">
                <a16:creationId xmlns:a16="http://schemas.microsoft.com/office/drawing/2014/main" id="{FE5BAF1E-627F-4AF6-8BEE-FE25B6A9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5894388"/>
            <a:ext cx="1054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黑体" panose="02010609060101010101" pitchFamily="49" charset="-122"/>
              </a:rPr>
              <a:t>例如：</a:t>
            </a:r>
          </a:p>
        </p:txBody>
      </p:sp>
      <p:sp>
        <p:nvSpPr>
          <p:cNvPr id="430097" name="Rectangle 17">
            <a:extLst>
              <a:ext uri="{FF2B5EF4-FFF2-40B4-BE49-F238E27FC236}">
                <a16:creationId xmlns:a16="http://schemas.microsoft.com/office/drawing/2014/main" id="{54AE92C5-F0A3-4231-ACA3-78221547E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5670550"/>
            <a:ext cx="8540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仿宋_GB2312"/>
                <a:ea typeface="楷体_GB2312" pitchFamily="49" charset="-122"/>
              </a:rPr>
              <a:t>缺级</a:t>
            </a:r>
            <a:endParaRPr lang="zh-CN" altLang="en-US" sz="2000">
              <a:solidFill>
                <a:schemeClr val="bg1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430098" name="Rectangle 18">
            <a:extLst>
              <a:ext uri="{FF2B5EF4-FFF2-40B4-BE49-F238E27FC236}">
                <a16:creationId xmlns:a16="http://schemas.microsoft.com/office/drawing/2014/main" id="{FB0FEFE6-27CF-487D-BDA5-1C4FF7945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63" y="6215063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仿宋_GB2312"/>
                <a:ea typeface="楷体_GB2312" pitchFamily="49" charset="-122"/>
              </a:rPr>
              <a:t>缺级</a:t>
            </a:r>
          </a:p>
        </p:txBody>
      </p:sp>
      <p:sp>
        <p:nvSpPr>
          <p:cNvPr id="430099" name="Rectangle 19">
            <a:extLst>
              <a:ext uri="{FF2B5EF4-FFF2-40B4-BE49-F238E27FC236}">
                <a16:creationId xmlns:a16="http://schemas.microsoft.com/office/drawing/2014/main" id="{44EEED13-CEA4-4B83-BB07-8106D22CB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1928813"/>
            <a:ext cx="233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缺级条件分析</a:t>
            </a:r>
          </a:p>
        </p:txBody>
      </p:sp>
      <p:graphicFrame>
        <p:nvGraphicFramePr>
          <p:cNvPr id="430100" name="Object 11">
            <a:extLst>
              <a:ext uri="{FF2B5EF4-FFF2-40B4-BE49-F238E27FC236}">
                <a16:creationId xmlns:a16="http://schemas.microsoft.com/office/drawing/2014/main" id="{17B49470-1BBB-4539-9D04-ABAF3C4A69E6}"/>
              </a:ext>
            </a:extLst>
          </p:cNvPr>
          <p:cNvGraphicFramePr>
            <a:graphicFrameLocks/>
          </p:cNvGraphicFramePr>
          <p:nvPr/>
        </p:nvGraphicFramePr>
        <p:xfrm>
          <a:off x="5003800" y="4948238"/>
          <a:ext cx="15303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7" name="公式" r:id="rId22" imgW="1647755" imgH="323918" progId="Equation.3">
                  <p:embed/>
                </p:oleObj>
              </mc:Choice>
              <mc:Fallback>
                <p:oleObj name="公式" r:id="rId22" imgW="1647755" imgH="323918" progId="Equation.3">
                  <p:embed/>
                  <p:pic>
                    <p:nvPicPr>
                      <p:cNvPr id="430100" name="Object 11">
                        <a:extLst>
                          <a:ext uri="{FF2B5EF4-FFF2-40B4-BE49-F238E27FC236}">
                            <a16:creationId xmlns:a16="http://schemas.microsoft.com/office/drawing/2014/main" id="{17B49470-1BBB-4539-9D04-ABAF3C4A69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948238"/>
                        <a:ext cx="15303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01" name="Rectangle 21">
            <a:extLst>
              <a:ext uri="{FF2B5EF4-FFF2-40B4-BE49-F238E27FC236}">
                <a16:creationId xmlns:a16="http://schemas.microsoft.com/office/drawing/2014/main" id="{C943F75C-FB23-4961-839B-8CF048F59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250825"/>
            <a:ext cx="41576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光栅方程</a:t>
            </a:r>
          </a:p>
        </p:txBody>
      </p:sp>
      <p:sp>
        <p:nvSpPr>
          <p:cNvPr id="430102" name="Rectangle 22">
            <a:extLst>
              <a:ext uri="{FF2B5EF4-FFF2-40B4-BE49-F238E27FC236}">
                <a16:creationId xmlns:a16="http://schemas.microsoft.com/office/drawing/2014/main" id="{6B04CC32-9A43-4665-91A8-D31845C80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705350"/>
            <a:ext cx="4464050" cy="8112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30103" name="Rectangle 23">
            <a:extLst>
              <a:ext uri="{FF2B5EF4-FFF2-40B4-BE49-F238E27FC236}">
                <a16:creationId xmlns:a16="http://schemas.microsoft.com/office/drawing/2014/main" id="{122D0AC9-E4F7-48DB-AC20-1D9F059A3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33500"/>
            <a:ext cx="6877050" cy="4635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30104" name="Object 12">
            <a:extLst>
              <a:ext uri="{FF2B5EF4-FFF2-40B4-BE49-F238E27FC236}">
                <a16:creationId xmlns:a16="http://schemas.microsoft.com/office/drawing/2014/main" id="{EC8B44F0-2451-46E7-8C4A-54E56ECA4080}"/>
              </a:ext>
            </a:extLst>
          </p:cNvPr>
          <p:cNvGraphicFramePr>
            <a:graphicFrameLocks/>
          </p:cNvGraphicFramePr>
          <p:nvPr/>
        </p:nvGraphicFramePr>
        <p:xfrm>
          <a:off x="2560638" y="3500438"/>
          <a:ext cx="17256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8" name="公式" r:id="rId24" imgW="1857241" imgH="333409" progId="Equation.3">
                  <p:embed/>
                </p:oleObj>
              </mc:Choice>
              <mc:Fallback>
                <p:oleObj name="公式" r:id="rId24" imgW="1857241" imgH="333409" progId="Equation.3">
                  <p:embed/>
                  <p:pic>
                    <p:nvPicPr>
                      <p:cNvPr id="430104" name="Object 12">
                        <a:extLst>
                          <a:ext uri="{FF2B5EF4-FFF2-40B4-BE49-F238E27FC236}">
                            <a16:creationId xmlns:a16="http://schemas.microsoft.com/office/drawing/2014/main" id="{EC8B44F0-2451-46E7-8C4A-54E56ECA40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3500438"/>
                        <a:ext cx="17256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05" name="AutoShape 25">
            <a:extLst>
              <a:ext uri="{FF2B5EF4-FFF2-40B4-BE49-F238E27FC236}">
                <a16:creationId xmlns:a16="http://schemas.microsoft.com/office/drawing/2014/main" id="{0E7276D3-EF34-4DF9-8E79-1591B5030D88}"/>
              </a:ext>
            </a:extLst>
          </p:cNvPr>
          <p:cNvSpPr>
            <a:spLocks/>
          </p:cNvSpPr>
          <p:nvPr/>
        </p:nvSpPr>
        <p:spPr bwMode="auto">
          <a:xfrm>
            <a:off x="4572000" y="3643313"/>
            <a:ext cx="214313" cy="658812"/>
          </a:xfrm>
          <a:prstGeom prst="rightBrace">
            <a:avLst>
              <a:gd name="adj1" fmla="val 45186"/>
              <a:gd name="adj2" fmla="val 50000"/>
            </a:avLst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30106" name="AutoShape 26">
            <a:extLst>
              <a:ext uri="{FF2B5EF4-FFF2-40B4-BE49-F238E27FC236}">
                <a16:creationId xmlns:a16="http://schemas.microsoft.com/office/drawing/2014/main" id="{A24811D5-7F94-44B6-93FA-6CFABA181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3859213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FFCCFF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126">
            <a:extLst>
              <a:ext uri="{FF2B5EF4-FFF2-40B4-BE49-F238E27FC236}">
                <a16:creationId xmlns:a16="http://schemas.microsoft.com/office/drawing/2014/main" id="{D8B85AD7-0CF1-4AF0-8BC9-4DC193D2D9D7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1928813"/>
            <a:ext cx="1655762" cy="366712"/>
            <a:chOff x="1890" y="1260"/>
            <a:chExt cx="1043" cy="231"/>
          </a:xfrm>
        </p:grpSpPr>
        <p:sp>
          <p:nvSpPr>
            <p:cNvPr id="6174" name="AutoShape 125">
              <a:extLst>
                <a:ext uri="{FF2B5EF4-FFF2-40B4-BE49-F238E27FC236}">
                  <a16:creationId xmlns:a16="http://schemas.microsoft.com/office/drawing/2014/main" id="{B4039940-71C5-4D8A-A61F-936A61920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1260"/>
              <a:ext cx="1043" cy="225"/>
            </a:xfrm>
            <a:prstGeom prst="wedgeRoundRectCallout">
              <a:avLst>
                <a:gd name="adj1" fmla="val -34977"/>
                <a:gd name="adj2" fmla="val -88144"/>
                <a:gd name="adj3" fmla="val 16667"/>
              </a:avLst>
            </a:prstGeom>
            <a:solidFill>
              <a:srgbClr val="0066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zh-CN">
                <a:solidFill>
                  <a:schemeClr val="bg1"/>
                </a:solidFill>
              </a:endParaRPr>
            </a:p>
          </p:txBody>
        </p:sp>
        <p:sp>
          <p:nvSpPr>
            <p:cNvPr id="6175" name="Rectangle 65">
              <a:extLst>
                <a:ext uri="{FF2B5EF4-FFF2-40B4-BE49-F238E27FC236}">
                  <a16:creationId xmlns:a16="http://schemas.microsoft.com/office/drawing/2014/main" id="{D5CDDD3D-439A-44D2-897B-352239C3B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" y="1260"/>
              <a:ext cx="8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FFFFFF"/>
                  </a:solidFill>
                  <a:latin typeface="Arial" panose="020B0604020202020204" pitchFamily="34" charset="0"/>
                </a:rPr>
                <a:t>主极大级数</a:t>
              </a:r>
            </a:p>
          </p:txBody>
        </p:sp>
      </p:grpSp>
      <p:sp>
        <p:nvSpPr>
          <p:cNvPr id="30" name="Rectangle 14">
            <a:extLst>
              <a:ext uri="{FF2B5EF4-FFF2-40B4-BE49-F238E27FC236}">
                <a16:creationId xmlns:a16="http://schemas.microsoft.com/office/drawing/2014/main" id="{CA67BE03-F250-410F-8456-3BC21A39C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052888"/>
            <a:ext cx="207168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latin typeface="黑体" panose="02010609060101010101" pitchFamily="49" charset="-122"/>
              </a:rPr>
              <a:t>衍射暗纹：</a:t>
            </a:r>
          </a:p>
        </p:txBody>
      </p:sp>
      <p:sp>
        <p:nvSpPr>
          <p:cNvPr id="6173" name="灯片编号占位符 1">
            <a:extLst>
              <a:ext uri="{FF2B5EF4-FFF2-40B4-BE49-F238E27FC236}">
                <a16:creationId xmlns:a16="http://schemas.microsoft.com/office/drawing/2014/main" id="{58E92FA6-CA06-460C-916C-709B21EEFD5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ACF428-03BA-4BC6-9CF9-AFCE05024268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0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0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43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0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30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2" grpId="0" build="p" autoUpdateAnimBg="0"/>
      <p:bldP spid="430085" grpId="0" autoUpdateAnimBg="0"/>
      <p:bldP spid="430086" grpId="0" build="p" autoUpdateAnimBg="0"/>
      <p:bldP spid="430094" grpId="0" autoUpdateAnimBg="0"/>
      <p:bldP spid="430095" grpId="0" animBg="1"/>
      <p:bldP spid="430096" grpId="0" autoUpdateAnimBg="0"/>
      <p:bldP spid="430097" grpId="0" autoUpdateAnimBg="0"/>
      <p:bldP spid="430098" grpId="0" autoUpdateAnimBg="0"/>
      <p:bldP spid="430099" grpId="0" autoUpdateAnimBg="0"/>
      <p:bldP spid="430101" grpId="0" build="p" autoUpdateAnimBg="0"/>
      <p:bldP spid="430102" grpId="0" animBg="1"/>
      <p:bldP spid="430103" grpId="0" animBg="1"/>
      <p:bldP spid="430105" grpId="0" animBg="1"/>
      <p:bldP spid="430106" grpId="0" animBg="1"/>
      <p:bldP spid="3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3C2EB0FB-2172-4D3D-8F1B-EEE7F6F7C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50825"/>
            <a:ext cx="20716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4.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暗纹条件</a:t>
            </a:r>
          </a:p>
        </p:txBody>
      </p:sp>
      <p:graphicFrame>
        <p:nvGraphicFramePr>
          <p:cNvPr id="432131" name="Object 2">
            <a:extLst>
              <a:ext uri="{FF2B5EF4-FFF2-40B4-BE49-F238E27FC236}">
                <a16:creationId xmlns:a16="http://schemas.microsoft.com/office/drawing/2014/main" id="{A1E9C532-1820-4A3E-A3E0-FA5352F52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350" y="5197475"/>
          <a:ext cx="22542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2" name="公式" r:id="rId4" imgW="2200371" imgH="333409" progId="Equation.3">
                  <p:embed/>
                </p:oleObj>
              </mc:Choice>
              <mc:Fallback>
                <p:oleObj name="公式" r:id="rId4" imgW="2200371" imgH="333409" progId="Equation.3">
                  <p:embed/>
                  <p:pic>
                    <p:nvPicPr>
                      <p:cNvPr id="432131" name="Object 2">
                        <a:extLst>
                          <a:ext uri="{FF2B5EF4-FFF2-40B4-BE49-F238E27FC236}">
                            <a16:creationId xmlns:a16="http://schemas.microsoft.com/office/drawing/2014/main" id="{A1E9C532-1820-4A3E-A3E0-FA5352F52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5197475"/>
                        <a:ext cx="22542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32" name="Object 3">
            <a:extLst>
              <a:ext uri="{FF2B5EF4-FFF2-40B4-BE49-F238E27FC236}">
                <a16:creationId xmlns:a16="http://schemas.microsoft.com/office/drawing/2014/main" id="{9EE3F353-419E-4815-A17D-FF14E90E1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734050"/>
          <a:ext cx="7697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3" name="公式" r:id="rId6" imgW="3600412" imgH="142977" progId="Equation.3">
                  <p:embed/>
                </p:oleObj>
              </mc:Choice>
              <mc:Fallback>
                <p:oleObj name="公式" r:id="rId6" imgW="3600412" imgH="142977" progId="Equation.3">
                  <p:embed/>
                  <p:pic>
                    <p:nvPicPr>
                      <p:cNvPr id="432132" name="Object 3">
                        <a:extLst>
                          <a:ext uri="{FF2B5EF4-FFF2-40B4-BE49-F238E27FC236}">
                            <a16:creationId xmlns:a16="http://schemas.microsoft.com/office/drawing/2014/main" id="{9EE3F353-419E-4815-A17D-FF14E90E16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734050"/>
                        <a:ext cx="7697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33" name="Object 4">
            <a:extLst>
              <a:ext uri="{FF2B5EF4-FFF2-40B4-BE49-F238E27FC236}">
                <a16:creationId xmlns:a16="http://schemas.microsoft.com/office/drawing/2014/main" id="{949D0F61-C2C1-49D8-9154-B8A5DD1AEEC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02150" y="3720902"/>
          <a:ext cx="16541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4" name="公式" r:id="rId8" imgW="1771612" imgH="257175" progId="Equation.3">
                  <p:embed/>
                </p:oleObj>
              </mc:Choice>
              <mc:Fallback>
                <p:oleObj name="公式" r:id="rId8" imgW="1771612" imgH="257175" progId="Equation.3">
                  <p:embed/>
                  <p:pic>
                    <p:nvPicPr>
                      <p:cNvPr id="432133" name="Object 4">
                        <a:extLst>
                          <a:ext uri="{FF2B5EF4-FFF2-40B4-BE49-F238E27FC236}">
                            <a16:creationId xmlns:a16="http://schemas.microsoft.com/office/drawing/2014/main" id="{949D0F61-C2C1-49D8-9154-B8A5DD1AE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3720902"/>
                        <a:ext cx="16541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4" name="Text Box 6">
            <a:extLst>
              <a:ext uri="{FF2B5EF4-FFF2-40B4-BE49-F238E27FC236}">
                <a16:creationId xmlns:a16="http://schemas.microsoft.com/office/drawing/2014/main" id="{2F2302B8-9642-427A-95E5-85A8896E5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28775"/>
            <a:ext cx="8137525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设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光栅总缝数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i="1" dirty="0">
                <a:solidFill>
                  <a:srgbClr val="00FFFF"/>
                </a:solidFill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，各缝在观察屏上</a:t>
            </a:r>
            <a:r>
              <a:rPr lang="en-US" altLang="zh-CN" i="1" dirty="0">
                <a:solidFill>
                  <a:srgbClr val="00FFFF"/>
                </a:solidFill>
              </a:rPr>
              <a:t>P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点引起的光振动矢量</a:t>
            </a:r>
          </a:p>
        </p:txBody>
      </p:sp>
      <p:graphicFrame>
        <p:nvGraphicFramePr>
          <p:cNvPr id="432135" name="Object 5">
            <a:extLst>
              <a:ext uri="{FF2B5EF4-FFF2-40B4-BE49-F238E27FC236}">
                <a16:creationId xmlns:a16="http://schemas.microsoft.com/office/drawing/2014/main" id="{FFCB7577-8C0A-4233-902A-91FECD35C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7063" y="2286000"/>
          <a:ext cx="30829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5" name="公式" r:id="rId10" imgW="3381445" imgH="409643" progId="Equation.3">
                  <p:embed/>
                </p:oleObj>
              </mc:Choice>
              <mc:Fallback>
                <p:oleObj name="公式" r:id="rId10" imgW="3381445" imgH="409643" progId="Equation.3">
                  <p:embed/>
                  <p:pic>
                    <p:nvPicPr>
                      <p:cNvPr id="432135" name="Object 5">
                        <a:extLst>
                          <a:ext uri="{FF2B5EF4-FFF2-40B4-BE49-F238E27FC236}">
                            <a16:creationId xmlns:a16="http://schemas.microsoft.com/office/drawing/2014/main" id="{FFCB7577-8C0A-4233-902A-91FECD35C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2286000"/>
                        <a:ext cx="30829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6" name="Text Box 8">
            <a:extLst>
              <a:ext uri="{FF2B5EF4-FFF2-40B4-BE49-F238E27FC236}">
                <a16:creationId xmlns:a16="http://schemas.microsoft.com/office/drawing/2014/main" id="{EF8C0AFB-B160-457C-85E5-D6670267C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212" y="4279900"/>
            <a:ext cx="470693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为相邻两缝衍射光的相位差</a:t>
            </a:r>
          </a:p>
        </p:txBody>
      </p:sp>
      <p:graphicFrame>
        <p:nvGraphicFramePr>
          <p:cNvPr id="432137" name="Object 6">
            <a:extLst>
              <a:ext uri="{FF2B5EF4-FFF2-40B4-BE49-F238E27FC236}">
                <a16:creationId xmlns:a16="http://schemas.microsoft.com/office/drawing/2014/main" id="{F17362B2-4FAF-4070-90E9-D77A231A5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7100" y="4149725"/>
          <a:ext cx="193675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6" name="公式" r:id="rId12" imgW="2085994" imgH="771525" progId="Equation.3">
                  <p:embed/>
                </p:oleObj>
              </mc:Choice>
              <mc:Fallback>
                <p:oleObj name="公式" r:id="rId12" imgW="2085994" imgH="771525" progId="Equation.3">
                  <p:embed/>
                  <p:pic>
                    <p:nvPicPr>
                      <p:cNvPr id="432137" name="Object 6">
                        <a:extLst>
                          <a:ext uri="{FF2B5EF4-FFF2-40B4-BE49-F238E27FC236}">
                            <a16:creationId xmlns:a16="http://schemas.microsoft.com/office/drawing/2014/main" id="{F17362B2-4FAF-4070-90E9-D77A231A5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4149725"/>
                        <a:ext cx="193675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8" name="Rectangle 10">
            <a:extLst>
              <a:ext uri="{FF2B5EF4-FFF2-40B4-BE49-F238E27FC236}">
                <a16:creationId xmlns:a16="http://schemas.microsoft.com/office/drawing/2014/main" id="{0D44348A-0727-457D-A8E7-D6F65501B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938" y="3571875"/>
            <a:ext cx="141927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暗纹条件</a:t>
            </a:r>
          </a:p>
        </p:txBody>
      </p:sp>
      <p:sp>
        <p:nvSpPr>
          <p:cNvPr id="432139" name="Text Box 11">
            <a:extLst>
              <a:ext uri="{FF2B5EF4-FFF2-40B4-BE49-F238E27FC236}">
                <a16:creationId xmlns:a16="http://schemas.microsoft.com/office/drawing/2014/main" id="{748671AE-C44B-45A1-90E2-194BE2BF0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708025"/>
            <a:ext cx="8085137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光栅衍射中，两主极大条纹之间分布着一些暗纹，这是多缝间干涉相消而成</a:t>
            </a:r>
          </a:p>
        </p:txBody>
      </p:sp>
      <p:sp>
        <p:nvSpPr>
          <p:cNvPr id="432140" name="Text Box 12">
            <a:extLst>
              <a:ext uri="{FF2B5EF4-FFF2-40B4-BE49-F238E27FC236}">
                <a16:creationId xmlns:a16="http://schemas.microsoft.com/office/drawing/2014/main" id="{28E1BDAD-41D6-4F12-A1C3-010610ADA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781300"/>
            <a:ext cx="8408987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当这些振动矢量组成封闭的多边形时，合矢量为零，对应点为暗纹</a:t>
            </a:r>
          </a:p>
        </p:txBody>
      </p:sp>
      <p:sp>
        <p:nvSpPr>
          <p:cNvPr id="432141" name="Text Box 13">
            <a:extLst>
              <a:ext uri="{FF2B5EF4-FFF2-40B4-BE49-F238E27FC236}">
                <a16:creationId xmlns:a16="http://schemas.microsoft.com/office/drawing/2014/main" id="{2E17A9BF-A399-4BDB-BDDA-7ECCBF9F8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2799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其中</a:t>
            </a:r>
          </a:p>
        </p:txBody>
      </p:sp>
      <p:sp>
        <p:nvSpPr>
          <p:cNvPr id="432142" name="Rectangle 14">
            <a:extLst>
              <a:ext uri="{FF2B5EF4-FFF2-40B4-BE49-F238E27FC236}">
                <a16:creationId xmlns:a16="http://schemas.microsoft.com/office/drawing/2014/main" id="{B12FD9A4-1E5D-47DA-9983-B641F16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013325"/>
            <a:ext cx="7993062" cy="1223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8207" name="灯片编号占位符 1">
            <a:extLst>
              <a:ext uri="{FF2B5EF4-FFF2-40B4-BE49-F238E27FC236}">
                <a16:creationId xmlns:a16="http://schemas.microsoft.com/office/drawing/2014/main" id="{060D45C7-B6FA-44F8-A7BA-6E859351875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948522-DAD2-4102-B9EA-E1516C4D2CAA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6" name="AutoShape 77">
            <a:hlinkClick r:id="rId14" action="ppaction://hlinkfile" highlightClick="1"/>
            <a:extLst>
              <a:ext uri="{FF2B5EF4-FFF2-40B4-BE49-F238E27FC236}">
                <a16:creationId xmlns:a16="http://schemas.microsoft.com/office/drawing/2014/main" id="{77CB5785-1C32-459E-B030-A26D4AEEA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357188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3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3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3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3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2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2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7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770" decel="100000"/>
                                        <p:tgtEl>
                                          <p:spTgt spid="1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6" dur="7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8" dur="7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0" grpId="0" autoUpdateAnimBg="0"/>
      <p:bldP spid="432134" grpId="0" autoUpdateAnimBg="0"/>
      <p:bldP spid="432136" grpId="0" autoUpdateAnimBg="0"/>
      <p:bldP spid="432138" grpId="0" autoUpdateAnimBg="0"/>
      <p:bldP spid="432139" grpId="0"/>
      <p:bldP spid="432140" grpId="0"/>
      <p:bldP spid="432141" grpId="0"/>
      <p:bldP spid="432142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>
            <a:extLst>
              <a:ext uri="{FF2B5EF4-FFF2-40B4-BE49-F238E27FC236}">
                <a16:creationId xmlns:a16="http://schemas.microsoft.com/office/drawing/2014/main" id="{77C4545D-12DF-4EAD-B995-16E6D0AE9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257175"/>
            <a:ext cx="55546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00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66FFFF"/>
                </a:solidFill>
              </a:rPr>
              <a:t> 5. </a:t>
            </a:r>
            <a:r>
              <a:rPr lang="zh-CN" altLang="en-US">
                <a:solidFill>
                  <a:srgbClr val="66FFFF"/>
                </a:solidFill>
              </a:rPr>
              <a:t>光栅衍射光强分布</a:t>
            </a:r>
            <a:r>
              <a:rPr lang="zh-CN" altLang="en-US">
                <a:solidFill>
                  <a:srgbClr val="FF0000"/>
                </a:solidFill>
              </a:rPr>
              <a:t>（振幅矢量法）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59779" name="Arc 3">
            <a:extLst>
              <a:ext uri="{FF2B5EF4-FFF2-40B4-BE49-F238E27FC236}">
                <a16:creationId xmlns:a16="http://schemas.microsoft.com/office/drawing/2014/main" id="{346C3912-3262-4A47-8E78-30869825E0E3}"/>
              </a:ext>
            </a:extLst>
          </p:cNvPr>
          <p:cNvSpPr>
            <a:spLocks/>
          </p:cNvSpPr>
          <p:nvPr/>
        </p:nvSpPr>
        <p:spPr bwMode="auto">
          <a:xfrm rot="1696153">
            <a:off x="5595938" y="1335088"/>
            <a:ext cx="104775" cy="234950"/>
          </a:xfrm>
          <a:custGeom>
            <a:avLst/>
            <a:gdLst>
              <a:gd name="T0" fmla="*/ 0 w 19216"/>
              <a:gd name="T1" fmla="*/ 0 h 21600"/>
              <a:gd name="T2" fmla="*/ 2147483646 w 19216"/>
              <a:gd name="T3" fmla="*/ 2147483646 h 21600"/>
              <a:gd name="T4" fmla="*/ 0 w 19216"/>
              <a:gd name="T5" fmla="*/ 2147483646 h 21600"/>
              <a:gd name="T6" fmla="*/ 0 60000 65536"/>
              <a:gd name="T7" fmla="*/ 0 60000 65536"/>
              <a:gd name="T8" fmla="*/ 0 60000 65536"/>
              <a:gd name="T9" fmla="*/ 0 w 19216"/>
              <a:gd name="T10" fmla="*/ 0 h 21600"/>
              <a:gd name="T11" fmla="*/ 19216 w 1921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16" h="21600" fill="none" extrusionOk="0">
                <a:moveTo>
                  <a:pt x="-1" y="0"/>
                </a:moveTo>
                <a:cubicBezTo>
                  <a:pt x="8098" y="0"/>
                  <a:pt x="15516" y="4530"/>
                  <a:pt x="19215" y="11735"/>
                </a:cubicBezTo>
              </a:path>
              <a:path w="19216" h="21600" stroke="0" extrusionOk="0">
                <a:moveTo>
                  <a:pt x="-1" y="0"/>
                </a:moveTo>
                <a:cubicBezTo>
                  <a:pt x="8098" y="0"/>
                  <a:pt x="15516" y="4530"/>
                  <a:pt x="19215" y="1173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0" name="Line 4">
            <a:extLst>
              <a:ext uri="{FF2B5EF4-FFF2-40B4-BE49-F238E27FC236}">
                <a16:creationId xmlns:a16="http://schemas.microsoft.com/office/drawing/2014/main" id="{B6B55337-E53F-4BE7-BD9F-7651DCA8EABC}"/>
              </a:ext>
            </a:extLst>
          </p:cNvPr>
          <p:cNvSpPr>
            <a:spLocks noChangeShapeType="1"/>
          </p:cNvSpPr>
          <p:nvPr/>
        </p:nvSpPr>
        <p:spPr bwMode="auto">
          <a:xfrm rot="21540000" flipV="1">
            <a:off x="6435725" y="957263"/>
            <a:ext cx="1944688" cy="43180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1" name="Line 5">
            <a:extLst>
              <a:ext uri="{FF2B5EF4-FFF2-40B4-BE49-F238E27FC236}">
                <a16:creationId xmlns:a16="http://schemas.microsoft.com/office/drawing/2014/main" id="{63F0EDA5-68B3-4A08-A090-4758A6131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6675" y="874713"/>
            <a:ext cx="1944688" cy="730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2" name="Line 6">
            <a:extLst>
              <a:ext uri="{FF2B5EF4-FFF2-40B4-BE49-F238E27FC236}">
                <a16:creationId xmlns:a16="http://schemas.microsoft.com/office/drawing/2014/main" id="{57BFFE1E-EE14-489C-90CB-15CC3AF6BA9B}"/>
              </a:ext>
            </a:extLst>
          </p:cNvPr>
          <p:cNvSpPr>
            <a:spLocks noChangeAspect="1" noChangeShapeType="1"/>
          </p:cNvSpPr>
          <p:nvPr/>
        </p:nvSpPr>
        <p:spPr bwMode="auto">
          <a:xfrm rot="-60000">
            <a:off x="6373813" y="563563"/>
            <a:ext cx="2016125" cy="38893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3" name="Line 7">
            <a:extLst>
              <a:ext uri="{FF2B5EF4-FFF2-40B4-BE49-F238E27FC236}">
                <a16:creationId xmlns:a16="http://schemas.microsoft.com/office/drawing/2014/main" id="{B00D5C05-8E30-4496-9333-60CC574E5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3963" y="1484313"/>
            <a:ext cx="3354387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4" name="Line 8">
            <a:extLst>
              <a:ext uri="{FF2B5EF4-FFF2-40B4-BE49-F238E27FC236}">
                <a16:creationId xmlns:a16="http://schemas.microsoft.com/office/drawing/2014/main" id="{E39D6DDC-6CFD-4432-B288-00EB9D22D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917575"/>
            <a:ext cx="690563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785" name="Line 9">
            <a:extLst>
              <a:ext uri="{FF2B5EF4-FFF2-40B4-BE49-F238E27FC236}">
                <a16:creationId xmlns:a16="http://schemas.microsoft.com/office/drawing/2014/main" id="{B9BBBF6D-3477-4B36-905D-6E04E90C2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1474788"/>
            <a:ext cx="690563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786" name="Line 10">
            <a:extLst>
              <a:ext uri="{FF2B5EF4-FFF2-40B4-BE49-F238E27FC236}">
                <a16:creationId xmlns:a16="http://schemas.microsoft.com/office/drawing/2014/main" id="{6BFD9457-2CE3-423E-8F6D-61034AF70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2039938"/>
            <a:ext cx="690563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787" name="Line 11">
            <a:extLst>
              <a:ext uri="{FF2B5EF4-FFF2-40B4-BE49-F238E27FC236}">
                <a16:creationId xmlns:a16="http://schemas.microsoft.com/office/drawing/2014/main" id="{A1E59312-970F-4692-8161-720EDD574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917575"/>
            <a:ext cx="179388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8" name="Line 12">
            <a:extLst>
              <a:ext uri="{FF2B5EF4-FFF2-40B4-BE49-F238E27FC236}">
                <a16:creationId xmlns:a16="http://schemas.microsoft.com/office/drawing/2014/main" id="{9F3F6AC9-E5F9-4490-B430-3A6EEC886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1473200"/>
            <a:ext cx="179388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89" name="Line 13">
            <a:extLst>
              <a:ext uri="{FF2B5EF4-FFF2-40B4-BE49-F238E27FC236}">
                <a16:creationId xmlns:a16="http://schemas.microsoft.com/office/drawing/2014/main" id="{B2C237B2-FE7F-4DF8-8F30-0D21A224E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2041525"/>
            <a:ext cx="179388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90" name="Line 14">
            <a:extLst>
              <a:ext uri="{FF2B5EF4-FFF2-40B4-BE49-F238E27FC236}">
                <a16:creationId xmlns:a16="http://schemas.microsoft.com/office/drawing/2014/main" id="{6BBA2F99-EEEB-40F1-BB5A-F47F2FBAA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1200150"/>
            <a:ext cx="690563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791" name="Line 15">
            <a:extLst>
              <a:ext uri="{FF2B5EF4-FFF2-40B4-BE49-F238E27FC236}">
                <a16:creationId xmlns:a16="http://schemas.microsoft.com/office/drawing/2014/main" id="{58D03A1C-EE27-48EE-90CE-8CC9E2CB4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1200150"/>
            <a:ext cx="179388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92" name="Line 16">
            <a:extLst>
              <a:ext uri="{FF2B5EF4-FFF2-40B4-BE49-F238E27FC236}">
                <a16:creationId xmlns:a16="http://schemas.microsoft.com/office/drawing/2014/main" id="{563CA974-2DC4-4689-A50F-01FAFDDA0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1763713"/>
            <a:ext cx="690563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793" name="Line 17">
            <a:extLst>
              <a:ext uri="{FF2B5EF4-FFF2-40B4-BE49-F238E27FC236}">
                <a16:creationId xmlns:a16="http://schemas.microsoft.com/office/drawing/2014/main" id="{23293FF5-2A89-450D-ACDF-28F1E8001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850" y="1763713"/>
            <a:ext cx="179388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794" name="Line 18">
            <a:extLst>
              <a:ext uri="{FF2B5EF4-FFF2-40B4-BE49-F238E27FC236}">
                <a16:creationId xmlns:a16="http://schemas.microsoft.com/office/drawing/2014/main" id="{C5807D12-EC9A-4407-B22F-C88156290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3113" y="404813"/>
            <a:ext cx="0" cy="224155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459795" name="Object 2">
            <a:extLst>
              <a:ext uri="{FF2B5EF4-FFF2-40B4-BE49-F238E27FC236}">
                <a16:creationId xmlns:a16="http://schemas.microsoft.com/office/drawing/2014/main" id="{EC0E5A8A-12C8-4549-9DAC-03CE5EA53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2133600"/>
          <a:ext cx="2270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0" name="公式" r:id="rId4" imgW="218967" imgH="333409" progId="Equation.3">
                  <p:embed/>
                </p:oleObj>
              </mc:Choice>
              <mc:Fallback>
                <p:oleObj name="公式" r:id="rId4" imgW="218967" imgH="333409" progId="Equation.3">
                  <p:embed/>
                  <p:pic>
                    <p:nvPicPr>
                      <p:cNvPr id="459795" name="Object 2">
                        <a:extLst>
                          <a:ext uri="{FF2B5EF4-FFF2-40B4-BE49-F238E27FC236}">
                            <a16:creationId xmlns:a16="http://schemas.microsoft.com/office/drawing/2014/main" id="{EC0E5A8A-12C8-4549-9DAC-03CE5EA53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133600"/>
                        <a:ext cx="2270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796" name="Line 20">
            <a:extLst>
              <a:ext uri="{FF2B5EF4-FFF2-40B4-BE49-F238E27FC236}">
                <a16:creationId xmlns:a16="http://schemas.microsoft.com/office/drawing/2014/main" id="{718E0EFC-F410-46B1-9002-366A6D916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713" y="2519363"/>
            <a:ext cx="2057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797" name="Line 21">
            <a:extLst>
              <a:ext uri="{FF2B5EF4-FFF2-40B4-BE49-F238E27FC236}">
                <a16:creationId xmlns:a16="http://schemas.microsoft.com/office/drawing/2014/main" id="{A9E02B12-C43E-433B-A4FB-91AF6CD79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713" y="2195513"/>
            <a:ext cx="0" cy="381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59798" name="Oval 22">
            <a:extLst>
              <a:ext uri="{FF2B5EF4-FFF2-40B4-BE49-F238E27FC236}">
                <a16:creationId xmlns:a16="http://schemas.microsoft.com/office/drawing/2014/main" id="{E68B9AB4-74E4-41E5-ADDB-76CBF94FB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77838"/>
            <a:ext cx="215900" cy="2016125"/>
          </a:xfrm>
          <a:prstGeom prst="ellipse">
            <a:avLst/>
          </a:prstGeom>
          <a:gradFill rotWithShape="1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>
                  <a:alpha val="63000"/>
                </a:srgbClr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EF6D7E5E-629F-4A4B-A360-052E9DBCE28D}"/>
              </a:ext>
            </a:extLst>
          </p:cNvPr>
          <p:cNvGrpSpPr>
            <a:grpSpLocks/>
          </p:cNvGrpSpPr>
          <p:nvPr/>
        </p:nvGrpSpPr>
        <p:grpSpPr bwMode="auto">
          <a:xfrm>
            <a:off x="5005388" y="755650"/>
            <a:ext cx="128587" cy="1498600"/>
            <a:chOff x="1338" y="1117"/>
            <a:chExt cx="81" cy="944"/>
          </a:xfrm>
        </p:grpSpPr>
        <p:sp>
          <p:nvSpPr>
            <p:cNvPr id="10336" name="Rectangle 24">
              <a:extLst>
                <a:ext uri="{FF2B5EF4-FFF2-40B4-BE49-F238E27FC236}">
                  <a16:creationId xmlns:a16="http://schemas.microsoft.com/office/drawing/2014/main" id="{74FC3148-9E35-4B86-8404-BD0AAC5064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8" y="1117"/>
              <a:ext cx="59" cy="944"/>
            </a:xfrm>
            <a:prstGeom prst="rect">
              <a:avLst/>
            </a:prstGeom>
            <a:solidFill>
              <a:srgbClr val="FFFFFF">
                <a:alpha val="7215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337" name="Line 25">
              <a:extLst>
                <a:ext uri="{FF2B5EF4-FFF2-40B4-BE49-F238E27FC236}">
                  <a16:creationId xmlns:a16="http://schemas.microsoft.com/office/drawing/2014/main" id="{BE17BE5D-EABE-4224-843F-6C7B9FF432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98" y="1122"/>
              <a:ext cx="1" cy="936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8" name="AutoShape 26">
              <a:extLst>
                <a:ext uri="{FF2B5EF4-FFF2-40B4-BE49-F238E27FC236}">
                  <a16:creationId xmlns:a16="http://schemas.microsoft.com/office/drawing/2014/main" id="{641217BE-FDAD-481C-81F4-918DF2B0DD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7" y="1205"/>
              <a:ext cx="68" cy="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47 w 21600"/>
                <a:gd name="T13" fmla="*/ 4800 h 21600"/>
                <a:gd name="T14" fmla="*/ 17153 w 21600"/>
                <a:gd name="T15" fmla="*/ 174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9" name="AutoShape 27">
              <a:extLst>
                <a:ext uri="{FF2B5EF4-FFF2-40B4-BE49-F238E27FC236}">
                  <a16:creationId xmlns:a16="http://schemas.microsoft.com/office/drawing/2014/main" id="{BF3EE7F0-07FB-405D-90AF-9C2CC93C43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7" y="1381"/>
              <a:ext cx="68" cy="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47 w 21600"/>
                <a:gd name="T13" fmla="*/ 4800 h 21600"/>
                <a:gd name="T14" fmla="*/ 17153 w 21600"/>
                <a:gd name="T15" fmla="*/ 174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0" name="AutoShape 28">
              <a:extLst>
                <a:ext uri="{FF2B5EF4-FFF2-40B4-BE49-F238E27FC236}">
                  <a16:creationId xmlns:a16="http://schemas.microsoft.com/office/drawing/2014/main" id="{91F7A0EA-4BA3-47D8-9D88-42DAC5A464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7" y="1558"/>
              <a:ext cx="68" cy="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47 w 21600"/>
                <a:gd name="T13" fmla="*/ 4800 h 21600"/>
                <a:gd name="T14" fmla="*/ 17153 w 21600"/>
                <a:gd name="T15" fmla="*/ 174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1" name="AutoShape 29">
              <a:extLst>
                <a:ext uri="{FF2B5EF4-FFF2-40B4-BE49-F238E27FC236}">
                  <a16:creationId xmlns:a16="http://schemas.microsoft.com/office/drawing/2014/main" id="{B4DFB0DD-BCD4-432F-92F5-C99A8EC815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7" y="1734"/>
              <a:ext cx="68" cy="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47 w 21600"/>
                <a:gd name="T13" fmla="*/ 4800 h 21600"/>
                <a:gd name="T14" fmla="*/ 17153 w 21600"/>
                <a:gd name="T15" fmla="*/ 174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2" name="AutoShape 30">
              <a:extLst>
                <a:ext uri="{FF2B5EF4-FFF2-40B4-BE49-F238E27FC236}">
                  <a16:creationId xmlns:a16="http://schemas.microsoft.com/office/drawing/2014/main" id="{1AFAD436-8999-47EC-95B0-962EC4FF0A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7" y="1911"/>
              <a:ext cx="68" cy="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47 w 21600"/>
                <a:gd name="T13" fmla="*/ 4800 h 21600"/>
                <a:gd name="T14" fmla="*/ 17153 w 21600"/>
                <a:gd name="T15" fmla="*/ 174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9807" name="Line 31">
            <a:extLst>
              <a:ext uri="{FF2B5EF4-FFF2-40B4-BE49-F238E27FC236}">
                <a16:creationId xmlns:a16="http://schemas.microsoft.com/office/drawing/2014/main" id="{9C86AD73-4ED0-4EF8-8BC1-12428095E446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0000" flipV="1">
            <a:off x="5076825" y="552450"/>
            <a:ext cx="1201738" cy="382588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808" name="Line 32">
            <a:extLst>
              <a:ext uri="{FF2B5EF4-FFF2-40B4-BE49-F238E27FC236}">
                <a16:creationId xmlns:a16="http://schemas.microsoft.com/office/drawing/2014/main" id="{76253777-986D-4AC1-923D-BDBC273C10E0}"/>
              </a:ext>
            </a:extLst>
          </p:cNvPr>
          <p:cNvSpPr>
            <a:spLocks noChangeShapeType="1"/>
          </p:cNvSpPr>
          <p:nvPr/>
        </p:nvSpPr>
        <p:spPr bwMode="auto">
          <a:xfrm rot="-900000">
            <a:off x="5535613" y="757238"/>
            <a:ext cx="179387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09" name="Line 33">
            <a:extLst>
              <a:ext uri="{FF2B5EF4-FFF2-40B4-BE49-F238E27FC236}">
                <a16:creationId xmlns:a16="http://schemas.microsoft.com/office/drawing/2014/main" id="{8AD8A75E-139C-430B-B77E-5B8AC3DE5C2C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0000" flipV="1">
            <a:off x="5075238" y="857250"/>
            <a:ext cx="1166812" cy="37147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810" name="Line 34">
            <a:extLst>
              <a:ext uri="{FF2B5EF4-FFF2-40B4-BE49-F238E27FC236}">
                <a16:creationId xmlns:a16="http://schemas.microsoft.com/office/drawing/2014/main" id="{2176FB86-D009-40A6-9CE8-3ADC18B2484D}"/>
              </a:ext>
            </a:extLst>
          </p:cNvPr>
          <p:cNvSpPr>
            <a:spLocks noChangeShapeType="1"/>
          </p:cNvSpPr>
          <p:nvPr/>
        </p:nvSpPr>
        <p:spPr bwMode="auto">
          <a:xfrm rot="-840000">
            <a:off x="5535613" y="1052513"/>
            <a:ext cx="179387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11" name="Line 35">
            <a:extLst>
              <a:ext uri="{FF2B5EF4-FFF2-40B4-BE49-F238E27FC236}">
                <a16:creationId xmlns:a16="http://schemas.microsoft.com/office/drawing/2014/main" id="{B8E4393C-9675-41D3-B8B8-10C8EF5299A1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0000" flipV="1">
            <a:off x="5080000" y="1147763"/>
            <a:ext cx="1141413" cy="36353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812" name="Line 36">
            <a:extLst>
              <a:ext uri="{FF2B5EF4-FFF2-40B4-BE49-F238E27FC236}">
                <a16:creationId xmlns:a16="http://schemas.microsoft.com/office/drawing/2014/main" id="{8C47E0D8-61E2-4C9D-A1F5-321B6D8DE11F}"/>
              </a:ext>
            </a:extLst>
          </p:cNvPr>
          <p:cNvSpPr>
            <a:spLocks noChangeShapeType="1"/>
          </p:cNvSpPr>
          <p:nvPr/>
        </p:nvSpPr>
        <p:spPr bwMode="auto">
          <a:xfrm rot="-900000">
            <a:off x="5535613" y="1331913"/>
            <a:ext cx="179387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13" name="Line 37">
            <a:extLst>
              <a:ext uri="{FF2B5EF4-FFF2-40B4-BE49-F238E27FC236}">
                <a16:creationId xmlns:a16="http://schemas.microsoft.com/office/drawing/2014/main" id="{88C080C9-60D5-48F2-9E4E-431D860B7F01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0000" flipV="1">
            <a:off x="5076825" y="1428750"/>
            <a:ext cx="1141413" cy="363538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814" name="Line 38">
            <a:extLst>
              <a:ext uri="{FF2B5EF4-FFF2-40B4-BE49-F238E27FC236}">
                <a16:creationId xmlns:a16="http://schemas.microsoft.com/office/drawing/2014/main" id="{B4EB0E0E-D708-4223-9B53-F0A488AB8110}"/>
              </a:ext>
            </a:extLst>
          </p:cNvPr>
          <p:cNvSpPr>
            <a:spLocks noChangeShapeType="1"/>
          </p:cNvSpPr>
          <p:nvPr/>
        </p:nvSpPr>
        <p:spPr bwMode="auto">
          <a:xfrm rot="-900000">
            <a:off x="5532438" y="1617663"/>
            <a:ext cx="179387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15" name="Line 39">
            <a:extLst>
              <a:ext uri="{FF2B5EF4-FFF2-40B4-BE49-F238E27FC236}">
                <a16:creationId xmlns:a16="http://schemas.microsoft.com/office/drawing/2014/main" id="{E91736D9-4724-43A4-ABA3-AD52AD4AB1D2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0000" flipV="1">
            <a:off x="5075238" y="1703388"/>
            <a:ext cx="1150937" cy="36671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816" name="Line 40">
            <a:extLst>
              <a:ext uri="{FF2B5EF4-FFF2-40B4-BE49-F238E27FC236}">
                <a16:creationId xmlns:a16="http://schemas.microsoft.com/office/drawing/2014/main" id="{0F6E64FB-DFED-4D8E-9078-3271EB945914}"/>
              </a:ext>
            </a:extLst>
          </p:cNvPr>
          <p:cNvSpPr>
            <a:spLocks noChangeShapeType="1"/>
          </p:cNvSpPr>
          <p:nvPr/>
        </p:nvSpPr>
        <p:spPr bwMode="auto">
          <a:xfrm rot="-900000">
            <a:off x="5532438" y="1890713"/>
            <a:ext cx="179387" cy="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17" name="Line 41">
            <a:extLst>
              <a:ext uri="{FF2B5EF4-FFF2-40B4-BE49-F238E27FC236}">
                <a16:creationId xmlns:a16="http://schemas.microsoft.com/office/drawing/2014/main" id="{3DF07B54-5449-47BD-B77A-E93D11A96739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0000" flipV="1">
            <a:off x="6099175" y="885825"/>
            <a:ext cx="2281238" cy="727075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59818" name="Line 42">
            <a:extLst>
              <a:ext uri="{FF2B5EF4-FFF2-40B4-BE49-F238E27FC236}">
                <a16:creationId xmlns:a16="http://schemas.microsoft.com/office/drawing/2014/main" id="{3D53A6D0-89D3-4009-8B30-243649B5BA34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20000">
            <a:off x="7034213" y="693738"/>
            <a:ext cx="180975" cy="3651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19" name="Line 43">
            <a:extLst>
              <a:ext uri="{FF2B5EF4-FFF2-40B4-BE49-F238E27FC236}">
                <a16:creationId xmlns:a16="http://schemas.microsoft.com/office/drawing/2014/main" id="{3D093E55-82E7-4721-AE68-7B165E9B044E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0000">
            <a:off x="7019925" y="896938"/>
            <a:ext cx="144463" cy="15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20" name="Line 44">
            <a:extLst>
              <a:ext uri="{FF2B5EF4-FFF2-40B4-BE49-F238E27FC236}">
                <a16:creationId xmlns:a16="http://schemas.microsoft.com/office/drawing/2014/main" id="{60AC048E-BE2B-4191-8C84-78E5C630C510}"/>
              </a:ext>
            </a:extLst>
          </p:cNvPr>
          <p:cNvSpPr>
            <a:spLocks noChangeShapeType="1"/>
          </p:cNvSpPr>
          <p:nvPr/>
        </p:nvSpPr>
        <p:spPr bwMode="auto">
          <a:xfrm rot="21540000" flipV="1">
            <a:off x="6426200" y="966788"/>
            <a:ext cx="1944688" cy="14446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21" name="Line 45">
            <a:extLst>
              <a:ext uri="{FF2B5EF4-FFF2-40B4-BE49-F238E27FC236}">
                <a16:creationId xmlns:a16="http://schemas.microsoft.com/office/drawing/2014/main" id="{4169E904-47A5-4FE7-8F16-E9E62C5BA263}"/>
              </a:ext>
            </a:extLst>
          </p:cNvPr>
          <p:cNvSpPr>
            <a:spLocks noChangeAspect="1" noChangeShapeType="1"/>
          </p:cNvSpPr>
          <p:nvPr/>
        </p:nvSpPr>
        <p:spPr bwMode="auto">
          <a:xfrm rot="-300000">
            <a:off x="7021513" y="1062038"/>
            <a:ext cx="180975" cy="15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22" name="Line 46">
            <a:extLst>
              <a:ext uri="{FF2B5EF4-FFF2-40B4-BE49-F238E27FC236}">
                <a16:creationId xmlns:a16="http://schemas.microsoft.com/office/drawing/2014/main" id="{BD042284-551E-4581-A393-E4E21BE0C63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083425" y="1211263"/>
            <a:ext cx="144463" cy="3651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23" name="Line 47">
            <a:extLst>
              <a:ext uri="{FF2B5EF4-FFF2-40B4-BE49-F238E27FC236}">
                <a16:creationId xmlns:a16="http://schemas.microsoft.com/office/drawing/2014/main" id="{0C709402-E15E-4A15-AD87-447D3B82F652}"/>
              </a:ext>
            </a:extLst>
          </p:cNvPr>
          <p:cNvSpPr>
            <a:spLocks noChangeShapeType="1"/>
          </p:cNvSpPr>
          <p:nvPr/>
        </p:nvSpPr>
        <p:spPr bwMode="auto">
          <a:xfrm rot="21540000" flipV="1">
            <a:off x="6426200" y="971550"/>
            <a:ext cx="1944688" cy="719138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9824" name="Line 48">
            <a:extLst>
              <a:ext uri="{FF2B5EF4-FFF2-40B4-BE49-F238E27FC236}">
                <a16:creationId xmlns:a16="http://schemas.microsoft.com/office/drawing/2014/main" id="{B4CE17E0-0866-4A49-B31E-840B542B7BBA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420000" flipV="1">
            <a:off x="7092950" y="1381125"/>
            <a:ext cx="185738" cy="6032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9825" name="Object 3">
            <a:extLst>
              <a:ext uri="{FF2B5EF4-FFF2-40B4-BE49-F238E27FC236}">
                <a16:creationId xmlns:a16="http://schemas.microsoft.com/office/drawing/2014/main" id="{258ACDED-D5A3-4BC1-966C-C19CEB679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8663" y="1258888"/>
          <a:ext cx="204787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1" name="公式" r:id="rId6" imgW="200006" imgH="247684" progId="Equation.3">
                  <p:embed/>
                </p:oleObj>
              </mc:Choice>
              <mc:Fallback>
                <p:oleObj name="公式" r:id="rId6" imgW="200006" imgH="247684" progId="Equation.3">
                  <p:embed/>
                  <p:pic>
                    <p:nvPicPr>
                      <p:cNvPr id="459825" name="Object 3">
                        <a:extLst>
                          <a:ext uri="{FF2B5EF4-FFF2-40B4-BE49-F238E27FC236}">
                            <a16:creationId xmlns:a16="http://schemas.microsoft.com/office/drawing/2014/main" id="{258ACDED-D5A3-4BC1-966C-C19CEB679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1258888"/>
                        <a:ext cx="204787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26" name="Line 50">
            <a:extLst>
              <a:ext uri="{FF2B5EF4-FFF2-40B4-BE49-F238E27FC236}">
                <a16:creationId xmlns:a16="http://schemas.microsoft.com/office/drawing/2014/main" id="{F06FADD8-A2DD-4D95-97B9-4DF19F98B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1763713"/>
            <a:ext cx="0" cy="269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9827" name="Object 4">
            <a:extLst>
              <a:ext uri="{FF2B5EF4-FFF2-40B4-BE49-F238E27FC236}">
                <a16:creationId xmlns:a16="http://schemas.microsoft.com/office/drawing/2014/main" id="{804755E6-651D-4283-AE70-70665CB06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1790700"/>
          <a:ext cx="2047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2" name="公式" r:id="rId8" imgW="200006" imgH="257175" progId="Equation.3">
                  <p:embed/>
                </p:oleObj>
              </mc:Choice>
              <mc:Fallback>
                <p:oleObj name="公式" r:id="rId8" imgW="200006" imgH="257175" progId="Equation.3">
                  <p:embed/>
                  <p:pic>
                    <p:nvPicPr>
                      <p:cNvPr id="459827" name="Object 4">
                        <a:extLst>
                          <a:ext uri="{FF2B5EF4-FFF2-40B4-BE49-F238E27FC236}">
                            <a16:creationId xmlns:a16="http://schemas.microsoft.com/office/drawing/2014/main" id="{804755E6-651D-4283-AE70-70665CB065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790700"/>
                        <a:ext cx="2047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28" name="Text Box 52">
            <a:extLst>
              <a:ext uri="{FF2B5EF4-FFF2-40B4-BE49-F238E27FC236}">
                <a16:creationId xmlns:a16="http://schemas.microsoft.com/office/drawing/2014/main" id="{CAE7FC1C-4813-4647-8C8D-441D3FFB0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8286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λ</a:t>
            </a:r>
          </a:p>
        </p:txBody>
      </p:sp>
      <p:sp>
        <p:nvSpPr>
          <p:cNvPr id="459829" name="Text Box 53">
            <a:extLst>
              <a:ext uri="{FF2B5EF4-FFF2-40B4-BE49-F238E27FC236}">
                <a16:creationId xmlns:a16="http://schemas.microsoft.com/office/drawing/2014/main" id="{C4C06A32-FF6B-45E3-8399-78A79E2EF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2709863"/>
            <a:ext cx="202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单缝衍射振幅曲线</a:t>
            </a:r>
          </a:p>
        </p:txBody>
      </p:sp>
      <p:pic>
        <p:nvPicPr>
          <p:cNvPr id="459830" name="Picture 54" descr="图片6">
            <a:extLst>
              <a:ext uri="{FF2B5EF4-FFF2-40B4-BE49-F238E27FC236}">
                <a16:creationId xmlns:a16="http://schemas.microsoft.com/office/drawing/2014/main" id="{9317D366-554E-4367-8012-073590F7A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1" b="9509"/>
          <a:stretch>
            <a:fillRect/>
          </a:stretch>
        </p:blipFill>
        <p:spPr bwMode="auto">
          <a:xfrm>
            <a:off x="7637463" y="333375"/>
            <a:ext cx="85725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59831" name="Object 5">
            <a:extLst>
              <a:ext uri="{FF2B5EF4-FFF2-40B4-BE49-F238E27FC236}">
                <a16:creationId xmlns:a16="http://schemas.microsoft.com/office/drawing/2014/main" id="{EFB2E524-8532-4754-B962-71E880BF7E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1852613"/>
          <a:ext cx="17208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3" name="公式" r:id="rId11" imgW="885959" imgH="333409" progId="Equation.3">
                  <p:embed/>
                </p:oleObj>
              </mc:Choice>
              <mc:Fallback>
                <p:oleObj name="公式" r:id="rId11" imgW="885959" imgH="333409" progId="Equation.3">
                  <p:embed/>
                  <p:pic>
                    <p:nvPicPr>
                      <p:cNvPr id="459831" name="Object 5">
                        <a:extLst>
                          <a:ext uri="{FF2B5EF4-FFF2-40B4-BE49-F238E27FC236}">
                            <a16:creationId xmlns:a16="http://schemas.microsoft.com/office/drawing/2014/main" id="{EFB2E524-8532-4754-B962-71E880BF7E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1852613"/>
                        <a:ext cx="17208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32" name="Object 6">
            <a:extLst>
              <a:ext uri="{FF2B5EF4-FFF2-40B4-BE49-F238E27FC236}">
                <a16:creationId xmlns:a16="http://schemas.microsoft.com/office/drawing/2014/main" id="{18886EBF-FCE5-4156-9A26-6D40977EA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2643188"/>
          <a:ext cx="189706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4" name="公式" r:id="rId13" imgW="933361" imgH="409643" progId="Equation.3">
                  <p:embed/>
                </p:oleObj>
              </mc:Choice>
              <mc:Fallback>
                <p:oleObj name="公式" r:id="rId13" imgW="933361" imgH="409643" progId="Equation.3">
                  <p:embed/>
                  <p:pic>
                    <p:nvPicPr>
                      <p:cNvPr id="459832" name="Object 6">
                        <a:extLst>
                          <a:ext uri="{FF2B5EF4-FFF2-40B4-BE49-F238E27FC236}">
                            <a16:creationId xmlns:a16="http://schemas.microsoft.com/office/drawing/2014/main" id="{18886EBF-FCE5-4156-9A26-6D40977EA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643188"/>
                        <a:ext cx="189706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33" name="Object 7">
            <a:extLst>
              <a:ext uri="{FF2B5EF4-FFF2-40B4-BE49-F238E27FC236}">
                <a16:creationId xmlns:a16="http://schemas.microsoft.com/office/drawing/2014/main" id="{3448C394-848B-496F-BE6C-D2FE526CD020}"/>
              </a:ext>
            </a:extLst>
          </p:cNvPr>
          <p:cNvGraphicFramePr>
            <a:graphicFrameLocks/>
          </p:cNvGraphicFramePr>
          <p:nvPr/>
        </p:nvGraphicFramePr>
        <p:xfrm>
          <a:off x="2651125" y="4205288"/>
          <a:ext cx="2425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5" name="公式" r:id="rId15" imgW="2371629" imgH="666818" progId="Equation.3">
                  <p:embed/>
                </p:oleObj>
              </mc:Choice>
              <mc:Fallback>
                <p:oleObj name="公式" r:id="rId15" imgW="2371629" imgH="666818" progId="Equation.3">
                  <p:embed/>
                  <p:pic>
                    <p:nvPicPr>
                      <p:cNvPr id="459833" name="Object 7">
                        <a:extLst>
                          <a:ext uri="{FF2B5EF4-FFF2-40B4-BE49-F238E27FC236}">
                            <a16:creationId xmlns:a16="http://schemas.microsoft.com/office/drawing/2014/main" id="{3448C394-848B-496F-BE6C-D2FE526CD0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4205288"/>
                        <a:ext cx="2425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34" name="Object 8">
            <a:extLst>
              <a:ext uri="{FF2B5EF4-FFF2-40B4-BE49-F238E27FC236}">
                <a16:creationId xmlns:a16="http://schemas.microsoft.com/office/drawing/2014/main" id="{DAD5AAC4-3F15-4015-A7F4-AE95A2A7A640}"/>
              </a:ext>
            </a:extLst>
          </p:cNvPr>
          <p:cNvGraphicFramePr>
            <a:graphicFrameLocks/>
          </p:cNvGraphicFramePr>
          <p:nvPr/>
        </p:nvGraphicFramePr>
        <p:xfrm>
          <a:off x="3429000" y="2779713"/>
          <a:ext cx="207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6" name="公式" r:id="rId17" imgW="2009845" imgH="666818" progId="Equation.3">
                  <p:embed/>
                </p:oleObj>
              </mc:Choice>
              <mc:Fallback>
                <p:oleObj name="公式" r:id="rId17" imgW="2009845" imgH="666818" progId="Equation.3">
                  <p:embed/>
                  <p:pic>
                    <p:nvPicPr>
                      <p:cNvPr id="459834" name="Object 8">
                        <a:extLst>
                          <a:ext uri="{FF2B5EF4-FFF2-40B4-BE49-F238E27FC236}">
                            <a16:creationId xmlns:a16="http://schemas.microsoft.com/office/drawing/2014/main" id="{DAD5AAC4-3F15-4015-A7F4-AE95A2A7A6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779713"/>
                        <a:ext cx="2070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35" name="AutoShape 59">
            <a:extLst>
              <a:ext uri="{FF2B5EF4-FFF2-40B4-BE49-F238E27FC236}">
                <a16:creationId xmlns:a16="http://schemas.microsoft.com/office/drawing/2014/main" id="{655D2846-2F7C-4D12-AFB8-0BBD09A1F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4530725"/>
            <a:ext cx="728662" cy="2009775"/>
          </a:xfrm>
          <a:prstGeom prst="triangle">
            <a:avLst>
              <a:gd name="adj" fmla="val 50000"/>
            </a:avLst>
          </a:prstGeom>
          <a:solidFill>
            <a:srgbClr val="00CC99">
              <a:alpha val="38823"/>
            </a:srgbClr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59836" name="AutoShape 60">
            <a:extLst>
              <a:ext uri="{FF2B5EF4-FFF2-40B4-BE49-F238E27FC236}">
                <a16:creationId xmlns:a16="http://schemas.microsoft.com/office/drawing/2014/main" id="{39E64032-EFEA-49AE-AEC4-F11DE5F4F31C}"/>
              </a:ext>
            </a:extLst>
          </p:cNvPr>
          <p:cNvSpPr>
            <a:spLocks noChangeArrowheads="1"/>
          </p:cNvSpPr>
          <p:nvPr/>
        </p:nvSpPr>
        <p:spPr bwMode="auto">
          <a:xfrm rot="-1250438">
            <a:off x="6543675" y="4543425"/>
            <a:ext cx="728663" cy="1943100"/>
          </a:xfrm>
          <a:prstGeom prst="triangle">
            <a:avLst>
              <a:gd name="adj" fmla="val 50000"/>
            </a:avLst>
          </a:prstGeom>
          <a:solidFill>
            <a:srgbClr val="00CC99">
              <a:alpha val="38823"/>
            </a:srgbClr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59837" name="AutoShape 61">
            <a:extLst>
              <a:ext uri="{FF2B5EF4-FFF2-40B4-BE49-F238E27FC236}">
                <a16:creationId xmlns:a16="http://schemas.microsoft.com/office/drawing/2014/main" id="{D31EE0CE-7CD2-429C-82E4-A2C470169DDA}"/>
              </a:ext>
            </a:extLst>
          </p:cNvPr>
          <p:cNvSpPr>
            <a:spLocks noChangeArrowheads="1"/>
          </p:cNvSpPr>
          <p:nvPr/>
        </p:nvSpPr>
        <p:spPr bwMode="auto">
          <a:xfrm rot="-2543752">
            <a:off x="6832600" y="4324350"/>
            <a:ext cx="728663" cy="1943100"/>
          </a:xfrm>
          <a:prstGeom prst="triangle">
            <a:avLst>
              <a:gd name="adj" fmla="val 50000"/>
            </a:avLst>
          </a:prstGeom>
          <a:solidFill>
            <a:srgbClr val="00CC99">
              <a:alpha val="38823"/>
            </a:srgbClr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59838" name="AutoShape 62">
            <a:extLst>
              <a:ext uri="{FF2B5EF4-FFF2-40B4-BE49-F238E27FC236}">
                <a16:creationId xmlns:a16="http://schemas.microsoft.com/office/drawing/2014/main" id="{0EC9D9E6-0F1C-4589-B6B7-900AEFEE1855}"/>
              </a:ext>
            </a:extLst>
          </p:cNvPr>
          <p:cNvSpPr>
            <a:spLocks noChangeArrowheads="1"/>
          </p:cNvSpPr>
          <p:nvPr/>
        </p:nvSpPr>
        <p:spPr bwMode="auto">
          <a:xfrm rot="-3803375">
            <a:off x="7031831" y="4018757"/>
            <a:ext cx="728663" cy="1943100"/>
          </a:xfrm>
          <a:prstGeom prst="triangle">
            <a:avLst>
              <a:gd name="adj" fmla="val 50000"/>
            </a:avLst>
          </a:prstGeom>
          <a:solidFill>
            <a:srgbClr val="00CC99">
              <a:alpha val="38823"/>
            </a:srgbClr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59839" name="AutoShape 63">
            <a:extLst>
              <a:ext uri="{FF2B5EF4-FFF2-40B4-BE49-F238E27FC236}">
                <a16:creationId xmlns:a16="http://schemas.microsoft.com/office/drawing/2014/main" id="{7181D612-BA22-4AB2-9BD8-BFCBABD6AC9C}"/>
              </a:ext>
            </a:extLst>
          </p:cNvPr>
          <p:cNvSpPr>
            <a:spLocks noChangeArrowheads="1"/>
          </p:cNvSpPr>
          <p:nvPr/>
        </p:nvSpPr>
        <p:spPr bwMode="auto">
          <a:xfrm rot="-5085084">
            <a:off x="7121525" y="3667126"/>
            <a:ext cx="758825" cy="1930400"/>
          </a:xfrm>
          <a:prstGeom prst="triangle">
            <a:avLst>
              <a:gd name="adj" fmla="val 50000"/>
            </a:avLst>
          </a:prstGeom>
          <a:solidFill>
            <a:srgbClr val="00CC99">
              <a:alpha val="38823"/>
            </a:srgbClr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59840" name="Object 9">
            <a:extLst>
              <a:ext uri="{FF2B5EF4-FFF2-40B4-BE49-F238E27FC236}">
                <a16:creationId xmlns:a16="http://schemas.microsoft.com/office/drawing/2014/main" id="{59FFBC1A-6A1F-42E8-B42A-B67B08A07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6213" y="6143625"/>
          <a:ext cx="3365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7" name="公式" r:id="rId19" imgW="362090" imgH="476386" progId="Equation.3">
                  <p:embed/>
                </p:oleObj>
              </mc:Choice>
              <mc:Fallback>
                <p:oleObj name="公式" r:id="rId19" imgW="362090" imgH="476386" progId="Equation.3">
                  <p:embed/>
                  <p:pic>
                    <p:nvPicPr>
                      <p:cNvPr id="459840" name="Object 9">
                        <a:extLst>
                          <a:ext uri="{FF2B5EF4-FFF2-40B4-BE49-F238E27FC236}">
                            <a16:creationId xmlns:a16="http://schemas.microsoft.com/office/drawing/2014/main" id="{59FFBC1A-6A1F-42E8-B42A-B67B08A07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6143625"/>
                        <a:ext cx="3365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41" name="Line 65">
            <a:extLst>
              <a:ext uri="{FF2B5EF4-FFF2-40B4-BE49-F238E27FC236}">
                <a16:creationId xmlns:a16="http://schemas.microsoft.com/office/drawing/2014/main" id="{2BA23ECE-93D2-4503-B24F-81C306591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0775" y="6540500"/>
            <a:ext cx="747713" cy="0"/>
          </a:xfrm>
          <a:prstGeom prst="line">
            <a:avLst/>
          </a:prstGeom>
          <a:noFill/>
          <a:ln w="28575" cap="sq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42" name="Line 66">
            <a:extLst>
              <a:ext uri="{FF2B5EF4-FFF2-40B4-BE49-F238E27FC236}">
                <a16:creationId xmlns:a16="http://schemas.microsoft.com/office/drawing/2014/main" id="{9D7196DF-71C0-404E-8EDC-42F056E403B2}"/>
              </a:ext>
            </a:extLst>
          </p:cNvPr>
          <p:cNvSpPr>
            <a:spLocks noChangeShapeType="1"/>
          </p:cNvSpPr>
          <p:nvPr/>
        </p:nvSpPr>
        <p:spPr bwMode="auto">
          <a:xfrm rot="-2700000">
            <a:off x="7510463" y="5994400"/>
            <a:ext cx="747712" cy="0"/>
          </a:xfrm>
          <a:prstGeom prst="line">
            <a:avLst/>
          </a:prstGeom>
          <a:noFill/>
          <a:ln w="38100" cap="sq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43" name="Line 67">
            <a:extLst>
              <a:ext uri="{FF2B5EF4-FFF2-40B4-BE49-F238E27FC236}">
                <a16:creationId xmlns:a16="http://schemas.microsoft.com/office/drawing/2014/main" id="{FAB0BAF2-2681-4C78-BC53-3FCEAB4FC12A}"/>
              </a:ext>
            </a:extLst>
          </p:cNvPr>
          <p:cNvSpPr>
            <a:spLocks noChangeShapeType="1"/>
          </p:cNvSpPr>
          <p:nvPr/>
        </p:nvSpPr>
        <p:spPr bwMode="auto">
          <a:xfrm rot="-4020000">
            <a:off x="7904956" y="5396707"/>
            <a:ext cx="747713" cy="0"/>
          </a:xfrm>
          <a:prstGeom prst="line">
            <a:avLst/>
          </a:prstGeom>
          <a:noFill/>
          <a:ln w="38100" cap="sq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44" name="Line 68">
            <a:extLst>
              <a:ext uri="{FF2B5EF4-FFF2-40B4-BE49-F238E27FC236}">
                <a16:creationId xmlns:a16="http://schemas.microsoft.com/office/drawing/2014/main" id="{1F50A02C-7897-4161-AB64-E81F27BC4EA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070057" y="4650581"/>
            <a:ext cx="762000" cy="77787"/>
          </a:xfrm>
          <a:prstGeom prst="line">
            <a:avLst/>
          </a:prstGeom>
          <a:noFill/>
          <a:ln w="38100" cap="sq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45" name="Line 69">
            <a:extLst>
              <a:ext uri="{FF2B5EF4-FFF2-40B4-BE49-F238E27FC236}">
                <a16:creationId xmlns:a16="http://schemas.microsoft.com/office/drawing/2014/main" id="{363CC71D-E9FB-40F7-983A-2CCC49AB9355}"/>
              </a:ext>
            </a:extLst>
          </p:cNvPr>
          <p:cNvSpPr>
            <a:spLocks noChangeShapeType="1"/>
          </p:cNvSpPr>
          <p:nvPr/>
        </p:nvSpPr>
        <p:spPr bwMode="auto">
          <a:xfrm rot="-1320000">
            <a:off x="7577138" y="6127750"/>
            <a:ext cx="74771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46" name="Line 70">
            <a:extLst>
              <a:ext uri="{FF2B5EF4-FFF2-40B4-BE49-F238E27FC236}">
                <a16:creationId xmlns:a16="http://schemas.microsoft.com/office/drawing/2014/main" id="{77C4E483-F4A1-4FFB-AECF-4236C5FA4733}"/>
              </a:ext>
            </a:extLst>
          </p:cNvPr>
          <p:cNvSpPr>
            <a:spLocks noChangeShapeType="1"/>
          </p:cNvSpPr>
          <p:nvPr/>
        </p:nvSpPr>
        <p:spPr bwMode="auto">
          <a:xfrm rot="-2700000">
            <a:off x="8001000" y="5508625"/>
            <a:ext cx="747713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47" name="Line 71">
            <a:extLst>
              <a:ext uri="{FF2B5EF4-FFF2-40B4-BE49-F238E27FC236}">
                <a16:creationId xmlns:a16="http://schemas.microsoft.com/office/drawing/2014/main" id="{1FB446F4-A1BC-40F3-B32F-B352E09EFA0C}"/>
              </a:ext>
            </a:extLst>
          </p:cNvPr>
          <p:cNvSpPr>
            <a:spLocks noChangeShapeType="1"/>
          </p:cNvSpPr>
          <p:nvPr/>
        </p:nvSpPr>
        <p:spPr bwMode="auto">
          <a:xfrm rot="-4020000">
            <a:off x="8167688" y="4764088"/>
            <a:ext cx="776287" cy="20637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9848" name="Object 10">
            <a:extLst>
              <a:ext uri="{FF2B5EF4-FFF2-40B4-BE49-F238E27FC236}">
                <a16:creationId xmlns:a16="http://schemas.microsoft.com/office/drawing/2014/main" id="{87B7DD73-6FE9-428B-9B8F-3BBCA13CFB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3688" y="5891213"/>
          <a:ext cx="188912" cy="16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8" name="公式" r:id="rId21" imgW="257194" imgH="219211" progId="Equation.3">
                  <p:embed/>
                </p:oleObj>
              </mc:Choice>
              <mc:Fallback>
                <p:oleObj name="公式" r:id="rId21" imgW="257194" imgH="219211" progId="Equation.3">
                  <p:embed/>
                  <p:pic>
                    <p:nvPicPr>
                      <p:cNvPr id="459848" name="Object 10">
                        <a:extLst>
                          <a:ext uri="{FF2B5EF4-FFF2-40B4-BE49-F238E27FC236}">
                            <a16:creationId xmlns:a16="http://schemas.microsoft.com/office/drawing/2014/main" id="{87B7DD73-6FE9-428B-9B8F-3BBCA13CFB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3688" y="5891213"/>
                        <a:ext cx="188912" cy="16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49" name="Object 11">
            <a:extLst>
              <a:ext uri="{FF2B5EF4-FFF2-40B4-BE49-F238E27FC236}">
                <a16:creationId xmlns:a16="http://schemas.microsoft.com/office/drawing/2014/main" id="{09B15CEF-9E77-452F-BCE4-1E5749915D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2463" y="5322888"/>
          <a:ext cx="187325" cy="16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9" name="公式" r:id="rId23" imgW="257194" imgH="219211" progId="Equation.3">
                  <p:embed/>
                </p:oleObj>
              </mc:Choice>
              <mc:Fallback>
                <p:oleObj name="公式" r:id="rId23" imgW="257194" imgH="219211" progId="Equation.3">
                  <p:embed/>
                  <p:pic>
                    <p:nvPicPr>
                      <p:cNvPr id="459849" name="Object 11">
                        <a:extLst>
                          <a:ext uri="{FF2B5EF4-FFF2-40B4-BE49-F238E27FC236}">
                            <a16:creationId xmlns:a16="http://schemas.microsoft.com/office/drawing/2014/main" id="{09B15CEF-9E77-452F-BCE4-1E5749915D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2463" y="5322888"/>
                        <a:ext cx="187325" cy="16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50" name="Line 74">
            <a:extLst>
              <a:ext uri="{FF2B5EF4-FFF2-40B4-BE49-F238E27FC236}">
                <a16:creationId xmlns:a16="http://schemas.microsoft.com/office/drawing/2014/main" id="{83F995D5-E2B9-4F7F-891C-ACA99BC06DF0}"/>
              </a:ext>
            </a:extLst>
          </p:cNvPr>
          <p:cNvSpPr>
            <a:spLocks noChangeShapeType="1"/>
          </p:cNvSpPr>
          <p:nvPr/>
        </p:nvSpPr>
        <p:spPr bwMode="auto">
          <a:xfrm rot="-1320000">
            <a:off x="6911975" y="6397625"/>
            <a:ext cx="747713" cy="0"/>
          </a:xfrm>
          <a:prstGeom prst="line">
            <a:avLst/>
          </a:prstGeom>
          <a:noFill/>
          <a:ln w="38100" cap="sq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51" name="Line 75">
            <a:extLst>
              <a:ext uri="{FF2B5EF4-FFF2-40B4-BE49-F238E27FC236}">
                <a16:creationId xmlns:a16="http://schemas.microsoft.com/office/drawing/2014/main" id="{EB9F26E5-D482-41AA-8018-0DF65D943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0388" y="6540500"/>
            <a:ext cx="74771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52" name="Arc 76">
            <a:extLst>
              <a:ext uri="{FF2B5EF4-FFF2-40B4-BE49-F238E27FC236}">
                <a16:creationId xmlns:a16="http://schemas.microsoft.com/office/drawing/2014/main" id="{18F6507F-9A1B-455D-B3C0-88A4DC035E58}"/>
              </a:ext>
            </a:extLst>
          </p:cNvPr>
          <p:cNvSpPr>
            <a:spLocks/>
          </p:cNvSpPr>
          <p:nvPr/>
        </p:nvSpPr>
        <p:spPr bwMode="auto">
          <a:xfrm>
            <a:off x="7159625" y="6454775"/>
            <a:ext cx="66675" cy="142875"/>
          </a:xfrm>
          <a:custGeom>
            <a:avLst/>
            <a:gdLst>
              <a:gd name="T0" fmla="*/ 0 w 19861"/>
              <a:gd name="T1" fmla="*/ 0 h 21600"/>
              <a:gd name="T2" fmla="*/ 2147483646 w 19861"/>
              <a:gd name="T3" fmla="*/ 2147483646 h 21600"/>
              <a:gd name="T4" fmla="*/ 0 w 19861"/>
              <a:gd name="T5" fmla="*/ 2147483646 h 21600"/>
              <a:gd name="T6" fmla="*/ 0 60000 65536"/>
              <a:gd name="T7" fmla="*/ 0 60000 65536"/>
              <a:gd name="T8" fmla="*/ 0 60000 65536"/>
              <a:gd name="T9" fmla="*/ 0 w 19861"/>
              <a:gd name="T10" fmla="*/ 0 h 21600"/>
              <a:gd name="T11" fmla="*/ 19861 w 1986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61" h="21600" fill="none" extrusionOk="0">
                <a:moveTo>
                  <a:pt x="-1" y="0"/>
                </a:moveTo>
                <a:cubicBezTo>
                  <a:pt x="8647" y="0"/>
                  <a:pt x="16461" y="5157"/>
                  <a:pt x="19861" y="13108"/>
                </a:cubicBezTo>
              </a:path>
              <a:path w="19861" h="21600" stroke="0" extrusionOk="0">
                <a:moveTo>
                  <a:pt x="-1" y="0"/>
                </a:moveTo>
                <a:cubicBezTo>
                  <a:pt x="8647" y="0"/>
                  <a:pt x="16461" y="5157"/>
                  <a:pt x="19861" y="1310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9853" name="Object 12">
            <a:extLst>
              <a:ext uri="{FF2B5EF4-FFF2-40B4-BE49-F238E27FC236}">
                <a16:creationId xmlns:a16="http://schemas.microsoft.com/office/drawing/2014/main" id="{D8D7197B-C68B-46F2-BCAD-B0D3D3978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1388" y="6364288"/>
          <a:ext cx="187325" cy="16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0" name="公式" r:id="rId25" imgW="257194" imgH="219211" progId="Equation.3">
                  <p:embed/>
                </p:oleObj>
              </mc:Choice>
              <mc:Fallback>
                <p:oleObj name="公式" r:id="rId25" imgW="257194" imgH="219211" progId="Equation.3">
                  <p:embed/>
                  <p:pic>
                    <p:nvPicPr>
                      <p:cNvPr id="459853" name="Object 12">
                        <a:extLst>
                          <a:ext uri="{FF2B5EF4-FFF2-40B4-BE49-F238E27FC236}">
                            <a16:creationId xmlns:a16="http://schemas.microsoft.com/office/drawing/2014/main" id="{D8D7197B-C68B-46F2-BCAD-B0D3D3978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8" y="6364288"/>
                        <a:ext cx="187325" cy="16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54" name="Object 13">
            <a:extLst>
              <a:ext uri="{FF2B5EF4-FFF2-40B4-BE49-F238E27FC236}">
                <a16:creationId xmlns:a16="http://schemas.microsoft.com/office/drawing/2014/main" id="{F41A85D2-B986-4A9D-85ED-7864F0E9C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34388" y="4529138"/>
          <a:ext cx="188912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1" name="公式" r:id="rId27" imgW="257194" imgH="219211" progId="Equation.3">
                  <p:embed/>
                </p:oleObj>
              </mc:Choice>
              <mc:Fallback>
                <p:oleObj name="公式" r:id="rId27" imgW="257194" imgH="219211" progId="Equation.3">
                  <p:embed/>
                  <p:pic>
                    <p:nvPicPr>
                      <p:cNvPr id="459854" name="Object 13">
                        <a:extLst>
                          <a:ext uri="{FF2B5EF4-FFF2-40B4-BE49-F238E27FC236}">
                            <a16:creationId xmlns:a16="http://schemas.microsoft.com/office/drawing/2014/main" id="{F41A85D2-B986-4A9D-85ED-7864F0E9C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4388" y="4529138"/>
                        <a:ext cx="188912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55" name="Arc 79">
            <a:extLst>
              <a:ext uri="{FF2B5EF4-FFF2-40B4-BE49-F238E27FC236}">
                <a16:creationId xmlns:a16="http://schemas.microsoft.com/office/drawing/2014/main" id="{EE879124-421D-4DFD-9735-8B5DA5816C95}"/>
              </a:ext>
            </a:extLst>
          </p:cNvPr>
          <p:cNvSpPr>
            <a:spLocks/>
          </p:cNvSpPr>
          <p:nvPr/>
        </p:nvSpPr>
        <p:spPr bwMode="auto">
          <a:xfrm>
            <a:off x="8245475" y="5489575"/>
            <a:ext cx="71438" cy="71438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56" name="Arc 80">
            <a:extLst>
              <a:ext uri="{FF2B5EF4-FFF2-40B4-BE49-F238E27FC236}">
                <a16:creationId xmlns:a16="http://schemas.microsoft.com/office/drawing/2014/main" id="{42F79A09-18FB-46E5-98BF-21D5EB6FF1E9}"/>
              </a:ext>
            </a:extLst>
          </p:cNvPr>
          <p:cNvSpPr>
            <a:spLocks/>
          </p:cNvSpPr>
          <p:nvPr/>
        </p:nvSpPr>
        <p:spPr bwMode="auto">
          <a:xfrm>
            <a:off x="7813675" y="6065838"/>
            <a:ext cx="71438" cy="71437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57" name="Arc 81">
            <a:extLst>
              <a:ext uri="{FF2B5EF4-FFF2-40B4-BE49-F238E27FC236}">
                <a16:creationId xmlns:a16="http://schemas.microsoft.com/office/drawing/2014/main" id="{5ECAFFBF-6EB9-4B1D-B90A-981EBCD7635E}"/>
              </a:ext>
            </a:extLst>
          </p:cNvPr>
          <p:cNvSpPr>
            <a:spLocks/>
          </p:cNvSpPr>
          <p:nvPr/>
        </p:nvSpPr>
        <p:spPr bwMode="auto">
          <a:xfrm rot="-1514601">
            <a:off x="8470900" y="4708525"/>
            <a:ext cx="73025" cy="69850"/>
          </a:xfrm>
          <a:custGeom>
            <a:avLst/>
            <a:gdLst>
              <a:gd name="T0" fmla="*/ 2147483646 w 21600"/>
              <a:gd name="T1" fmla="*/ 0 h 20940"/>
              <a:gd name="T2" fmla="*/ 2147483646 w 21600"/>
              <a:gd name="T3" fmla="*/ 2147483646 h 20940"/>
              <a:gd name="T4" fmla="*/ 0 w 21600"/>
              <a:gd name="T5" fmla="*/ 2147483646 h 20940"/>
              <a:gd name="T6" fmla="*/ 0 60000 65536"/>
              <a:gd name="T7" fmla="*/ 0 60000 65536"/>
              <a:gd name="T8" fmla="*/ 0 60000 65536"/>
              <a:gd name="T9" fmla="*/ 0 w 21600"/>
              <a:gd name="T10" fmla="*/ 0 h 20940"/>
              <a:gd name="T11" fmla="*/ 21600 w 21600"/>
              <a:gd name="T12" fmla="*/ 20940 h 209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940" fill="none" extrusionOk="0">
                <a:moveTo>
                  <a:pt x="5297" y="-1"/>
                </a:moveTo>
                <a:cubicBezTo>
                  <a:pt x="14884" y="2424"/>
                  <a:pt x="21600" y="11050"/>
                  <a:pt x="21600" y="20940"/>
                </a:cubicBezTo>
              </a:path>
              <a:path w="21600" h="20940" stroke="0" extrusionOk="0">
                <a:moveTo>
                  <a:pt x="5297" y="-1"/>
                </a:moveTo>
                <a:cubicBezTo>
                  <a:pt x="14884" y="2424"/>
                  <a:pt x="21600" y="11050"/>
                  <a:pt x="21600" y="20940"/>
                </a:cubicBezTo>
                <a:lnTo>
                  <a:pt x="0" y="20940"/>
                </a:lnTo>
                <a:lnTo>
                  <a:pt x="5297" y="-1"/>
                </a:lnTo>
                <a:close/>
              </a:path>
            </a:pathLst>
          </a:cu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58" name="Line 82">
            <a:extLst>
              <a:ext uri="{FF2B5EF4-FFF2-40B4-BE49-F238E27FC236}">
                <a16:creationId xmlns:a16="http://schemas.microsoft.com/office/drawing/2014/main" id="{25B04177-91FD-488A-9446-F952609CD6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4425" y="4308475"/>
            <a:ext cx="2295525" cy="2232025"/>
          </a:xfrm>
          <a:prstGeom prst="line">
            <a:avLst/>
          </a:prstGeom>
          <a:noFill/>
          <a:ln w="38100" cap="sq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59" name="Line 83">
            <a:extLst>
              <a:ext uri="{FF2B5EF4-FFF2-40B4-BE49-F238E27FC236}">
                <a16:creationId xmlns:a16="http://schemas.microsoft.com/office/drawing/2014/main" id="{1C5A8130-B998-4F1B-B0F5-F56595641F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4900" y="4524375"/>
            <a:ext cx="360363" cy="2016125"/>
          </a:xfrm>
          <a:prstGeom prst="line">
            <a:avLst/>
          </a:pr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9860" name="Line 84">
            <a:extLst>
              <a:ext uri="{FF2B5EF4-FFF2-40B4-BE49-F238E27FC236}">
                <a16:creationId xmlns:a16="http://schemas.microsoft.com/office/drawing/2014/main" id="{8D3E3FE5-F42F-48E9-A8A9-383ADF0968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45263" y="4333875"/>
            <a:ext cx="1943100" cy="190500"/>
          </a:xfrm>
          <a:prstGeom prst="line">
            <a:avLst/>
          </a:pr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9861" name="Object 14">
            <a:extLst>
              <a:ext uri="{FF2B5EF4-FFF2-40B4-BE49-F238E27FC236}">
                <a16:creationId xmlns:a16="http://schemas.microsoft.com/office/drawing/2014/main" id="{EAF7E62A-9DEC-4983-9583-219DC3779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5084763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2" name="公式" r:id="rId29" imgW="238233" imgH="257175" progId="Equation.3">
                  <p:embed/>
                </p:oleObj>
              </mc:Choice>
              <mc:Fallback>
                <p:oleObj name="公式" r:id="rId29" imgW="238233" imgH="257175" progId="Equation.3">
                  <p:embed/>
                  <p:pic>
                    <p:nvPicPr>
                      <p:cNvPr id="459861" name="Object 14">
                        <a:extLst>
                          <a:ext uri="{FF2B5EF4-FFF2-40B4-BE49-F238E27FC236}">
                            <a16:creationId xmlns:a16="http://schemas.microsoft.com/office/drawing/2014/main" id="{EAF7E62A-9DEC-4983-9583-219DC37796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5084763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62" name="Object 15">
            <a:extLst>
              <a:ext uri="{FF2B5EF4-FFF2-40B4-BE49-F238E27FC236}">
                <a16:creationId xmlns:a16="http://schemas.microsoft.com/office/drawing/2014/main" id="{1B631E68-C010-4F10-90E1-EAC8B7C82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8375" y="5368925"/>
          <a:ext cx="31273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3" name="公式" r:id="rId31" imgW="333343" imgH="428625" progId="Equation.3">
                  <p:embed/>
                </p:oleObj>
              </mc:Choice>
              <mc:Fallback>
                <p:oleObj name="公式" r:id="rId31" imgW="333343" imgH="428625" progId="Equation.3">
                  <p:embed/>
                  <p:pic>
                    <p:nvPicPr>
                      <p:cNvPr id="459862" name="Object 15">
                        <a:extLst>
                          <a:ext uri="{FF2B5EF4-FFF2-40B4-BE49-F238E27FC236}">
                            <a16:creationId xmlns:a16="http://schemas.microsoft.com/office/drawing/2014/main" id="{1B631E68-C010-4F10-90E1-EAC8B7C82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75" y="5368925"/>
                        <a:ext cx="31273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63" name="Arc 87">
            <a:extLst>
              <a:ext uri="{FF2B5EF4-FFF2-40B4-BE49-F238E27FC236}">
                <a16:creationId xmlns:a16="http://schemas.microsoft.com/office/drawing/2014/main" id="{A6CEE6A1-8E24-4FAE-BAFB-B915410FAC48}"/>
              </a:ext>
            </a:extLst>
          </p:cNvPr>
          <p:cNvSpPr>
            <a:spLocks/>
          </p:cNvSpPr>
          <p:nvPr/>
        </p:nvSpPr>
        <p:spPr bwMode="auto">
          <a:xfrm rot="10366566">
            <a:off x="6408738" y="4067175"/>
            <a:ext cx="153987" cy="914400"/>
          </a:xfrm>
          <a:custGeom>
            <a:avLst/>
            <a:gdLst>
              <a:gd name="T0" fmla="*/ 0 w 3624"/>
              <a:gd name="T1" fmla="*/ 0 h 21600"/>
              <a:gd name="T2" fmla="*/ 2147483646 w 3624"/>
              <a:gd name="T3" fmla="*/ 2147483646 h 21600"/>
              <a:gd name="T4" fmla="*/ 0 w 3624"/>
              <a:gd name="T5" fmla="*/ 2147483646 h 21600"/>
              <a:gd name="T6" fmla="*/ 0 60000 65536"/>
              <a:gd name="T7" fmla="*/ 0 60000 65536"/>
              <a:gd name="T8" fmla="*/ 0 60000 65536"/>
              <a:gd name="T9" fmla="*/ 0 w 3624"/>
              <a:gd name="T10" fmla="*/ 0 h 21600"/>
              <a:gd name="T11" fmla="*/ 3624 w 36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24" h="21600" fill="none" extrusionOk="0">
                <a:moveTo>
                  <a:pt x="-1" y="0"/>
                </a:moveTo>
                <a:cubicBezTo>
                  <a:pt x="1214" y="0"/>
                  <a:pt x="2426" y="102"/>
                  <a:pt x="3623" y="306"/>
                </a:cubicBezTo>
              </a:path>
              <a:path w="3624" h="21600" stroke="0" extrusionOk="0">
                <a:moveTo>
                  <a:pt x="-1" y="0"/>
                </a:moveTo>
                <a:cubicBezTo>
                  <a:pt x="1214" y="0"/>
                  <a:pt x="2426" y="102"/>
                  <a:pt x="3623" y="30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9864" name="Object 16">
            <a:extLst>
              <a:ext uri="{FF2B5EF4-FFF2-40B4-BE49-F238E27FC236}">
                <a16:creationId xmlns:a16="http://schemas.microsoft.com/office/drawing/2014/main" id="{FA253E9A-989E-4F44-AE71-2BF3700D71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5888" y="5014913"/>
          <a:ext cx="214312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4" name="公式" r:id="rId33" imgW="209486" imgH="276157" progId="Equation.3">
                  <p:embed/>
                </p:oleObj>
              </mc:Choice>
              <mc:Fallback>
                <p:oleObj name="公式" r:id="rId33" imgW="209486" imgH="276157" progId="Equation.3">
                  <p:embed/>
                  <p:pic>
                    <p:nvPicPr>
                      <p:cNvPr id="459864" name="Object 16">
                        <a:extLst>
                          <a:ext uri="{FF2B5EF4-FFF2-40B4-BE49-F238E27FC236}">
                            <a16:creationId xmlns:a16="http://schemas.microsoft.com/office/drawing/2014/main" id="{FA253E9A-989E-4F44-AE71-2BF3700D71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88" y="5014913"/>
                        <a:ext cx="214312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65" name="AutoShape 89">
            <a:extLst>
              <a:ext uri="{FF2B5EF4-FFF2-40B4-BE49-F238E27FC236}">
                <a16:creationId xmlns:a16="http://schemas.microsoft.com/office/drawing/2014/main" id="{B72A5CDE-5989-4B98-AED2-15167CB828A5}"/>
              </a:ext>
            </a:extLst>
          </p:cNvPr>
          <p:cNvSpPr>
            <a:spLocks noChangeArrowheads="1"/>
          </p:cNvSpPr>
          <p:nvPr/>
        </p:nvSpPr>
        <p:spPr bwMode="auto">
          <a:xfrm rot="-2648976">
            <a:off x="5305425" y="4402138"/>
            <a:ext cx="3211513" cy="1216025"/>
          </a:xfrm>
          <a:prstGeom prst="triangle">
            <a:avLst>
              <a:gd name="adj" fmla="val 52481"/>
            </a:avLst>
          </a:prstGeom>
          <a:solidFill>
            <a:srgbClr val="F8A048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59866" name="Object 17">
            <a:extLst>
              <a:ext uri="{FF2B5EF4-FFF2-40B4-BE49-F238E27FC236}">
                <a16:creationId xmlns:a16="http://schemas.microsoft.com/office/drawing/2014/main" id="{F0D210AF-E4D9-4DDE-B052-B341B27DBF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1463" y="4694238"/>
          <a:ext cx="442912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5" name="公式" r:id="rId35" imgW="504908" imgH="276157" progId="Equation.3">
                  <p:embed/>
                </p:oleObj>
              </mc:Choice>
              <mc:Fallback>
                <p:oleObj name="公式" r:id="rId35" imgW="504908" imgH="276157" progId="Equation.3">
                  <p:embed/>
                  <p:pic>
                    <p:nvPicPr>
                      <p:cNvPr id="459866" name="Object 17">
                        <a:extLst>
                          <a:ext uri="{FF2B5EF4-FFF2-40B4-BE49-F238E27FC236}">
                            <a16:creationId xmlns:a16="http://schemas.microsoft.com/office/drawing/2014/main" id="{F0D210AF-E4D9-4DDE-B052-B341B27DBF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3" y="4694238"/>
                        <a:ext cx="442912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67" name="Arc 91">
            <a:extLst>
              <a:ext uri="{FF2B5EF4-FFF2-40B4-BE49-F238E27FC236}">
                <a16:creationId xmlns:a16="http://schemas.microsoft.com/office/drawing/2014/main" id="{A05C7AC6-2D22-444C-A8F6-573E6C6133F4}"/>
              </a:ext>
            </a:extLst>
          </p:cNvPr>
          <p:cNvSpPr>
            <a:spLocks/>
          </p:cNvSpPr>
          <p:nvPr/>
        </p:nvSpPr>
        <p:spPr bwMode="auto">
          <a:xfrm rot="1702755" flipV="1">
            <a:off x="6518275" y="4454525"/>
            <a:ext cx="215900" cy="315913"/>
          </a:xfrm>
          <a:custGeom>
            <a:avLst/>
            <a:gdLst>
              <a:gd name="T0" fmla="*/ 2147483646 w 21600"/>
              <a:gd name="T1" fmla="*/ 0 h 31607"/>
              <a:gd name="T2" fmla="*/ 2147483646 w 21600"/>
              <a:gd name="T3" fmla="*/ 2147483646 h 31607"/>
              <a:gd name="T4" fmla="*/ 0 w 21600"/>
              <a:gd name="T5" fmla="*/ 2147483646 h 31607"/>
              <a:gd name="T6" fmla="*/ 0 60000 65536"/>
              <a:gd name="T7" fmla="*/ 0 60000 65536"/>
              <a:gd name="T8" fmla="*/ 0 60000 65536"/>
              <a:gd name="T9" fmla="*/ 0 w 21600"/>
              <a:gd name="T10" fmla="*/ 0 h 31607"/>
              <a:gd name="T11" fmla="*/ 21600 w 21600"/>
              <a:gd name="T12" fmla="*/ 31607 h 316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1607" fill="none" extrusionOk="0">
                <a:moveTo>
                  <a:pt x="5682" y="0"/>
                </a:moveTo>
                <a:cubicBezTo>
                  <a:pt x="15080" y="2562"/>
                  <a:pt x="21600" y="11098"/>
                  <a:pt x="21600" y="20839"/>
                </a:cubicBezTo>
                <a:cubicBezTo>
                  <a:pt x="21600" y="24617"/>
                  <a:pt x="20608" y="28330"/>
                  <a:pt x="18724" y="31606"/>
                </a:cubicBezTo>
              </a:path>
              <a:path w="21600" h="31607" stroke="0" extrusionOk="0">
                <a:moveTo>
                  <a:pt x="5682" y="0"/>
                </a:moveTo>
                <a:cubicBezTo>
                  <a:pt x="15080" y="2562"/>
                  <a:pt x="21600" y="11098"/>
                  <a:pt x="21600" y="20839"/>
                </a:cubicBezTo>
                <a:cubicBezTo>
                  <a:pt x="21600" y="24617"/>
                  <a:pt x="20608" y="28330"/>
                  <a:pt x="18724" y="31606"/>
                </a:cubicBezTo>
                <a:lnTo>
                  <a:pt x="0" y="20839"/>
                </a:lnTo>
                <a:lnTo>
                  <a:pt x="5682" y="0"/>
                </a:lnTo>
                <a:close/>
              </a:path>
            </a:pathLst>
          </a:custGeom>
          <a:noFill/>
          <a:ln w="190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9868" name="Object 18">
            <a:extLst>
              <a:ext uri="{FF2B5EF4-FFF2-40B4-BE49-F238E27FC236}">
                <a16:creationId xmlns:a16="http://schemas.microsoft.com/office/drawing/2014/main" id="{E4E2CC36-7070-487A-AF02-9191EC7A96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5638" y="5964238"/>
          <a:ext cx="3365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6" name="公式" r:id="rId37" imgW="362090" imgH="476386" progId="Equation.3">
                  <p:embed/>
                </p:oleObj>
              </mc:Choice>
              <mc:Fallback>
                <p:oleObj name="公式" r:id="rId37" imgW="362090" imgH="476386" progId="Equation.3">
                  <p:embed/>
                  <p:pic>
                    <p:nvPicPr>
                      <p:cNvPr id="459868" name="Object 18">
                        <a:extLst>
                          <a:ext uri="{FF2B5EF4-FFF2-40B4-BE49-F238E27FC236}">
                            <a16:creationId xmlns:a16="http://schemas.microsoft.com/office/drawing/2014/main" id="{E4E2CC36-7070-487A-AF02-9191EC7A9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638" y="5964238"/>
                        <a:ext cx="3365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69" name="Object 19">
            <a:extLst>
              <a:ext uri="{FF2B5EF4-FFF2-40B4-BE49-F238E27FC236}">
                <a16:creationId xmlns:a16="http://schemas.microsoft.com/office/drawing/2014/main" id="{6E301A80-FE58-4B5A-9B57-13AA352AB69E}"/>
              </a:ext>
            </a:extLst>
          </p:cNvPr>
          <p:cNvGraphicFramePr>
            <a:graphicFrameLocks/>
          </p:cNvGraphicFramePr>
          <p:nvPr/>
        </p:nvGraphicFramePr>
        <p:xfrm>
          <a:off x="3275013" y="5838825"/>
          <a:ext cx="20177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7" name="公式" r:id="rId39" imgW="1962137" imgH="666818" progId="Equation.3">
                  <p:embed/>
                </p:oleObj>
              </mc:Choice>
              <mc:Fallback>
                <p:oleObj name="公式" r:id="rId39" imgW="1962137" imgH="666818" progId="Equation.3">
                  <p:embed/>
                  <p:pic>
                    <p:nvPicPr>
                      <p:cNvPr id="459869" name="Object 19">
                        <a:extLst>
                          <a:ext uri="{FF2B5EF4-FFF2-40B4-BE49-F238E27FC236}">
                            <a16:creationId xmlns:a16="http://schemas.microsoft.com/office/drawing/2014/main" id="{6E301A80-FE58-4B5A-9B57-13AA352AB6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5838825"/>
                        <a:ext cx="20177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70" name="Object 20">
            <a:extLst>
              <a:ext uri="{FF2B5EF4-FFF2-40B4-BE49-F238E27FC236}">
                <a16:creationId xmlns:a16="http://schemas.microsoft.com/office/drawing/2014/main" id="{B7837D40-AA45-4272-9435-A45A5C9EA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0150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8" name="公式" r:id="rId41" imgW="1619314" imgH="666818" progId="Equation.3">
                  <p:embed/>
                </p:oleObj>
              </mc:Choice>
              <mc:Fallback>
                <p:oleObj name="公式" r:id="rId41" imgW="1619314" imgH="666818" progId="Equation.3">
                  <p:embed/>
                  <p:pic>
                    <p:nvPicPr>
                      <p:cNvPr id="459870" name="Object 20">
                        <a:extLst>
                          <a:ext uri="{FF2B5EF4-FFF2-40B4-BE49-F238E27FC236}">
                            <a16:creationId xmlns:a16="http://schemas.microsoft.com/office/drawing/2014/main" id="{B7837D40-AA45-4272-9435-A45A5C9EA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0150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71" name="Object 21">
            <a:extLst>
              <a:ext uri="{FF2B5EF4-FFF2-40B4-BE49-F238E27FC236}">
                <a16:creationId xmlns:a16="http://schemas.microsoft.com/office/drawing/2014/main" id="{9F516F77-CD71-47AD-BB13-69D30B933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2650" y="788988"/>
          <a:ext cx="227013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9" name="公式" r:id="rId43" imgW="218967" imgH="238193" progId="Equation.3">
                  <p:embed/>
                </p:oleObj>
              </mc:Choice>
              <mc:Fallback>
                <p:oleObj name="公式" r:id="rId43" imgW="218967" imgH="238193" progId="Equation.3">
                  <p:embed/>
                  <p:pic>
                    <p:nvPicPr>
                      <p:cNvPr id="459871" name="Object 21">
                        <a:extLst>
                          <a:ext uri="{FF2B5EF4-FFF2-40B4-BE49-F238E27FC236}">
                            <a16:creationId xmlns:a16="http://schemas.microsoft.com/office/drawing/2014/main" id="{9F516F77-CD71-47AD-BB13-69D30B9333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650" y="788988"/>
                        <a:ext cx="227013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72" name="Rectangle 96">
            <a:extLst>
              <a:ext uri="{FF2B5EF4-FFF2-40B4-BE49-F238E27FC236}">
                <a16:creationId xmlns:a16="http://schemas.microsoft.com/office/drawing/2014/main" id="{BD3EAFCD-3972-4375-9FB5-84D179384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549275"/>
            <a:ext cx="4191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4800">
                <a:solidFill>
                  <a:srgbClr val="FF9900"/>
                </a:solidFill>
              </a:rPr>
              <a:t>·</a:t>
            </a:r>
          </a:p>
        </p:txBody>
      </p:sp>
      <p:sp>
        <p:nvSpPr>
          <p:cNvPr id="459873" name="Text Box 97">
            <a:extLst>
              <a:ext uri="{FF2B5EF4-FFF2-40B4-BE49-F238E27FC236}">
                <a16:creationId xmlns:a16="http://schemas.microsoft.com/office/drawing/2014/main" id="{D2CFD3B3-A43B-4129-A645-E1051A743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785813"/>
            <a:ext cx="29416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单缝衍射的振幅分布</a:t>
            </a:r>
          </a:p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和强度分布为</a:t>
            </a:r>
          </a:p>
        </p:txBody>
      </p:sp>
      <p:sp>
        <p:nvSpPr>
          <p:cNvPr id="459874" name="Text Box 98">
            <a:extLst>
              <a:ext uri="{FF2B5EF4-FFF2-40B4-BE49-F238E27FC236}">
                <a16:creationId xmlns:a16="http://schemas.microsoft.com/office/drawing/2014/main" id="{832C16A7-2889-4A3C-BD91-796B14867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132388"/>
            <a:ext cx="2430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由几何关系可得</a:t>
            </a:r>
            <a:r>
              <a:rPr kumimoji="0" lang="en-US" altLang="zh-CN">
                <a:solidFill>
                  <a:schemeClr val="bg1"/>
                </a:solidFill>
                <a:ea typeface="仿宋_GB2312"/>
                <a:cs typeface="仿宋_GB2312"/>
              </a:rPr>
              <a:t>:</a:t>
            </a:r>
          </a:p>
        </p:txBody>
      </p:sp>
      <p:sp>
        <p:nvSpPr>
          <p:cNvPr id="459875" name="Text Box 99">
            <a:extLst>
              <a:ext uri="{FF2B5EF4-FFF2-40B4-BE49-F238E27FC236}">
                <a16:creationId xmlns:a16="http://schemas.microsoft.com/office/drawing/2014/main" id="{02FAD2FE-6C50-4DA4-993C-D3DAE1376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3594100"/>
            <a:ext cx="7704137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仿宋_GB2312"/>
                <a:ea typeface="仿宋_GB2312"/>
                <a:cs typeface="仿宋_GB2312"/>
              </a:rPr>
              <a:t>相邻两缝发出的光在</a:t>
            </a:r>
            <a:r>
              <a:rPr lang="zh-CN" altLang="en-US">
                <a:solidFill>
                  <a:srgbClr val="FFFFFF"/>
                </a:solidFill>
                <a:ea typeface="仿宋_GB2312"/>
                <a:cs typeface="仿宋_GB2312"/>
              </a:rPr>
              <a:t> </a:t>
            </a:r>
            <a:r>
              <a:rPr lang="en-US" altLang="zh-CN" i="1">
                <a:solidFill>
                  <a:srgbClr val="66FFFF"/>
                </a:solidFill>
                <a:ea typeface="仿宋_GB2312"/>
                <a:cs typeface="仿宋_GB2312"/>
              </a:rPr>
              <a:t>P </a:t>
            </a:r>
            <a:r>
              <a:rPr lang="zh-CN" altLang="en-US">
                <a:solidFill>
                  <a:srgbClr val="FFFFFF"/>
                </a:solidFill>
                <a:latin typeface="仿宋_GB2312"/>
                <a:ea typeface="仿宋_GB2312"/>
                <a:cs typeface="仿宋_GB2312"/>
              </a:rPr>
              <a:t>点引起的光振动相位差</a:t>
            </a:r>
          </a:p>
        </p:txBody>
      </p:sp>
      <p:sp>
        <p:nvSpPr>
          <p:cNvPr id="10335" name="灯片编号占位符 1">
            <a:extLst>
              <a:ext uri="{FF2B5EF4-FFF2-40B4-BE49-F238E27FC236}">
                <a16:creationId xmlns:a16="http://schemas.microsoft.com/office/drawing/2014/main" id="{468B3C33-D385-4F37-9C86-9D948AB6909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ADD0C8-10E9-4C1E-8B38-6003010C7008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59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5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5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5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5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5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5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5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59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5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59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5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5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5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5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5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5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5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5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5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5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5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5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5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5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59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5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5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5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5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5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5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5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5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5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5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5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5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5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5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45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5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5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5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59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59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5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5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5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5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5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45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5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45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45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45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45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45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5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45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45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45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45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459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45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45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45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45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5" dur="500"/>
                                        <p:tgtEl>
                                          <p:spTgt spid="45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45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45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45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45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45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45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45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459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45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45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45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2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13" dur="1000" fill="hold"/>
                                        <p:tgtEl>
                                          <p:spTgt spid="45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45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 nodeType="clickPar">
                      <p:stCondLst>
                        <p:cond delay="indefinite"/>
                      </p:stCondLst>
                      <p:childTnLst>
                        <p:par>
                          <p:cTn id="3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3" dur="500"/>
                                        <p:tgtEl>
                                          <p:spTgt spid="45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5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26" dur="1000" fill="hold"/>
                                        <p:tgtEl>
                                          <p:spTgt spid="45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45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78" grpId="0"/>
      <p:bldP spid="459828" grpId="0"/>
      <p:bldP spid="459829" grpId="0"/>
      <p:bldP spid="459835" grpId="0" animBg="1"/>
      <p:bldP spid="459835" grpId="1" animBg="1"/>
      <p:bldP spid="459836" grpId="0" animBg="1"/>
      <p:bldP spid="459837" grpId="0" animBg="1"/>
      <p:bldP spid="459838" grpId="0" animBg="1"/>
      <p:bldP spid="459839" grpId="0" animBg="1"/>
      <p:bldP spid="459865" grpId="0" animBg="1"/>
      <p:bldP spid="459865" grpId="1" animBg="1"/>
      <p:bldP spid="459872" grpId="0" autoUpdateAnimBg="0"/>
      <p:bldP spid="459873" grpId="0"/>
      <p:bldP spid="459874" grpId="0"/>
      <p:bldP spid="4598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7" name="Text Box 7">
            <a:extLst>
              <a:ext uri="{FF2B5EF4-FFF2-40B4-BE49-F238E27FC236}">
                <a16:creationId xmlns:a16="http://schemas.microsoft.com/office/drawing/2014/main" id="{3A68582F-E2E3-43E9-B39B-FDF7E3823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2279650"/>
            <a:ext cx="417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              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单缝衍射因子</a:t>
            </a:r>
          </a:p>
        </p:txBody>
      </p:sp>
      <p:graphicFrame>
        <p:nvGraphicFramePr>
          <p:cNvPr id="460802" name="Object 2">
            <a:extLst>
              <a:ext uri="{FF2B5EF4-FFF2-40B4-BE49-F238E27FC236}">
                <a16:creationId xmlns:a16="http://schemas.microsoft.com/office/drawing/2014/main" id="{4D6A76CB-E7DD-4C50-89D2-65EE6F8CDE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14313"/>
          <a:ext cx="1681163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0" name="公式" r:id="rId4" imgW="1962137" imgH="1362109" progId="Equation.3">
                  <p:embed/>
                </p:oleObj>
              </mc:Choice>
              <mc:Fallback>
                <p:oleObj name="公式" r:id="rId4" imgW="1962137" imgH="1362109" progId="Equation.3">
                  <p:embed/>
                  <p:pic>
                    <p:nvPicPr>
                      <p:cNvPr id="460802" name="Object 2">
                        <a:extLst>
                          <a:ext uri="{FF2B5EF4-FFF2-40B4-BE49-F238E27FC236}">
                            <a16:creationId xmlns:a16="http://schemas.microsoft.com/office/drawing/2014/main" id="{4D6A76CB-E7DD-4C50-89D2-65EE6F8CDE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14313"/>
                        <a:ext cx="1681163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03" name="Object 3">
            <a:extLst>
              <a:ext uri="{FF2B5EF4-FFF2-40B4-BE49-F238E27FC236}">
                <a16:creationId xmlns:a16="http://schemas.microsoft.com/office/drawing/2014/main" id="{E8B5CA30-D584-4F3E-A5E7-E20AE8277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7888" y="142875"/>
          <a:ext cx="30988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1" name="公式" r:id="rId6" imgW="3295510" imgH="1457325" progId="Equation.3">
                  <p:embed/>
                </p:oleObj>
              </mc:Choice>
              <mc:Fallback>
                <p:oleObj name="公式" r:id="rId6" imgW="3295510" imgH="1457325" progId="Equation.3">
                  <p:embed/>
                  <p:pic>
                    <p:nvPicPr>
                      <p:cNvPr id="460803" name="Object 3">
                        <a:extLst>
                          <a:ext uri="{FF2B5EF4-FFF2-40B4-BE49-F238E27FC236}">
                            <a16:creationId xmlns:a16="http://schemas.microsoft.com/office/drawing/2014/main" id="{E8B5CA30-D584-4F3E-A5E7-E20AE8277D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142875"/>
                        <a:ext cx="3098800" cy="126047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>
                            <a:alpha val="47058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0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04" name="AutoShape 4">
            <a:extLst>
              <a:ext uri="{FF2B5EF4-FFF2-40B4-BE49-F238E27FC236}">
                <a16:creationId xmlns:a16="http://schemas.microsoft.com/office/drawing/2014/main" id="{13AE09D3-E09D-4396-9AA6-C544C153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931863"/>
            <a:ext cx="1714500" cy="211137"/>
          </a:xfrm>
          <a:prstGeom prst="rightArrow">
            <a:avLst>
              <a:gd name="adj1" fmla="val 50000"/>
              <a:gd name="adj2" fmla="val 146053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60805" name="Rectangle 5">
            <a:extLst>
              <a:ext uri="{FF2B5EF4-FFF2-40B4-BE49-F238E27FC236}">
                <a16:creationId xmlns:a16="http://schemas.microsoft.com/office/drawing/2014/main" id="{6DAF36B1-2305-4224-8431-718C83EA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609725"/>
            <a:ext cx="1428750" cy="4619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9900"/>
              </a:buClr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 讨论</a:t>
            </a:r>
          </a:p>
        </p:txBody>
      </p:sp>
      <p:graphicFrame>
        <p:nvGraphicFramePr>
          <p:cNvPr id="460806" name="Object 4">
            <a:extLst>
              <a:ext uri="{FF2B5EF4-FFF2-40B4-BE49-F238E27FC236}">
                <a16:creationId xmlns:a16="http://schemas.microsoft.com/office/drawing/2014/main" id="{FE476225-B13F-4D49-9C71-169B5489F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3313" y="2209800"/>
          <a:ext cx="9683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2" name="公式" r:id="rId8" imgW="971588" imgH="666818" progId="Equation.3">
                  <p:embed/>
                </p:oleObj>
              </mc:Choice>
              <mc:Fallback>
                <p:oleObj name="公式" r:id="rId8" imgW="971588" imgH="666818" progId="Equation.3">
                  <p:embed/>
                  <p:pic>
                    <p:nvPicPr>
                      <p:cNvPr id="460806" name="Object 4">
                        <a:extLst>
                          <a:ext uri="{FF2B5EF4-FFF2-40B4-BE49-F238E27FC236}">
                            <a16:creationId xmlns:a16="http://schemas.microsoft.com/office/drawing/2014/main" id="{FE476225-B13F-4D49-9C71-169B5489FA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2209800"/>
                        <a:ext cx="96837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08" name="Object 5">
            <a:extLst>
              <a:ext uri="{FF2B5EF4-FFF2-40B4-BE49-F238E27FC236}">
                <a16:creationId xmlns:a16="http://schemas.microsoft.com/office/drawing/2014/main" id="{F258EFB1-A721-42A3-B3F7-98B49091E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5013" y="2209800"/>
          <a:ext cx="15986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3" name="公式" r:id="rId10" imgW="1723904" imgH="743052" progId="Equation.3">
                  <p:embed/>
                </p:oleObj>
              </mc:Choice>
              <mc:Fallback>
                <p:oleObj name="公式" r:id="rId10" imgW="1723904" imgH="743052" progId="Equation.3">
                  <p:embed/>
                  <p:pic>
                    <p:nvPicPr>
                      <p:cNvPr id="460808" name="Object 5">
                        <a:extLst>
                          <a:ext uri="{FF2B5EF4-FFF2-40B4-BE49-F238E27FC236}">
                            <a16:creationId xmlns:a16="http://schemas.microsoft.com/office/drawing/2014/main" id="{F258EFB1-A721-42A3-B3F7-98B49091E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2209800"/>
                        <a:ext cx="1598612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09" name="Text Box 9">
            <a:extLst>
              <a:ext uri="{FF2B5EF4-FFF2-40B4-BE49-F238E27FC236}">
                <a16:creationId xmlns:a16="http://schemas.microsoft.com/office/drawing/2014/main" id="{BA23A6C9-A525-486C-80B2-2D0DC22DD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2279650"/>
            <a:ext cx="257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光的干涉因子</a:t>
            </a:r>
          </a:p>
        </p:txBody>
      </p:sp>
      <p:graphicFrame>
        <p:nvGraphicFramePr>
          <p:cNvPr id="460810" name="Object 6">
            <a:extLst>
              <a:ext uri="{FF2B5EF4-FFF2-40B4-BE49-F238E27FC236}">
                <a16:creationId xmlns:a16="http://schemas.microsoft.com/office/drawing/2014/main" id="{A9777D66-A327-4068-B657-09FE7CC47034}"/>
              </a:ext>
            </a:extLst>
          </p:cNvPr>
          <p:cNvGraphicFramePr>
            <a:graphicFrameLocks/>
          </p:cNvGraphicFramePr>
          <p:nvPr/>
        </p:nvGraphicFramePr>
        <p:xfrm>
          <a:off x="1663700" y="3638550"/>
          <a:ext cx="977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4" name="公式" r:id="rId12" imgW="923880" imgH="219211" progId="Equation.3">
                  <p:embed/>
                </p:oleObj>
              </mc:Choice>
              <mc:Fallback>
                <p:oleObj name="公式" r:id="rId12" imgW="923880" imgH="219211" progId="Equation.3">
                  <p:embed/>
                  <p:pic>
                    <p:nvPicPr>
                      <p:cNvPr id="460810" name="Object 6">
                        <a:extLst>
                          <a:ext uri="{FF2B5EF4-FFF2-40B4-BE49-F238E27FC236}">
                            <a16:creationId xmlns:a16="http://schemas.microsoft.com/office/drawing/2014/main" id="{A9777D66-A327-4068-B657-09FE7CC470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3638550"/>
                        <a:ext cx="977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11" name="AutoShape 11">
            <a:extLst>
              <a:ext uri="{FF2B5EF4-FFF2-40B4-BE49-F238E27FC236}">
                <a16:creationId xmlns:a16="http://schemas.microsoft.com/office/drawing/2014/main" id="{90392C4F-5830-4117-BFF8-8731B341B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727450"/>
            <a:ext cx="611188" cy="160338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60812" name="Object 7">
            <a:extLst>
              <a:ext uri="{FF2B5EF4-FFF2-40B4-BE49-F238E27FC236}">
                <a16:creationId xmlns:a16="http://schemas.microsoft.com/office/drawing/2014/main" id="{8C00E23D-39CA-479C-B38E-0A304AB246E1}"/>
              </a:ext>
            </a:extLst>
          </p:cNvPr>
          <p:cNvGraphicFramePr>
            <a:graphicFrameLocks/>
          </p:cNvGraphicFramePr>
          <p:nvPr/>
        </p:nvGraphicFramePr>
        <p:xfrm>
          <a:off x="3454400" y="3419475"/>
          <a:ext cx="20939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5" name="公式" r:id="rId14" imgW="2038286" imgH="666818" progId="Equation.3">
                  <p:embed/>
                </p:oleObj>
              </mc:Choice>
              <mc:Fallback>
                <p:oleObj name="公式" r:id="rId14" imgW="2038286" imgH="666818" progId="Equation.3">
                  <p:embed/>
                  <p:pic>
                    <p:nvPicPr>
                      <p:cNvPr id="460812" name="Object 7">
                        <a:extLst>
                          <a:ext uri="{FF2B5EF4-FFF2-40B4-BE49-F238E27FC236}">
                            <a16:creationId xmlns:a16="http://schemas.microsoft.com/office/drawing/2014/main" id="{8C00E23D-39CA-479C-B38E-0A304AB246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3419475"/>
                        <a:ext cx="20939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13" name="AutoShape 13">
            <a:extLst>
              <a:ext uri="{FF2B5EF4-FFF2-40B4-BE49-F238E27FC236}">
                <a16:creationId xmlns:a16="http://schemas.microsoft.com/office/drawing/2014/main" id="{1622267A-4743-408C-BEBA-90EFA0F7B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3690938"/>
            <a:ext cx="611188" cy="160337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60814" name="Object 8">
            <a:extLst>
              <a:ext uri="{FF2B5EF4-FFF2-40B4-BE49-F238E27FC236}">
                <a16:creationId xmlns:a16="http://schemas.microsoft.com/office/drawing/2014/main" id="{637688A6-DF3F-47A5-B69A-A783076F7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5563" y="3571875"/>
          <a:ext cx="16494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6" name="公式" r:id="rId16" imgW="1590567" imgH="276157" progId="Equation.3">
                  <p:embed/>
                </p:oleObj>
              </mc:Choice>
              <mc:Fallback>
                <p:oleObj name="公式" r:id="rId16" imgW="1590567" imgH="276157" progId="Equation.3">
                  <p:embed/>
                  <p:pic>
                    <p:nvPicPr>
                      <p:cNvPr id="460814" name="Object 8">
                        <a:extLst>
                          <a:ext uri="{FF2B5EF4-FFF2-40B4-BE49-F238E27FC236}">
                            <a16:creationId xmlns:a16="http://schemas.microsoft.com/office/drawing/2014/main" id="{637688A6-DF3F-47A5-B69A-A783076F7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3571875"/>
                        <a:ext cx="1649412" cy="3302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15" name="Text Box 15">
            <a:extLst>
              <a:ext uri="{FF2B5EF4-FFF2-40B4-BE49-F238E27FC236}">
                <a16:creationId xmlns:a16="http://schemas.microsoft.com/office/drawing/2014/main" id="{308D3992-8D21-4E48-987A-1AD3520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54330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若</a:t>
            </a:r>
          </a:p>
        </p:txBody>
      </p:sp>
      <p:graphicFrame>
        <p:nvGraphicFramePr>
          <p:cNvPr id="460816" name="Object 9">
            <a:extLst>
              <a:ext uri="{FF2B5EF4-FFF2-40B4-BE49-F238E27FC236}">
                <a16:creationId xmlns:a16="http://schemas.microsoft.com/office/drawing/2014/main" id="{2A2422A9-6892-498B-AFF0-667D78C6DDD5}"/>
              </a:ext>
            </a:extLst>
          </p:cNvPr>
          <p:cNvGraphicFramePr>
            <a:graphicFrameLocks/>
          </p:cNvGraphicFramePr>
          <p:nvPr/>
        </p:nvGraphicFramePr>
        <p:xfrm>
          <a:off x="1654175" y="4143375"/>
          <a:ext cx="30845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7" name="公式" r:id="rId18" imgW="3028835" imgH="666818" progId="Equation.3">
                  <p:embed/>
                </p:oleObj>
              </mc:Choice>
              <mc:Fallback>
                <p:oleObj name="公式" r:id="rId18" imgW="3028835" imgH="666818" progId="Equation.3">
                  <p:embed/>
                  <p:pic>
                    <p:nvPicPr>
                      <p:cNvPr id="460816" name="Object 9">
                        <a:extLst>
                          <a:ext uri="{FF2B5EF4-FFF2-40B4-BE49-F238E27FC236}">
                            <a16:creationId xmlns:a16="http://schemas.microsoft.com/office/drawing/2014/main" id="{2A2422A9-6892-498B-AFF0-667D78C6DD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4143375"/>
                        <a:ext cx="30845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17" name="Object 10">
            <a:extLst>
              <a:ext uri="{FF2B5EF4-FFF2-40B4-BE49-F238E27FC236}">
                <a16:creationId xmlns:a16="http://schemas.microsoft.com/office/drawing/2014/main" id="{F8FD1727-43C5-46A3-B62A-B30116A6F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4071938"/>
          <a:ext cx="23479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8" name="公式" r:id="rId20" imgW="2295480" imgH="781016" progId="Equation.3">
                  <p:embed/>
                </p:oleObj>
              </mc:Choice>
              <mc:Fallback>
                <p:oleObj name="公式" r:id="rId20" imgW="2295480" imgH="781016" progId="Equation.3">
                  <p:embed/>
                  <p:pic>
                    <p:nvPicPr>
                      <p:cNvPr id="460817" name="Object 10">
                        <a:extLst>
                          <a:ext uri="{FF2B5EF4-FFF2-40B4-BE49-F238E27FC236}">
                            <a16:creationId xmlns:a16="http://schemas.microsoft.com/office/drawing/2014/main" id="{F8FD1727-43C5-46A3-B62A-B30116A6F9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4071938"/>
                        <a:ext cx="2347913" cy="838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18" name="AutoShape 18">
            <a:extLst>
              <a:ext uri="{FF2B5EF4-FFF2-40B4-BE49-F238E27FC236}">
                <a16:creationId xmlns:a16="http://schemas.microsoft.com/office/drawing/2014/main" id="{B9BE9AA0-192A-4DBC-B6AC-605F0678B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4375150"/>
            <a:ext cx="611187" cy="160338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60819" name="Object 11">
            <a:extLst>
              <a:ext uri="{FF2B5EF4-FFF2-40B4-BE49-F238E27FC236}">
                <a16:creationId xmlns:a16="http://schemas.microsoft.com/office/drawing/2014/main" id="{50A901DA-C3FB-4224-833E-5544592B59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5381625"/>
          <a:ext cx="1303337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9" name="公式" r:id="rId22" imgW="1657235" imgH="1457325" progId="Equation.3">
                  <p:embed/>
                </p:oleObj>
              </mc:Choice>
              <mc:Fallback>
                <p:oleObj name="公式" r:id="rId22" imgW="1657235" imgH="1457325" progId="Equation.3">
                  <p:embed/>
                  <p:pic>
                    <p:nvPicPr>
                      <p:cNvPr id="460819" name="Object 11">
                        <a:extLst>
                          <a:ext uri="{FF2B5EF4-FFF2-40B4-BE49-F238E27FC236}">
                            <a16:creationId xmlns:a16="http://schemas.microsoft.com/office/drawing/2014/main" id="{50A901DA-C3FB-4224-833E-5544592B59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381625"/>
                        <a:ext cx="1303337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20" name="Object 12">
            <a:extLst>
              <a:ext uri="{FF2B5EF4-FFF2-40B4-BE49-F238E27FC236}">
                <a16:creationId xmlns:a16="http://schemas.microsoft.com/office/drawing/2014/main" id="{CCE022BC-559D-4EEE-B963-F859867B9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5873750"/>
          <a:ext cx="16748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0" name="公式" r:id="rId24" imgW="1619314" imgH="219211" progId="Equation.3">
                  <p:embed/>
                </p:oleObj>
              </mc:Choice>
              <mc:Fallback>
                <p:oleObj name="公式" r:id="rId24" imgW="1619314" imgH="219211" progId="Equation.3">
                  <p:embed/>
                  <p:pic>
                    <p:nvPicPr>
                      <p:cNvPr id="460820" name="Object 12">
                        <a:extLst>
                          <a:ext uri="{FF2B5EF4-FFF2-40B4-BE49-F238E27FC236}">
                            <a16:creationId xmlns:a16="http://schemas.microsoft.com/office/drawing/2014/main" id="{CCE022BC-559D-4EEE-B963-F859867B9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5873750"/>
                        <a:ext cx="16748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1" name="AutoShape 21">
            <a:extLst>
              <a:ext uri="{FF2B5EF4-FFF2-40B4-BE49-F238E27FC236}">
                <a16:creationId xmlns:a16="http://schemas.microsoft.com/office/drawing/2014/main" id="{2B9CE3DC-825E-4E06-99A8-38B708F17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938838"/>
            <a:ext cx="431800" cy="142875"/>
          </a:xfrm>
          <a:prstGeom prst="rightArrow">
            <a:avLst>
              <a:gd name="adj1" fmla="val 50000"/>
              <a:gd name="adj2" fmla="val 75556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graphicFrame>
        <p:nvGraphicFramePr>
          <p:cNvPr id="460822" name="Object 13">
            <a:extLst>
              <a:ext uri="{FF2B5EF4-FFF2-40B4-BE49-F238E27FC236}">
                <a16:creationId xmlns:a16="http://schemas.microsoft.com/office/drawing/2014/main" id="{6CA6C4BC-7000-44C2-8AA2-B02F58CF4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6463" y="6442075"/>
          <a:ext cx="208597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1" name="公式" r:id="rId26" imgW="1171594" imgH="142977" progId="Equation.3">
                  <p:embed/>
                </p:oleObj>
              </mc:Choice>
              <mc:Fallback>
                <p:oleObj name="公式" r:id="rId26" imgW="1171594" imgH="142977" progId="Equation.3">
                  <p:embed/>
                  <p:pic>
                    <p:nvPicPr>
                      <p:cNvPr id="460822" name="Object 13">
                        <a:extLst>
                          <a:ext uri="{FF2B5EF4-FFF2-40B4-BE49-F238E27FC236}">
                            <a16:creationId xmlns:a16="http://schemas.microsoft.com/office/drawing/2014/main" id="{6CA6C4BC-7000-44C2-8AA2-B02F58CF4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6442075"/>
                        <a:ext cx="208597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23" name="Object 14">
            <a:extLst>
              <a:ext uri="{FF2B5EF4-FFF2-40B4-BE49-F238E27FC236}">
                <a16:creationId xmlns:a16="http://schemas.microsoft.com/office/drawing/2014/main" id="{87C0D820-1F09-4EA7-B8DE-40BE83C0BFA3}"/>
              </a:ext>
            </a:extLst>
          </p:cNvPr>
          <p:cNvGraphicFramePr>
            <a:graphicFrameLocks/>
          </p:cNvGraphicFramePr>
          <p:nvPr/>
        </p:nvGraphicFramePr>
        <p:xfrm>
          <a:off x="6110288" y="5619750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2" name="公式" r:id="rId28" imgW="1733690" imgH="666818" progId="Equation.3">
                  <p:embed/>
                </p:oleObj>
              </mc:Choice>
              <mc:Fallback>
                <p:oleObj name="公式" r:id="rId28" imgW="1733690" imgH="666818" progId="Equation.3">
                  <p:embed/>
                  <p:pic>
                    <p:nvPicPr>
                      <p:cNvPr id="460823" name="Object 14">
                        <a:extLst>
                          <a:ext uri="{FF2B5EF4-FFF2-40B4-BE49-F238E27FC236}">
                            <a16:creationId xmlns:a16="http://schemas.microsoft.com/office/drawing/2014/main" id="{87C0D820-1F09-4EA7-B8DE-40BE83C0BF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5619750"/>
                        <a:ext cx="1790700" cy="7239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4" name="AutoShape 24">
            <a:extLst>
              <a:ext uri="{FF2B5EF4-FFF2-40B4-BE49-F238E27FC236}">
                <a16:creationId xmlns:a16="http://schemas.microsoft.com/office/drawing/2014/main" id="{B2C1D15F-0927-4C9F-856A-E754E80DB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5937250"/>
            <a:ext cx="611188" cy="160338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60825" name="Text Box 25">
            <a:extLst>
              <a:ext uri="{FF2B5EF4-FFF2-40B4-BE49-F238E27FC236}">
                <a16:creationId xmlns:a16="http://schemas.microsoft.com/office/drawing/2014/main" id="{3C8494A7-0A7D-43BB-AC9D-20D21BAC4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569595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若</a:t>
            </a:r>
          </a:p>
        </p:txBody>
      </p:sp>
      <p:sp>
        <p:nvSpPr>
          <p:cNvPr id="460826" name="Text Box 26">
            <a:extLst>
              <a:ext uri="{FF2B5EF4-FFF2-40B4-BE49-F238E27FC236}">
                <a16:creationId xmlns:a16="http://schemas.microsoft.com/office/drawing/2014/main" id="{FAA72CA7-8414-4382-A480-1CA5A3DB5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2971800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 光栅方程（主极大）及光强</a:t>
            </a:r>
          </a:p>
        </p:txBody>
      </p:sp>
      <p:sp>
        <p:nvSpPr>
          <p:cNvPr id="460827" name="Text Box 27">
            <a:extLst>
              <a:ext uri="{FF2B5EF4-FFF2-40B4-BE49-F238E27FC236}">
                <a16:creationId xmlns:a16="http://schemas.microsoft.com/office/drawing/2014/main" id="{48FB858F-CF90-46D9-8A56-4C7CD045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4857750"/>
            <a:ext cx="3913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 暗纹公式（干涉相消）</a:t>
            </a:r>
          </a:p>
        </p:txBody>
      </p:sp>
      <p:graphicFrame>
        <p:nvGraphicFramePr>
          <p:cNvPr id="459831" name="Object 28">
            <a:extLst>
              <a:ext uri="{FF2B5EF4-FFF2-40B4-BE49-F238E27FC236}">
                <a16:creationId xmlns:a16="http://schemas.microsoft.com/office/drawing/2014/main" id="{890F25C9-6775-447C-B2EA-31D389498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285750"/>
          <a:ext cx="15478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3" name="公式" r:id="rId30" imgW="885959" imgH="333409" progId="Equation.3">
                  <p:embed/>
                </p:oleObj>
              </mc:Choice>
              <mc:Fallback>
                <p:oleObj name="公式" r:id="rId30" imgW="885959" imgH="333409" progId="Equation.3">
                  <p:embed/>
                  <p:pic>
                    <p:nvPicPr>
                      <p:cNvPr id="459831" name="Object 28">
                        <a:extLst>
                          <a:ext uri="{FF2B5EF4-FFF2-40B4-BE49-F238E27FC236}">
                            <a16:creationId xmlns:a16="http://schemas.microsoft.com/office/drawing/2014/main" id="{890F25C9-6775-447C-B2EA-31D389498C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85750"/>
                        <a:ext cx="15478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9">
            <a:extLst>
              <a:ext uri="{FF2B5EF4-FFF2-40B4-BE49-F238E27FC236}">
                <a16:creationId xmlns:a16="http://schemas.microsoft.com/office/drawing/2014/main" id="{461B5822-7C1E-4571-9F65-835027D4C3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8438" y="1500188"/>
          <a:ext cx="13573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4" name="公式" r:id="rId32" imgW="771582" imgH="333409" progId="Equation.3">
                  <p:embed/>
                </p:oleObj>
              </mc:Choice>
              <mc:Fallback>
                <p:oleObj name="公式" r:id="rId32" imgW="771582" imgH="333409" progId="Equation.3">
                  <p:embed/>
                  <p:pic>
                    <p:nvPicPr>
                      <p:cNvPr id="2" name="Object 29">
                        <a:extLst>
                          <a:ext uri="{FF2B5EF4-FFF2-40B4-BE49-F238E27FC236}">
                            <a16:creationId xmlns:a16="http://schemas.microsoft.com/office/drawing/2014/main" id="{461B5822-7C1E-4571-9F65-835027D4C3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1500188"/>
                        <a:ext cx="13573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0">
            <a:extLst>
              <a:ext uri="{FF2B5EF4-FFF2-40B4-BE49-F238E27FC236}">
                <a16:creationId xmlns:a16="http://schemas.microsoft.com/office/drawing/2014/main" id="{B771C947-6FAC-41B0-B821-56B05880D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6288" y="1500188"/>
          <a:ext cx="19859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5" name="公式" r:id="rId34" imgW="1152633" imgH="333409" progId="Equation.3">
                  <p:embed/>
                </p:oleObj>
              </mc:Choice>
              <mc:Fallback>
                <p:oleObj name="公式" r:id="rId34" imgW="1152633" imgH="333409" progId="Equation.3">
                  <p:embed/>
                  <p:pic>
                    <p:nvPicPr>
                      <p:cNvPr id="3" name="Object 30">
                        <a:extLst>
                          <a:ext uri="{FF2B5EF4-FFF2-40B4-BE49-F238E27FC236}">
                            <a16:creationId xmlns:a16="http://schemas.microsoft.com/office/drawing/2014/main" id="{B771C947-6FAC-41B0-B821-56B05880DE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1500188"/>
                        <a:ext cx="19859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9" name="灯片编号占位符 1">
            <a:extLst>
              <a:ext uri="{FF2B5EF4-FFF2-40B4-BE49-F238E27FC236}">
                <a16:creationId xmlns:a16="http://schemas.microsoft.com/office/drawing/2014/main" id="{61275270-8CF0-4CE0-A5F4-0005148B4D7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620F6C-8ABB-497C-AB27-5270792BB7DB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6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6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6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6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6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6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6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6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6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6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7" grpId="0"/>
      <p:bldP spid="460804" grpId="0" animBg="1"/>
      <p:bldP spid="460805" grpId="0"/>
      <p:bldP spid="460809" grpId="0"/>
      <p:bldP spid="460811" grpId="0" animBg="1"/>
      <p:bldP spid="460813" grpId="0" animBg="1"/>
      <p:bldP spid="460815" grpId="0"/>
      <p:bldP spid="460818" grpId="0" animBg="1"/>
      <p:bldP spid="460821" grpId="0" animBg="1"/>
      <p:bldP spid="460824" grpId="0" animBg="1"/>
      <p:bldP spid="460825" grpId="0"/>
      <p:bldP spid="460826" grpId="0"/>
      <p:bldP spid="4608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826" name="Object 2">
            <a:extLst>
              <a:ext uri="{FF2B5EF4-FFF2-40B4-BE49-F238E27FC236}">
                <a16:creationId xmlns:a16="http://schemas.microsoft.com/office/drawing/2014/main" id="{696E4B5C-881B-489B-9A4F-847CA1220B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214438"/>
          <a:ext cx="24368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4" name="公式" r:id="rId4" imgW="1276490" imgH="333409" progId="Equation.3">
                  <p:embed/>
                </p:oleObj>
              </mc:Choice>
              <mc:Fallback>
                <p:oleObj name="公式" r:id="rId4" imgW="1276490" imgH="333409" progId="Equation.3">
                  <p:embed/>
                  <p:pic>
                    <p:nvPicPr>
                      <p:cNvPr id="461826" name="Object 2">
                        <a:extLst>
                          <a:ext uri="{FF2B5EF4-FFF2-40B4-BE49-F238E27FC236}">
                            <a16:creationId xmlns:a16="http://schemas.microsoft.com/office/drawing/2014/main" id="{696E4B5C-881B-489B-9A4F-847CA1220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214438"/>
                        <a:ext cx="24368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7" name="Object 3">
            <a:extLst>
              <a:ext uri="{FF2B5EF4-FFF2-40B4-BE49-F238E27FC236}">
                <a16:creationId xmlns:a16="http://schemas.microsoft.com/office/drawing/2014/main" id="{FD568509-FA88-4250-BCE4-0463F09007BE}"/>
              </a:ext>
            </a:extLst>
          </p:cNvPr>
          <p:cNvGraphicFramePr>
            <a:graphicFrameLocks/>
          </p:cNvGraphicFramePr>
          <p:nvPr/>
        </p:nvGraphicFramePr>
        <p:xfrm>
          <a:off x="3076575" y="2179638"/>
          <a:ext cx="17637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5" name="公式" r:id="rId6" imgW="1704943" imgH="285648" progId="Equation.3">
                  <p:embed/>
                </p:oleObj>
              </mc:Choice>
              <mc:Fallback>
                <p:oleObj name="公式" r:id="rId6" imgW="1704943" imgH="285648" progId="Equation.3">
                  <p:embed/>
                  <p:pic>
                    <p:nvPicPr>
                      <p:cNvPr id="461827" name="Object 3">
                        <a:extLst>
                          <a:ext uri="{FF2B5EF4-FFF2-40B4-BE49-F238E27FC236}">
                            <a16:creationId xmlns:a16="http://schemas.microsoft.com/office/drawing/2014/main" id="{FD568509-FA88-4250-BCE4-0463F09007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2179638"/>
                        <a:ext cx="17637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8" name="Object 4">
            <a:extLst>
              <a:ext uri="{FF2B5EF4-FFF2-40B4-BE49-F238E27FC236}">
                <a16:creationId xmlns:a16="http://schemas.microsoft.com/office/drawing/2014/main" id="{5D4AEC82-D218-4104-9145-55AC22318F0B}"/>
              </a:ext>
            </a:extLst>
          </p:cNvPr>
          <p:cNvGraphicFramePr>
            <a:graphicFrameLocks/>
          </p:cNvGraphicFramePr>
          <p:nvPr/>
        </p:nvGraphicFramePr>
        <p:xfrm>
          <a:off x="5080000" y="2154238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6" name="Equation" r:id="rId8" imgW="1695463" imgH="323918" progId="Equation.DSMT4">
                  <p:embed/>
                </p:oleObj>
              </mc:Choice>
              <mc:Fallback>
                <p:oleObj name="Equation" r:id="rId8" imgW="1695463" imgH="323918" progId="Equation.DSMT4">
                  <p:embed/>
                  <p:pic>
                    <p:nvPicPr>
                      <p:cNvPr id="461828" name="Object 4">
                        <a:extLst>
                          <a:ext uri="{FF2B5EF4-FFF2-40B4-BE49-F238E27FC236}">
                            <a16:creationId xmlns:a16="http://schemas.microsoft.com/office/drawing/2014/main" id="{5D4AEC82-D218-4104-9145-55AC22318F0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2154238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9" name="Object 5">
            <a:extLst>
              <a:ext uri="{FF2B5EF4-FFF2-40B4-BE49-F238E27FC236}">
                <a16:creationId xmlns:a16="http://schemas.microsoft.com/office/drawing/2014/main" id="{23C3371D-C8A3-4186-BEBB-576AA1D4420F}"/>
              </a:ext>
            </a:extLst>
          </p:cNvPr>
          <p:cNvGraphicFramePr>
            <a:graphicFrameLocks/>
          </p:cNvGraphicFramePr>
          <p:nvPr/>
        </p:nvGraphicFramePr>
        <p:xfrm>
          <a:off x="3635375" y="1438275"/>
          <a:ext cx="1054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7" name="公式" r:id="rId10" imgW="1000029" imgH="219211" progId="Equation.3">
                  <p:embed/>
                </p:oleObj>
              </mc:Choice>
              <mc:Fallback>
                <p:oleObj name="公式" r:id="rId10" imgW="1000029" imgH="219211" progId="Equation.3">
                  <p:embed/>
                  <p:pic>
                    <p:nvPicPr>
                      <p:cNvPr id="461829" name="Object 5">
                        <a:extLst>
                          <a:ext uri="{FF2B5EF4-FFF2-40B4-BE49-F238E27FC236}">
                            <a16:creationId xmlns:a16="http://schemas.microsoft.com/office/drawing/2014/main" id="{23C3371D-C8A3-4186-BEBB-576AA1D442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438275"/>
                        <a:ext cx="1054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0" name="Object 6">
            <a:extLst>
              <a:ext uri="{FF2B5EF4-FFF2-40B4-BE49-F238E27FC236}">
                <a16:creationId xmlns:a16="http://schemas.microsoft.com/office/drawing/2014/main" id="{591531AE-BCC2-4974-8A00-B890EA838304}"/>
              </a:ext>
            </a:extLst>
          </p:cNvPr>
          <p:cNvGraphicFramePr>
            <a:graphicFrameLocks/>
          </p:cNvGraphicFramePr>
          <p:nvPr/>
        </p:nvGraphicFramePr>
        <p:xfrm>
          <a:off x="4594225" y="3511550"/>
          <a:ext cx="977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8" name="公式" r:id="rId12" imgW="923880" imgH="219211" progId="Equation.3">
                  <p:embed/>
                </p:oleObj>
              </mc:Choice>
              <mc:Fallback>
                <p:oleObj name="公式" r:id="rId12" imgW="923880" imgH="219211" progId="Equation.3">
                  <p:embed/>
                  <p:pic>
                    <p:nvPicPr>
                      <p:cNvPr id="461830" name="Object 6">
                        <a:extLst>
                          <a:ext uri="{FF2B5EF4-FFF2-40B4-BE49-F238E27FC236}">
                            <a16:creationId xmlns:a16="http://schemas.microsoft.com/office/drawing/2014/main" id="{591531AE-BCC2-4974-8A00-B890EA83830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3511550"/>
                        <a:ext cx="977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1" name="Object 7">
            <a:extLst>
              <a:ext uri="{FF2B5EF4-FFF2-40B4-BE49-F238E27FC236}">
                <a16:creationId xmlns:a16="http://schemas.microsoft.com/office/drawing/2014/main" id="{E0283330-8009-4D06-9AF2-B7321A8DC861}"/>
              </a:ext>
            </a:extLst>
          </p:cNvPr>
          <p:cNvGraphicFramePr>
            <a:graphicFrameLocks/>
          </p:cNvGraphicFramePr>
          <p:nvPr/>
        </p:nvGraphicFramePr>
        <p:xfrm>
          <a:off x="6327775" y="3313113"/>
          <a:ext cx="181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9" name="公式" r:id="rId14" imgW="1762131" imgH="666818" progId="Equation.3">
                  <p:embed/>
                </p:oleObj>
              </mc:Choice>
              <mc:Fallback>
                <p:oleObj name="公式" r:id="rId14" imgW="1762131" imgH="666818" progId="Equation.3">
                  <p:embed/>
                  <p:pic>
                    <p:nvPicPr>
                      <p:cNvPr id="461831" name="Object 7">
                        <a:extLst>
                          <a:ext uri="{FF2B5EF4-FFF2-40B4-BE49-F238E27FC236}">
                            <a16:creationId xmlns:a16="http://schemas.microsoft.com/office/drawing/2014/main" id="{E0283330-8009-4D06-9AF2-B7321A8DC8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775" y="3313113"/>
                        <a:ext cx="1816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2" name="Object 8">
            <a:extLst>
              <a:ext uri="{FF2B5EF4-FFF2-40B4-BE49-F238E27FC236}">
                <a16:creationId xmlns:a16="http://schemas.microsoft.com/office/drawing/2014/main" id="{1F6D87EE-8BB8-45A0-B43D-6BE9042CD9B8}"/>
              </a:ext>
            </a:extLst>
          </p:cNvPr>
          <p:cNvGraphicFramePr>
            <a:graphicFrameLocks/>
          </p:cNvGraphicFramePr>
          <p:nvPr/>
        </p:nvGraphicFramePr>
        <p:xfrm>
          <a:off x="3214688" y="4546600"/>
          <a:ext cx="32877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0" name="公式" r:id="rId16" imgW="3228841" imgH="285648" progId="Equation.3">
                  <p:embed/>
                </p:oleObj>
              </mc:Choice>
              <mc:Fallback>
                <p:oleObj name="公式" r:id="rId16" imgW="3228841" imgH="285648" progId="Equation.3">
                  <p:embed/>
                  <p:pic>
                    <p:nvPicPr>
                      <p:cNvPr id="461832" name="Object 8">
                        <a:extLst>
                          <a:ext uri="{FF2B5EF4-FFF2-40B4-BE49-F238E27FC236}">
                            <a16:creationId xmlns:a16="http://schemas.microsoft.com/office/drawing/2014/main" id="{1F6D87EE-8BB8-45A0-B43D-6BE9042CD9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546600"/>
                        <a:ext cx="32877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3" name="Object 9">
            <a:extLst>
              <a:ext uri="{FF2B5EF4-FFF2-40B4-BE49-F238E27FC236}">
                <a16:creationId xmlns:a16="http://schemas.microsoft.com/office/drawing/2014/main" id="{6413219B-85F1-473C-9A9E-D36190226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5429250"/>
          <a:ext cx="17002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1" name="公式" r:id="rId18" imgW="1647755" imgH="295139" progId="Equation.3">
                  <p:embed/>
                </p:oleObj>
              </mc:Choice>
              <mc:Fallback>
                <p:oleObj name="公式" r:id="rId18" imgW="1647755" imgH="295139" progId="Equation.3">
                  <p:embed/>
                  <p:pic>
                    <p:nvPicPr>
                      <p:cNvPr id="461833" name="Object 9">
                        <a:extLst>
                          <a:ext uri="{FF2B5EF4-FFF2-40B4-BE49-F238E27FC236}">
                            <a16:creationId xmlns:a16="http://schemas.microsoft.com/office/drawing/2014/main" id="{6413219B-85F1-473C-9A9E-D36190226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5429250"/>
                        <a:ext cx="17002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4" name="Object 10">
            <a:extLst>
              <a:ext uri="{FF2B5EF4-FFF2-40B4-BE49-F238E27FC236}">
                <a16:creationId xmlns:a16="http://schemas.microsoft.com/office/drawing/2014/main" id="{794D8DA1-2A58-4F0C-A57A-6AD78BE1CE9A}"/>
              </a:ext>
            </a:extLst>
          </p:cNvPr>
          <p:cNvGraphicFramePr>
            <a:graphicFrameLocks/>
          </p:cNvGraphicFramePr>
          <p:nvPr/>
        </p:nvGraphicFramePr>
        <p:xfrm>
          <a:off x="3852863" y="5226050"/>
          <a:ext cx="107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2" name="公式" r:id="rId20" imgW="1019296" imgH="666818" progId="Equation.3">
                  <p:embed/>
                </p:oleObj>
              </mc:Choice>
              <mc:Fallback>
                <p:oleObj name="公式" r:id="rId20" imgW="1019296" imgH="666818" progId="Equation.3">
                  <p:embed/>
                  <p:pic>
                    <p:nvPicPr>
                      <p:cNvPr id="461834" name="Object 10">
                        <a:extLst>
                          <a:ext uri="{FF2B5EF4-FFF2-40B4-BE49-F238E27FC236}">
                            <a16:creationId xmlns:a16="http://schemas.microsoft.com/office/drawing/2014/main" id="{794D8DA1-2A58-4F0C-A57A-6AD78BE1CE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5226050"/>
                        <a:ext cx="1079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5" name="Object 11">
            <a:extLst>
              <a:ext uri="{FF2B5EF4-FFF2-40B4-BE49-F238E27FC236}">
                <a16:creationId xmlns:a16="http://schemas.microsoft.com/office/drawing/2014/main" id="{EC5AF06D-9083-4B6C-A593-CF673AFDCB51}"/>
              </a:ext>
            </a:extLst>
          </p:cNvPr>
          <p:cNvGraphicFramePr>
            <a:graphicFrameLocks/>
          </p:cNvGraphicFramePr>
          <p:nvPr/>
        </p:nvGraphicFramePr>
        <p:xfrm>
          <a:off x="1571625" y="1258888"/>
          <a:ext cx="1117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3" name="公式" r:id="rId22" imgW="1057218" imgH="666818" progId="Equation.3">
                  <p:embed/>
                </p:oleObj>
              </mc:Choice>
              <mc:Fallback>
                <p:oleObj name="公式" r:id="rId22" imgW="1057218" imgH="666818" progId="Equation.3">
                  <p:embed/>
                  <p:pic>
                    <p:nvPicPr>
                      <p:cNvPr id="461835" name="Object 11">
                        <a:extLst>
                          <a:ext uri="{FF2B5EF4-FFF2-40B4-BE49-F238E27FC236}">
                            <a16:creationId xmlns:a16="http://schemas.microsoft.com/office/drawing/2014/main" id="{EC5AF06D-9083-4B6C-A593-CF673AFDCB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258888"/>
                        <a:ext cx="1117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6" name="AutoShape 12">
            <a:extLst>
              <a:ext uri="{FF2B5EF4-FFF2-40B4-BE49-F238E27FC236}">
                <a16:creationId xmlns:a16="http://schemas.microsoft.com/office/drawing/2014/main" id="{D59C96F1-C719-48BB-A18A-46989549D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1557338"/>
            <a:ext cx="611188" cy="160337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61837" name="AutoShape 13">
            <a:extLst>
              <a:ext uri="{FF2B5EF4-FFF2-40B4-BE49-F238E27FC236}">
                <a16:creationId xmlns:a16="http://schemas.microsoft.com/office/drawing/2014/main" id="{9F7FE5B4-6A05-4A9D-B42B-86F8D2C63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501775"/>
            <a:ext cx="611187" cy="160338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61838" name="Object 12">
            <a:extLst>
              <a:ext uri="{FF2B5EF4-FFF2-40B4-BE49-F238E27FC236}">
                <a16:creationId xmlns:a16="http://schemas.microsoft.com/office/drawing/2014/main" id="{EC20D4AF-8F6B-49E6-AD12-982A64100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2928938"/>
          <a:ext cx="20859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4" name="公式" r:id="rId24" imgW="1057218" imgH="704782" progId="Equation.3">
                  <p:embed/>
                </p:oleObj>
              </mc:Choice>
              <mc:Fallback>
                <p:oleObj name="公式" r:id="rId24" imgW="1057218" imgH="704782" progId="Equation.3">
                  <p:embed/>
                  <p:pic>
                    <p:nvPicPr>
                      <p:cNvPr id="461838" name="Object 12">
                        <a:extLst>
                          <a:ext uri="{FF2B5EF4-FFF2-40B4-BE49-F238E27FC236}">
                            <a16:creationId xmlns:a16="http://schemas.microsoft.com/office/drawing/2014/main" id="{EC20D4AF-8F6B-49E6-AD12-982A64100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2928938"/>
                        <a:ext cx="2085975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9" name="AutoShape 15">
            <a:extLst>
              <a:ext uri="{FF2B5EF4-FFF2-40B4-BE49-F238E27FC236}">
                <a16:creationId xmlns:a16="http://schemas.microsoft.com/office/drawing/2014/main" id="{6FD51171-FFE9-4920-8C84-D95475A94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3552825"/>
            <a:ext cx="611188" cy="160338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61841" name="Text Box 17">
            <a:extLst>
              <a:ext uri="{FF2B5EF4-FFF2-40B4-BE49-F238E27FC236}">
                <a16:creationId xmlns:a16="http://schemas.microsoft.com/office/drawing/2014/main" id="{8C5FE9B9-208B-44F2-BB58-2CAF9613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4001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若</a:t>
            </a:r>
          </a:p>
        </p:txBody>
      </p:sp>
      <p:sp>
        <p:nvSpPr>
          <p:cNvPr id="461842" name="Text Box 18">
            <a:extLst>
              <a:ext uri="{FF2B5EF4-FFF2-40B4-BE49-F238E27FC236}">
                <a16:creationId xmlns:a16="http://schemas.microsoft.com/office/drawing/2014/main" id="{BDFAB57E-07B5-493D-ADF1-3BF2A6C8E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313" y="207168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即</a:t>
            </a:r>
          </a:p>
        </p:txBody>
      </p:sp>
      <p:sp>
        <p:nvSpPr>
          <p:cNvPr id="461843" name="Text Box 19">
            <a:extLst>
              <a:ext uri="{FF2B5EF4-FFF2-40B4-BE49-F238E27FC236}">
                <a16:creationId xmlns:a16="http://schemas.microsoft.com/office/drawing/2014/main" id="{7C7C48C7-DFB2-44C1-B4D1-341FA1F62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338455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同时</a:t>
            </a:r>
          </a:p>
        </p:txBody>
      </p:sp>
      <p:sp>
        <p:nvSpPr>
          <p:cNvPr id="461844" name="Text Box 20">
            <a:extLst>
              <a:ext uri="{FF2B5EF4-FFF2-40B4-BE49-F238E27FC236}">
                <a16:creationId xmlns:a16="http://schemas.microsoft.com/office/drawing/2014/main" id="{8281EB86-7D5D-49E2-93F7-3D4795C8A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444023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即</a:t>
            </a:r>
          </a:p>
        </p:txBody>
      </p:sp>
      <p:sp>
        <p:nvSpPr>
          <p:cNvPr id="461845" name="Rectangle 21">
            <a:extLst>
              <a:ext uri="{FF2B5EF4-FFF2-40B4-BE49-F238E27FC236}">
                <a16:creationId xmlns:a16="http://schemas.microsoft.com/office/drawing/2014/main" id="{1B26699D-7408-470F-A77B-6AFC6254E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209708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Symbol" panose="05050102010706020507" pitchFamily="18" charset="2"/>
              </a:rPr>
              <a:t>(1)</a:t>
            </a:r>
          </a:p>
        </p:txBody>
      </p:sp>
      <p:sp>
        <p:nvSpPr>
          <p:cNvPr id="461846" name="Rectangle 22">
            <a:extLst>
              <a:ext uri="{FF2B5EF4-FFF2-40B4-BE49-F238E27FC236}">
                <a16:creationId xmlns:a16="http://schemas.microsoft.com/office/drawing/2014/main" id="{85396BEF-DBAE-4158-A0E9-A27F7908D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441007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Symbol" panose="05050102010706020507" pitchFamily="18" charset="2"/>
              </a:rPr>
              <a:t>(2)</a:t>
            </a:r>
          </a:p>
        </p:txBody>
      </p:sp>
      <p:sp>
        <p:nvSpPr>
          <p:cNvPr id="461847" name="Text Box 23">
            <a:extLst>
              <a:ext uri="{FF2B5EF4-FFF2-40B4-BE49-F238E27FC236}">
                <a16:creationId xmlns:a16="http://schemas.microsoft.com/office/drawing/2014/main" id="{30C2EB03-F7CD-4EF4-A06C-108DBC491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316538"/>
            <a:ext cx="219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Symbol" panose="05050102010706020507" pitchFamily="18" charset="2"/>
              </a:rPr>
              <a:t>(1)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、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Symbol" panose="05050102010706020507" pitchFamily="18" charset="2"/>
              </a:rPr>
              <a:t>(2)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联立得</a:t>
            </a:r>
          </a:p>
        </p:txBody>
      </p:sp>
      <p:sp>
        <p:nvSpPr>
          <p:cNvPr id="461848" name="Text Box 24">
            <a:extLst>
              <a:ext uri="{FF2B5EF4-FFF2-40B4-BE49-F238E27FC236}">
                <a16:creationId xmlns:a16="http://schemas.microsoft.com/office/drawing/2014/main" id="{E20F9EF2-888A-43D5-956A-40478F765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47688"/>
            <a:ext cx="441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 缺级条件</a:t>
            </a:r>
          </a:p>
        </p:txBody>
      </p:sp>
      <p:sp>
        <p:nvSpPr>
          <p:cNvPr id="14360" name="灯片编号占位符 1">
            <a:extLst>
              <a:ext uri="{FF2B5EF4-FFF2-40B4-BE49-F238E27FC236}">
                <a16:creationId xmlns:a16="http://schemas.microsoft.com/office/drawing/2014/main" id="{3113BAD6-2B3D-4B95-A83A-C69A39DB176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3CC697-E73C-4DBB-AF68-46C241E4E5F6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73A27CAE-F10E-4CDF-8279-ECE0CB55F770}"/>
              </a:ext>
            </a:extLst>
          </p:cNvPr>
          <p:cNvGrpSpPr>
            <a:grpSpLocks/>
          </p:cNvGrpSpPr>
          <p:nvPr/>
        </p:nvGrpSpPr>
        <p:grpSpPr bwMode="auto">
          <a:xfrm>
            <a:off x="5786438" y="3429000"/>
            <a:ext cx="428625" cy="419100"/>
            <a:chOff x="5786446" y="3429000"/>
            <a:chExt cx="428628" cy="419104"/>
          </a:xfrm>
        </p:grpSpPr>
        <p:cxnSp>
          <p:nvCxnSpPr>
            <p:cNvPr id="14362" name="直接连接符 26">
              <a:extLst>
                <a:ext uri="{FF2B5EF4-FFF2-40B4-BE49-F238E27FC236}">
                  <a16:creationId xmlns:a16="http://schemas.microsoft.com/office/drawing/2014/main" id="{6DAF0F44-E42D-411D-9A8B-93EBAF5A84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86446" y="3643314"/>
              <a:ext cx="428628" cy="158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3" name="直接连接符 27">
              <a:extLst>
                <a:ext uri="{FF2B5EF4-FFF2-40B4-BE49-F238E27FC236}">
                  <a16:creationId xmlns:a16="http://schemas.microsoft.com/office/drawing/2014/main" id="{761028CD-5659-4799-B01D-8D7F30613D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786446" y="3633790"/>
              <a:ext cx="419104" cy="9524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6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6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6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6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36" grpId="0" animBg="1"/>
      <p:bldP spid="461837" grpId="0" animBg="1"/>
      <p:bldP spid="461839" grpId="0" animBg="1"/>
      <p:bldP spid="461841" grpId="0"/>
      <p:bldP spid="461842" grpId="0"/>
      <p:bldP spid="461843" grpId="0"/>
      <p:bldP spid="461844" grpId="0"/>
      <p:bldP spid="461845" grpId="0"/>
      <p:bldP spid="461846" grpId="0"/>
      <p:bldP spid="461847" grpId="0"/>
      <p:bldP spid="4618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12" name="Picture 116" descr="D:\大学物理\西安交大物理\光学\f14.49a.jpg">
            <a:extLst>
              <a:ext uri="{FF2B5EF4-FFF2-40B4-BE49-F238E27FC236}">
                <a16:creationId xmlns:a16="http://schemas.microsoft.com/office/drawing/2014/main" id="{1CA5984C-B6F6-4972-8C7E-22B2A15D4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676400"/>
            <a:ext cx="68421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605" name="Rectangle 109">
            <a:extLst>
              <a:ext uri="{FF2B5EF4-FFF2-40B4-BE49-F238E27FC236}">
                <a16:creationId xmlns:a16="http://schemas.microsoft.com/office/drawing/2014/main" id="{FCCFF5AB-0F6C-4F6A-8D5F-A1400446A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139700"/>
            <a:ext cx="3935413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 dirty="0">
                <a:solidFill>
                  <a:schemeClr val="bg1"/>
                </a:solidFill>
                <a:latin typeface="华文中宋" panose="02010600040101010101" pitchFamily="2" charset="-122"/>
              </a:rPr>
              <a:t>      各级主极大光强不同，特别是刚好遇上单缝衍射因子为零的那几级主极大消失了</a:t>
            </a:r>
            <a:r>
              <a:rPr kumimoji="0" lang="en-US" altLang="zh-CN" sz="2200" dirty="0">
                <a:solidFill>
                  <a:schemeClr val="bg1"/>
                </a:solidFill>
              </a:rPr>
              <a:t>——</a:t>
            </a:r>
            <a:r>
              <a:rPr kumimoji="0" lang="zh-CN" altLang="en-US" sz="2200" dirty="0">
                <a:solidFill>
                  <a:srgbClr val="FFFF00"/>
                </a:solidFill>
              </a:rPr>
              <a:t>缺级</a:t>
            </a:r>
            <a:endParaRPr kumimoji="0" lang="en-US" altLang="zh-CN" sz="2200" dirty="0">
              <a:solidFill>
                <a:srgbClr val="FFFF00"/>
              </a:solidFill>
            </a:endParaRPr>
          </a:p>
        </p:txBody>
      </p:sp>
      <p:graphicFrame>
        <p:nvGraphicFramePr>
          <p:cNvPr id="141312" name="Object 2">
            <a:extLst>
              <a:ext uri="{FF2B5EF4-FFF2-40B4-BE49-F238E27FC236}">
                <a16:creationId xmlns:a16="http://schemas.microsoft.com/office/drawing/2014/main" id="{F60E3409-CD3A-47F9-B8E4-7438B470F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23813"/>
          <a:ext cx="355600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08" name="公式" r:id="rId4" imgW="1800359" imgH="752543" progId="Equation.3">
                  <p:embed/>
                </p:oleObj>
              </mc:Choice>
              <mc:Fallback>
                <p:oleObj name="公式" r:id="rId4" imgW="1800359" imgH="752543" progId="Equation.3">
                  <p:embed/>
                  <p:pic>
                    <p:nvPicPr>
                      <p:cNvPr id="141312" name="Object 2">
                        <a:extLst>
                          <a:ext uri="{FF2B5EF4-FFF2-40B4-BE49-F238E27FC236}">
                            <a16:creationId xmlns:a16="http://schemas.microsoft.com/office/drawing/2014/main" id="{F60E3409-CD3A-47F9-B8E4-7438B470F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3813"/>
                        <a:ext cx="3556000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6607" name="Picture 111" descr="D:\大学物理\西安交大物理\光学\f14.49c.jpg">
            <a:extLst>
              <a:ext uri="{FF2B5EF4-FFF2-40B4-BE49-F238E27FC236}">
                <a16:creationId xmlns:a16="http://schemas.microsoft.com/office/drawing/2014/main" id="{7F431A4F-8417-418E-BB74-D9BFEDFC0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4953000"/>
            <a:ext cx="685641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608" name="Text Box 112">
            <a:extLst>
              <a:ext uri="{FF2B5EF4-FFF2-40B4-BE49-F238E27FC236}">
                <a16:creationId xmlns:a16="http://schemas.microsoft.com/office/drawing/2014/main" id="{735037F3-CE5C-4DE0-B20A-710F5C2A5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209800"/>
            <a:ext cx="17002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单缝衍射</a:t>
            </a:r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强度分布</a:t>
            </a:r>
          </a:p>
        </p:txBody>
      </p:sp>
      <p:sp>
        <p:nvSpPr>
          <p:cNvPr id="106609" name="Rectangle 113">
            <a:extLst>
              <a:ext uri="{FF2B5EF4-FFF2-40B4-BE49-F238E27FC236}">
                <a16:creationId xmlns:a16="http://schemas.microsoft.com/office/drawing/2014/main" id="{43BBF5DA-B36B-4B20-8BCC-9FE4D1997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886200"/>
            <a:ext cx="16017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多缝干涉</a:t>
            </a:r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强度分布</a:t>
            </a:r>
          </a:p>
        </p:txBody>
      </p:sp>
      <p:sp>
        <p:nvSpPr>
          <p:cNvPr id="106610" name="Rectangle 114">
            <a:extLst>
              <a:ext uri="{FF2B5EF4-FFF2-40B4-BE49-F238E27FC236}">
                <a16:creationId xmlns:a16="http://schemas.microsoft.com/office/drawing/2014/main" id="{2261CE2A-722E-4491-B204-9CB351028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486400"/>
            <a:ext cx="11652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光栅强度分布</a:t>
            </a:r>
          </a:p>
        </p:txBody>
      </p:sp>
      <p:pic>
        <p:nvPicPr>
          <p:cNvPr id="106613" name="Picture 117" descr="D:\大学物理\西安交大物理\光学\f14.49b.jpg">
            <a:extLst>
              <a:ext uri="{FF2B5EF4-FFF2-40B4-BE49-F238E27FC236}">
                <a16:creationId xmlns:a16="http://schemas.microsoft.com/office/drawing/2014/main" id="{2C86E04E-C78F-4FFF-A43A-BAFC77BFE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3429000"/>
            <a:ext cx="684053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灯片编号占位符 1">
            <a:extLst>
              <a:ext uri="{FF2B5EF4-FFF2-40B4-BE49-F238E27FC236}">
                <a16:creationId xmlns:a16="http://schemas.microsoft.com/office/drawing/2014/main" id="{7C927C6A-0056-4AD1-B6F2-41F752FB895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1722C4-2AF8-42D2-9AFC-77C10ABCF723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605" grpId="0" autoUpdateAnimBg="0"/>
      <p:bldP spid="106608" grpId="0" autoUpdateAnimBg="0"/>
      <p:bldP spid="106609" grpId="0" autoUpdateAnimBg="0"/>
      <p:bldP spid="1066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56">
            <a:extLst>
              <a:ext uri="{FF2B5EF4-FFF2-40B4-BE49-F238E27FC236}">
                <a16:creationId xmlns:a16="http://schemas.microsoft.com/office/drawing/2014/main" id="{30A9B2D5-23B2-4D33-8D8D-9265793D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00438"/>
            <a:ext cx="5035550" cy="9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zh-CN" altLang="en-US" sz="2000">
                <a:solidFill>
                  <a:schemeClr val="bg1"/>
                </a:solidFill>
                <a:latin typeface="华文中宋" panose="02010600040101010101" pitchFamily="2" charset="-122"/>
              </a:rPr>
              <a:t>主极大半角宽度与      成反比</a:t>
            </a:r>
            <a:r>
              <a:rPr kumimoji="0"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：   </a:t>
            </a:r>
            <a:r>
              <a:rPr kumimoji="0" lang="zh-CN" altLang="en-US" sz="2000">
                <a:solidFill>
                  <a:schemeClr val="bg1"/>
                </a:solidFill>
                <a:latin typeface="华文中宋" panose="02010600040101010101" pitchFamily="2" charset="-122"/>
              </a:rPr>
              <a:t>越大，</a:t>
            </a:r>
            <a:endParaRPr kumimoji="0" lang="en-US" altLang="zh-CN" sz="2000">
              <a:solidFill>
                <a:schemeClr val="bg1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zh-CN" altLang="en-US" sz="2000">
                <a:solidFill>
                  <a:schemeClr val="bg1"/>
                </a:solidFill>
                <a:latin typeface="华文中宋" panose="02010600040101010101" pitchFamily="2" charset="-122"/>
              </a:rPr>
              <a:t>     </a:t>
            </a:r>
            <a:r>
              <a:rPr kumimoji="0" lang="zh-CN" altLang="en-US" sz="2000">
                <a:solidFill>
                  <a:schemeClr val="bg1"/>
                </a:solidFill>
              </a:rPr>
              <a:t>越小</a:t>
            </a:r>
          </a:p>
        </p:txBody>
      </p:sp>
      <p:sp>
        <p:nvSpPr>
          <p:cNvPr id="128030" name="Rectangle 1054">
            <a:extLst>
              <a:ext uri="{FF2B5EF4-FFF2-40B4-BE49-F238E27FC236}">
                <a16:creationId xmlns:a16="http://schemas.microsoft.com/office/drawing/2014/main" id="{F761E860-4912-4A83-9D35-B17B26E08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188913"/>
            <a:ext cx="356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C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主极大的半角宽度：</a:t>
            </a:r>
          </a:p>
        </p:txBody>
      </p:sp>
      <p:graphicFrame>
        <p:nvGraphicFramePr>
          <p:cNvPr id="142345" name="Object 11">
            <a:extLst>
              <a:ext uri="{FF2B5EF4-FFF2-40B4-BE49-F238E27FC236}">
                <a16:creationId xmlns:a16="http://schemas.microsoft.com/office/drawing/2014/main" id="{F2731773-80CF-424A-80FE-D6D947FB01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722313"/>
          <a:ext cx="19272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74" name="Equation" r:id="rId3" imgW="800024" imgH="190432" progId="Equation.3">
                  <p:embed/>
                </p:oleObj>
              </mc:Choice>
              <mc:Fallback>
                <p:oleObj name="Equation" r:id="rId3" imgW="800024" imgH="190432" progId="Equation.3">
                  <p:embed/>
                  <p:pic>
                    <p:nvPicPr>
                      <p:cNvPr id="142345" name="Object 11">
                        <a:extLst>
                          <a:ext uri="{FF2B5EF4-FFF2-40B4-BE49-F238E27FC236}">
                            <a16:creationId xmlns:a16="http://schemas.microsoft.com/office/drawing/2014/main" id="{F2731773-80CF-424A-80FE-D6D947FB0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722313"/>
                        <a:ext cx="19272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6" name="Object 12">
            <a:extLst>
              <a:ext uri="{FF2B5EF4-FFF2-40B4-BE49-F238E27FC236}">
                <a16:creationId xmlns:a16="http://schemas.microsoft.com/office/drawing/2014/main" id="{F0B3461F-5C51-4A14-9931-9A600975F1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6975" y="508000"/>
          <a:ext cx="36480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75" name="公式" r:id="rId5" imgW="1552645" imgH="352391" progId="Equation.3">
                  <p:embed/>
                </p:oleObj>
              </mc:Choice>
              <mc:Fallback>
                <p:oleObj name="公式" r:id="rId5" imgW="1552645" imgH="352391" progId="Equation.3">
                  <p:embed/>
                  <p:pic>
                    <p:nvPicPr>
                      <p:cNvPr id="142346" name="Object 12">
                        <a:extLst>
                          <a:ext uri="{FF2B5EF4-FFF2-40B4-BE49-F238E27FC236}">
                            <a16:creationId xmlns:a16="http://schemas.microsoft.com/office/drawing/2014/main" id="{F0B3461F-5C51-4A14-9931-9A600975F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508000"/>
                        <a:ext cx="36480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347" name="Object 13">
                <a:extLst>
                  <a:ext uri="{FF2B5EF4-FFF2-40B4-BE49-F238E27FC236}">
                    <a16:creationId xmlns:a16="http://schemas.microsoft.com/office/drawing/2014/main" id="{D588F1D7-C694-47C9-BF64-CD59207C1070}"/>
                  </a:ext>
                </a:extLst>
              </p:cNvPr>
              <p:cNvSpPr txBox="1"/>
              <p:nvPr/>
            </p:nvSpPr>
            <p:spPr bwMode="auto">
              <a:xfrm>
                <a:off x="863600" y="1304635"/>
                <a:ext cx="6050310" cy="104616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altLang="zh-CN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l-GR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l-GR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  <m:r>
                                <a:rPr lang="el-GR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nary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l-GR" altLang="zh-CN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dirty="0"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2347" name="Object 13">
                <a:extLst>
                  <a:ext uri="{FF2B5EF4-FFF2-40B4-BE49-F238E27FC236}">
                    <a16:creationId xmlns:a16="http://schemas.microsoft.com/office/drawing/2014/main" id="{D588F1D7-C694-47C9-BF64-CD59207C1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3600" y="1304635"/>
                <a:ext cx="6050310" cy="10461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2348" name="Object 14">
            <a:extLst>
              <a:ext uri="{FF2B5EF4-FFF2-40B4-BE49-F238E27FC236}">
                <a16:creationId xmlns:a16="http://schemas.microsoft.com/office/drawing/2014/main" id="{3603E6EE-888B-4371-954A-E9681D0AB2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2490788"/>
          <a:ext cx="16637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76" name="公式" r:id="rId8" imgW="685953" imgH="190432" progId="Equation.3">
                  <p:embed/>
                </p:oleObj>
              </mc:Choice>
              <mc:Fallback>
                <p:oleObj name="公式" r:id="rId8" imgW="685953" imgH="190432" progId="Equation.3">
                  <p:embed/>
                  <p:pic>
                    <p:nvPicPr>
                      <p:cNvPr id="142348" name="Object 14">
                        <a:extLst>
                          <a:ext uri="{FF2B5EF4-FFF2-40B4-BE49-F238E27FC236}">
                            <a16:creationId xmlns:a16="http://schemas.microsoft.com/office/drawing/2014/main" id="{3603E6EE-888B-4371-954A-E9681D0AB2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2490788"/>
                        <a:ext cx="16637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9" name="Object 15">
            <a:extLst>
              <a:ext uri="{FF2B5EF4-FFF2-40B4-BE49-F238E27FC236}">
                <a16:creationId xmlns:a16="http://schemas.microsoft.com/office/drawing/2014/main" id="{BEDF8E2F-9CA8-491D-9984-A1D327829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7875" y="2511425"/>
          <a:ext cx="12557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77" name="公式" r:id="rId10" imgW="504908" imgH="142977" progId="Equation.3">
                  <p:embed/>
                </p:oleObj>
              </mc:Choice>
              <mc:Fallback>
                <p:oleObj name="公式" r:id="rId10" imgW="504908" imgH="142977" progId="Equation.3">
                  <p:embed/>
                  <p:pic>
                    <p:nvPicPr>
                      <p:cNvPr id="142349" name="Object 15">
                        <a:extLst>
                          <a:ext uri="{FF2B5EF4-FFF2-40B4-BE49-F238E27FC236}">
                            <a16:creationId xmlns:a16="http://schemas.microsoft.com/office/drawing/2014/main" id="{BEDF8E2F-9CA8-491D-9984-A1D3278299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2511425"/>
                        <a:ext cx="12557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6">
            <a:extLst>
              <a:ext uri="{FF2B5EF4-FFF2-40B4-BE49-F238E27FC236}">
                <a16:creationId xmlns:a16="http://schemas.microsoft.com/office/drawing/2014/main" id="{38D8903D-8AD5-4D4D-AEE8-590D4E48B5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500438"/>
          <a:ext cx="23701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78" name="Equation" r:id="rId12" imgW="990549" imgH="390661" progId="Equation.3">
                  <p:embed/>
                </p:oleObj>
              </mc:Choice>
              <mc:Fallback>
                <p:oleObj name="Equation" r:id="rId12" imgW="990549" imgH="390661" progId="Equation.3">
                  <p:embed/>
                  <p:pic>
                    <p:nvPicPr>
                      <p:cNvPr id="27" name="Object 16">
                        <a:extLst>
                          <a:ext uri="{FF2B5EF4-FFF2-40B4-BE49-F238E27FC236}">
                            <a16:creationId xmlns:a16="http://schemas.microsoft.com/office/drawing/2014/main" id="{38D8903D-8AD5-4D4D-AEE8-590D4E48B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00438"/>
                        <a:ext cx="2370137" cy="9906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7">
            <a:extLst>
              <a:ext uri="{FF2B5EF4-FFF2-40B4-BE49-F238E27FC236}">
                <a16:creationId xmlns:a16="http://schemas.microsoft.com/office/drawing/2014/main" id="{58991DCF-4B60-4E02-B94E-5A2045513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3994150"/>
          <a:ext cx="6143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79" name="公式" r:id="rId14" imgW="238233" imgH="199923" progId="Equation.3">
                  <p:embed/>
                </p:oleObj>
              </mc:Choice>
              <mc:Fallback>
                <p:oleObj name="公式" r:id="rId14" imgW="238233" imgH="199923" progId="Equation.3">
                  <p:embed/>
                  <p:pic>
                    <p:nvPicPr>
                      <p:cNvPr id="28" name="Object 17">
                        <a:extLst>
                          <a:ext uri="{FF2B5EF4-FFF2-40B4-BE49-F238E27FC236}">
                            <a16:creationId xmlns:a16="http://schemas.microsoft.com/office/drawing/2014/main" id="{58991DCF-4B60-4E02-B94E-5A2045513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3994150"/>
                        <a:ext cx="6143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8">
            <a:extLst>
              <a:ext uri="{FF2B5EF4-FFF2-40B4-BE49-F238E27FC236}">
                <a16:creationId xmlns:a16="http://schemas.microsoft.com/office/drawing/2014/main" id="{C4AD07CA-6A52-40B6-B58F-A87C856A7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3609975"/>
          <a:ext cx="5937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80" name="Equation" r:id="rId16" imgW="218967" imgH="142977" progId="Equation.3">
                  <p:embed/>
                </p:oleObj>
              </mc:Choice>
              <mc:Fallback>
                <p:oleObj name="Equation" r:id="rId16" imgW="218967" imgH="142977" progId="Equation.3">
                  <p:embed/>
                  <p:pic>
                    <p:nvPicPr>
                      <p:cNvPr id="29" name="Object 18">
                        <a:extLst>
                          <a:ext uri="{FF2B5EF4-FFF2-40B4-BE49-F238E27FC236}">
                            <a16:creationId xmlns:a16="http://schemas.microsoft.com/office/drawing/2014/main" id="{C4AD07CA-6A52-40B6-B58F-A87C856A7F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3609975"/>
                        <a:ext cx="5937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9">
            <a:extLst>
              <a:ext uri="{FF2B5EF4-FFF2-40B4-BE49-F238E27FC236}">
                <a16:creationId xmlns:a16="http://schemas.microsoft.com/office/drawing/2014/main" id="{E55A5BD0-D16D-4882-94E6-FC036A4D6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609975"/>
          <a:ext cx="5937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81" name="Equation" r:id="rId18" imgW="218967" imgH="142977" progId="Equation.3">
                  <p:embed/>
                </p:oleObj>
              </mc:Choice>
              <mc:Fallback>
                <p:oleObj name="Equation" r:id="rId18" imgW="218967" imgH="142977" progId="Equation.3">
                  <p:embed/>
                  <p:pic>
                    <p:nvPicPr>
                      <p:cNvPr id="33" name="Object 19">
                        <a:extLst>
                          <a:ext uri="{FF2B5EF4-FFF2-40B4-BE49-F238E27FC236}">
                            <a16:creationId xmlns:a16="http://schemas.microsoft.com/office/drawing/2014/main" id="{E55A5BD0-D16D-4882-94E6-FC036A4D6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609975"/>
                        <a:ext cx="5937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61">
            <a:extLst>
              <a:ext uri="{FF2B5EF4-FFF2-40B4-BE49-F238E27FC236}">
                <a16:creationId xmlns:a16="http://schemas.microsoft.com/office/drawing/2014/main" id="{2575AF74-2845-492E-9B72-F8D11AFC2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8" y="4057650"/>
            <a:ext cx="4106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chemeClr val="bg1"/>
                </a:solidFill>
                <a:latin typeface="华文中宋" panose="02010600040101010101" pitchFamily="2" charset="-122"/>
              </a:rPr>
              <a:t>,</a:t>
            </a:r>
            <a:r>
              <a:rPr kumimoji="0" lang="zh-CN" altLang="en-US" sz="2000">
                <a:solidFill>
                  <a:schemeClr val="bg1"/>
                </a:solidFill>
                <a:latin typeface="华文中宋" panose="02010600040101010101" pitchFamily="2" charset="-122"/>
              </a:rPr>
              <a:t>主极大的锐度越大（条纹越细）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7C985134-FAE4-4171-AC73-7BA56794F363}"/>
                  </a:ext>
                </a:extLst>
              </p:cNvPr>
              <p:cNvSpPr txBox="1"/>
              <p:nvPr/>
            </p:nvSpPr>
            <p:spPr bwMode="auto">
              <a:xfrm>
                <a:off x="924947" y="2274740"/>
                <a:ext cx="3451182" cy="131156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0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  <m:func>
                                    <m:funcPr>
                                      <m:ctrlPr>
                                        <a:rPr lang="zh-CN" altLang="en-US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i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l-GR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altLang="zh-CN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  <m:r>
                                    <a:rPr lang="el-GR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l-GR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altLang="zh-CN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7C985134-FAE4-4171-AC73-7BA56794F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947" y="2274740"/>
                <a:ext cx="3451182" cy="131156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23" name="灯片编号占位符 1">
            <a:extLst>
              <a:ext uri="{FF2B5EF4-FFF2-40B4-BE49-F238E27FC236}">
                <a16:creationId xmlns:a16="http://schemas.microsoft.com/office/drawing/2014/main" id="{3EDB4628-303A-4A96-A8EF-DC5D014D77A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59DAFC-A093-4B7A-9709-FD7847D2520D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6" name="Rectangle 64">
            <a:extLst>
              <a:ext uri="{FF2B5EF4-FFF2-40B4-BE49-F238E27FC236}">
                <a16:creationId xmlns:a16="http://schemas.microsoft.com/office/drawing/2014/main" id="{8BD0CB3F-E543-41AC-AD41-CB4F82ECA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4652963"/>
            <a:ext cx="7205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在给定光栅常数之后，主极大的位置就被确定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；</a:t>
            </a:r>
          </a:p>
        </p:txBody>
      </p:sp>
      <p:sp>
        <p:nvSpPr>
          <p:cNvPr id="17" name="Rectangle 65">
            <a:extLst>
              <a:ext uri="{FF2B5EF4-FFF2-40B4-BE49-F238E27FC236}">
                <a16:creationId xmlns:a16="http://schemas.microsoft.com/office/drawing/2014/main" id="{9E429C17-144E-4094-A9FA-F2C111BE6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5110163"/>
            <a:ext cx="7205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>
                <a:solidFill>
                  <a:srgbClr val="76FB4D"/>
                </a:solidFill>
                <a:latin typeface="宋体" panose="02010600030101010101" pitchFamily="2" charset="-122"/>
              </a:rPr>
              <a:t>单缝衍射因子不改变主极大的位置和半角宽度；</a:t>
            </a:r>
          </a:p>
        </p:txBody>
      </p:sp>
      <p:sp>
        <p:nvSpPr>
          <p:cNvPr id="18" name="Rectangle 66">
            <a:extLst>
              <a:ext uri="{FF2B5EF4-FFF2-40B4-BE49-F238E27FC236}">
                <a16:creationId xmlns:a16="http://schemas.microsoft.com/office/drawing/2014/main" id="{70B70156-12CE-4C7E-BE53-F5304304D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5567363"/>
            <a:ext cx="6900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76FB4D"/>
                </a:solidFill>
                <a:latin typeface="宋体" panose="02010600030101010101" pitchFamily="2" charset="-122"/>
              </a:rPr>
              <a:t>其作用仅在于影响强度在各级主极大间的分配。</a:t>
            </a:r>
          </a:p>
        </p:txBody>
      </p:sp>
      <p:grpSp>
        <p:nvGrpSpPr>
          <p:cNvPr id="3" name="Group 90">
            <a:extLst>
              <a:ext uri="{FF2B5EF4-FFF2-40B4-BE49-F238E27FC236}">
                <a16:creationId xmlns:a16="http://schemas.microsoft.com/office/drawing/2014/main" id="{5A5134DF-1B01-4C4C-84D3-1D6633C9E359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662488"/>
            <a:ext cx="1066800" cy="1219200"/>
            <a:chOff x="288" y="1056"/>
            <a:chExt cx="672" cy="768"/>
          </a:xfrm>
        </p:grpSpPr>
        <p:sp>
          <p:nvSpPr>
            <p:cNvPr id="17430" name="AutoShape 68">
              <a:extLst>
                <a:ext uri="{FF2B5EF4-FFF2-40B4-BE49-F238E27FC236}">
                  <a16:creationId xmlns:a16="http://schemas.microsoft.com/office/drawing/2014/main" id="{176C6DC8-17CE-403E-810C-86C347463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056"/>
              <a:ext cx="672" cy="768"/>
            </a:xfrm>
            <a:prstGeom prst="horizontalScroll">
              <a:avLst>
                <a:gd name="adj" fmla="val 12500"/>
              </a:avLst>
            </a:prstGeom>
            <a:solidFill>
              <a:srgbClr val="C0C0C0"/>
            </a:solidFill>
            <a:ln w="222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1" name="Rectangle 89">
              <a:extLst>
                <a:ext uri="{FF2B5EF4-FFF2-40B4-BE49-F238E27FC236}">
                  <a16:creationId xmlns:a16="http://schemas.microsoft.com/office/drawing/2014/main" id="{DE837D84-1039-4867-AFE2-CAB1004FA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" y="1296"/>
              <a:ext cx="5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00"/>
                  </a:solidFill>
                  <a:latin typeface="宋体" panose="02010600030101010101" pitchFamily="2" charset="-122"/>
                </a:rPr>
                <a:t>小结</a:t>
              </a:r>
            </a:p>
          </p:txBody>
        </p:sp>
      </p:grpSp>
      <p:sp>
        <p:nvSpPr>
          <p:cNvPr id="23" name="Rectangle 1054">
            <a:extLst>
              <a:ext uri="{FF2B5EF4-FFF2-40B4-BE49-F238E27FC236}">
                <a16:creationId xmlns:a16="http://schemas.microsoft.com/office/drawing/2014/main" id="{41A3B39C-2E9D-498C-B0C7-0AA63252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6092825"/>
            <a:ext cx="7770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光栅衍射</a:t>
            </a: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主极大分布与光栅常数 </a:t>
            </a:r>
            <a:r>
              <a:rPr kumimoji="0"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d</a:t>
            </a:r>
            <a:r>
              <a:rPr kumimoji="0" lang="en-US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，</a:t>
            </a: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缝宽 </a:t>
            </a:r>
            <a:r>
              <a:rPr kumimoji="0"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a</a:t>
            </a:r>
            <a:r>
              <a:rPr kumimoji="0" lang="en-US" altLang="zh-CN" i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间的关系？</a:t>
            </a:r>
          </a:p>
        </p:txBody>
      </p:sp>
      <p:sp>
        <p:nvSpPr>
          <p:cNvPr id="24" name="AutoShape 77">
            <a:hlinkClick r:id="rId21" action="ppaction://hlinkfile" highlightClick="1"/>
            <a:extLst>
              <a:ext uri="{FF2B5EF4-FFF2-40B4-BE49-F238E27FC236}">
                <a16:creationId xmlns:a16="http://schemas.microsoft.com/office/drawing/2014/main" id="{F4462B6A-53D4-48FD-AB91-C8DE0145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4656" y="6180138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7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7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770" decel="100000"/>
                                        <p:tgtEl>
                                          <p:spTgt spid="2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9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1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128030" grpId="0" autoUpdateAnimBg="0"/>
      <p:bldP spid="142347" grpId="0"/>
      <p:bldP spid="35" grpId="0" autoUpdateAnimBg="0"/>
      <p:bldP spid="2" grpId="0"/>
      <p:bldP spid="16" grpId="0" autoUpdateAnimBg="0"/>
      <p:bldP spid="17" grpId="0" autoUpdateAnimBg="0"/>
      <p:bldP spid="18" grpId="0" autoUpdateAnimBg="0"/>
      <p:bldP spid="23" grpId="0" autoUpdateAnimBg="0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Text Box 2">
            <a:extLst>
              <a:ext uri="{FF2B5EF4-FFF2-40B4-BE49-F238E27FC236}">
                <a16:creationId xmlns:a16="http://schemas.microsoft.com/office/drawing/2014/main" id="{3BA1633B-2652-4134-87A9-609C2842B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334963"/>
            <a:ext cx="81248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波长为</a:t>
            </a:r>
            <a:r>
              <a:rPr lang="en-US" altLang="zh-CN" dirty="0">
                <a:solidFill>
                  <a:srgbClr val="FFFF00"/>
                </a:solidFill>
              </a:rPr>
              <a:t>600nm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的平行光垂直照射在一光栅上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有两个相邻</a:t>
            </a:r>
          </a:p>
          <a:p>
            <a:pPr algn="just" eaLnBrk="1" fontAlgn="ctr" hangingPunct="1">
              <a:lnSpc>
                <a:spcPct val="125000"/>
              </a:lnSpc>
            </a:pP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主极大明纹分别出现在</a:t>
            </a:r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sin</a:t>
            </a:r>
            <a:r>
              <a:rPr lang="en-US" altLang="zh-CN" i="1" dirty="0">
                <a:solidFill>
                  <a:srgbClr val="FFFF00"/>
                </a:solidFill>
                <a:latin typeface="Symbol" panose="05050102010706020507" pitchFamily="18" charset="2"/>
                <a:ea typeface="仿宋_GB2312"/>
                <a:cs typeface="仿宋_GB2312"/>
              </a:rPr>
              <a:t>j</a:t>
            </a:r>
            <a:r>
              <a:rPr lang="en-US" altLang="zh-CN" baseline="-25000" dirty="0">
                <a:solidFill>
                  <a:srgbClr val="FFFF00"/>
                </a:solidFill>
                <a:latin typeface="Symbol" panose="05050102010706020507" pitchFamily="18" charset="2"/>
                <a:ea typeface="仿宋_GB2312"/>
                <a:cs typeface="仿宋_GB2312"/>
              </a:rPr>
              <a:t>1</a:t>
            </a:r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=0.20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和</a:t>
            </a:r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sin</a:t>
            </a:r>
            <a:r>
              <a:rPr lang="en-US" altLang="zh-CN" i="1" dirty="0">
                <a:solidFill>
                  <a:srgbClr val="FFFF00"/>
                </a:solidFill>
                <a:latin typeface="Symbol" panose="05050102010706020507" pitchFamily="18" charset="2"/>
                <a:ea typeface="仿宋_GB2312"/>
                <a:cs typeface="仿宋_GB2312"/>
              </a:rPr>
              <a:t>j</a:t>
            </a:r>
            <a:r>
              <a:rPr lang="en-US" altLang="zh-CN" baseline="-25000" dirty="0">
                <a:solidFill>
                  <a:srgbClr val="FFFF00"/>
                </a:solidFill>
                <a:latin typeface="Symbol" panose="05050102010706020507" pitchFamily="18" charset="2"/>
                <a:ea typeface="仿宋_GB2312"/>
                <a:cs typeface="仿宋_GB2312"/>
              </a:rPr>
              <a:t>2</a:t>
            </a:r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=0.30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处，且第四</a:t>
            </a:r>
          </a:p>
          <a:p>
            <a:pPr algn="just" eaLnBrk="1" fontAlgn="ctr" hangingPunct="1">
              <a:lnSpc>
                <a:spcPct val="125000"/>
              </a:lnSpc>
            </a:pP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级缺级</a:t>
            </a:r>
            <a:endParaRPr lang="en-US" altLang="zh-CN" dirty="0">
              <a:solidFill>
                <a:srgbClr val="00FFFF"/>
              </a:solidFill>
              <a:latin typeface="宋体" panose="02010600030101010101" pitchFamily="2" charset="-122"/>
              <a:ea typeface="仿宋_GB2312"/>
              <a:cs typeface="仿宋_GB2312"/>
            </a:endParaRPr>
          </a:p>
        </p:txBody>
      </p:sp>
      <p:sp>
        <p:nvSpPr>
          <p:cNvPr id="462851" name="Text Box 3">
            <a:extLst>
              <a:ext uri="{FF2B5EF4-FFF2-40B4-BE49-F238E27FC236}">
                <a16:creationId xmlns:a16="http://schemas.microsoft.com/office/drawing/2014/main" id="{B0CAB4BE-5DB7-4575-B777-D33148DB3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1873250"/>
            <a:ext cx="2159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</a:rPr>
              <a:t>(1)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光栅常数</a:t>
            </a:r>
            <a:r>
              <a:rPr lang="zh-CN" altLang="en-US">
                <a:solidFill>
                  <a:srgbClr val="FFFFFF"/>
                </a:solidFill>
              </a:rPr>
              <a:t>；</a:t>
            </a:r>
          </a:p>
        </p:txBody>
      </p:sp>
      <p:sp>
        <p:nvSpPr>
          <p:cNvPr id="462852" name="Text Box 4">
            <a:extLst>
              <a:ext uri="{FF2B5EF4-FFF2-40B4-BE49-F238E27FC236}">
                <a16:creationId xmlns:a16="http://schemas.microsoft.com/office/drawing/2014/main" id="{E81DA9B9-BC5F-47A8-861E-B96AFA32E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2378075"/>
            <a:ext cx="4248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en-US" altLang="zh-CN">
                <a:solidFill>
                  <a:srgbClr val="FFFFFF"/>
                </a:solidFill>
              </a:rPr>
              <a:t> (2)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光栅狭缝的最小宽度</a:t>
            </a:r>
            <a:r>
              <a:rPr lang="zh-CN" altLang="en-US">
                <a:solidFill>
                  <a:srgbClr val="FFFFFF"/>
                </a:solidFill>
              </a:rPr>
              <a:t>；</a:t>
            </a:r>
          </a:p>
        </p:txBody>
      </p:sp>
      <p:sp>
        <p:nvSpPr>
          <p:cNvPr id="462853" name="Text Box 5">
            <a:extLst>
              <a:ext uri="{FF2B5EF4-FFF2-40B4-BE49-F238E27FC236}">
                <a16:creationId xmlns:a16="http://schemas.microsoft.com/office/drawing/2014/main" id="{8F01227D-A674-4D3C-A265-161893A0F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2925763"/>
            <a:ext cx="6292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en-US" altLang="zh-CN">
                <a:solidFill>
                  <a:srgbClr val="FFFFFF"/>
                </a:solidFill>
              </a:rPr>
              <a:t> (3)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实际可观察到的明纹级数和条数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62854" name="Text Box 6">
            <a:extLst>
              <a:ext uri="{FF2B5EF4-FFF2-40B4-BE49-F238E27FC236}">
                <a16:creationId xmlns:a16="http://schemas.microsoft.com/office/drawing/2014/main" id="{E68B854D-38A8-4E2D-AB2C-3B0CE12C1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3516313"/>
            <a:ext cx="4248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</a:rPr>
              <a:t>(1)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由光栅方程，得</a:t>
            </a:r>
          </a:p>
        </p:txBody>
      </p:sp>
      <p:graphicFrame>
        <p:nvGraphicFramePr>
          <p:cNvPr id="462855" name="Object 2">
            <a:extLst>
              <a:ext uri="{FF2B5EF4-FFF2-40B4-BE49-F238E27FC236}">
                <a16:creationId xmlns:a16="http://schemas.microsoft.com/office/drawing/2014/main" id="{6317F816-C1F1-4703-9803-A523CD66D1BD}"/>
              </a:ext>
            </a:extLst>
          </p:cNvPr>
          <p:cNvGraphicFramePr>
            <a:graphicFrameLocks/>
          </p:cNvGraphicFramePr>
          <p:nvPr/>
        </p:nvGraphicFramePr>
        <p:xfrm>
          <a:off x="1835150" y="4305300"/>
          <a:ext cx="152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0" name="公式" r:id="rId4" imgW="1485976" imgH="380864" progId="Equation.3">
                  <p:embed/>
                </p:oleObj>
              </mc:Choice>
              <mc:Fallback>
                <p:oleObj name="公式" r:id="rId4" imgW="1485976" imgH="380864" progId="Equation.3">
                  <p:embed/>
                  <p:pic>
                    <p:nvPicPr>
                      <p:cNvPr id="462855" name="Object 2">
                        <a:extLst>
                          <a:ext uri="{FF2B5EF4-FFF2-40B4-BE49-F238E27FC236}">
                            <a16:creationId xmlns:a16="http://schemas.microsoft.com/office/drawing/2014/main" id="{6317F816-C1F1-4703-9803-A523CD66D1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305300"/>
                        <a:ext cx="152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6" name="Object 3">
            <a:extLst>
              <a:ext uri="{FF2B5EF4-FFF2-40B4-BE49-F238E27FC236}">
                <a16:creationId xmlns:a16="http://schemas.microsoft.com/office/drawing/2014/main" id="{4ACB2457-6FA5-41D5-8240-22E6DD78194A}"/>
              </a:ext>
            </a:extLst>
          </p:cNvPr>
          <p:cNvGraphicFramePr>
            <a:graphicFrameLocks/>
          </p:cNvGraphicFramePr>
          <p:nvPr/>
        </p:nvGraphicFramePr>
        <p:xfrm>
          <a:off x="1814513" y="4964113"/>
          <a:ext cx="21828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1" name="公式" r:id="rId6" imgW="2143182" imgH="380864" progId="Equation.3">
                  <p:embed/>
                </p:oleObj>
              </mc:Choice>
              <mc:Fallback>
                <p:oleObj name="公式" r:id="rId6" imgW="2143182" imgH="380864" progId="Equation.3">
                  <p:embed/>
                  <p:pic>
                    <p:nvPicPr>
                      <p:cNvPr id="462856" name="Object 3">
                        <a:extLst>
                          <a:ext uri="{FF2B5EF4-FFF2-40B4-BE49-F238E27FC236}">
                            <a16:creationId xmlns:a16="http://schemas.microsoft.com/office/drawing/2014/main" id="{4ACB2457-6FA5-41D5-8240-22E6DD7819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4964113"/>
                        <a:ext cx="21828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7" name="Object 4">
            <a:extLst>
              <a:ext uri="{FF2B5EF4-FFF2-40B4-BE49-F238E27FC236}">
                <a16:creationId xmlns:a16="http://schemas.microsoft.com/office/drawing/2014/main" id="{6EA7097E-0CB4-41BC-9DA3-274B504C73EA}"/>
              </a:ext>
            </a:extLst>
          </p:cNvPr>
          <p:cNvGraphicFramePr>
            <a:graphicFrameLocks/>
          </p:cNvGraphicFramePr>
          <p:nvPr/>
        </p:nvGraphicFramePr>
        <p:xfrm>
          <a:off x="5364163" y="4589463"/>
          <a:ext cx="25638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2" name="公式" r:id="rId8" imgW="2524233" imgH="380864" progId="Equation.3">
                  <p:embed/>
                </p:oleObj>
              </mc:Choice>
              <mc:Fallback>
                <p:oleObj name="公式" r:id="rId8" imgW="2524233" imgH="380864" progId="Equation.3">
                  <p:embed/>
                  <p:pic>
                    <p:nvPicPr>
                      <p:cNvPr id="462857" name="Object 4">
                        <a:extLst>
                          <a:ext uri="{FF2B5EF4-FFF2-40B4-BE49-F238E27FC236}">
                            <a16:creationId xmlns:a16="http://schemas.microsoft.com/office/drawing/2014/main" id="{6EA7097E-0CB4-41BC-9DA3-274B504C73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589463"/>
                        <a:ext cx="25638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8" name="Object 5">
            <a:extLst>
              <a:ext uri="{FF2B5EF4-FFF2-40B4-BE49-F238E27FC236}">
                <a16:creationId xmlns:a16="http://schemas.microsoft.com/office/drawing/2014/main" id="{5AEA3326-07FF-49D0-A4D1-4964683D9D90}"/>
              </a:ext>
            </a:extLst>
          </p:cNvPr>
          <p:cNvGraphicFramePr>
            <a:graphicFrameLocks/>
          </p:cNvGraphicFramePr>
          <p:nvPr/>
        </p:nvGraphicFramePr>
        <p:xfrm>
          <a:off x="1804988" y="5640388"/>
          <a:ext cx="21193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3" name="公式" r:id="rId10" imgW="2085994" imgH="771525" progId="Equation.3">
                  <p:embed/>
                </p:oleObj>
              </mc:Choice>
              <mc:Fallback>
                <p:oleObj name="公式" r:id="rId10" imgW="2085994" imgH="771525" progId="Equation.3">
                  <p:embed/>
                  <p:pic>
                    <p:nvPicPr>
                      <p:cNvPr id="462858" name="Object 5">
                        <a:extLst>
                          <a:ext uri="{FF2B5EF4-FFF2-40B4-BE49-F238E27FC236}">
                            <a16:creationId xmlns:a16="http://schemas.microsoft.com/office/drawing/2014/main" id="{5AEA3326-07FF-49D0-A4D1-4964683D9D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5640388"/>
                        <a:ext cx="21193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9" name="Object 6">
            <a:extLst>
              <a:ext uri="{FF2B5EF4-FFF2-40B4-BE49-F238E27FC236}">
                <a16:creationId xmlns:a16="http://schemas.microsoft.com/office/drawing/2014/main" id="{CB9593AB-2F60-428C-A466-113880435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568950"/>
          <a:ext cx="37782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84" name="Equation" r:id="rId12" imgW="4153027" imgH="866741" progId="Equation.DSMT4">
                  <p:embed/>
                </p:oleObj>
              </mc:Choice>
              <mc:Fallback>
                <p:oleObj name="Equation" r:id="rId12" imgW="4153027" imgH="866741" progId="Equation.DSMT4">
                  <p:embed/>
                  <p:pic>
                    <p:nvPicPr>
                      <p:cNvPr id="462859" name="Object 6">
                        <a:extLst>
                          <a:ext uri="{FF2B5EF4-FFF2-40B4-BE49-F238E27FC236}">
                            <a16:creationId xmlns:a16="http://schemas.microsoft.com/office/drawing/2014/main" id="{CB9593AB-2F60-428C-A466-1138804355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568950"/>
                        <a:ext cx="37782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2860" name="Rectangle 12">
            <a:extLst>
              <a:ext uri="{FF2B5EF4-FFF2-40B4-BE49-F238E27FC236}">
                <a16:creationId xmlns:a16="http://schemas.microsoft.com/office/drawing/2014/main" id="{A75B32E5-38A4-4C19-A656-37032F021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2862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462861" name="Rectangle 13">
            <a:extLst>
              <a:ext uri="{FF2B5EF4-FFF2-40B4-BE49-F238E27FC236}">
                <a16:creationId xmlns:a16="http://schemas.microsoft.com/office/drawing/2014/main" id="{303A5748-8DF7-4570-BB3B-5B880E886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354647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62862" name="Rectangle 14">
            <a:extLst>
              <a:ext uri="{FF2B5EF4-FFF2-40B4-BE49-F238E27FC236}">
                <a16:creationId xmlns:a16="http://schemas.microsoft.com/office/drawing/2014/main" id="{AACD71C1-81B4-4DD8-B6BA-C018EB927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197167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462863" name="AutoShape 15">
            <a:extLst>
              <a:ext uri="{FF2B5EF4-FFF2-40B4-BE49-F238E27FC236}">
                <a16:creationId xmlns:a16="http://schemas.microsoft.com/office/drawing/2014/main" id="{8181FF2E-721B-48FF-9E87-E89F61D9D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652963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62864" name="AutoShape 16">
            <a:extLst>
              <a:ext uri="{FF2B5EF4-FFF2-40B4-BE49-F238E27FC236}">
                <a16:creationId xmlns:a16="http://schemas.microsoft.com/office/drawing/2014/main" id="{F2B95E91-31DC-473C-BFE3-6597FA96A679}"/>
              </a:ext>
            </a:extLst>
          </p:cNvPr>
          <p:cNvSpPr>
            <a:spLocks/>
          </p:cNvSpPr>
          <p:nvPr/>
        </p:nvSpPr>
        <p:spPr bwMode="auto">
          <a:xfrm>
            <a:off x="3995738" y="4365625"/>
            <a:ext cx="152400" cy="812800"/>
          </a:xfrm>
          <a:prstGeom prst="rightBrace">
            <a:avLst>
              <a:gd name="adj1" fmla="val 4444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8449" name="灯片编号占位符 1">
            <a:extLst>
              <a:ext uri="{FF2B5EF4-FFF2-40B4-BE49-F238E27FC236}">
                <a16:creationId xmlns:a16="http://schemas.microsoft.com/office/drawing/2014/main" id="{F10C84B2-62DD-4185-8648-A6E5F244548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B453B2-584B-4062-A5EB-A510B158C036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6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6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6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0" grpId="0"/>
      <p:bldP spid="462851" grpId="0"/>
      <p:bldP spid="462852" grpId="0"/>
      <p:bldP spid="462853" grpId="0"/>
      <p:bldP spid="462854" grpId="0"/>
      <p:bldP spid="462860" grpId="0"/>
      <p:bldP spid="462861" grpId="0"/>
      <p:bldP spid="462862" grpId="0"/>
      <p:bldP spid="462863" grpId="0" animBg="1"/>
      <p:bldP spid="4628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Text Box 2">
            <a:extLst>
              <a:ext uri="{FF2B5EF4-FFF2-40B4-BE49-F238E27FC236}">
                <a16:creationId xmlns:a16="http://schemas.microsoft.com/office/drawing/2014/main" id="{34189AA8-C24A-4ED8-9CEA-7F69AD11B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333375"/>
            <a:ext cx="568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en-US" altLang="zh-CN">
                <a:solidFill>
                  <a:srgbClr val="FFFFFF"/>
                </a:solidFill>
              </a:rPr>
              <a:t> (2)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第四级主极大缺级，有</a:t>
            </a:r>
          </a:p>
        </p:txBody>
      </p:sp>
      <p:sp>
        <p:nvSpPr>
          <p:cNvPr id="463875" name="Text Box 3">
            <a:extLst>
              <a:ext uri="{FF2B5EF4-FFF2-40B4-BE49-F238E27FC236}">
                <a16:creationId xmlns:a16="http://schemas.microsoft.com/office/drawing/2014/main" id="{E73D6003-2DAE-400F-AAFE-80D641ECD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630363"/>
            <a:ext cx="2879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i="1">
                <a:solidFill>
                  <a:srgbClr val="FFFFFF"/>
                </a:solidFill>
                <a:ea typeface="仿宋_GB2312"/>
                <a:cs typeface="仿宋_GB2312"/>
              </a:rPr>
              <a:t>k</a:t>
            </a:r>
            <a:r>
              <a:rPr lang="en-US" altLang="zh-CN" i="1">
                <a:solidFill>
                  <a:srgbClr val="FFFFFF"/>
                </a:solidFill>
                <a:ea typeface="仿宋_GB2312"/>
                <a:cs typeface="Times New Roman" panose="02020603050405020304" pitchFamily="18" charset="0"/>
              </a:rPr>
              <a:t>'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取</a:t>
            </a:r>
            <a:r>
              <a:rPr lang="en-US" altLang="zh-CN">
                <a:solidFill>
                  <a:srgbClr val="00FFFF"/>
                </a:solidFill>
              </a:rPr>
              <a:t>1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得最小缝宽</a:t>
            </a:r>
          </a:p>
        </p:txBody>
      </p:sp>
      <p:graphicFrame>
        <p:nvGraphicFramePr>
          <p:cNvPr id="463876" name="Object 2">
            <a:extLst>
              <a:ext uri="{FF2B5EF4-FFF2-40B4-BE49-F238E27FC236}">
                <a16:creationId xmlns:a16="http://schemas.microsoft.com/office/drawing/2014/main" id="{CFB527CB-0BA7-4D9F-9EDE-95C71000D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928688"/>
          <a:ext cx="146050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04" name="公式" r:id="rId4" imgW="723875" imgH="352391" progId="Equation.3">
                  <p:embed/>
                </p:oleObj>
              </mc:Choice>
              <mc:Fallback>
                <p:oleObj name="公式" r:id="rId4" imgW="723875" imgH="352391" progId="Equation.3">
                  <p:embed/>
                  <p:pic>
                    <p:nvPicPr>
                      <p:cNvPr id="463876" name="Object 2">
                        <a:extLst>
                          <a:ext uri="{FF2B5EF4-FFF2-40B4-BE49-F238E27FC236}">
                            <a16:creationId xmlns:a16="http://schemas.microsoft.com/office/drawing/2014/main" id="{CFB527CB-0BA7-4D9F-9EDE-95C71000D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928688"/>
                        <a:ext cx="146050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77" name="Object 3">
            <a:extLst>
              <a:ext uri="{FF2B5EF4-FFF2-40B4-BE49-F238E27FC236}">
                <a16:creationId xmlns:a16="http://schemas.microsoft.com/office/drawing/2014/main" id="{E247E462-2C8F-47C6-AB5E-592CB40874E2}"/>
              </a:ext>
            </a:extLst>
          </p:cNvPr>
          <p:cNvGraphicFramePr>
            <a:graphicFrameLocks/>
          </p:cNvGraphicFramePr>
          <p:nvPr/>
        </p:nvGraphicFramePr>
        <p:xfrm>
          <a:off x="3348038" y="2103438"/>
          <a:ext cx="23098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05" name="Equation" r:id="rId6" imgW="2276520" imgH="685800" progId="Equation.DSMT4">
                  <p:embed/>
                </p:oleObj>
              </mc:Choice>
              <mc:Fallback>
                <p:oleObj name="Equation" r:id="rId6" imgW="2276520" imgH="685800" progId="Equation.DSMT4">
                  <p:embed/>
                  <p:pic>
                    <p:nvPicPr>
                      <p:cNvPr id="463877" name="Object 3">
                        <a:extLst>
                          <a:ext uri="{FF2B5EF4-FFF2-40B4-BE49-F238E27FC236}">
                            <a16:creationId xmlns:a16="http://schemas.microsoft.com/office/drawing/2014/main" id="{E247E462-2C8F-47C6-AB5E-592CB40874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103438"/>
                        <a:ext cx="23098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78" name="Text Box 6">
            <a:extLst>
              <a:ext uri="{FF2B5EF4-FFF2-40B4-BE49-F238E27FC236}">
                <a16:creationId xmlns:a16="http://schemas.microsoft.com/office/drawing/2014/main" id="{FCC311D7-C16E-4204-B62F-D4A4C97DF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2854325"/>
            <a:ext cx="58181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en-US" altLang="zh-CN">
                <a:solidFill>
                  <a:srgbClr val="FFFFFF"/>
                </a:solidFill>
                <a:ea typeface="仿宋_GB2312"/>
                <a:cs typeface="仿宋_GB2312"/>
              </a:rPr>
              <a:t>(3)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当</a:t>
            </a:r>
            <a:r>
              <a:rPr lang="zh-CN" altLang="en-US">
                <a:solidFill>
                  <a:srgbClr val="FFFFFF"/>
                </a:solidFill>
                <a:ea typeface="仿宋_GB2312"/>
                <a:cs typeface="仿宋_GB2312"/>
              </a:rPr>
              <a:t> </a:t>
            </a:r>
            <a:r>
              <a:rPr lang="en-US" altLang="zh-CN">
                <a:solidFill>
                  <a:srgbClr val="00FFFF"/>
                </a:solidFill>
                <a:latin typeface="Symbol" panose="05050102010706020507" pitchFamily="18" charset="2"/>
              </a:rPr>
              <a:t>j=(p/2)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时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光栅方程</a:t>
            </a:r>
          </a:p>
        </p:txBody>
      </p:sp>
      <p:graphicFrame>
        <p:nvGraphicFramePr>
          <p:cNvPr id="463879" name="Object 4">
            <a:extLst>
              <a:ext uri="{FF2B5EF4-FFF2-40B4-BE49-F238E27FC236}">
                <a16:creationId xmlns:a16="http://schemas.microsoft.com/office/drawing/2014/main" id="{98DA7D1B-29FD-40B9-9EC5-C5FB61EB313F}"/>
              </a:ext>
            </a:extLst>
          </p:cNvPr>
          <p:cNvGraphicFramePr>
            <a:graphicFrameLocks/>
          </p:cNvGraphicFramePr>
          <p:nvPr/>
        </p:nvGraphicFramePr>
        <p:xfrm>
          <a:off x="4262438" y="3541713"/>
          <a:ext cx="1041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06" name="公式" r:id="rId8" imgW="1000029" imgH="685800" progId="Equation.3">
                  <p:embed/>
                </p:oleObj>
              </mc:Choice>
              <mc:Fallback>
                <p:oleObj name="公式" r:id="rId8" imgW="1000029" imgH="685800" progId="Equation.3">
                  <p:embed/>
                  <p:pic>
                    <p:nvPicPr>
                      <p:cNvPr id="463879" name="Object 4">
                        <a:extLst>
                          <a:ext uri="{FF2B5EF4-FFF2-40B4-BE49-F238E27FC236}">
                            <a16:creationId xmlns:a16="http://schemas.microsoft.com/office/drawing/2014/main" id="{98DA7D1B-29FD-40B9-9EC5-C5FB61EB31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541713"/>
                        <a:ext cx="1041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0" name="Object 5">
            <a:extLst>
              <a:ext uri="{FF2B5EF4-FFF2-40B4-BE49-F238E27FC236}">
                <a16:creationId xmlns:a16="http://schemas.microsoft.com/office/drawing/2014/main" id="{BA46F350-4D20-48B3-BA94-961B24389D74}"/>
              </a:ext>
            </a:extLst>
          </p:cNvPr>
          <p:cNvGraphicFramePr>
            <a:graphicFrameLocks/>
          </p:cNvGraphicFramePr>
          <p:nvPr/>
        </p:nvGraphicFramePr>
        <p:xfrm>
          <a:off x="5432425" y="3502025"/>
          <a:ext cx="20685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07" name="Equation" r:id="rId10" imgW="2028806" imgH="723764" progId="Equation.DSMT4">
                  <p:embed/>
                </p:oleObj>
              </mc:Choice>
              <mc:Fallback>
                <p:oleObj name="Equation" r:id="rId10" imgW="2028806" imgH="723764" progId="Equation.DSMT4">
                  <p:embed/>
                  <p:pic>
                    <p:nvPicPr>
                      <p:cNvPr id="463880" name="Object 5">
                        <a:extLst>
                          <a:ext uri="{FF2B5EF4-FFF2-40B4-BE49-F238E27FC236}">
                            <a16:creationId xmlns:a16="http://schemas.microsoft.com/office/drawing/2014/main" id="{BA46F350-4D20-48B3-BA94-961B24389D7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3502025"/>
                        <a:ext cx="20685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1" name="Text Box 9">
            <a:extLst>
              <a:ext uri="{FF2B5EF4-FFF2-40B4-BE49-F238E27FC236}">
                <a16:creationId xmlns:a16="http://schemas.microsoft.com/office/drawing/2014/main" id="{5B5F5587-ECAC-4CAE-B5AC-6E3D24233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294188"/>
            <a:ext cx="7848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实际可以观察到</a:t>
            </a:r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0,</a:t>
            </a:r>
            <a:r>
              <a:rPr lang="en-US" altLang="zh-CN">
                <a:solidFill>
                  <a:srgbClr val="00FFFF"/>
                </a:solidFill>
                <a:ea typeface="仿宋_GB2312"/>
                <a:cs typeface="Times New Roman" panose="02020603050405020304" pitchFamily="18" charset="0"/>
              </a:rPr>
              <a:t>±1, </a:t>
            </a:r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±2,±3,±5,±6,±7, ±9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级共</a:t>
            </a:r>
          </a:p>
          <a:p>
            <a:pPr algn="just" eaLnBrk="1" fontAlgn="ctr" hangingPunct="1">
              <a:lnSpc>
                <a:spcPct val="125000"/>
              </a:lnSpc>
            </a:pPr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15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条谱线</a:t>
            </a: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.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AF5DE12D-E01D-460A-A9DC-380BDAE30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0650" y="3714750"/>
          <a:ext cx="17526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08" name="公式" r:id="rId12" imgW="723875" imgH="161959" progId="Equation.3">
                  <p:embed/>
                </p:oleObj>
              </mc:Choice>
              <mc:Fallback>
                <p:oleObj name="公式" r:id="rId12" imgW="723875" imgH="161959" progId="Equation.3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AF5DE12D-E01D-460A-A9DC-380BDAE30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3714750"/>
                        <a:ext cx="17526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6">
            <a:extLst>
              <a:ext uri="{FF2B5EF4-FFF2-40B4-BE49-F238E27FC236}">
                <a16:creationId xmlns:a16="http://schemas.microsoft.com/office/drawing/2014/main" id="{87526F7F-8669-4579-9337-47AB0DF5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3840163"/>
            <a:ext cx="611188" cy="160337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0492" name="灯片编号占位符 1">
            <a:extLst>
              <a:ext uri="{FF2B5EF4-FFF2-40B4-BE49-F238E27FC236}">
                <a16:creationId xmlns:a16="http://schemas.microsoft.com/office/drawing/2014/main" id="{1A3BBC74-DF6E-449E-B149-C2AE71B38DB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3D8078-6272-4603-958F-4F4C27A264C5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4" grpId="0"/>
      <p:bldP spid="463875" grpId="0"/>
      <p:bldP spid="463878" grpId="0"/>
      <p:bldP spid="463881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7571</TotalTime>
  <Words>1033</Words>
  <Application>Microsoft Office PowerPoint</Application>
  <PresentationFormat>全屏显示(4:3)</PresentationFormat>
  <Paragraphs>187</Paragraphs>
  <Slides>17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WP Greek Century</vt:lpstr>
      <vt:lpstr>方正书宋简体</vt:lpstr>
      <vt:lpstr>仿宋_GB2312</vt:lpstr>
      <vt:lpstr>黑体</vt:lpstr>
      <vt:lpstr>华文仿宋</vt:lpstr>
      <vt:lpstr>华文中宋</vt:lpstr>
      <vt:lpstr>楷体_GB2312</vt:lpstr>
      <vt:lpstr>宋体</vt:lpstr>
      <vt:lpstr>Arial</vt:lpstr>
      <vt:lpstr>Cambria Math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1383</cp:revision>
  <cp:lastPrinted>2025-10-22T00:19:28Z</cp:lastPrinted>
  <dcterms:created xsi:type="dcterms:W3CDTF">1998-11-21T01:35:00Z</dcterms:created>
  <dcterms:modified xsi:type="dcterms:W3CDTF">2025-10-23T08:20:35Z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