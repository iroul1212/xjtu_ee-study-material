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439" r:id="rId2"/>
    <p:sldId id="551" r:id="rId3"/>
    <p:sldId id="532" r:id="rId4"/>
    <p:sldId id="533" r:id="rId5"/>
    <p:sldId id="534" r:id="rId6"/>
    <p:sldId id="535" r:id="rId7"/>
    <p:sldId id="538" r:id="rId8"/>
    <p:sldId id="539" r:id="rId9"/>
    <p:sldId id="540" r:id="rId10"/>
    <p:sldId id="541" r:id="rId11"/>
    <p:sldId id="552" r:id="rId12"/>
    <p:sldId id="677" r:id="rId13"/>
    <p:sldId id="554" r:id="rId14"/>
    <p:sldId id="555" r:id="rId15"/>
    <p:sldId id="557" r:id="rId16"/>
    <p:sldId id="558" r:id="rId17"/>
    <p:sldId id="559" r:id="rId18"/>
    <p:sldId id="560" r:id="rId19"/>
    <p:sldId id="561" r:id="rId20"/>
    <p:sldId id="562" r:id="rId21"/>
    <p:sldId id="563" r:id="rId22"/>
  </p:sldIdLst>
  <p:sldSz cx="9144000" cy="6858000" type="screen4x3"/>
  <p:notesSz cx="6797675" cy="9928225"/>
  <p:custDataLst>
    <p:tags r:id="rId25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0000FF"/>
    <a:srgbClr val="800000"/>
    <a:srgbClr val="FFCC99"/>
    <a:srgbClr val="CC6600"/>
    <a:srgbClr val="009999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830" autoAdjust="0"/>
  </p:normalViewPr>
  <p:slideViewPr>
    <p:cSldViewPr showGuides="1">
      <p:cViewPr varScale="1">
        <p:scale>
          <a:sx n="110" d="100"/>
          <a:sy n="110" d="100"/>
        </p:scale>
        <p:origin x="1482" y="78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image" Target="../media/image10.emf"/><Relationship Id="rId1" Type="http://schemas.openxmlformats.org/officeDocument/2006/relationships/image" Target="../media/image9.emf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13" Type="http://schemas.openxmlformats.org/officeDocument/2006/relationships/image" Target="../media/image35.emf"/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12" Type="http://schemas.openxmlformats.org/officeDocument/2006/relationships/image" Target="../media/image34.emf"/><Relationship Id="rId2" Type="http://schemas.openxmlformats.org/officeDocument/2006/relationships/image" Target="../media/image24.emf"/><Relationship Id="rId1" Type="http://schemas.openxmlformats.org/officeDocument/2006/relationships/image" Target="../media/image23.emf"/><Relationship Id="rId6" Type="http://schemas.openxmlformats.org/officeDocument/2006/relationships/image" Target="../media/image28.emf"/><Relationship Id="rId11" Type="http://schemas.openxmlformats.org/officeDocument/2006/relationships/image" Target="../media/image33.emf"/><Relationship Id="rId5" Type="http://schemas.openxmlformats.org/officeDocument/2006/relationships/image" Target="../media/image27.emf"/><Relationship Id="rId15" Type="http://schemas.openxmlformats.org/officeDocument/2006/relationships/image" Target="../media/image37.emf"/><Relationship Id="rId10" Type="http://schemas.openxmlformats.org/officeDocument/2006/relationships/image" Target="../media/image32.emf"/><Relationship Id="rId4" Type="http://schemas.openxmlformats.org/officeDocument/2006/relationships/image" Target="../media/image26.emf"/><Relationship Id="rId9" Type="http://schemas.openxmlformats.org/officeDocument/2006/relationships/image" Target="../media/image31.emf"/><Relationship Id="rId14" Type="http://schemas.openxmlformats.org/officeDocument/2006/relationships/image" Target="../media/image36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7" Type="http://schemas.openxmlformats.org/officeDocument/2006/relationships/image" Target="../media/image44.emf"/><Relationship Id="rId2" Type="http://schemas.openxmlformats.org/officeDocument/2006/relationships/image" Target="../media/image39.emf"/><Relationship Id="rId1" Type="http://schemas.openxmlformats.org/officeDocument/2006/relationships/image" Target="../media/image38.emf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13" Type="http://schemas.openxmlformats.org/officeDocument/2006/relationships/image" Target="../media/image57.emf"/><Relationship Id="rId3" Type="http://schemas.openxmlformats.org/officeDocument/2006/relationships/image" Target="../media/image47.emf"/><Relationship Id="rId7" Type="http://schemas.openxmlformats.org/officeDocument/2006/relationships/image" Target="../media/image51.emf"/><Relationship Id="rId12" Type="http://schemas.openxmlformats.org/officeDocument/2006/relationships/image" Target="../media/image56.emf"/><Relationship Id="rId2" Type="http://schemas.openxmlformats.org/officeDocument/2006/relationships/image" Target="../media/image46.emf"/><Relationship Id="rId16" Type="http://schemas.openxmlformats.org/officeDocument/2006/relationships/image" Target="../media/image60.emf"/><Relationship Id="rId1" Type="http://schemas.openxmlformats.org/officeDocument/2006/relationships/image" Target="../media/image45.emf"/><Relationship Id="rId6" Type="http://schemas.openxmlformats.org/officeDocument/2006/relationships/image" Target="../media/image50.emf"/><Relationship Id="rId11" Type="http://schemas.openxmlformats.org/officeDocument/2006/relationships/image" Target="../media/image55.emf"/><Relationship Id="rId5" Type="http://schemas.openxmlformats.org/officeDocument/2006/relationships/image" Target="../media/image49.emf"/><Relationship Id="rId15" Type="http://schemas.openxmlformats.org/officeDocument/2006/relationships/image" Target="../media/image59.emf"/><Relationship Id="rId10" Type="http://schemas.openxmlformats.org/officeDocument/2006/relationships/image" Target="../media/image54.emf"/><Relationship Id="rId4" Type="http://schemas.openxmlformats.org/officeDocument/2006/relationships/image" Target="../media/image48.emf"/><Relationship Id="rId9" Type="http://schemas.openxmlformats.org/officeDocument/2006/relationships/image" Target="../media/image53.emf"/><Relationship Id="rId14" Type="http://schemas.openxmlformats.org/officeDocument/2006/relationships/image" Target="../media/image58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emf"/><Relationship Id="rId1" Type="http://schemas.openxmlformats.org/officeDocument/2006/relationships/image" Target="../media/image62.emf"/><Relationship Id="rId6" Type="http://schemas.openxmlformats.org/officeDocument/2006/relationships/image" Target="../media/image67.emf"/><Relationship Id="rId5" Type="http://schemas.openxmlformats.org/officeDocument/2006/relationships/image" Target="../media/image66.emf"/><Relationship Id="rId4" Type="http://schemas.openxmlformats.org/officeDocument/2006/relationships/image" Target="../media/image65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5.emf"/><Relationship Id="rId13" Type="http://schemas.openxmlformats.org/officeDocument/2006/relationships/image" Target="../media/image80.emf"/><Relationship Id="rId3" Type="http://schemas.openxmlformats.org/officeDocument/2006/relationships/image" Target="../media/image70.emf"/><Relationship Id="rId7" Type="http://schemas.openxmlformats.org/officeDocument/2006/relationships/image" Target="../media/image74.emf"/><Relationship Id="rId12" Type="http://schemas.openxmlformats.org/officeDocument/2006/relationships/image" Target="../media/image79.emf"/><Relationship Id="rId2" Type="http://schemas.openxmlformats.org/officeDocument/2006/relationships/image" Target="../media/image69.emf"/><Relationship Id="rId1" Type="http://schemas.openxmlformats.org/officeDocument/2006/relationships/image" Target="../media/image68.emf"/><Relationship Id="rId6" Type="http://schemas.openxmlformats.org/officeDocument/2006/relationships/image" Target="../media/image73.emf"/><Relationship Id="rId11" Type="http://schemas.openxmlformats.org/officeDocument/2006/relationships/image" Target="../media/image78.emf"/><Relationship Id="rId5" Type="http://schemas.openxmlformats.org/officeDocument/2006/relationships/image" Target="../media/image72.emf"/><Relationship Id="rId10" Type="http://schemas.openxmlformats.org/officeDocument/2006/relationships/image" Target="../media/image77.emf"/><Relationship Id="rId4" Type="http://schemas.openxmlformats.org/officeDocument/2006/relationships/image" Target="../media/image71.emf"/><Relationship Id="rId9" Type="http://schemas.openxmlformats.org/officeDocument/2006/relationships/image" Target="../media/image76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13" Type="http://schemas.openxmlformats.org/officeDocument/2006/relationships/image" Target="../media/image93.emf"/><Relationship Id="rId3" Type="http://schemas.openxmlformats.org/officeDocument/2006/relationships/image" Target="../media/image83.emf"/><Relationship Id="rId7" Type="http://schemas.openxmlformats.org/officeDocument/2006/relationships/image" Target="../media/image87.emf"/><Relationship Id="rId12" Type="http://schemas.openxmlformats.org/officeDocument/2006/relationships/image" Target="../media/image92.emf"/><Relationship Id="rId2" Type="http://schemas.openxmlformats.org/officeDocument/2006/relationships/image" Target="../media/image82.emf"/><Relationship Id="rId1" Type="http://schemas.openxmlformats.org/officeDocument/2006/relationships/image" Target="../media/image81.emf"/><Relationship Id="rId6" Type="http://schemas.openxmlformats.org/officeDocument/2006/relationships/image" Target="../media/image86.emf"/><Relationship Id="rId11" Type="http://schemas.openxmlformats.org/officeDocument/2006/relationships/image" Target="../media/image91.emf"/><Relationship Id="rId5" Type="http://schemas.openxmlformats.org/officeDocument/2006/relationships/image" Target="../media/image85.emf"/><Relationship Id="rId10" Type="http://schemas.openxmlformats.org/officeDocument/2006/relationships/image" Target="../media/image90.emf"/><Relationship Id="rId4" Type="http://schemas.openxmlformats.org/officeDocument/2006/relationships/image" Target="../media/image84.emf"/><Relationship Id="rId9" Type="http://schemas.openxmlformats.org/officeDocument/2006/relationships/image" Target="../media/image89.emf"/><Relationship Id="rId14" Type="http://schemas.openxmlformats.org/officeDocument/2006/relationships/image" Target="../media/image94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image" Target="../media/image97.emf"/><Relationship Id="rId1" Type="http://schemas.openxmlformats.org/officeDocument/2006/relationships/image" Target="../media/image96.emf"/><Relationship Id="rId6" Type="http://schemas.openxmlformats.org/officeDocument/2006/relationships/image" Target="../media/image101.emf"/><Relationship Id="rId5" Type="http://schemas.openxmlformats.org/officeDocument/2006/relationships/image" Target="../media/image100.emf"/><Relationship Id="rId4" Type="http://schemas.openxmlformats.org/officeDocument/2006/relationships/image" Target="../media/image99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emf"/><Relationship Id="rId13" Type="http://schemas.openxmlformats.org/officeDocument/2006/relationships/image" Target="../media/image114.emf"/><Relationship Id="rId18" Type="http://schemas.openxmlformats.org/officeDocument/2006/relationships/image" Target="../media/image119.emf"/><Relationship Id="rId3" Type="http://schemas.openxmlformats.org/officeDocument/2006/relationships/image" Target="../media/image104.emf"/><Relationship Id="rId21" Type="http://schemas.openxmlformats.org/officeDocument/2006/relationships/image" Target="../media/image122.emf"/><Relationship Id="rId7" Type="http://schemas.openxmlformats.org/officeDocument/2006/relationships/image" Target="../media/image108.emf"/><Relationship Id="rId12" Type="http://schemas.openxmlformats.org/officeDocument/2006/relationships/image" Target="../media/image113.emf"/><Relationship Id="rId17" Type="http://schemas.openxmlformats.org/officeDocument/2006/relationships/image" Target="../media/image118.emf"/><Relationship Id="rId2" Type="http://schemas.openxmlformats.org/officeDocument/2006/relationships/image" Target="../media/image103.emf"/><Relationship Id="rId16" Type="http://schemas.openxmlformats.org/officeDocument/2006/relationships/image" Target="../media/image117.emf"/><Relationship Id="rId20" Type="http://schemas.openxmlformats.org/officeDocument/2006/relationships/image" Target="../media/image121.emf"/><Relationship Id="rId1" Type="http://schemas.openxmlformats.org/officeDocument/2006/relationships/image" Target="../media/image102.emf"/><Relationship Id="rId6" Type="http://schemas.openxmlformats.org/officeDocument/2006/relationships/image" Target="../media/image107.emf"/><Relationship Id="rId11" Type="http://schemas.openxmlformats.org/officeDocument/2006/relationships/image" Target="../media/image112.emf"/><Relationship Id="rId5" Type="http://schemas.openxmlformats.org/officeDocument/2006/relationships/image" Target="../media/image106.emf"/><Relationship Id="rId15" Type="http://schemas.openxmlformats.org/officeDocument/2006/relationships/image" Target="../media/image116.emf"/><Relationship Id="rId10" Type="http://schemas.openxmlformats.org/officeDocument/2006/relationships/image" Target="../media/image111.emf"/><Relationship Id="rId19" Type="http://schemas.openxmlformats.org/officeDocument/2006/relationships/image" Target="../media/image120.emf"/><Relationship Id="rId4" Type="http://schemas.openxmlformats.org/officeDocument/2006/relationships/image" Target="../media/image105.emf"/><Relationship Id="rId9" Type="http://schemas.openxmlformats.org/officeDocument/2006/relationships/image" Target="../media/image110.emf"/><Relationship Id="rId14" Type="http://schemas.openxmlformats.org/officeDocument/2006/relationships/image" Target="../media/image115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emf"/><Relationship Id="rId13" Type="http://schemas.openxmlformats.org/officeDocument/2006/relationships/image" Target="../media/image135.emf"/><Relationship Id="rId18" Type="http://schemas.openxmlformats.org/officeDocument/2006/relationships/image" Target="../media/image140.emf"/><Relationship Id="rId26" Type="http://schemas.openxmlformats.org/officeDocument/2006/relationships/image" Target="../media/image148.emf"/><Relationship Id="rId3" Type="http://schemas.openxmlformats.org/officeDocument/2006/relationships/image" Target="../media/image125.emf"/><Relationship Id="rId21" Type="http://schemas.openxmlformats.org/officeDocument/2006/relationships/image" Target="../media/image143.emf"/><Relationship Id="rId7" Type="http://schemas.openxmlformats.org/officeDocument/2006/relationships/image" Target="../media/image129.emf"/><Relationship Id="rId12" Type="http://schemas.openxmlformats.org/officeDocument/2006/relationships/image" Target="../media/image134.emf"/><Relationship Id="rId17" Type="http://schemas.openxmlformats.org/officeDocument/2006/relationships/image" Target="../media/image139.emf"/><Relationship Id="rId25" Type="http://schemas.openxmlformats.org/officeDocument/2006/relationships/image" Target="../media/image147.emf"/><Relationship Id="rId2" Type="http://schemas.openxmlformats.org/officeDocument/2006/relationships/image" Target="../media/image124.emf"/><Relationship Id="rId16" Type="http://schemas.openxmlformats.org/officeDocument/2006/relationships/image" Target="../media/image138.emf"/><Relationship Id="rId20" Type="http://schemas.openxmlformats.org/officeDocument/2006/relationships/image" Target="../media/image142.emf"/><Relationship Id="rId29" Type="http://schemas.openxmlformats.org/officeDocument/2006/relationships/image" Target="../media/image151.emf"/><Relationship Id="rId1" Type="http://schemas.openxmlformats.org/officeDocument/2006/relationships/image" Target="../media/image123.emf"/><Relationship Id="rId6" Type="http://schemas.openxmlformats.org/officeDocument/2006/relationships/image" Target="../media/image128.emf"/><Relationship Id="rId11" Type="http://schemas.openxmlformats.org/officeDocument/2006/relationships/image" Target="../media/image133.emf"/><Relationship Id="rId24" Type="http://schemas.openxmlformats.org/officeDocument/2006/relationships/image" Target="../media/image146.emf"/><Relationship Id="rId5" Type="http://schemas.openxmlformats.org/officeDocument/2006/relationships/image" Target="../media/image127.emf"/><Relationship Id="rId15" Type="http://schemas.openxmlformats.org/officeDocument/2006/relationships/image" Target="../media/image137.emf"/><Relationship Id="rId23" Type="http://schemas.openxmlformats.org/officeDocument/2006/relationships/image" Target="../media/image145.emf"/><Relationship Id="rId28" Type="http://schemas.openxmlformats.org/officeDocument/2006/relationships/image" Target="../media/image150.emf"/><Relationship Id="rId10" Type="http://schemas.openxmlformats.org/officeDocument/2006/relationships/image" Target="../media/image132.emf"/><Relationship Id="rId19" Type="http://schemas.openxmlformats.org/officeDocument/2006/relationships/image" Target="../media/image141.emf"/><Relationship Id="rId4" Type="http://schemas.openxmlformats.org/officeDocument/2006/relationships/image" Target="../media/image126.emf"/><Relationship Id="rId9" Type="http://schemas.openxmlformats.org/officeDocument/2006/relationships/image" Target="../media/image131.emf"/><Relationship Id="rId14" Type="http://schemas.openxmlformats.org/officeDocument/2006/relationships/image" Target="../media/image136.emf"/><Relationship Id="rId22" Type="http://schemas.openxmlformats.org/officeDocument/2006/relationships/image" Target="../media/image144.emf"/><Relationship Id="rId27" Type="http://schemas.openxmlformats.org/officeDocument/2006/relationships/image" Target="../media/image149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emf"/><Relationship Id="rId13" Type="http://schemas.openxmlformats.org/officeDocument/2006/relationships/image" Target="../media/image164.emf"/><Relationship Id="rId18" Type="http://schemas.openxmlformats.org/officeDocument/2006/relationships/image" Target="../media/image169.emf"/><Relationship Id="rId3" Type="http://schemas.openxmlformats.org/officeDocument/2006/relationships/image" Target="../media/image154.emf"/><Relationship Id="rId21" Type="http://schemas.openxmlformats.org/officeDocument/2006/relationships/image" Target="../media/image172.emf"/><Relationship Id="rId7" Type="http://schemas.openxmlformats.org/officeDocument/2006/relationships/image" Target="../media/image158.emf"/><Relationship Id="rId12" Type="http://schemas.openxmlformats.org/officeDocument/2006/relationships/image" Target="../media/image163.emf"/><Relationship Id="rId17" Type="http://schemas.openxmlformats.org/officeDocument/2006/relationships/image" Target="../media/image168.emf"/><Relationship Id="rId25" Type="http://schemas.openxmlformats.org/officeDocument/2006/relationships/image" Target="../media/image176.emf"/><Relationship Id="rId2" Type="http://schemas.openxmlformats.org/officeDocument/2006/relationships/image" Target="../media/image153.emf"/><Relationship Id="rId16" Type="http://schemas.openxmlformats.org/officeDocument/2006/relationships/image" Target="../media/image167.emf"/><Relationship Id="rId20" Type="http://schemas.openxmlformats.org/officeDocument/2006/relationships/image" Target="../media/image171.emf"/><Relationship Id="rId1" Type="http://schemas.openxmlformats.org/officeDocument/2006/relationships/image" Target="../media/image152.emf"/><Relationship Id="rId6" Type="http://schemas.openxmlformats.org/officeDocument/2006/relationships/image" Target="../media/image157.emf"/><Relationship Id="rId11" Type="http://schemas.openxmlformats.org/officeDocument/2006/relationships/image" Target="../media/image162.emf"/><Relationship Id="rId24" Type="http://schemas.openxmlformats.org/officeDocument/2006/relationships/image" Target="../media/image175.emf"/><Relationship Id="rId5" Type="http://schemas.openxmlformats.org/officeDocument/2006/relationships/image" Target="../media/image156.emf"/><Relationship Id="rId15" Type="http://schemas.openxmlformats.org/officeDocument/2006/relationships/image" Target="../media/image166.emf"/><Relationship Id="rId23" Type="http://schemas.openxmlformats.org/officeDocument/2006/relationships/image" Target="../media/image174.emf"/><Relationship Id="rId10" Type="http://schemas.openxmlformats.org/officeDocument/2006/relationships/image" Target="../media/image161.emf"/><Relationship Id="rId19" Type="http://schemas.openxmlformats.org/officeDocument/2006/relationships/image" Target="../media/image170.emf"/><Relationship Id="rId4" Type="http://schemas.openxmlformats.org/officeDocument/2006/relationships/image" Target="../media/image155.emf"/><Relationship Id="rId9" Type="http://schemas.openxmlformats.org/officeDocument/2006/relationships/image" Target="../media/image160.emf"/><Relationship Id="rId14" Type="http://schemas.openxmlformats.org/officeDocument/2006/relationships/image" Target="../media/image165.emf"/><Relationship Id="rId22" Type="http://schemas.openxmlformats.org/officeDocument/2006/relationships/image" Target="../media/image173.emf"/></Relationships>
</file>

<file path=ppt/drawings/_rels/vmlDrawing14.vml.rels><?xml version="1.0" encoding="UTF-8" standalone="yes"?>
<Relationships xmlns="http://schemas.openxmlformats.org/package/2006/relationships"><Relationship Id="rId13" Type="http://schemas.openxmlformats.org/officeDocument/2006/relationships/image" Target="../media/image191.emf"/><Relationship Id="rId18" Type="http://schemas.openxmlformats.org/officeDocument/2006/relationships/image" Target="../media/image196.emf"/><Relationship Id="rId26" Type="http://schemas.openxmlformats.org/officeDocument/2006/relationships/image" Target="../media/image204.emf"/><Relationship Id="rId39" Type="http://schemas.openxmlformats.org/officeDocument/2006/relationships/image" Target="../media/image217.emf"/><Relationship Id="rId21" Type="http://schemas.openxmlformats.org/officeDocument/2006/relationships/image" Target="../media/image199.emf"/><Relationship Id="rId34" Type="http://schemas.openxmlformats.org/officeDocument/2006/relationships/image" Target="../media/image212.emf"/><Relationship Id="rId42" Type="http://schemas.openxmlformats.org/officeDocument/2006/relationships/image" Target="../media/image220.emf"/><Relationship Id="rId47" Type="http://schemas.openxmlformats.org/officeDocument/2006/relationships/image" Target="../media/image225.emf"/><Relationship Id="rId50" Type="http://schemas.openxmlformats.org/officeDocument/2006/relationships/image" Target="../media/image228.emf"/><Relationship Id="rId7" Type="http://schemas.openxmlformats.org/officeDocument/2006/relationships/image" Target="../media/image185.emf"/><Relationship Id="rId2" Type="http://schemas.openxmlformats.org/officeDocument/2006/relationships/image" Target="../media/image180.emf"/><Relationship Id="rId16" Type="http://schemas.openxmlformats.org/officeDocument/2006/relationships/image" Target="../media/image194.emf"/><Relationship Id="rId29" Type="http://schemas.openxmlformats.org/officeDocument/2006/relationships/image" Target="../media/image207.emf"/><Relationship Id="rId11" Type="http://schemas.openxmlformats.org/officeDocument/2006/relationships/image" Target="../media/image189.emf"/><Relationship Id="rId24" Type="http://schemas.openxmlformats.org/officeDocument/2006/relationships/image" Target="../media/image202.emf"/><Relationship Id="rId32" Type="http://schemas.openxmlformats.org/officeDocument/2006/relationships/image" Target="../media/image210.emf"/><Relationship Id="rId37" Type="http://schemas.openxmlformats.org/officeDocument/2006/relationships/image" Target="../media/image215.emf"/><Relationship Id="rId40" Type="http://schemas.openxmlformats.org/officeDocument/2006/relationships/image" Target="../media/image218.emf"/><Relationship Id="rId45" Type="http://schemas.openxmlformats.org/officeDocument/2006/relationships/image" Target="../media/image223.emf"/><Relationship Id="rId5" Type="http://schemas.openxmlformats.org/officeDocument/2006/relationships/image" Target="../media/image183.emf"/><Relationship Id="rId15" Type="http://schemas.openxmlformats.org/officeDocument/2006/relationships/image" Target="../media/image193.emf"/><Relationship Id="rId23" Type="http://schemas.openxmlformats.org/officeDocument/2006/relationships/image" Target="../media/image201.emf"/><Relationship Id="rId28" Type="http://schemas.openxmlformats.org/officeDocument/2006/relationships/image" Target="../media/image206.emf"/><Relationship Id="rId36" Type="http://schemas.openxmlformats.org/officeDocument/2006/relationships/image" Target="../media/image214.emf"/><Relationship Id="rId49" Type="http://schemas.openxmlformats.org/officeDocument/2006/relationships/image" Target="../media/image227.emf"/><Relationship Id="rId10" Type="http://schemas.openxmlformats.org/officeDocument/2006/relationships/image" Target="../media/image188.emf"/><Relationship Id="rId19" Type="http://schemas.openxmlformats.org/officeDocument/2006/relationships/image" Target="../media/image197.emf"/><Relationship Id="rId31" Type="http://schemas.openxmlformats.org/officeDocument/2006/relationships/image" Target="../media/image209.emf"/><Relationship Id="rId44" Type="http://schemas.openxmlformats.org/officeDocument/2006/relationships/image" Target="../media/image222.emf"/><Relationship Id="rId52" Type="http://schemas.openxmlformats.org/officeDocument/2006/relationships/image" Target="../media/image230.emf"/><Relationship Id="rId4" Type="http://schemas.openxmlformats.org/officeDocument/2006/relationships/image" Target="../media/image182.emf"/><Relationship Id="rId9" Type="http://schemas.openxmlformats.org/officeDocument/2006/relationships/image" Target="../media/image187.emf"/><Relationship Id="rId14" Type="http://schemas.openxmlformats.org/officeDocument/2006/relationships/image" Target="../media/image192.emf"/><Relationship Id="rId22" Type="http://schemas.openxmlformats.org/officeDocument/2006/relationships/image" Target="../media/image200.emf"/><Relationship Id="rId27" Type="http://schemas.openxmlformats.org/officeDocument/2006/relationships/image" Target="../media/image205.emf"/><Relationship Id="rId30" Type="http://schemas.openxmlformats.org/officeDocument/2006/relationships/image" Target="../media/image208.emf"/><Relationship Id="rId35" Type="http://schemas.openxmlformats.org/officeDocument/2006/relationships/image" Target="../media/image213.emf"/><Relationship Id="rId43" Type="http://schemas.openxmlformats.org/officeDocument/2006/relationships/image" Target="../media/image221.emf"/><Relationship Id="rId48" Type="http://schemas.openxmlformats.org/officeDocument/2006/relationships/image" Target="../media/image226.emf"/><Relationship Id="rId8" Type="http://schemas.openxmlformats.org/officeDocument/2006/relationships/image" Target="../media/image186.emf"/><Relationship Id="rId51" Type="http://schemas.openxmlformats.org/officeDocument/2006/relationships/image" Target="../media/image229.emf"/><Relationship Id="rId3" Type="http://schemas.openxmlformats.org/officeDocument/2006/relationships/image" Target="../media/image181.emf"/><Relationship Id="rId12" Type="http://schemas.openxmlformats.org/officeDocument/2006/relationships/image" Target="../media/image190.emf"/><Relationship Id="rId17" Type="http://schemas.openxmlformats.org/officeDocument/2006/relationships/image" Target="../media/image195.emf"/><Relationship Id="rId25" Type="http://schemas.openxmlformats.org/officeDocument/2006/relationships/image" Target="../media/image203.emf"/><Relationship Id="rId33" Type="http://schemas.openxmlformats.org/officeDocument/2006/relationships/image" Target="../media/image211.emf"/><Relationship Id="rId38" Type="http://schemas.openxmlformats.org/officeDocument/2006/relationships/image" Target="../media/image216.emf"/><Relationship Id="rId46" Type="http://schemas.openxmlformats.org/officeDocument/2006/relationships/image" Target="../media/image224.emf"/><Relationship Id="rId20" Type="http://schemas.openxmlformats.org/officeDocument/2006/relationships/image" Target="../media/image198.emf"/><Relationship Id="rId41" Type="http://schemas.openxmlformats.org/officeDocument/2006/relationships/image" Target="../media/image219.emf"/><Relationship Id="rId1" Type="http://schemas.openxmlformats.org/officeDocument/2006/relationships/image" Target="../media/image179.emf"/><Relationship Id="rId6" Type="http://schemas.openxmlformats.org/officeDocument/2006/relationships/image" Target="../media/image184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emf"/><Relationship Id="rId7" Type="http://schemas.openxmlformats.org/officeDocument/2006/relationships/image" Target="../media/image237.emf"/><Relationship Id="rId2" Type="http://schemas.openxmlformats.org/officeDocument/2006/relationships/image" Target="../media/image232.emf"/><Relationship Id="rId1" Type="http://schemas.openxmlformats.org/officeDocument/2006/relationships/image" Target="../media/image231.emf"/><Relationship Id="rId6" Type="http://schemas.openxmlformats.org/officeDocument/2006/relationships/image" Target="../media/image236.emf"/><Relationship Id="rId5" Type="http://schemas.openxmlformats.org/officeDocument/2006/relationships/image" Target="../media/image235.emf"/><Relationship Id="rId4" Type="http://schemas.openxmlformats.org/officeDocument/2006/relationships/image" Target="../media/image234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emf"/><Relationship Id="rId3" Type="http://schemas.openxmlformats.org/officeDocument/2006/relationships/image" Target="../media/image240.emf"/><Relationship Id="rId7" Type="http://schemas.openxmlformats.org/officeDocument/2006/relationships/image" Target="../media/image244.emf"/><Relationship Id="rId2" Type="http://schemas.openxmlformats.org/officeDocument/2006/relationships/image" Target="../media/image239.emf"/><Relationship Id="rId1" Type="http://schemas.openxmlformats.org/officeDocument/2006/relationships/image" Target="../media/image238.emf"/><Relationship Id="rId6" Type="http://schemas.openxmlformats.org/officeDocument/2006/relationships/image" Target="../media/image243.emf"/><Relationship Id="rId5" Type="http://schemas.openxmlformats.org/officeDocument/2006/relationships/image" Target="../media/image242.emf"/><Relationship Id="rId4" Type="http://schemas.openxmlformats.org/officeDocument/2006/relationships/image" Target="../media/image24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FF4DE6-1985-490C-B7E0-EDBA30F6E0F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6216DFA-5E0B-4E3C-A3A7-5CFDC691FED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 txBox="1">
            <a:spLocks noGrp="1" noChangeArrowheads="1"/>
          </p:cNvSpPr>
          <p:nvPr/>
        </p:nvSpPr>
        <p:spPr bwMode="auto">
          <a:xfrm>
            <a:off x="4023962" y="8918602"/>
            <a:ext cx="3078513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005C872-585B-4CA4-8D29-61782D9BDD85}" type="slidenum">
              <a:rPr lang="en-US" altLang="zh-CN">
                <a:latin typeface="Arial" panose="020B0604020202020204" pitchFamily="34" charset="0"/>
              </a:rPr>
              <a:t>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51F8F11-FC68-4FE7-B61E-FBCC99D91411}" type="slidenum">
              <a:rPr lang="en-US" altLang="zh-CN" smtClean="0">
                <a:latin typeface="Arial" panose="020B0604020202020204" pitchFamily="34" charset="0"/>
              </a:rPr>
              <a:t>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9D6BC96-2DD8-40AA-B1A9-CEDE3E5ED811}" type="slidenum">
              <a:rPr lang="en-US" altLang="zh-CN" smtClean="0">
                <a:latin typeface="Arial" panose="020B0604020202020204" pitchFamily="34" charset="0"/>
              </a:rPr>
              <a:t>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 noChangeArrowheads="1"/>
          </p:cNvSpPr>
          <p:nvPr/>
        </p:nvSpPr>
        <p:spPr bwMode="auto">
          <a:xfrm>
            <a:off x="4022304" y="8917099"/>
            <a:ext cx="3078513" cy="4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B5C0AED-D037-46EB-9DFC-095E544B3006}" type="slidenum">
              <a:rPr kumimoji="0" lang="en-US" altLang="zh-CN" b="0">
                <a:latin typeface="Arial" panose="020B0604020202020204" pitchFamily="34" charset="0"/>
              </a:rPr>
              <a:t>8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917" y="4460052"/>
            <a:ext cx="5682643" cy="4224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E7F2E075-E1DF-4945-95C5-D82D5DCB13C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304" y="8917099"/>
            <a:ext cx="3078513" cy="4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3B27ED7-5BA1-46E0-958E-D18167A207AC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18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51422EE1-1D20-48C5-9925-9AE1F20469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603F1D47-F22E-4A89-B9A3-4E4C351751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917" y="4460052"/>
            <a:ext cx="5682643" cy="42243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3F120503-E9E3-45DC-A6F2-62300D4857E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304" y="8917099"/>
            <a:ext cx="3078513" cy="4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309A1D8-46A6-4328-B44C-3AFE3EA9E66E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19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9DCF1F77-9F6C-4855-A1BD-A9DF9A0550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9C6A60E0-2028-4DA2-911E-8122D4F187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917" y="4460052"/>
            <a:ext cx="5682643" cy="42243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/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6.e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e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8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emf"/><Relationship Id="rId5" Type="http://schemas.openxmlformats.org/officeDocument/2006/relationships/image" Target="../media/image2.emf"/><Relationship Id="rId15" Type="http://schemas.openxmlformats.org/officeDocument/2006/relationships/image" Target="../media/image7.e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emf"/><Relationship Id="rId14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13" Type="http://schemas.openxmlformats.org/officeDocument/2006/relationships/oleObject" Target="../embeddings/oleObject13.bin"/><Relationship Id="rId18" Type="http://schemas.openxmlformats.org/officeDocument/2006/relationships/image" Target="../media/image16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3.emf"/><Relationship Id="rId17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e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10" Type="http://schemas.openxmlformats.org/officeDocument/2006/relationships/image" Target="../media/image12.emf"/><Relationship Id="rId4" Type="http://schemas.openxmlformats.org/officeDocument/2006/relationships/image" Target="../media/image9.e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4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13" Type="http://schemas.openxmlformats.org/officeDocument/2006/relationships/oleObject" Target="../embeddings/oleObject21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e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0.e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2.e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emf"/><Relationship Id="rId18" Type="http://schemas.openxmlformats.org/officeDocument/2006/relationships/oleObject" Target="../embeddings/oleObject29.bin"/><Relationship Id="rId26" Type="http://schemas.openxmlformats.org/officeDocument/2006/relationships/oleObject" Target="../embeddings/oleObject33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31.emf"/><Relationship Id="rId7" Type="http://schemas.openxmlformats.org/officeDocument/2006/relationships/image" Target="../media/image24.e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29.emf"/><Relationship Id="rId25" Type="http://schemas.openxmlformats.org/officeDocument/2006/relationships/image" Target="../media/image33.emf"/><Relationship Id="rId33" Type="http://schemas.openxmlformats.org/officeDocument/2006/relationships/image" Target="../media/image3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29" Type="http://schemas.openxmlformats.org/officeDocument/2006/relationships/image" Target="../media/image35.emf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6.emf"/><Relationship Id="rId24" Type="http://schemas.openxmlformats.org/officeDocument/2006/relationships/oleObject" Target="../embeddings/oleObject32.bin"/><Relationship Id="rId32" Type="http://schemas.openxmlformats.org/officeDocument/2006/relationships/oleObject" Target="../embeddings/oleObject36.bin"/><Relationship Id="rId5" Type="http://schemas.openxmlformats.org/officeDocument/2006/relationships/image" Target="../media/image23.emf"/><Relationship Id="rId15" Type="http://schemas.openxmlformats.org/officeDocument/2006/relationships/image" Target="../media/image28.emf"/><Relationship Id="rId23" Type="http://schemas.openxmlformats.org/officeDocument/2006/relationships/image" Target="../media/image32.emf"/><Relationship Id="rId28" Type="http://schemas.openxmlformats.org/officeDocument/2006/relationships/oleObject" Target="../embeddings/oleObject34.bin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30.emf"/><Relationship Id="rId31" Type="http://schemas.openxmlformats.org/officeDocument/2006/relationships/image" Target="../media/image36.e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5.emf"/><Relationship Id="rId14" Type="http://schemas.openxmlformats.org/officeDocument/2006/relationships/oleObject" Target="../embeddings/oleObject27.bin"/><Relationship Id="rId22" Type="http://schemas.openxmlformats.org/officeDocument/2006/relationships/oleObject" Target="../embeddings/oleObject31.bin"/><Relationship Id="rId27" Type="http://schemas.openxmlformats.org/officeDocument/2006/relationships/image" Target="../media/image34.emf"/><Relationship Id="rId30" Type="http://schemas.openxmlformats.org/officeDocument/2006/relationships/oleObject" Target="../embeddings/oleObject35.bin"/><Relationship Id="rId8" Type="http://schemas.openxmlformats.org/officeDocument/2006/relationships/oleObject" Target="../embeddings/oleObject2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42.e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39.emf"/><Relationship Id="rId12" Type="http://schemas.openxmlformats.org/officeDocument/2006/relationships/oleObject" Target="../embeddings/oleObject41.bin"/><Relationship Id="rId17" Type="http://schemas.openxmlformats.org/officeDocument/2006/relationships/image" Target="../media/image44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3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41.emf"/><Relationship Id="rId5" Type="http://schemas.openxmlformats.org/officeDocument/2006/relationships/image" Target="../media/image38.emf"/><Relationship Id="rId15" Type="http://schemas.openxmlformats.org/officeDocument/2006/relationships/image" Target="../media/image43.emf"/><Relationship Id="rId10" Type="http://schemas.openxmlformats.org/officeDocument/2006/relationships/oleObject" Target="../embeddings/oleObject40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40.emf"/><Relationship Id="rId14" Type="http://schemas.openxmlformats.org/officeDocument/2006/relationships/oleObject" Target="../embeddings/oleObject42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9.emf"/><Relationship Id="rId18" Type="http://schemas.openxmlformats.org/officeDocument/2006/relationships/oleObject" Target="../embeddings/oleObject51.bin"/><Relationship Id="rId26" Type="http://schemas.openxmlformats.org/officeDocument/2006/relationships/image" Target="../media/image61.wmf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53.emf"/><Relationship Id="rId34" Type="http://schemas.openxmlformats.org/officeDocument/2006/relationships/image" Target="../media/image59.emf"/><Relationship Id="rId7" Type="http://schemas.openxmlformats.org/officeDocument/2006/relationships/image" Target="../media/image46.emf"/><Relationship Id="rId12" Type="http://schemas.openxmlformats.org/officeDocument/2006/relationships/oleObject" Target="../embeddings/oleObject48.bin"/><Relationship Id="rId17" Type="http://schemas.openxmlformats.org/officeDocument/2006/relationships/image" Target="../media/image51.emf"/><Relationship Id="rId25" Type="http://schemas.openxmlformats.org/officeDocument/2006/relationships/image" Target="../media/image55.emf"/><Relationship Id="rId33" Type="http://schemas.openxmlformats.org/officeDocument/2006/relationships/oleObject" Target="../embeddings/oleObject5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0.bin"/><Relationship Id="rId20" Type="http://schemas.openxmlformats.org/officeDocument/2006/relationships/oleObject" Target="../embeddings/oleObject52.bin"/><Relationship Id="rId29" Type="http://schemas.openxmlformats.org/officeDocument/2006/relationships/oleObject" Target="../embeddings/oleObject56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48.emf"/><Relationship Id="rId24" Type="http://schemas.openxmlformats.org/officeDocument/2006/relationships/oleObject" Target="../embeddings/oleObject54.bin"/><Relationship Id="rId32" Type="http://schemas.openxmlformats.org/officeDocument/2006/relationships/image" Target="../media/image58.emf"/><Relationship Id="rId5" Type="http://schemas.openxmlformats.org/officeDocument/2006/relationships/image" Target="../media/image45.emf"/><Relationship Id="rId15" Type="http://schemas.openxmlformats.org/officeDocument/2006/relationships/image" Target="../media/image50.emf"/><Relationship Id="rId23" Type="http://schemas.openxmlformats.org/officeDocument/2006/relationships/image" Target="../media/image54.emf"/><Relationship Id="rId28" Type="http://schemas.openxmlformats.org/officeDocument/2006/relationships/image" Target="../media/image56.emf"/><Relationship Id="rId36" Type="http://schemas.openxmlformats.org/officeDocument/2006/relationships/image" Target="../media/image60.emf"/><Relationship Id="rId10" Type="http://schemas.openxmlformats.org/officeDocument/2006/relationships/oleObject" Target="../embeddings/oleObject47.bin"/><Relationship Id="rId19" Type="http://schemas.openxmlformats.org/officeDocument/2006/relationships/image" Target="../media/image52.emf"/><Relationship Id="rId31" Type="http://schemas.openxmlformats.org/officeDocument/2006/relationships/oleObject" Target="../embeddings/oleObject57.bin"/><Relationship Id="rId4" Type="http://schemas.openxmlformats.org/officeDocument/2006/relationships/oleObject" Target="../embeddings/oleObject44.bin"/><Relationship Id="rId9" Type="http://schemas.openxmlformats.org/officeDocument/2006/relationships/image" Target="../media/image47.emf"/><Relationship Id="rId14" Type="http://schemas.openxmlformats.org/officeDocument/2006/relationships/oleObject" Target="../embeddings/oleObject49.bin"/><Relationship Id="rId22" Type="http://schemas.openxmlformats.org/officeDocument/2006/relationships/oleObject" Target="../embeddings/oleObject53.bin"/><Relationship Id="rId27" Type="http://schemas.openxmlformats.org/officeDocument/2006/relationships/oleObject" Target="../embeddings/oleObject55.bin"/><Relationship Id="rId30" Type="http://schemas.openxmlformats.org/officeDocument/2006/relationships/image" Target="../media/image57.emf"/><Relationship Id="rId35" Type="http://schemas.openxmlformats.org/officeDocument/2006/relationships/oleObject" Target="../embeddings/oleObject59.bin"/><Relationship Id="rId8" Type="http://schemas.openxmlformats.org/officeDocument/2006/relationships/oleObject" Target="../embeddings/oleObject4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13" Type="http://schemas.openxmlformats.org/officeDocument/2006/relationships/oleObject" Target="../embeddings/oleObject65.bin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6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63.emf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0" Type="http://schemas.openxmlformats.org/officeDocument/2006/relationships/image" Target="../media/image65.emf"/><Relationship Id="rId4" Type="http://schemas.openxmlformats.org/officeDocument/2006/relationships/image" Target="../media/image62.emf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67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emf"/><Relationship Id="rId13" Type="http://schemas.openxmlformats.org/officeDocument/2006/relationships/oleObject" Target="../embeddings/oleObject71.bin"/><Relationship Id="rId18" Type="http://schemas.openxmlformats.org/officeDocument/2006/relationships/image" Target="../media/image75.emf"/><Relationship Id="rId26" Type="http://schemas.openxmlformats.org/officeDocument/2006/relationships/image" Target="../media/image79.emf"/><Relationship Id="rId3" Type="http://schemas.openxmlformats.org/officeDocument/2006/relationships/oleObject" Target="../embeddings/oleObject66.bin"/><Relationship Id="rId21" Type="http://schemas.openxmlformats.org/officeDocument/2006/relationships/oleObject" Target="../embeddings/oleObject75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72.emf"/><Relationship Id="rId17" Type="http://schemas.openxmlformats.org/officeDocument/2006/relationships/oleObject" Target="../embeddings/oleObject73.bin"/><Relationship Id="rId25" Type="http://schemas.openxmlformats.org/officeDocument/2006/relationships/oleObject" Target="../embeddings/oleObject7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4.emf"/><Relationship Id="rId20" Type="http://schemas.openxmlformats.org/officeDocument/2006/relationships/image" Target="../media/image76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69.emf"/><Relationship Id="rId11" Type="http://schemas.openxmlformats.org/officeDocument/2006/relationships/oleObject" Target="../embeddings/oleObject70.bin"/><Relationship Id="rId24" Type="http://schemas.openxmlformats.org/officeDocument/2006/relationships/image" Target="../media/image78.emf"/><Relationship Id="rId5" Type="http://schemas.openxmlformats.org/officeDocument/2006/relationships/oleObject" Target="../embeddings/oleObject67.bin"/><Relationship Id="rId15" Type="http://schemas.openxmlformats.org/officeDocument/2006/relationships/oleObject" Target="../embeddings/oleObject72.bin"/><Relationship Id="rId23" Type="http://schemas.openxmlformats.org/officeDocument/2006/relationships/oleObject" Target="../embeddings/oleObject76.bin"/><Relationship Id="rId28" Type="http://schemas.openxmlformats.org/officeDocument/2006/relationships/image" Target="../media/image80.emf"/><Relationship Id="rId10" Type="http://schemas.openxmlformats.org/officeDocument/2006/relationships/image" Target="../media/image71.emf"/><Relationship Id="rId19" Type="http://schemas.openxmlformats.org/officeDocument/2006/relationships/oleObject" Target="../embeddings/oleObject74.bin"/><Relationship Id="rId4" Type="http://schemas.openxmlformats.org/officeDocument/2006/relationships/image" Target="../media/image68.e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73.emf"/><Relationship Id="rId22" Type="http://schemas.openxmlformats.org/officeDocument/2006/relationships/image" Target="../media/image77.emf"/><Relationship Id="rId27" Type="http://schemas.openxmlformats.org/officeDocument/2006/relationships/oleObject" Target="../embeddings/oleObject78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13" Type="http://schemas.openxmlformats.org/officeDocument/2006/relationships/oleObject" Target="../embeddings/oleObject84.bin"/><Relationship Id="rId18" Type="http://schemas.openxmlformats.org/officeDocument/2006/relationships/image" Target="../media/image88.emf"/><Relationship Id="rId26" Type="http://schemas.openxmlformats.org/officeDocument/2006/relationships/image" Target="../media/image92.emf"/><Relationship Id="rId3" Type="http://schemas.openxmlformats.org/officeDocument/2006/relationships/oleObject" Target="../embeddings/oleObject79.bin"/><Relationship Id="rId21" Type="http://schemas.openxmlformats.org/officeDocument/2006/relationships/oleObject" Target="../embeddings/oleObject88.bin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85.emf"/><Relationship Id="rId17" Type="http://schemas.openxmlformats.org/officeDocument/2006/relationships/oleObject" Target="../embeddings/oleObject86.bin"/><Relationship Id="rId25" Type="http://schemas.openxmlformats.org/officeDocument/2006/relationships/oleObject" Target="../embeddings/oleObject9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7.emf"/><Relationship Id="rId20" Type="http://schemas.openxmlformats.org/officeDocument/2006/relationships/image" Target="../media/image89.emf"/><Relationship Id="rId29" Type="http://schemas.openxmlformats.org/officeDocument/2006/relationships/oleObject" Target="../embeddings/oleObject92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82.emf"/><Relationship Id="rId11" Type="http://schemas.openxmlformats.org/officeDocument/2006/relationships/oleObject" Target="../embeddings/oleObject83.bin"/><Relationship Id="rId24" Type="http://schemas.openxmlformats.org/officeDocument/2006/relationships/image" Target="../media/image91.emf"/><Relationship Id="rId5" Type="http://schemas.openxmlformats.org/officeDocument/2006/relationships/oleObject" Target="../embeddings/oleObject80.bin"/><Relationship Id="rId15" Type="http://schemas.openxmlformats.org/officeDocument/2006/relationships/oleObject" Target="../embeddings/oleObject85.bin"/><Relationship Id="rId23" Type="http://schemas.openxmlformats.org/officeDocument/2006/relationships/oleObject" Target="../embeddings/oleObject89.bin"/><Relationship Id="rId28" Type="http://schemas.openxmlformats.org/officeDocument/2006/relationships/image" Target="../media/image93.emf"/><Relationship Id="rId10" Type="http://schemas.openxmlformats.org/officeDocument/2006/relationships/image" Target="../media/image84.emf"/><Relationship Id="rId19" Type="http://schemas.openxmlformats.org/officeDocument/2006/relationships/oleObject" Target="../embeddings/oleObject87.bin"/><Relationship Id="rId4" Type="http://schemas.openxmlformats.org/officeDocument/2006/relationships/image" Target="../media/image81.emf"/><Relationship Id="rId9" Type="http://schemas.openxmlformats.org/officeDocument/2006/relationships/oleObject" Target="../embeddings/oleObject82.bin"/><Relationship Id="rId14" Type="http://schemas.openxmlformats.org/officeDocument/2006/relationships/image" Target="../media/image86.emf"/><Relationship Id="rId22" Type="http://schemas.openxmlformats.org/officeDocument/2006/relationships/image" Target="../media/image90.emf"/><Relationship Id="rId27" Type="http://schemas.openxmlformats.org/officeDocument/2006/relationships/oleObject" Target="../embeddings/oleObject91.bin"/><Relationship Id="rId30" Type="http://schemas.openxmlformats.org/officeDocument/2006/relationships/image" Target="../media/image9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95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emf"/><Relationship Id="rId13" Type="http://schemas.openxmlformats.org/officeDocument/2006/relationships/oleObject" Target="../embeddings/oleObject98.bin"/><Relationship Id="rId3" Type="http://schemas.openxmlformats.org/officeDocument/2006/relationships/oleObject" Target="../embeddings/oleObject93.bin"/><Relationship Id="rId7" Type="http://schemas.openxmlformats.org/officeDocument/2006/relationships/oleObject" Target="../embeddings/oleObject95.bin"/><Relationship Id="rId12" Type="http://schemas.openxmlformats.org/officeDocument/2006/relationships/image" Target="../media/image10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97.emf"/><Relationship Id="rId11" Type="http://schemas.openxmlformats.org/officeDocument/2006/relationships/oleObject" Target="../embeddings/oleObject97.bin"/><Relationship Id="rId5" Type="http://schemas.openxmlformats.org/officeDocument/2006/relationships/oleObject" Target="../embeddings/oleObject94.bin"/><Relationship Id="rId10" Type="http://schemas.openxmlformats.org/officeDocument/2006/relationships/image" Target="../media/image99.emf"/><Relationship Id="rId4" Type="http://schemas.openxmlformats.org/officeDocument/2006/relationships/image" Target="../media/image96.emf"/><Relationship Id="rId9" Type="http://schemas.openxmlformats.org/officeDocument/2006/relationships/oleObject" Target="../embeddings/oleObject96.bin"/><Relationship Id="rId14" Type="http://schemas.openxmlformats.org/officeDocument/2006/relationships/image" Target="../media/image101.emf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4.bin"/><Relationship Id="rId18" Type="http://schemas.openxmlformats.org/officeDocument/2006/relationships/image" Target="../media/image109.emf"/><Relationship Id="rId26" Type="http://schemas.openxmlformats.org/officeDocument/2006/relationships/image" Target="../media/image113.emf"/><Relationship Id="rId39" Type="http://schemas.openxmlformats.org/officeDocument/2006/relationships/oleObject" Target="../embeddings/oleObject117.bin"/><Relationship Id="rId21" Type="http://schemas.openxmlformats.org/officeDocument/2006/relationships/oleObject" Target="../embeddings/oleObject108.bin"/><Relationship Id="rId34" Type="http://schemas.openxmlformats.org/officeDocument/2006/relationships/image" Target="../media/image117.emf"/><Relationship Id="rId42" Type="http://schemas.openxmlformats.org/officeDocument/2006/relationships/image" Target="../media/image121.emf"/><Relationship Id="rId7" Type="http://schemas.openxmlformats.org/officeDocument/2006/relationships/oleObject" Target="../embeddings/oleObject10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8.emf"/><Relationship Id="rId20" Type="http://schemas.openxmlformats.org/officeDocument/2006/relationships/image" Target="../media/image110.emf"/><Relationship Id="rId29" Type="http://schemas.openxmlformats.org/officeDocument/2006/relationships/oleObject" Target="../embeddings/oleObject112.bin"/><Relationship Id="rId41" Type="http://schemas.openxmlformats.org/officeDocument/2006/relationships/oleObject" Target="../embeddings/oleObject118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03.emf"/><Relationship Id="rId11" Type="http://schemas.openxmlformats.org/officeDocument/2006/relationships/oleObject" Target="../embeddings/oleObject103.bin"/><Relationship Id="rId24" Type="http://schemas.openxmlformats.org/officeDocument/2006/relationships/image" Target="../media/image112.emf"/><Relationship Id="rId32" Type="http://schemas.openxmlformats.org/officeDocument/2006/relationships/image" Target="../media/image116.emf"/><Relationship Id="rId37" Type="http://schemas.openxmlformats.org/officeDocument/2006/relationships/oleObject" Target="../embeddings/oleObject116.bin"/><Relationship Id="rId40" Type="http://schemas.openxmlformats.org/officeDocument/2006/relationships/image" Target="../media/image120.emf"/><Relationship Id="rId5" Type="http://schemas.openxmlformats.org/officeDocument/2006/relationships/oleObject" Target="../embeddings/oleObject100.bin"/><Relationship Id="rId15" Type="http://schemas.openxmlformats.org/officeDocument/2006/relationships/oleObject" Target="../embeddings/oleObject105.bin"/><Relationship Id="rId23" Type="http://schemas.openxmlformats.org/officeDocument/2006/relationships/oleObject" Target="../embeddings/oleObject109.bin"/><Relationship Id="rId28" Type="http://schemas.openxmlformats.org/officeDocument/2006/relationships/image" Target="../media/image114.emf"/><Relationship Id="rId36" Type="http://schemas.openxmlformats.org/officeDocument/2006/relationships/image" Target="../media/image118.emf"/><Relationship Id="rId10" Type="http://schemas.openxmlformats.org/officeDocument/2006/relationships/image" Target="../media/image105.emf"/><Relationship Id="rId19" Type="http://schemas.openxmlformats.org/officeDocument/2006/relationships/oleObject" Target="../embeddings/oleObject107.bin"/><Relationship Id="rId31" Type="http://schemas.openxmlformats.org/officeDocument/2006/relationships/oleObject" Target="../embeddings/oleObject113.bin"/><Relationship Id="rId44" Type="http://schemas.openxmlformats.org/officeDocument/2006/relationships/image" Target="../media/image122.emf"/><Relationship Id="rId4" Type="http://schemas.openxmlformats.org/officeDocument/2006/relationships/image" Target="../media/image102.emf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107.emf"/><Relationship Id="rId22" Type="http://schemas.openxmlformats.org/officeDocument/2006/relationships/image" Target="../media/image111.emf"/><Relationship Id="rId27" Type="http://schemas.openxmlformats.org/officeDocument/2006/relationships/oleObject" Target="../embeddings/oleObject111.bin"/><Relationship Id="rId30" Type="http://schemas.openxmlformats.org/officeDocument/2006/relationships/image" Target="../media/image115.emf"/><Relationship Id="rId35" Type="http://schemas.openxmlformats.org/officeDocument/2006/relationships/oleObject" Target="../embeddings/oleObject115.bin"/><Relationship Id="rId43" Type="http://schemas.openxmlformats.org/officeDocument/2006/relationships/oleObject" Target="../embeddings/oleObject119.bin"/><Relationship Id="rId8" Type="http://schemas.openxmlformats.org/officeDocument/2006/relationships/image" Target="../media/image104.emf"/><Relationship Id="rId3" Type="http://schemas.openxmlformats.org/officeDocument/2006/relationships/oleObject" Target="../embeddings/oleObject99.bin"/><Relationship Id="rId12" Type="http://schemas.openxmlformats.org/officeDocument/2006/relationships/image" Target="../media/image106.emf"/><Relationship Id="rId17" Type="http://schemas.openxmlformats.org/officeDocument/2006/relationships/oleObject" Target="../embeddings/oleObject106.bin"/><Relationship Id="rId25" Type="http://schemas.openxmlformats.org/officeDocument/2006/relationships/oleObject" Target="../embeddings/oleObject110.bin"/><Relationship Id="rId33" Type="http://schemas.openxmlformats.org/officeDocument/2006/relationships/oleObject" Target="../embeddings/oleObject114.bin"/><Relationship Id="rId38" Type="http://schemas.openxmlformats.org/officeDocument/2006/relationships/image" Target="../media/image119.emf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5.bin"/><Relationship Id="rId18" Type="http://schemas.openxmlformats.org/officeDocument/2006/relationships/image" Target="../media/image130.emf"/><Relationship Id="rId26" Type="http://schemas.openxmlformats.org/officeDocument/2006/relationships/image" Target="../media/image134.emf"/><Relationship Id="rId39" Type="http://schemas.openxmlformats.org/officeDocument/2006/relationships/oleObject" Target="../embeddings/oleObject138.bin"/><Relationship Id="rId21" Type="http://schemas.openxmlformats.org/officeDocument/2006/relationships/oleObject" Target="../embeddings/oleObject129.bin"/><Relationship Id="rId34" Type="http://schemas.openxmlformats.org/officeDocument/2006/relationships/image" Target="../media/image138.emf"/><Relationship Id="rId42" Type="http://schemas.openxmlformats.org/officeDocument/2006/relationships/image" Target="../media/image142.emf"/><Relationship Id="rId47" Type="http://schemas.openxmlformats.org/officeDocument/2006/relationships/oleObject" Target="../embeddings/oleObject142.bin"/><Relationship Id="rId50" Type="http://schemas.openxmlformats.org/officeDocument/2006/relationships/image" Target="../media/image146.emf"/><Relationship Id="rId55" Type="http://schemas.openxmlformats.org/officeDocument/2006/relationships/oleObject" Target="../embeddings/oleObject146.bin"/><Relationship Id="rId7" Type="http://schemas.openxmlformats.org/officeDocument/2006/relationships/oleObject" Target="../embeddings/oleObject1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9.emf"/><Relationship Id="rId29" Type="http://schemas.openxmlformats.org/officeDocument/2006/relationships/oleObject" Target="../embeddings/oleObject133.bin"/><Relationship Id="rId11" Type="http://schemas.openxmlformats.org/officeDocument/2006/relationships/oleObject" Target="../embeddings/oleObject124.bin"/><Relationship Id="rId24" Type="http://schemas.openxmlformats.org/officeDocument/2006/relationships/image" Target="../media/image133.emf"/><Relationship Id="rId32" Type="http://schemas.openxmlformats.org/officeDocument/2006/relationships/image" Target="../media/image137.emf"/><Relationship Id="rId37" Type="http://schemas.openxmlformats.org/officeDocument/2006/relationships/oleObject" Target="../embeddings/oleObject137.bin"/><Relationship Id="rId40" Type="http://schemas.openxmlformats.org/officeDocument/2006/relationships/image" Target="../media/image141.emf"/><Relationship Id="rId45" Type="http://schemas.openxmlformats.org/officeDocument/2006/relationships/oleObject" Target="../embeddings/oleObject141.bin"/><Relationship Id="rId53" Type="http://schemas.openxmlformats.org/officeDocument/2006/relationships/oleObject" Target="../embeddings/oleObject145.bin"/><Relationship Id="rId58" Type="http://schemas.openxmlformats.org/officeDocument/2006/relationships/image" Target="../media/image150.emf"/><Relationship Id="rId5" Type="http://schemas.openxmlformats.org/officeDocument/2006/relationships/oleObject" Target="../embeddings/oleObject121.bin"/><Relationship Id="rId19" Type="http://schemas.openxmlformats.org/officeDocument/2006/relationships/oleObject" Target="../embeddings/oleObject128.bin"/><Relationship Id="rId4" Type="http://schemas.openxmlformats.org/officeDocument/2006/relationships/image" Target="../media/image123.e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128.emf"/><Relationship Id="rId22" Type="http://schemas.openxmlformats.org/officeDocument/2006/relationships/image" Target="../media/image132.emf"/><Relationship Id="rId27" Type="http://schemas.openxmlformats.org/officeDocument/2006/relationships/oleObject" Target="../embeddings/oleObject132.bin"/><Relationship Id="rId30" Type="http://schemas.openxmlformats.org/officeDocument/2006/relationships/image" Target="../media/image136.emf"/><Relationship Id="rId35" Type="http://schemas.openxmlformats.org/officeDocument/2006/relationships/oleObject" Target="../embeddings/oleObject136.bin"/><Relationship Id="rId43" Type="http://schemas.openxmlformats.org/officeDocument/2006/relationships/oleObject" Target="../embeddings/oleObject140.bin"/><Relationship Id="rId48" Type="http://schemas.openxmlformats.org/officeDocument/2006/relationships/image" Target="../media/image145.emf"/><Relationship Id="rId56" Type="http://schemas.openxmlformats.org/officeDocument/2006/relationships/image" Target="../media/image149.emf"/><Relationship Id="rId8" Type="http://schemas.openxmlformats.org/officeDocument/2006/relationships/image" Target="../media/image125.emf"/><Relationship Id="rId51" Type="http://schemas.openxmlformats.org/officeDocument/2006/relationships/oleObject" Target="../embeddings/oleObject144.bin"/><Relationship Id="rId3" Type="http://schemas.openxmlformats.org/officeDocument/2006/relationships/oleObject" Target="../embeddings/oleObject120.bin"/><Relationship Id="rId12" Type="http://schemas.openxmlformats.org/officeDocument/2006/relationships/image" Target="../media/image127.emf"/><Relationship Id="rId17" Type="http://schemas.openxmlformats.org/officeDocument/2006/relationships/oleObject" Target="../embeddings/oleObject127.bin"/><Relationship Id="rId25" Type="http://schemas.openxmlformats.org/officeDocument/2006/relationships/oleObject" Target="../embeddings/oleObject131.bin"/><Relationship Id="rId33" Type="http://schemas.openxmlformats.org/officeDocument/2006/relationships/oleObject" Target="../embeddings/oleObject135.bin"/><Relationship Id="rId38" Type="http://schemas.openxmlformats.org/officeDocument/2006/relationships/image" Target="../media/image140.emf"/><Relationship Id="rId46" Type="http://schemas.openxmlformats.org/officeDocument/2006/relationships/image" Target="../media/image144.emf"/><Relationship Id="rId59" Type="http://schemas.openxmlformats.org/officeDocument/2006/relationships/oleObject" Target="../embeddings/oleObject148.bin"/><Relationship Id="rId20" Type="http://schemas.openxmlformats.org/officeDocument/2006/relationships/image" Target="../media/image131.emf"/><Relationship Id="rId41" Type="http://schemas.openxmlformats.org/officeDocument/2006/relationships/oleObject" Target="../embeddings/oleObject139.bin"/><Relationship Id="rId54" Type="http://schemas.openxmlformats.org/officeDocument/2006/relationships/image" Target="../media/image148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24.emf"/><Relationship Id="rId15" Type="http://schemas.openxmlformats.org/officeDocument/2006/relationships/oleObject" Target="../embeddings/oleObject126.bin"/><Relationship Id="rId23" Type="http://schemas.openxmlformats.org/officeDocument/2006/relationships/oleObject" Target="../embeddings/oleObject130.bin"/><Relationship Id="rId28" Type="http://schemas.openxmlformats.org/officeDocument/2006/relationships/image" Target="../media/image135.emf"/><Relationship Id="rId36" Type="http://schemas.openxmlformats.org/officeDocument/2006/relationships/image" Target="../media/image139.emf"/><Relationship Id="rId49" Type="http://schemas.openxmlformats.org/officeDocument/2006/relationships/oleObject" Target="../embeddings/oleObject143.bin"/><Relationship Id="rId57" Type="http://schemas.openxmlformats.org/officeDocument/2006/relationships/oleObject" Target="../embeddings/oleObject147.bin"/><Relationship Id="rId10" Type="http://schemas.openxmlformats.org/officeDocument/2006/relationships/image" Target="../media/image126.emf"/><Relationship Id="rId31" Type="http://schemas.openxmlformats.org/officeDocument/2006/relationships/oleObject" Target="../embeddings/oleObject134.bin"/><Relationship Id="rId44" Type="http://schemas.openxmlformats.org/officeDocument/2006/relationships/image" Target="../media/image143.emf"/><Relationship Id="rId52" Type="http://schemas.openxmlformats.org/officeDocument/2006/relationships/image" Target="../media/image147.emf"/><Relationship Id="rId60" Type="http://schemas.openxmlformats.org/officeDocument/2006/relationships/image" Target="../media/image151.emf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53.bin"/><Relationship Id="rId18" Type="http://schemas.openxmlformats.org/officeDocument/2006/relationships/image" Target="../media/image158.emf"/><Relationship Id="rId26" Type="http://schemas.openxmlformats.org/officeDocument/2006/relationships/image" Target="../media/image162.emf"/><Relationship Id="rId39" Type="http://schemas.openxmlformats.org/officeDocument/2006/relationships/oleObject" Target="../embeddings/oleObject166.bin"/><Relationship Id="rId21" Type="http://schemas.openxmlformats.org/officeDocument/2006/relationships/oleObject" Target="../embeddings/oleObject157.bin"/><Relationship Id="rId34" Type="http://schemas.openxmlformats.org/officeDocument/2006/relationships/image" Target="../media/image166.emf"/><Relationship Id="rId42" Type="http://schemas.openxmlformats.org/officeDocument/2006/relationships/image" Target="../media/image170.emf"/><Relationship Id="rId47" Type="http://schemas.openxmlformats.org/officeDocument/2006/relationships/oleObject" Target="../embeddings/oleObject170.bin"/><Relationship Id="rId50" Type="http://schemas.openxmlformats.org/officeDocument/2006/relationships/image" Target="../media/image174.emf"/><Relationship Id="rId7" Type="http://schemas.openxmlformats.org/officeDocument/2006/relationships/oleObject" Target="../embeddings/oleObject15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7.emf"/><Relationship Id="rId29" Type="http://schemas.openxmlformats.org/officeDocument/2006/relationships/oleObject" Target="../embeddings/oleObject161.bin"/><Relationship Id="rId11" Type="http://schemas.openxmlformats.org/officeDocument/2006/relationships/oleObject" Target="../embeddings/oleObject152.bin"/><Relationship Id="rId24" Type="http://schemas.openxmlformats.org/officeDocument/2006/relationships/image" Target="../media/image161.emf"/><Relationship Id="rId32" Type="http://schemas.openxmlformats.org/officeDocument/2006/relationships/image" Target="../media/image165.emf"/><Relationship Id="rId37" Type="http://schemas.openxmlformats.org/officeDocument/2006/relationships/oleObject" Target="../embeddings/oleObject165.bin"/><Relationship Id="rId40" Type="http://schemas.openxmlformats.org/officeDocument/2006/relationships/image" Target="../media/image169.emf"/><Relationship Id="rId45" Type="http://schemas.openxmlformats.org/officeDocument/2006/relationships/oleObject" Target="../embeddings/oleObject169.bin"/><Relationship Id="rId53" Type="http://schemas.openxmlformats.org/officeDocument/2006/relationships/oleObject" Target="../embeddings/oleObject173.bin"/><Relationship Id="rId5" Type="http://schemas.openxmlformats.org/officeDocument/2006/relationships/image" Target="../media/image177.png"/><Relationship Id="rId10" Type="http://schemas.openxmlformats.org/officeDocument/2006/relationships/image" Target="../media/image154.emf"/><Relationship Id="rId19" Type="http://schemas.openxmlformats.org/officeDocument/2006/relationships/oleObject" Target="../embeddings/oleObject156.bin"/><Relationship Id="rId31" Type="http://schemas.openxmlformats.org/officeDocument/2006/relationships/oleObject" Target="../embeddings/oleObject162.bin"/><Relationship Id="rId44" Type="http://schemas.openxmlformats.org/officeDocument/2006/relationships/image" Target="../media/image171.emf"/><Relationship Id="rId52" Type="http://schemas.openxmlformats.org/officeDocument/2006/relationships/image" Target="../media/image175.emf"/><Relationship Id="rId4" Type="http://schemas.openxmlformats.org/officeDocument/2006/relationships/image" Target="../media/image152.emf"/><Relationship Id="rId9" Type="http://schemas.openxmlformats.org/officeDocument/2006/relationships/oleObject" Target="../embeddings/oleObject151.bin"/><Relationship Id="rId14" Type="http://schemas.openxmlformats.org/officeDocument/2006/relationships/image" Target="../media/image156.emf"/><Relationship Id="rId22" Type="http://schemas.openxmlformats.org/officeDocument/2006/relationships/image" Target="../media/image160.emf"/><Relationship Id="rId27" Type="http://schemas.openxmlformats.org/officeDocument/2006/relationships/oleObject" Target="../embeddings/oleObject160.bin"/><Relationship Id="rId30" Type="http://schemas.openxmlformats.org/officeDocument/2006/relationships/image" Target="../media/image164.emf"/><Relationship Id="rId35" Type="http://schemas.openxmlformats.org/officeDocument/2006/relationships/oleObject" Target="../embeddings/oleObject164.bin"/><Relationship Id="rId43" Type="http://schemas.openxmlformats.org/officeDocument/2006/relationships/oleObject" Target="../embeddings/oleObject168.bin"/><Relationship Id="rId48" Type="http://schemas.openxmlformats.org/officeDocument/2006/relationships/image" Target="../media/image173.emf"/><Relationship Id="rId8" Type="http://schemas.openxmlformats.org/officeDocument/2006/relationships/image" Target="../media/image153.emf"/><Relationship Id="rId51" Type="http://schemas.openxmlformats.org/officeDocument/2006/relationships/oleObject" Target="../embeddings/oleObject172.bin"/><Relationship Id="rId3" Type="http://schemas.openxmlformats.org/officeDocument/2006/relationships/oleObject" Target="../embeddings/oleObject149.bin"/><Relationship Id="rId12" Type="http://schemas.openxmlformats.org/officeDocument/2006/relationships/image" Target="../media/image155.emf"/><Relationship Id="rId17" Type="http://schemas.openxmlformats.org/officeDocument/2006/relationships/oleObject" Target="../embeddings/oleObject155.bin"/><Relationship Id="rId25" Type="http://schemas.openxmlformats.org/officeDocument/2006/relationships/oleObject" Target="../embeddings/oleObject159.bin"/><Relationship Id="rId33" Type="http://schemas.openxmlformats.org/officeDocument/2006/relationships/oleObject" Target="../embeddings/oleObject163.bin"/><Relationship Id="rId38" Type="http://schemas.openxmlformats.org/officeDocument/2006/relationships/image" Target="../media/image168.emf"/><Relationship Id="rId46" Type="http://schemas.openxmlformats.org/officeDocument/2006/relationships/image" Target="../media/image172.emf"/><Relationship Id="rId20" Type="http://schemas.openxmlformats.org/officeDocument/2006/relationships/image" Target="../media/image159.emf"/><Relationship Id="rId41" Type="http://schemas.openxmlformats.org/officeDocument/2006/relationships/oleObject" Target="../embeddings/oleObject167.bin"/><Relationship Id="rId54" Type="http://schemas.openxmlformats.org/officeDocument/2006/relationships/image" Target="../media/image176.e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78.png"/><Relationship Id="rId15" Type="http://schemas.openxmlformats.org/officeDocument/2006/relationships/oleObject" Target="../embeddings/oleObject154.bin"/><Relationship Id="rId23" Type="http://schemas.openxmlformats.org/officeDocument/2006/relationships/oleObject" Target="../embeddings/oleObject158.bin"/><Relationship Id="rId28" Type="http://schemas.openxmlformats.org/officeDocument/2006/relationships/image" Target="../media/image163.emf"/><Relationship Id="rId36" Type="http://schemas.openxmlformats.org/officeDocument/2006/relationships/image" Target="../media/image167.emf"/><Relationship Id="rId49" Type="http://schemas.openxmlformats.org/officeDocument/2006/relationships/oleObject" Target="../embeddings/oleObject171.bin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90.emf"/><Relationship Id="rId21" Type="http://schemas.openxmlformats.org/officeDocument/2006/relationships/oleObject" Target="../embeddings/oleObject183.bin"/><Relationship Id="rId42" Type="http://schemas.openxmlformats.org/officeDocument/2006/relationships/image" Target="../media/image198.emf"/><Relationship Id="rId47" Type="http://schemas.openxmlformats.org/officeDocument/2006/relationships/oleObject" Target="../embeddings/oleObject196.bin"/><Relationship Id="rId63" Type="http://schemas.openxmlformats.org/officeDocument/2006/relationships/oleObject" Target="../embeddings/oleObject204.bin"/><Relationship Id="rId68" Type="http://schemas.openxmlformats.org/officeDocument/2006/relationships/image" Target="../media/image211.emf"/><Relationship Id="rId84" Type="http://schemas.openxmlformats.org/officeDocument/2006/relationships/image" Target="../media/image219.emf"/><Relationship Id="rId89" Type="http://schemas.openxmlformats.org/officeDocument/2006/relationships/oleObject" Target="../embeddings/oleObject217.bin"/><Relationship Id="rId16" Type="http://schemas.openxmlformats.org/officeDocument/2006/relationships/image" Target="../media/image185.emf"/><Relationship Id="rId11" Type="http://schemas.openxmlformats.org/officeDocument/2006/relationships/oleObject" Target="../embeddings/oleObject178.bin"/><Relationship Id="rId32" Type="http://schemas.openxmlformats.org/officeDocument/2006/relationships/image" Target="../media/image193.emf"/><Relationship Id="rId37" Type="http://schemas.openxmlformats.org/officeDocument/2006/relationships/oleObject" Target="../embeddings/oleObject191.bin"/><Relationship Id="rId53" Type="http://schemas.openxmlformats.org/officeDocument/2006/relationships/oleObject" Target="../embeddings/oleObject199.bin"/><Relationship Id="rId58" Type="http://schemas.openxmlformats.org/officeDocument/2006/relationships/image" Target="../media/image206.emf"/><Relationship Id="rId74" Type="http://schemas.openxmlformats.org/officeDocument/2006/relationships/image" Target="../media/image214.emf"/><Relationship Id="rId79" Type="http://schemas.openxmlformats.org/officeDocument/2006/relationships/oleObject" Target="../embeddings/oleObject212.bin"/><Relationship Id="rId102" Type="http://schemas.openxmlformats.org/officeDocument/2006/relationships/image" Target="../media/image228.emf"/><Relationship Id="rId5" Type="http://schemas.openxmlformats.org/officeDocument/2006/relationships/oleObject" Target="../embeddings/oleObject175.bin"/><Relationship Id="rId90" Type="http://schemas.openxmlformats.org/officeDocument/2006/relationships/image" Target="../media/image222.emf"/><Relationship Id="rId95" Type="http://schemas.openxmlformats.org/officeDocument/2006/relationships/oleObject" Target="../embeddings/oleObject220.bin"/><Relationship Id="rId22" Type="http://schemas.openxmlformats.org/officeDocument/2006/relationships/image" Target="../media/image188.emf"/><Relationship Id="rId27" Type="http://schemas.openxmlformats.org/officeDocument/2006/relationships/oleObject" Target="../embeddings/oleObject186.bin"/><Relationship Id="rId43" Type="http://schemas.openxmlformats.org/officeDocument/2006/relationships/oleObject" Target="../embeddings/oleObject194.bin"/><Relationship Id="rId48" Type="http://schemas.openxmlformats.org/officeDocument/2006/relationships/image" Target="../media/image201.emf"/><Relationship Id="rId64" Type="http://schemas.openxmlformats.org/officeDocument/2006/relationships/image" Target="../media/image209.emf"/><Relationship Id="rId69" Type="http://schemas.openxmlformats.org/officeDocument/2006/relationships/oleObject" Target="../embeddings/oleObject207.bin"/><Relationship Id="rId80" Type="http://schemas.openxmlformats.org/officeDocument/2006/relationships/image" Target="../media/image217.emf"/><Relationship Id="rId85" Type="http://schemas.openxmlformats.org/officeDocument/2006/relationships/oleObject" Target="../embeddings/oleObject215.bin"/><Relationship Id="rId12" Type="http://schemas.openxmlformats.org/officeDocument/2006/relationships/image" Target="../media/image183.emf"/><Relationship Id="rId17" Type="http://schemas.openxmlformats.org/officeDocument/2006/relationships/oleObject" Target="../embeddings/oleObject181.bin"/><Relationship Id="rId33" Type="http://schemas.openxmlformats.org/officeDocument/2006/relationships/oleObject" Target="../embeddings/oleObject189.bin"/><Relationship Id="rId38" Type="http://schemas.openxmlformats.org/officeDocument/2006/relationships/image" Target="../media/image196.emf"/><Relationship Id="rId59" Type="http://schemas.openxmlformats.org/officeDocument/2006/relationships/oleObject" Target="../embeddings/oleObject202.bin"/><Relationship Id="rId103" Type="http://schemas.openxmlformats.org/officeDocument/2006/relationships/oleObject" Target="../embeddings/oleObject224.bin"/><Relationship Id="rId20" Type="http://schemas.openxmlformats.org/officeDocument/2006/relationships/image" Target="../media/image187.emf"/><Relationship Id="rId41" Type="http://schemas.openxmlformats.org/officeDocument/2006/relationships/oleObject" Target="../embeddings/oleObject193.bin"/><Relationship Id="rId54" Type="http://schemas.openxmlformats.org/officeDocument/2006/relationships/image" Target="../media/image204.emf"/><Relationship Id="rId62" Type="http://schemas.openxmlformats.org/officeDocument/2006/relationships/image" Target="../media/image208.emf"/><Relationship Id="rId70" Type="http://schemas.openxmlformats.org/officeDocument/2006/relationships/image" Target="../media/image212.emf"/><Relationship Id="rId75" Type="http://schemas.openxmlformats.org/officeDocument/2006/relationships/oleObject" Target="../embeddings/oleObject210.bin"/><Relationship Id="rId83" Type="http://schemas.openxmlformats.org/officeDocument/2006/relationships/oleObject" Target="../embeddings/oleObject214.bin"/><Relationship Id="rId88" Type="http://schemas.openxmlformats.org/officeDocument/2006/relationships/image" Target="../media/image221.emf"/><Relationship Id="rId91" Type="http://schemas.openxmlformats.org/officeDocument/2006/relationships/oleObject" Target="../embeddings/oleObject218.bin"/><Relationship Id="rId96" Type="http://schemas.openxmlformats.org/officeDocument/2006/relationships/image" Target="../media/image225.e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80.emf"/><Relationship Id="rId15" Type="http://schemas.openxmlformats.org/officeDocument/2006/relationships/oleObject" Target="../embeddings/oleObject180.bin"/><Relationship Id="rId23" Type="http://schemas.openxmlformats.org/officeDocument/2006/relationships/oleObject" Target="../embeddings/oleObject184.bin"/><Relationship Id="rId28" Type="http://schemas.openxmlformats.org/officeDocument/2006/relationships/image" Target="../media/image191.emf"/><Relationship Id="rId36" Type="http://schemas.openxmlformats.org/officeDocument/2006/relationships/image" Target="../media/image195.emf"/><Relationship Id="rId49" Type="http://schemas.openxmlformats.org/officeDocument/2006/relationships/oleObject" Target="../embeddings/oleObject197.bin"/><Relationship Id="rId57" Type="http://schemas.openxmlformats.org/officeDocument/2006/relationships/oleObject" Target="../embeddings/oleObject201.bin"/><Relationship Id="rId106" Type="http://schemas.openxmlformats.org/officeDocument/2006/relationships/image" Target="../media/image230.emf"/><Relationship Id="rId10" Type="http://schemas.openxmlformats.org/officeDocument/2006/relationships/image" Target="../media/image182.emf"/><Relationship Id="rId31" Type="http://schemas.openxmlformats.org/officeDocument/2006/relationships/oleObject" Target="../embeddings/oleObject188.bin"/><Relationship Id="rId44" Type="http://schemas.openxmlformats.org/officeDocument/2006/relationships/image" Target="../media/image199.emf"/><Relationship Id="rId52" Type="http://schemas.openxmlformats.org/officeDocument/2006/relationships/image" Target="../media/image203.emf"/><Relationship Id="rId60" Type="http://schemas.openxmlformats.org/officeDocument/2006/relationships/image" Target="../media/image207.emf"/><Relationship Id="rId65" Type="http://schemas.openxmlformats.org/officeDocument/2006/relationships/oleObject" Target="../embeddings/oleObject205.bin"/><Relationship Id="rId73" Type="http://schemas.openxmlformats.org/officeDocument/2006/relationships/oleObject" Target="../embeddings/oleObject209.bin"/><Relationship Id="rId78" Type="http://schemas.openxmlformats.org/officeDocument/2006/relationships/image" Target="../media/image216.emf"/><Relationship Id="rId81" Type="http://schemas.openxmlformats.org/officeDocument/2006/relationships/oleObject" Target="../embeddings/oleObject213.bin"/><Relationship Id="rId86" Type="http://schemas.openxmlformats.org/officeDocument/2006/relationships/image" Target="../media/image220.emf"/><Relationship Id="rId94" Type="http://schemas.openxmlformats.org/officeDocument/2006/relationships/image" Target="../media/image224.emf"/><Relationship Id="rId99" Type="http://schemas.openxmlformats.org/officeDocument/2006/relationships/oleObject" Target="../embeddings/oleObject222.bin"/><Relationship Id="rId101" Type="http://schemas.openxmlformats.org/officeDocument/2006/relationships/oleObject" Target="../embeddings/oleObject223.bin"/><Relationship Id="rId4" Type="http://schemas.openxmlformats.org/officeDocument/2006/relationships/image" Target="../media/image179.emf"/><Relationship Id="rId9" Type="http://schemas.openxmlformats.org/officeDocument/2006/relationships/oleObject" Target="../embeddings/oleObject177.bin"/><Relationship Id="rId13" Type="http://schemas.openxmlformats.org/officeDocument/2006/relationships/oleObject" Target="../embeddings/oleObject179.bin"/><Relationship Id="rId18" Type="http://schemas.openxmlformats.org/officeDocument/2006/relationships/image" Target="../media/image186.emf"/><Relationship Id="rId39" Type="http://schemas.openxmlformats.org/officeDocument/2006/relationships/oleObject" Target="../embeddings/oleObject192.bin"/><Relationship Id="rId34" Type="http://schemas.openxmlformats.org/officeDocument/2006/relationships/image" Target="../media/image194.emf"/><Relationship Id="rId50" Type="http://schemas.openxmlformats.org/officeDocument/2006/relationships/image" Target="../media/image202.emf"/><Relationship Id="rId55" Type="http://schemas.openxmlformats.org/officeDocument/2006/relationships/oleObject" Target="../embeddings/oleObject200.bin"/><Relationship Id="rId76" Type="http://schemas.openxmlformats.org/officeDocument/2006/relationships/image" Target="../media/image215.emf"/><Relationship Id="rId97" Type="http://schemas.openxmlformats.org/officeDocument/2006/relationships/oleObject" Target="../embeddings/oleObject221.bin"/><Relationship Id="rId104" Type="http://schemas.openxmlformats.org/officeDocument/2006/relationships/image" Target="../media/image229.emf"/><Relationship Id="rId7" Type="http://schemas.openxmlformats.org/officeDocument/2006/relationships/oleObject" Target="../embeddings/oleObject176.bin"/><Relationship Id="rId71" Type="http://schemas.openxmlformats.org/officeDocument/2006/relationships/oleObject" Target="../embeddings/oleObject208.bin"/><Relationship Id="rId92" Type="http://schemas.openxmlformats.org/officeDocument/2006/relationships/image" Target="../media/image223.emf"/><Relationship Id="rId2" Type="http://schemas.openxmlformats.org/officeDocument/2006/relationships/slideLayout" Target="../slideLayouts/slideLayout7.xml"/><Relationship Id="rId29" Type="http://schemas.openxmlformats.org/officeDocument/2006/relationships/oleObject" Target="../embeddings/oleObject187.bin"/><Relationship Id="rId24" Type="http://schemas.openxmlformats.org/officeDocument/2006/relationships/image" Target="../media/image189.emf"/><Relationship Id="rId40" Type="http://schemas.openxmlformats.org/officeDocument/2006/relationships/image" Target="../media/image197.emf"/><Relationship Id="rId45" Type="http://schemas.openxmlformats.org/officeDocument/2006/relationships/oleObject" Target="../embeddings/oleObject195.bin"/><Relationship Id="rId66" Type="http://schemas.openxmlformats.org/officeDocument/2006/relationships/image" Target="../media/image210.emf"/><Relationship Id="rId87" Type="http://schemas.openxmlformats.org/officeDocument/2006/relationships/oleObject" Target="../embeddings/oleObject216.bin"/><Relationship Id="rId61" Type="http://schemas.openxmlformats.org/officeDocument/2006/relationships/oleObject" Target="../embeddings/oleObject203.bin"/><Relationship Id="rId82" Type="http://schemas.openxmlformats.org/officeDocument/2006/relationships/image" Target="../media/image218.emf"/><Relationship Id="rId19" Type="http://schemas.openxmlformats.org/officeDocument/2006/relationships/oleObject" Target="../embeddings/oleObject182.bin"/><Relationship Id="rId14" Type="http://schemas.openxmlformats.org/officeDocument/2006/relationships/image" Target="../media/image184.emf"/><Relationship Id="rId30" Type="http://schemas.openxmlformats.org/officeDocument/2006/relationships/image" Target="../media/image192.emf"/><Relationship Id="rId35" Type="http://schemas.openxmlformats.org/officeDocument/2006/relationships/oleObject" Target="../embeddings/oleObject190.bin"/><Relationship Id="rId56" Type="http://schemas.openxmlformats.org/officeDocument/2006/relationships/image" Target="../media/image205.emf"/><Relationship Id="rId77" Type="http://schemas.openxmlformats.org/officeDocument/2006/relationships/oleObject" Target="../embeddings/oleObject211.bin"/><Relationship Id="rId100" Type="http://schemas.openxmlformats.org/officeDocument/2006/relationships/image" Target="../media/image227.emf"/><Relationship Id="rId105" Type="http://schemas.openxmlformats.org/officeDocument/2006/relationships/oleObject" Target="../embeddings/oleObject225.bin"/><Relationship Id="rId8" Type="http://schemas.openxmlformats.org/officeDocument/2006/relationships/image" Target="../media/image181.emf"/><Relationship Id="rId51" Type="http://schemas.openxmlformats.org/officeDocument/2006/relationships/oleObject" Target="../embeddings/oleObject198.bin"/><Relationship Id="rId72" Type="http://schemas.openxmlformats.org/officeDocument/2006/relationships/image" Target="../media/image213.emf"/><Relationship Id="rId93" Type="http://schemas.openxmlformats.org/officeDocument/2006/relationships/oleObject" Target="../embeddings/oleObject219.bin"/><Relationship Id="rId98" Type="http://schemas.openxmlformats.org/officeDocument/2006/relationships/image" Target="../media/image226.emf"/><Relationship Id="rId3" Type="http://schemas.openxmlformats.org/officeDocument/2006/relationships/oleObject" Target="../embeddings/oleObject174.bin"/><Relationship Id="rId25" Type="http://schemas.openxmlformats.org/officeDocument/2006/relationships/oleObject" Target="../embeddings/oleObject185.bin"/><Relationship Id="rId46" Type="http://schemas.openxmlformats.org/officeDocument/2006/relationships/image" Target="../media/image200.emf"/><Relationship Id="rId67" Type="http://schemas.openxmlformats.org/officeDocument/2006/relationships/oleObject" Target="../embeddings/oleObject206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8.bin"/><Relationship Id="rId13" Type="http://schemas.openxmlformats.org/officeDocument/2006/relationships/image" Target="../media/image235.e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32.emf"/><Relationship Id="rId12" Type="http://schemas.openxmlformats.org/officeDocument/2006/relationships/oleObject" Target="../embeddings/oleObject230.bin"/><Relationship Id="rId17" Type="http://schemas.openxmlformats.org/officeDocument/2006/relationships/image" Target="../media/image23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32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27.bin"/><Relationship Id="rId11" Type="http://schemas.openxmlformats.org/officeDocument/2006/relationships/image" Target="../media/image234.emf"/><Relationship Id="rId5" Type="http://schemas.openxmlformats.org/officeDocument/2006/relationships/image" Target="../media/image231.emf"/><Relationship Id="rId15" Type="http://schemas.openxmlformats.org/officeDocument/2006/relationships/image" Target="../media/image236.emf"/><Relationship Id="rId10" Type="http://schemas.openxmlformats.org/officeDocument/2006/relationships/oleObject" Target="../embeddings/oleObject229.bin"/><Relationship Id="rId4" Type="http://schemas.openxmlformats.org/officeDocument/2006/relationships/oleObject" Target="../embeddings/oleObject226.bin"/><Relationship Id="rId9" Type="http://schemas.openxmlformats.org/officeDocument/2006/relationships/image" Target="../media/image233.emf"/><Relationship Id="rId14" Type="http://schemas.openxmlformats.org/officeDocument/2006/relationships/oleObject" Target="../embeddings/oleObject231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5.bin"/><Relationship Id="rId13" Type="http://schemas.openxmlformats.org/officeDocument/2006/relationships/image" Target="../media/image242.emf"/><Relationship Id="rId18" Type="http://schemas.openxmlformats.org/officeDocument/2006/relationships/oleObject" Target="../embeddings/oleObject240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39.emf"/><Relationship Id="rId12" Type="http://schemas.openxmlformats.org/officeDocument/2006/relationships/oleObject" Target="../embeddings/oleObject237.bin"/><Relationship Id="rId17" Type="http://schemas.openxmlformats.org/officeDocument/2006/relationships/image" Target="../media/image244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39.bin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34.bin"/><Relationship Id="rId11" Type="http://schemas.openxmlformats.org/officeDocument/2006/relationships/image" Target="../media/image241.emf"/><Relationship Id="rId5" Type="http://schemas.openxmlformats.org/officeDocument/2006/relationships/image" Target="../media/image238.emf"/><Relationship Id="rId15" Type="http://schemas.openxmlformats.org/officeDocument/2006/relationships/image" Target="../media/image243.emf"/><Relationship Id="rId10" Type="http://schemas.openxmlformats.org/officeDocument/2006/relationships/oleObject" Target="../embeddings/oleObject236.bin"/><Relationship Id="rId19" Type="http://schemas.openxmlformats.org/officeDocument/2006/relationships/image" Target="../media/image245.emf"/><Relationship Id="rId4" Type="http://schemas.openxmlformats.org/officeDocument/2006/relationships/oleObject" Target="../embeddings/oleObject233.bin"/><Relationship Id="rId9" Type="http://schemas.openxmlformats.org/officeDocument/2006/relationships/image" Target="../media/image240.emf"/><Relationship Id="rId14" Type="http://schemas.openxmlformats.org/officeDocument/2006/relationships/oleObject" Target="../embeddings/oleObject238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jpeg"/><Relationship Id="rId7" Type="http://schemas.openxmlformats.org/officeDocument/2006/relationships/image" Target="../media/image249.jpeg"/><Relationship Id="rId2" Type="http://schemas.openxmlformats.org/officeDocument/2006/relationships/hyperlink" Target="http://www.135120.com.cn/class/upload/46458.jpg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8.jpeg"/><Relationship Id="rId5" Type="http://schemas.openxmlformats.org/officeDocument/2006/relationships/image" Target="../media/image247.jpeg"/><Relationship Id="rId4" Type="http://schemas.openxmlformats.org/officeDocument/2006/relationships/hyperlink" Target="http://www.135120.com.cn/class/upload/46457.jpg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jpeg"/><Relationship Id="rId7" Type="http://schemas.openxmlformats.org/officeDocument/2006/relationships/image" Target="../media/image253.jpeg"/><Relationship Id="rId2" Type="http://schemas.openxmlformats.org/officeDocument/2006/relationships/hyperlink" Target="http://www.135120.com.cn/class/upload/46456.jpg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2.jpeg"/><Relationship Id="rId5" Type="http://schemas.openxmlformats.org/officeDocument/2006/relationships/image" Target="../media/image251.jpeg"/><Relationship Id="rId4" Type="http://schemas.openxmlformats.org/officeDocument/2006/relationships/hyperlink" Target="http://www.135120.com.cn/class/upload/46455.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07E43EF3-D066-4373-A94E-07BA3884BEF6}"/>
              </a:ext>
            </a:extLst>
          </p:cNvPr>
          <p:cNvGrpSpPr>
            <a:grpSpLocks/>
          </p:cNvGrpSpPr>
          <p:nvPr/>
        </p:nvGrpSpPr>
        <p:grpSpPr bwMode="auto">
          <a:xfrm>
            <a:off x="-571500" y="0"/>
            <a:ext cx="10293350" cy="6858000"/>
            <a:chOff x="-571500" y="0"/>
            <a:chExt cx="10293350" cy="68580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54AEDA-DF76-464B-B275-DA37D0B06A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71500" y="0"/>
              <a:ext cx="102933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4">
              <a:extLst>
                <a:ext uri="{FF2B5EF4-FFF2-40B4-BE49-F238E27FC236}">
                  <a16:creationId xmlns:a16="http://schemas.microsoft.com/office/drawing/2014/main" id="{957412E8-7F55-49AC-9415-861153D00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6457914"/>
              <a:ext cx="2619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0" dirty="0">
                  <a:solidFill>
                    <a:srgbClr val="FF0000"/>
                  </a:solidFill>
                </a:rPr>
                <a:t>Yosemite National Park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Text Box 1039"/>
          <p:cNvSpPr txBox="1">
            <a:spLocks noChangeArrowheads="1"/>
          </p:cNvSpPr>
          <p:nvPr/>
        </p:nvSpPr>
        <p:spPr bwMode="auto">
          <a:xfrm>
            <a:off x="1295400" y="3705225"/>
            <a:ext cx="6705600" cy="175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Xi’an  </a:t>
            </a:r>
            <a:r>
              <a:rPr lang="en-US" altLang="zh-CN" sz="4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Jiaotong</a:t>
            </a: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University</a:t>
            </a:r>
          </a:p>
          <a:p>
            <a:pPr algn="ctr" eaLnBrk="1" hangingPunct="1">
              <a:lnSpc>
                <a:spcPct val="75000"/>
              </a:lnSpc>
              <a:defRPr/>
            </a:pPr>
            <a:endParaRPr lang="zh-CN" altLang="en-US" sz="40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华文仿宋" panose="02010600040101010101" pitchFamily="17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仿宋" panose="02010600040101010101" pitchFamily="17" charset="-122"/>
              </a:rPr>
              <a:t>Oct. 28, 2025</a:t>
            </a:r>
          </a:p>
        </p:txBody>
      </p:sp>
      <p:sp>
        <p:nvSpPr>
          <p:cNvPr id="4099" name="WordArt 1044"/>
          <p:cNvSpPr>
            <a:spLocks noChangeArrowheads="1" noChangeShapeType="1" noTextEdit="1"/>
          </p:cNvSpPr>
          <p:nvPr/>
        </p:nvSpPr>
        <p:spPr bwMode="auto">
          <a:xfrm>
            <a:off x="539750" y="1268413"/>
            <a:ext cx="8077200" cy="129698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800" i="1" kern="10" dirty="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cs typeface="Times New Roman" panose="02020603050405020304" pitchFamily="18" charset="0"/>
              </a:rPr>
              <a:t>University Physics</a:t>
            </a:r>
            <a:endParaRPr lang="zh-CN" altLang="en-US" sz="4800" i="1" kern="10" dirty="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066" name="Text Box 2"/>
          <p:cNvSpPr txBox="1">
            <a:spLocks noChangeArrowheads="1"/>
          </p:cNvSpPr>
          <p:nvPr/>
        </p:nvSpPr>
        <p:spPr bwMode="auto">
          <a:xfrm>
            <a:off x="357188" y="285750"/>
            <a:ext cx="4786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</a:rPr>
              <a:t>回顾：光栅衍射的基本特征</a:t>
            </a:r>
          </a:p>
        </p:txBody>
      </p:sp>
      <p:sp>
        <p:nvSpPr>
          <p:cNvPr id="17" name="Text Box 76"/>
          <p:cNvSpPr txBox="1">
            <a:spLocks noChangeArrowheads="1"/>
          </p:cNvSpPr>
          <p:nvPr/>
        </p:nvSpPr>
        <p:spPr bwMode="auto">
          <a:xfrm>
            <a:off x="612341" y="2074407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缝数的增加</a:t>
            </a:r>
          </a:p>
        </p:txBody>
      </p:sp>
      <p:sp>
        <p:nvSpPr>
          <p:cNvPr id="5124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F10B59-D2D8-451F-9AB2-772A5C71CE4D}" type="slidenum">
              <a:rPr lang="en-US" altLang="zh-CN" b="0">
                <a:solidFill>
                  <a:srgbClr val="FF00FF"/>
                </a:solidFill>
              </a:rPr>
              <a:t>2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sp>
        <p:nvSpPr>
          <p:cNvPr id="1036" name="右箭头 23"/>
          <p:cNvSpPr>
            <a:spLocks noChangeArrowheads="1"/>
          </p:cNvSpPr>
          <p:nvPr/>
        </p:nvSpPr>
        <p:spPr bwMode="auto">
          <a:xfrm>
            <a:off x="2398278" y="2174419"/>
            <a:ext cx="714375" cy="285750"/>
          </a:xfrm>
          <a:prstGeom prst="rightArrow">
            <a:avLst>
              <a:gd name="adj1" fmla="val 50000"/>
              <a:gd name="adj2" fmla="val 93079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5" name="Text Box 76"/>
          <p:cNvSpPr txBox="1">
            <a:spLocks noChangeArrowheads="1"/>
          </p:cNvSpPr>
          <p:nvPr/>
        </p:nvSpPr>
        <p:spPr bwMode="auto">
          <a:xfrm>
            <a:off x="3112653" y="2074407"/>
            <a:ext cx="5857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主极大明纹变细，亮度变大，暗区变宽</a:t>
            </a:r>
          </a:p>
        </p:txBody>
      </p:sp>
      <p:sp>
        <p:nvSpPr>
          <p:cNvPr id="28" name="Text Box 76"/>
          <p:cNvSpPr txBox="1">
            <a:spLocks noChangeArrowheads="1"/>
          </p:cNvSpPr>
          <p:nvPr/>
        </p:nvSpPr>
        <p:spPr bwMode="auto">
          <a:xfrm>
            <a:off x="1500188" y="857250"/>
            <a:ext cx="63579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结论： 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缝间干涉</a:t>
            </a:r>
            <a:r>
              <a:rPr lang="zh-CN" altLang="en-US">
                <a:solidFill>
                  <a:schemeClr val="bg1"/>
                </a:solidFill>
              </a:rPr>
              <a:t>  </a:t>
            </a:r>
            <a:r>
              <a:rPr lang="en-US" altLang="zh-CN">
                <a:solidFill>
                  <a:srgbClr val="FF0000"/>
                </a:solidFill>
              </a:rPr>
              <a:t>+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单缝衍射 </a:t>
            </a:r>
            <a:r>
              <a:rPr lang="en-US" altLang="zh-CN">
                <a:solidFill>
                  <a:srgbClr val="FF0000"/>
                </a:solidFill>
              </a:rPr>
              <a:t>=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光栅衍射</a:t>
            </a:r>
          </a:p>
        </p:txBody>
      </p:sp>
      <p:sp>
        <p:nvSpPr>
          <p:cNvPr id="1039" name="矩形 28"/>
          <p:cNvSpPr>
            <a:spLocks noChangeArrowheads="1"/>
          </p:cNvSpPr>
          <p:nvPr/>
        </p:nvSpPr>
        <p:spPr bwMode="auto">
          <a:xfrm>
            <a:off x="1357313" y="785813"/>
            <a:ext cx="6215062" cy="571500"/>
          </a:xfrm>
          <a:prstGeom prst="rect">
            <a:avLst/>
          </a:prstGeom>
          <a:noFill/>
          <a:ln w="127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" name="Text Box 76"/>
          <p:cNvSpPr txBox="1">
            <a:spLocks noChangeArrowheads="1"/>
          </p:cNvSpPr>
          <p:nvPr/>
        </p:nvSpPr>
        <p:spPr bwMode="auto">
          <a:xfrm>
            <a:off x="588963" y="1519238"/>
            <a:ext cx="835818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 dirty="0">
                <a:solidFill>
                  <a:srgbClr val="FFFF00"/>
                </a:solidFill>
                <a:latin typeface="宋体" panose="02010600030101010101" pitchFamily="2" charset="-122"/>
              </a:rPr>
              <a:t>光强分布有单缝衍射痕迹</a:t>
            </a:r>
            <a:r>
              <a:rPr lang="zh-CN" altLang="en-US" sz="2200" dirty="0">
                <a:solidFill>
                  <a:srgbClr val="FFFF00"/>
                </a:solidFill>
              </a:rPr>
              <a:t> </a:t>
            </a:r>
            <a:r>
              <a:rPr lang="en-US" altLang="zh-CN" sz="2200" dirty="0">
                <a:solidFill>
                  <a:schemeClr val="bg1"/>
                </a:solidFill>
              </a:rPr>
              <a:t>--- </a:t>
            </a:r>
            <a:r>
              <a:rPr lang="zh-CN" altLang="en-US" sz="2200" dirty="0">
                <a:solidFill>
                  <a:schemeClr val="bg1"/>
                </a:solidFill>
              </a:rPr>
              <a:t>主极大包络线与单缝衍射强度相似</a:t>
            </a:r>
          </a:p>
        </p:txBody>
      </p:sp>
      <p:grpSp>
        <p:nvGrpSpPr>
          <p:cNvPr id="2" name="组合 43"/>
          <p:cNvGrpSpPr/>
          <p:nvPr/>
        </p:nvGrpSpPr>
        <p:grpSpPr bwMode="auto">
          <a:xfrm>
            <a:off x="4789488" y="2714625"/>
            <a:ext cx="3854450" cy="3313113"/>
            <a:chOff x="4857754" y="3116263"/>
            <a:chExt cx="3854446" cy="3313112"/>
          </a:xfrm>
        </p:grpSpPr>
        <p:sp>
          <p:nvSpPr>
            <p:cNvPr id="5142" name="Line 17"/>
            <p:cNvSpPr>
              <a:spLocks noChangeShapeType="1"/>
            </p:cNvSpPr>
            <p:nvPr/>
          </p:nvSpPr>
          <p:spPr bwMode="auto">
            <a:xfrm>
              <a:off x="5357813" y="4786313"/>
              <a:ext cx="3240087" cy="0"/>
            </a:xfrm>
            <a:prstGeom prst="line">
              <a:avLst/>
            </a:prstGeom>
            <a:noFill/>
            <a:ln w="19050">
              <a:solidFill>
                <a:srgbClr val="66FFFF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5143" name="Arc 19"/>
            <p:cNvSpPr/>
            <p:nvPr/>
          </p:nvSpPr>
          <p:spPr bwMode="auto">
            <a:xfrm>
              <a:off x="6353188" y="4633913"/>
              <a:ext cx="76200" cy="152400"/>
            </a:xfrm>
            <a:custGeom>
              <a:avLst/>
              <a:gdLst>
                <a:gd name="T0" fmla="*/ 0 w 21600"/>
                <a:gd name="T1" fmla="*/ 0 h 21600"/>
                <a:gd name="T2" fmla="*/ 2147483646 w 21600"/>
                <a:gd name="T3" fmla="*/ 2147483646 h 21600"/>
                <a:gd name="T4" fmla="*/ 0 w 21600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66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graphicFrame>
          <p:nvGraphicFramePr>
            <p:cNvPr id="5144" name="Object 13"/>
            <p:cNvGraphicFramePr>
              <a:graphicFrameLocks noChangeAspect="1"/>
            </p:cNvGraphicFramePr>
            <p:nvPr/>
          </p:nvGraphicFramePr>
          <p:xfrm>
            <a:off x="6516688" y="4572008"/>
            <a:ext cx="269875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694" name="公式" r:id="rId4" imgW="257810" imgH="225425" progId="Equation.3">
                    <p:embed/>
                  </p:oleObj>
                </mc:Choice>
                <mc:Fallback>
                  <p:oleObj name="公式" r:id="rId4" imgW="257810" imgH="225425" progId="Equation.3">
                    <p:embed/>
                    <p:pic>
                      <p:nvPicPr>
                        <p:cNvPr id="5144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16688" y="4572008"/>
                          <a:ext cx="269875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145" name="Group 24"/>
            <p:cNvGrpSpPr/>
            <p:nvPr/>
          </p:nvGrpSpPr>
          <p:grpSpPr bwMode="auto">
            <a:xfrm>
              <a:off x="5816600" y="4048127"/>
              <a:ext cx="1008063" cy="1620838"/>
              <a:chOff x="4558" y="2199"/>
              <a:chExt cx="635" cy="1021"/>
            </a:xfrm>
          </p:grpSpPr>
          <p:sp>
            <p:nvSpPr>
              <p:cNvPr id="5172" name="Line 25"/>
              <p:cNvSpPr>
                <a:spLocks noChangeShapeType="1"/>
              </p:cNvSpPr>
              <p:nvPr/>
            </p:nvSpPr>
            <p:spPr bwMode="auto">
              <a:xfrm flipV="1">
                <a:off x="4558" y="2199"/>
                <a:ext cx="635" cy="181"/>
              </a:xfrm>
              <a:prstGeom prst="line">
                <a:avLst/>
              </a:prstGeom>
              <a:noFill/>
              <a:ln w="12700" cap="sq">
                <a:solidFill>
                  <a:srgbClr val="FFCC99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73" name="Line 26"/>
              <p:cNvSpPr>
                <a:spLocks noChangeShapeType="1"/>
              </p:cNvSpPr>
              <p:nvPr/>
            </p:nvSpPr>
            <p:spPr bwMode="auto">
              <a:xfrm flipV="1">
                <a:off x="4558" y="2478"/>
                <a:ext cx="635" cy="181"/>
              </a:xfrm>
              <a:prstGeom prst="line">
                <a:avLst/>
              </a:prstGeom>
              <a:noFill/>
              <a:ln w="12700" cap="sq">
                <a:solidFill>
                  <a:srgbClr val="FFCC99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74" name="Line 27"/>
              <p:cNvSpPr>
                <a:spLocks noChangeShapeType="1"/>
              </p:cNvSpPr>
              <p:nvPr/>
            </p:nvSpPr>
            <p:spPr bwMode="auto">
              <a:xfrm flipV="1">
                <a:off x="4558" y="2769"/>
                <a:ext cx="635" cy="181"/>
              </a:xfrm>
              <a:prstGeom prst="line">
                <a:avLst/>
              </a:prstGeom>
              <a:noFill/>
              <a:ln w="12700" cap="sq">
                <a:solidFill>
                  <a:srgbClr val="FFCC99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75" name="Line 28"/>
              <p:cNvSpPr>
                <a:spLocks noChangeShapeType="1"/>
              </p:cNvSpPr>
              <p:nvPr/>
            </p:nvSpPr>
            <p:spPr bwMode="auto">
              <a:xfrm flipV="1">
                <a:off x="4558" y="3039"/>
                <a:ext cx="635" cy="181"/>
              </a:xfrm>
              <a:prstGeom prst="line">
                <a:avLst/>
              </a:prstGeom>
              <a:noFill/>
              <a:ln w="12700" cap="sq">
                <a:solidFill>
                  <a:srgbClr val="FFCC99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146" name="Group 29"/>
            <p:cNvGrpSpPr/>
            <p:nvPr/>
          </p:nvGrpSpPr>
          <p:grpSpPr bwMode="auto">
            <a:xfrm flipV="1">
              <a:off x="4857754" y="4335462"/>
              <a:ext cx="973138" cy="1295400"/>
              <a:chOff x="4583" y="2521"/>
              <a:chExt cx="613" cy="816"/>
            </a:xfrm>
          </p:grpSpPr>
          <p:sp>
            <p:nvSpPr>
              <p:cNvPr id="5168" name="Line 30"/>
              <p:cNvSpPr>
                <a:spLocks noChangeShapeType="1"/>
              </p:cNvSpPr>
              <p:nvPr/>
            </p:nvSpPr>
            <p:spPr bwMode="auto">
              <a:xfrm flipV="1">
                <a:off x="4583" y="2521"/>
                <a:ext cx="611" cy="0"/>
              </a:xfrm>
              <a:prstGeom prst="line">
                <a:avLst/>
              </a:prstGeom>
              <a:noFill/>
              <a:ln w="12700" cap="sq">
                <a:solidFill>
                  <a:srgbClr val="FFCC99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69" name="Line 31"/>
              <p:cNvSpPr>
                <a:spLocks noChangeShapeType="1"/>
              </p:cNvSpPr>
              <p:nvPr/>
            </p:nvSpPr>
            <p:spPr bwMode="auto">
              <a:xfrm flipV="1">
                <a:off x="4604" y="3053"/>
                <a:ext cx="590" cy="0"/>
              </a:xfrm>
              <a:prstGeom prst="line">
                <a:avLst/>
              </a:prstGeom>
              <a:noFill/>
              <a:ln w="12700" cap="sq">
                <a:solidFill>
                  <a:srgbClr val="FFCC99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70" name="Line 32"/>
              <p:cNvSpPr>
                <a:spLocks noChangeShapeType="1"/>
              </p:cNvSpPr>
              <p:nvPr/>
            </p:nvSpPr>
            <p:spPr bwMode="auto">
              <a:xfrm flipV="1">
                <a:off x="4604" y="2783"/>
                <a:ext cx="590" cy="0"/>
              </a:xfrm>
              <a:prstGeom prst="line">
                <a:avLst/>
              </a:prstGeom>
              <a:noFill/>
              <a:ln w="12700" cap="sq">
                <a:solidFill>
                  <a:srgbClr val="FFCC99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71" name="Line 33"/>
              <p:cNvSpPr>
                <a:spLocks noChangeShapeType="1"/>
              </p:cNvSpPr>
              <p:nvPr/>
            </p:nvSpPr>
            <p:spPr bwMode="auto">
              <a:xfrm flipV="1">
                <a:off x="4606" y="3337"/>
                <a:ext cx="590" cy="0"/>
              </a:xfrm>
              <a:prstGeom prst="line">
                <a:avLst/>
              </a:prstGeom>
              <a:noFill/>
              <a:ln w="12700" cap="sq">
                <a:solidFill>
                  <a:srgbClr val="FFCC99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147" name="Group 43"/>
            <p:cNvGrpSpPr/>
            <p:nvPr/>
          </p:nvGrpSpPr>
          <p:grpSpPr bwMode="auto">
            <a:xfrm>
              <a:off x="5805488" y="3424238"/>
              <a:ext cx="1587" cy="2862262"/>
              <a:chOff x="3747" y="554"/>
              <a:chExt cx="1" cy="1803"/>
            </a:xfrm>
          </p:grpSpPr>
          <p:grpSp>
            <p:nvGrpSpPr>
              <p:cNvPr id="5164" name="Group 44"/>
              <p:cNvGrpSpPr/>
              <p:nvPr/>
            </p:nvGrpSpPr>
            <p:grpSpPr bwMode="auto">
              <a:xfrm>
                <a:off x="3748" y="554"/>
                <a:ext cx="0" cy="1803"/>
                <a:chOff x="5193" y="2033"/>
                <a:chExt cx="0" cy="1803"/>
              </a:xfrm>
            </p:grpSpPr>
            <p:sp>
              <p:nvSpPr>
                <p:cNvPr id="5166" name="Line 45"/>
                <p:cNvSpPr>
                  <a:spLocks noChangeShapeType="1"/>
                </p:cNvSpPr>
                <p:nvPr/>
              </p:nvSpPr>
              <p:spPr bwMode="auto">
                <a:xfrm>
                  <a:off x="5193" y="3473"/>
                  <a:ext cx="0" cy="363"/>
                </a:xfrm>
                <a:prstGeom prst="line">
                  <a:avLst/>
                </a:prstGeom>
                <a:noFill/>
                <a:ln w="38100" cap="sq">
                  <a:solidFill>
                    <a:srgbClr val="66FF33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7" name="Line 46"/>
                <p:cNvSpPr>
                  <a:spLocks noChangeShapeType="1"/>
                </p:cNvSpPr>
                <p:nvPr/>
              </p:nvSpPr>
              <p:spPr bwMode="auto">
                <a:xfrm>
                  <a:off x="5193" y="2033"/>
                  <a:ext cx="0" cy="363"/>
                </a:xfrm>
                <a:prstGeom prst="line">
                  <a:avLst/>
                </a:prstGeom>
                <a:noFill/>
                <a:ln w="38100" cap="sq">
                  <a:solidFill>
                    <a:srgbClr val="66FF33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165" name="Line 47"/>
              <p:cNvSpPr>
                <a:spLocks noChangeShapeType="1"/>
              </p:cNvSpPr>
              <p:nvPr/>
            </p:nvSpPr>
            <p:spPr bwMode="auto">
              <a:xfrm>
                <a:off x="3747" y="908"/>
                <a:ext cx="0" cy="1044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148" name="Group 48"/>
            <p:cNvGrpSpPr/>
            <p:nvPr/>
          </p:nvGrpSpPr>
          <p:grpSpPr bwMode="auto">
            <a:xfrm>
              <a:off x="6786563" y="3116263"/>
              <a:ext cx="234950" cy="3313112"/>
              <a:chOff x="3969" y="2432"/>
              <a:chExt cx="84" cy="1271"/>
            </a:xfrm>
          </p:grpSpPr>
          <p:sp>
            <p:nvSpPr>
              <p:cNvPr id="5162" name="Freeform 49"/>
              <p:cNvSpPr/>
              <p:nvPr/>
            </p:nvSpPr>
            <p:spPr bwMode="auto">
              <a:xfrm>
                <a:off x="4000" y="2432"/>
                <a:ext cx="53" cy="1271"/>
              </a:xfrm>
              <a:custGeom>
                <a:avLst/>
                <a:gdLst>
                  <a:gd name="T0" fmla="*/ 8 w 53"/>
                  <a:gd name="T1" fmla="*/ 91 h 1271"/>
                  <a:gd name="T2" fmla="*/ 53 w 53"/>
                  <a:gd name="T3" fmla="*/ 635 h 1271"/>
                  <a:gd name="T4" fmla="*/ 8 w 53"/>
                  <a:gd name="T5" fmla="*/ 1180 h 1271"/>
                  <a:gd name="T6" fmla="*/ 8 w 53"/>
                  <a:gd name="T7" fmla="*/ 91 h 12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1271"/>
                  <a:gd name="T14" fmla="*/ 53 w 53"/>
                  <a:gd name="T15" fmla="*/ 1271 h 12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1271">
                    <a:moveTo>
                      <a:pt x="8" y="91"/>
                    </a:moveTo>
                    <a:cubicBezTo>
                      <a:pt x="16" y="0"/>
                      <a:pt x="53" y="454"/>
                      <a:pt x="53" y="635"/>
                    </a:cubicBezTo>
                    <a:cubicBezTo>
                      <a:pt x="53" y="816"/>
                      <a:pt x="16" y="1271"/>
                      <a:pt x="8" y="1180"/>
                    </a:cubicBezTo>
                    <a:cubicBezTo>
                      <a:pt x="0" y="1089"/>
                      <a:pt x="0" y="182"/>
                      <a:pt x="8" y="9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63" name="Freeform 50"/>
              <p:cNvSpPr/>
              <p:nvPr/>
            </p:nvSpPr>
            <p:spPr bwMode="auto">
              <a:xfrm flipH="1">
                <a:off x="3969" y="2432"/>
                <a:ext cx="53" cy="1271"/>
              </a:xfrm>
              <a:custGeom>
                <a:avLst/>
                <a:gdLst>
                  <a:gd name="T0" fmla="*/ 8 w 53"/>
                  <a:gd name="T1" fmla="*/ 91 h 1271"/>
                  <a:gd name="T2" fmla="*/ 53 w 53"/>
                  <a:gd name="T3" fmla="*/ 635 h 1271"/>
                  <a:gd name="T4" fmla="*/ 8 w 53"/>
                  <a:gd name="T5" fmla="*/ 1180 h 1271"/>
                  <a:gd name="T6" fmla="*/ 8 w 53"/>
                  <a:gd name="T7" fmla="*/ 91 h 12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1271"/>
                  <a:gd name="T14" fmla="*/ 53 w 53"/>
                  <a:gd name="T15" fmla="*/ 1271 h 12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1271">
                    <a:moveTo>
                      <a:pt x="8" y="91"/>
                    </a:moveTo>
                    <a:cubicBezTo>
                      <a:pt x="16" y="0"/>
                      <a:pt x="53" y="454"/>
                      <a:pt x="53" y="635"/>
                    </a:cubicBezTo>
                    <a:cubicBezTo>
                      <a:pt x="53" y="816"/>
                      <a:pt x="16" y="1271"/>
                      <a:pt x="8" y="1180"/>
                    </a:cubicBezTo>
                    <a:cubicBezTo>
                      <a:pt x="0" y="1089"/>
                      <a:pt x="0" y="182"/>
                      <a:pt x="8" y="9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149" name="Line 51"/>
            <p:cNvSpPr>
              <a:spLocks noChangeShapeType="1"/>
            </p:cNvSpPr>
            <p:nvPr/>
          </p:nvSpPr>
          <p:spPr bwMode="auto">
            <a:xfrm flipV="1">
              <a:off x="5797550" y="4386263"/>
              <a:ext cx="2447925" cy="700087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150" name="Group 52"/>
            <p:cNvGrpSpPr/>
            <p:nvPr/>
          </p:nvGrpSpPr>
          <p:grpSpPr bwMode="auto">
            <a:xfrm>
              <a:off x="6929438" y="4070351"/>
              <a:ext cx="1387475" cy="1239838"/>
              <a:chOff x="4455" y="749"/>
              <a:chExt cx="874" cy="781"/>
            </a:xfrm>
          </p:grpSpPr>
          <p:sp>
            <p:nvSpPr>
              <p:cNvPr id="5158" name="Line 53"/>
              <p:cNvSpPr>
                <a:spLocks noChangeShapeType="1"/>
              </p:cNvSpPr>
              <p:nvPr/>
            </p:nvSpPr>
            <p:spPr bwMode="auto">
              <a:xfrm>
                <a:off x="4473" y="749"/>
                <a:ext cx="856" cy="186"/>
              </a:xfrm>
              <a:prstGeom prst="line">
                <a:avLst/>
              </a:prstGeom>
              <a:noFill/>
              <a:ln w="12700">
                <a:solidFill>
                  <a:srgbClr val="FFCC99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59" name="Line 54"/>
              <p:cNvSpPr>
                <a:spLocks noChangeShapeType="1"/>
              </p:cNvSpPr>
              <p:nvPr/>
            </p:nvSpPr>
            <p:spPr bwMode="auto">
              <a:xfrm flipV="1">
                <a:off x="4455" y="929"/>
                <a:ext cx="874" cy="61"/>
              </a:xfrm>
              <a:prstGeom prst="line">
                <a:avLst/>
              </a:prstGeom>
              <a:noFill/>
              <a:ln w="12700">
                <a:solidFill>
                  <a:srgbClr val="FFCC99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60" name="Line 55"/>
              <p:cNvSpPr>
                <a:spLocks noChangeShapeType="1"/>
              </p:cNvSpPr>
              <p:nvPr/>
            </p:nvSpPr>
            <p:spPr bwMode="auto">
              <a:xfrm flipV="1">
                <a:off x="4500" y="935"/>
                <a:ext cx="784" cy="325"/>
              </a:xfrm>
              <a:prstGeom prst="line">
                <a:avLst/>
              </a:prstGeom>
              <a:noFill/>
              <a:ln w="12700">
                <a:solidFill>
                  <a:srgbClr val="FFCC99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61" name="Line 56"/>
              <p:cNvSpPr>
                <a:spLocks noChangeShapeType="1"/>
              </p:cNvSpPr>
              <p:nvPr/>
            </p:nvSpPr>
            <p:spPr bwMode="auto">
              <a:xfrm flipV="1">
                <a:off x="4455" y="935"/>
                <a:ext cx="829" cy="595"/>
              </a:xfrm>
              <a:prstGeom prst="line">
                <a:avLst/>
              </a:prstGeom>
              <a:noFill/>
              <a:ln w="12700">
                <a:solidFill>
                  <a:srgbClr val="FFCC99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151" name="Line 57"/>
            <p:cNvSpPr>
              <a:spLocks noChangeShapeType="1"/>
            </p:cNvSpPr>
            <p:nvPr/>
          </p:nvSpPr>
          <p:spPr bwMode="auto">
            <a:xfrm>
              <a:off x="8316913" y="3646488"/>
              <a:ext cx="0" cy="2665412"/>
            </a:xfrm>
            <a:prstGeom prst="line">
              <a:avLst/>
            </a:prstGeom>
            <a:noFill/>
            <a:ln w="76200">
              <a:solidFill>
                <a:srgbClr val="B2B2B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2" name="Text Box 58"/>
            <p:cNvSpPr txBox="1">
              <a:spLocks noChangeArrowheads="1"/>
            </p:cNvSpPr>
            <p:nvPr/>
          </p:nvSpPr>
          <p:spPr bwMode="auto">
            <a:xfrm>
              <a:off x="8340725" y="4110038"/>
              <a:ext cx="371475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P</a:t>
              </a:r>
            </a:p>
          </p:txBody>
        </p:sp>
        <p:sp>
          <p:nvSpPr>
            <p:cNvPr id="5153" name="Line 38"/>
            <p:cNvSpPr>
              <a:spLocks noChangeShapeType="1"/>
            </p:cNvSpPr>
            <p:nvPr/>
          </p:nvSpPr>
          <p:spPr bwMode="auto">
            <a:xfrm rot="16200000" flipV="1">
              <a:off x="5496719" y="5534819"/>
              <a:ext cx="928688" cy="28575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4" name="Line 40"/>
            <p:cNvSpPr>
              <a:spLocks noChangeShapeType="1"/>
            </p:cNvSpPr>
            <p:nvPr/>
          </p:nvSpPr>
          <p:spPr bwMode="auto">
            <a:xfrm rot="16200000" flipV="1">
              <a:off x="5596732" y="5822156"/>
              <a:ext cx="503238" cy="1428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155" name="Object 15"/>
            <p:cNvGraphicFramePr>
              <a:graphicFrameLocks noChangeAspect="1"/>
            </p:cNvGraphicFramePr>
            <p:nvPr/>
          </p:nvGraphicFramePr>
          <p:xfrm>
            <a:off x="5889625" y="6142038"/>
            <a:ext cx="658813" cy="287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695" name="公式" r:id="rId6" imgW="354330" imgH="141605" progId="Equation.3">
                    <p:embed/>
                  </p:oleObj>
                </mc:Choice>
                <mc:Fallback>
                  <p:oleObj name="公式" r:id="rId6" imgW="354330" imgH="141605" progId="Equation.3">
                    <p:embed/>
                    <p:pic>
                      <p:nvPicPr>
                        <p:cNvPr id="5155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89625" y="6142038"/>
                          <a:ext cx="658813" cy="287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6" name="Line 42"/>
            <p:cNvSpPr>
              <a:spLocks noChangeShapeType="1"/>
            </p:cNvSpPr>
            <p:nvPr/>
          </p:nvSpPr>
          <p:spPr bwMode="auto">
            <a:xfrm flipV="1">
              <a:off x="6103938" y="5943600"/>
              <a:ext cx="239712" cy="68263"/>
            </a:xfrm>
            <a:prstGeom prst="line">
              <a:avLst/>
            </a:prstGeom>
            <a:noFill/>
            <a:ln w="19050" cap="sq">
              <a:solidFill>
                <a:schemeClr val="bg1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7" name="Line 39"/>
            <p:cNvSpPr>
              <a:spLocks noChangeShapeType="1"/>
            </p:cNvSpPr>
            <p:nvPr/>
          </p:nvSpPr>
          <p:spPr bwMode="auto">
            <a:xfrm flipV="1">
              <a:off x="5643563" y="6070600"/>
              <a:ext cx="239712" cy="68263"/>
            </a:xfrm>
            <a:prstGeom prst="line">
              <a:avLst/>
            </a:prstGeom>
            <a:noFill/>
            <a:ln w="19050" cap="sq">
              <a:solidFill>
                <a:schemeClr val="bg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5" name="Text Box 3"/>
          <p:cNvSpPr txBox="1">
            <a:spLocks noChangeArrowheads="1"/>
          </p:cNvSpPr>
          <p:nvPr/>
        </p:nvSpPr>
        <p:spPr bwMode="auto">
          <a:xfrm>
            <a:off x="571500" y="2686050"/>
            <a:ext cx="4000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dirty="0">
                <a:solidFill>
                  <a:srgbClr val="00FFFF"/>
                </a:solidFill>
              </a:rPr>
              <a:t> </a:t>
            </a:r>
            <a:r>
              <a:rPr lang="zh-CN" altLang="en-US" dirty="0">
                <a:solidFill>
                  <a:srgbClr val="00FFFF"/>
                </a:solidFill>
              </a:rPr>
              <a:t>光栅方程</a:t>
            </a:r>
            <a:r>
              <a:rPr lang="zh-CN" altLang="en-US" dirty="0">
                <a:solidFill>
                  <a:schemeClr val="bg1"/>
                </a:solidFill>
              </a:rPr>
              <a:t>（明纹条件）</a:t>
            </a:r>
            <a:endParaRPr lang="zh-CN" altLang="en-US" dirty="0">
              <a:solidFill>
                <a:schemeClr val="bg1"/>
              </a:solidFill>
              <a:latin typeface="方正书宋简体"/>
            </a:endParaRPr>
          </a:p>
        </p:txBody>
      </p:sp>
      <p:graphicFrame>
        <p:nvGraphicFramePr>
          <p:cNvPr id="46" name="Object 2"/>
          <p:cNvGraphicFramePr>
            <a:graphicFrameLocks noChangeAspect="1"/>
          </p:cNvGraphicFramePr>
          <p:nvPr/>
        </p:nvGraphicFramePr>
        <p:xfrm>
          <a:off x="857250" y="3286125"/>
          <a:ext cx="1651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696" name="公式" r:id="rId8" imgW="1365250" imgH="257810" progId="Equation.3">
                  <p:embed/>
                </p:oleObj>
              </mc:Choice>
              <mc:Fallback>
                <p:oleObj name="公式" r:id="rId8" imgW="1365250" imgH="257810" progId="Equation.3">
                  <p:embed/>
                  <p:pic>
                    <p:nvPicPr>
                      <p:cNvPr id="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3286125"/>
                        <a:ext cx="1651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99">
                                <a:alpha val="49019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2B2B2">
                                <a:alpha val="47842"/>
                              </a:srgbClr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3"/>
          <p:cNvGraphicFramePr>
            <a:graphicFrameLocks noChangeAspect="1"/>
          </p:cNvGraphicFramePr>
          <p:nvPr/>
        </p:nvGraphicFramePr>
        <p:xfrm>
          <a:off x="2928938" y="3286125"/>
          <a:ext cx="1422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697" name="公式" r:id="rId10" imgW="1165225" imgH="250825" progId="Equation.3">
                  <p:embed/>
                </p:oleObj>
              </mc:Choice>
              <mc:Fallback>
                <p:oleObj name="公式" r:id="rId10" imgW="1165225" imgH="250825" progId="Equation.3">
                  <p:embed/>
                  <p:pic>
                    <p:nvPicPr>
                      <p:cNvPr id="4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3286125"/>
                        <a:ext cx="1422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6"/>
          <p:cNvSpPr txBox="1">
            <a:spLocks noChangeArrowheads="1"/>
          </p:cNvSpPr>
          <p:nvPr/>
        </p:nvSpPr>
        <p:spPr bwMode="auto">
          <a:xfrm>
            <a:off x="571500" y="3722688"/>
            <a:ext cx="295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rgbClr val="00FFFF"/>
                </a:solidFill>
              </a:rPr>
              <a:t> </a:t>
            </a:r>
            <a:r>
              <a:rPr lang="zh-CN" altLang="en-US">
                <a:solidFill>
                  <a:srgbClr val="00FFFF"/>
                </a:solidFill>
                <a:latin typeface="方正书宋简体"/>
              </a:rPr>
              <a:t>暗纹条件</a:t>
            </a:r>
          </a:p>
        </p:txBody>
      </p:sp>
      <p:graphicFrame>
        <p:nvGraphicFramePr>
          <p:cNvPr id="49" name="Object 4"/>
          <p:cNvGraphicFramePr>
            <a:graphicFrameLocks noChangeAspect="1"/>
          </p:cNvGraphicFramePr>
          <p:nvPr/>
        </p:nvGraphicFramePr>
        <p:xfrm>
          <a:off x="852488" y="4214813"/>
          <a:ext cx="1790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698" name="公式" r:id="rId12" imgW="1480820" imgH="579755" progId="Equation.3">
                  <p:embed/>
                </p:oleObj>
              </mc:Choice>
              <mc:Fallback>
                <p:oleObj name="公式" r:id="rId12" imgW="1480820" imgH="579755" progId="Equation.3">
                  <p:embed/>
                  <p:pic>
                    <p:nvPicPr>
                      <p:cNvPr id="4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8" y="4214813"/>
                        <a:ext cx="17907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99">
                                <a:alpha val="47842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2B2B2">
                                <a:alpha val="49019"/>
                              </a:srgbClr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12"/>
          <p:cNvSpPr txBox="1">
            <a:spLocks noChangeArrowheads="1"/>
          </p:cNvSpPr>
          <p:nvPr/>
        </p:nvSpPr>
        <p:spPr bwMode="auto">
          <a:xfrm>
            <a:off x="3071813" y="4329113"/>
            <a:ext cx="11223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rgbClr val="FFC000"/>
                </a:solidFill>
              </a:rPr>
              <a:t>m </a:t>
            </a:r>
            <a:r>
              <a:rPr kumimoji="0" lang="en-US" altLang="zh-CN">
                <a:solidFill>
                  <a:srgbClr val="FFC000"/>
                </a:solidFill>
                <a:cs typeface="Times New Roman" panose="02020603050405020304" pitchFamily="18" charset="0"/>
              </a:rPr>
              <a:t>≠ </a:t>
            </a:r>
            <a:r>
              <a:rPr kumimoji="0" lang="en-US" altLang="zh-CN" i="1">
                <a:solidFill>
                  <a:srgbClr val="FFC000"/>
                </a:solidFill>
                <a:cs typeface="Times New Roman" panose="02020603050405020304" pitchFamily="18" charset="0"/>
              </a:rPr>
              <a:t>kN</a:t>
            </a:r>
          </a:p>
        </p:txBody>
      </p:sp>
      <p:sp>
        <p:nvSpPr>
          <p:cNvPr id="51" name="Text Box 8"/>
          <p:cNvSpPr txBox="1">
            <a:spLocks noChangeArrowheads="1"/>
          </p:cNvSpPr>
          <p:nvPr/>
        </p:nvSpPr>
        <p:spPr bwMode="auto">
          <a:xfrm>
            <a:off x="588963" y="4987925"/>
            <a:ext cx="2697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rgbClr val="00FFFF"/>
                </a:solidFill>
              </a:rPr>
              <a:t> </a:t>
            </a:r>
            <a:r>
              <a:rPr lang="zh-CN" altLang="en-US">
                <a:solidFill>
                  <a:srgbClr val="00FFFF"/>
                </a:solidFill>
              </a:rPr>
              <a:t>缺级公式</a:t>
            </a:r>
            <a:endParaRPr lang="zh-CN" altLang="en-US">
              <a:solidFill>
                <a:srgbClr val="00FFFF"/>
              </a:solidFill>
              <a:latin typeface="方正书宋简体"/>
            </a:endParaRPr>
          </a:p>
        </p:txBody>
      </p:sp>
      <p:graphicFrame>
        <p:nvGraphicFramePr>
          <p:cNvPr id="53" name="Object 5"/>
          <p:cNvGraphicFramePr>
            <a:graphicFrameLocks noChangeAspect="1"/>
          </p:cNvGraphicFramePr>
          <p:nvPr/>
        </p:nvGraphicFramePr>
        <p:xfrm>
          <a:off x="3000375" y="5645150"/>
          <a:ext cx="1714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699" name="公式" r:id="rId14" imgW="1416685" imgH="270510" progId="Equation.3">
                  <p:embed/>
                </p:oleObj>
              </mc:Choice>
              <mc:Fallback>
                <p:oleObj name="公式" r:id="rId14" imgW="1416685" imgH="270510" progId="Equation.3">
                  <p:embed/>
                  <p:pic>
                    <p:nvPicPr>
                      <p:cNvPr id="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5645150"/>
                        <a:ext cx="1714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6"/>
          <p:cNvGraphicFramePr/>
          <p:nvPr/>
        </p:nvGraphicFramePr>
        <p:xfrm>
          <a:off x="1571625" y="5429250"/>
          <a:ext cx="1079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700" name="公式" r:id="rId16" imgW="875665" imgH="579755" progId="Equation.3">
                  <p:embed/>
                </p:oleObj>
              </mc:Choice>
              <mc:Fallback>
                <p:oleObj name="公式" r:id="rId16" imgW="875665" imgH="579755" progId="Equation.3">
                  <p:embed/>
                  <p:pic>
                    <p:nvPicPr>
                      <p:cNvPr id="54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5429250"/>
                        <a:ext cx="10795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Text Box 11"/>
          <p:cNvSpPr txBox="1">
            <a:spLocks noChangeArrowheads="1"/>
          </p:cNvSpPr>
          <p:nvPr/>
        </p:nvSpPr>
        <p:spPr bwMode="auto">
          <a:xfrm>
            <a:off x="642938" y="6186488"/>
            <a:ext cx="82153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b="0">
                <a:solidFill>
                  <a:schemeClr val="bg1"/>
                </a:solidFill>
                <a:ea typeface="楷体_GB2312" pitchFamily="49" charset="-122"/>
              </a:rPr>
              <a:t>其中</a:t>
            </a:r>
            <a:r>
              <a:rPr kumimoji="0" lang="en-US" altLang="zh-CN" b="0">
                <a:solidFill>
                  <a:schemeClr val="bg1"/>
                </a:solidFill>
              </a:rPr>
              <a:t>,  </a:t>
            </a:r>
            <a:r>
              <a:rPr kumimoji="0" lang="en-US" altLang="zh-CN" b="0" i="1">
                <a:solidFill>
                  <a:srgbClr val="00FFFF"/>
                </a:solidFill>
              </a:rPr>
              <a:t>k</a:t>
            </a:r>
            <a:r>
              <a:rPr kumimoji="0" lang="zh-CN" altLang="en-US" b="0">
                <a:solidFill>
                  <a:schemeClr val="bg1"/>
                </a:solidFill>
                <a:ea typeface="楷体_GB2312" pitchFamily="49" charset="-122"/>
              </a:rPr>
              <a:t>是缺级</a:t>
            </a:r>
            <a:r>
              <a:rPr kumimoji="0" lang="zh-CN" altLang="en-US">
                <a:solidFill>
                  <a:srgbClr val="FF0000"/>
                </a:solidFill>
                <a:ea typeface="楷体_GB2312" pitchFamily="49" charset="-122"/>
              </a:rPr>
              <a:t>主极大明纹的级次</a:t>
            </a:r>
            <a:r>
              <a:rPr kumimoji="0" lang="en-US" altLang="zh-CN" b="0">
                <a:solidFill>
                  <a:schemeClr val="bg1"/>
                </a:solidFill>
              </a:rPr>
              <a:t>,  </a:t>
            </a:r>
            <a:r>
              <a:rPr kumimoji="0" lang="en-US" altLang="zh-CN" b="0" i="1">
                <a:solidFill>
                  <a:srgbClr val="00FFFF"/>
                </a:solidFill>
              </a:rPr>
              <a:t>k</a:t>
            </a:r>
            <a:r>
              <a:rPr kumimoji="0" lang="en-US" altLang="zh-CN" b="0">
                <a:solidFill>
                  <a:srgbClr val="00FFFF"/>
                </a:solidFill>
                <a:cs typeface="Times New Roman" panose="02020603050405020304" pitchFamily="18" charset="0"/>
              </a:rPr>
              <a:t>′</a:t>
            </a:r>
            <a:r>
              <a:rPr kumimoji="0" lang="zh-CN" altLang="en-US" b="0">
                <a:solidFill>
                  <a:schemeClr val="bg1"/>
                </a:solidFill>
                <a:ea typeface="楷体_GB2312" pitchFamily="49" charset="-122"/>
              </a:rPr>
              <a:t>是</a:t>
            </a:r>
            <a:r>
              <a:rPr kumimoji="0" lang="zh-CN" altLang="en-US">
                <a:solidFill>
                  <a:srgbClr val="FF0000"/>
                </a:solidFill>
                <a:ea typeface="楷体_GB2312" pitchFamily="49" charset="-122"/>
              </a:rPr>
              <a:t>单缝衍射暗纹的级次</a:t>
            </a:r>
          </a:p>
        </p:txBody>
      </p:sp>
      <p:sp>
        <p:nvSpPr>
          <p:cNvPr id="56" name="五角星 55"/>
          <p:cNvSpPr/>
          <p:nvPr/>
        </p:nvSpPr>
        <p:spPr bwMode="auto">
          <a:xfrm>
            <a:off x="214313" y="4929188"/>
            <a:ext cx="500062" cy="500062"/>
          </a:xfrm>
          <a:prstGeom prst="star5">
            <a:avLst/>
          </a:prstGeom>
          <a:solidFill>
            <a:srgbClr val="FF0000"/>
          </a:solidFill>
          <a:ln w="38100">
            <a:noFill/>
            <a:round/>
          </a:ln>
        </p:spPr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8" name="五角星 55">
            <a:extLst>
              <a:ext uri="{FF2B5EF4-FFF2-40B4-BE49-F238E27FC236}">
                <a16:creationId xmlns:a16="http://schemas.microsoft.com/office/drawing/2014/main" id="{6E698C0F-CF36-43AB-BCDF-B1EC935D9D34}"/>
              </a:ext>
            </a:extLst>
          </p:cNvPr>
          <p:cNvSpPr/>
          <p:nvPr/>
        </p:nvSpPr>
        <p:spPr bwMode="auto">
          <a:xfrm>
            <a:off x="195407" y="2614710"/>
            <a:ext cx="500062" cy="500062"/>
          </a:xfrm>
          <a:prstGeom prst="star5">
            <a:avLst/>
          </a:prstGeom>
          <a:solidFill>
            <a:srgbClr val="FF0000"/>
          </a:solidFill>
          <a:ln w="38100">
            <a:noFill/>
            <a:round/>
          </a:ln>
        </p:spPr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500"/>
                            </p:stCondLst>
                            <p:childTnLst>
                              <p:par>
                                <p:cTn id="8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0066" grpId="0"/>
      <p:bldP spid="1036" grpId="0" animBg="1"/>
      <p:bldP spid="1039" grpId="0" animBg="1"/>
      <p:bldP spid="45" grpId="0"/>
      <p:bldP spid="48" grpId="0"/>
      <p:bldP spid="50" grpId="0"/>
      <p:bldP spid="51" grpId="0"/>
      <p:bldP spid="5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650" name="Text Box 2">
            <a:extLst>
              <a:ext uri="{FF2B5EF4-FFF2-40B4-BE49-F238E27FC236}">
                <a16:creationId xmlns:a16="http://schemas.microsoft.com/office/drawing/2014/main" id="{2AE36699-A3ED-46EF-9DFF-32491872D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3725" y="4643438"/>
            <a:ext cx="678021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时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，</a:t>
            </a: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第二级主极大也发生缺级，不符题意，舍去</a:t>
            </a:r>
            <a:endParaRPr lang="zh-CN" altLang="en-US" b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10252" name="Text Box 3">
            <a:extLst>
              <a:ext uri="{FF2B5EF4-FFF2-40B4-BE49-F238E27FC236}">
                <a16:creationId xmlns:a16="http://schemas.microsoft.com/office/drawing/2014/main" id="{AAB25952-D2D1-4DBC-BA15-DDC5FEF19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76225"/>
            <a:ext cx="8064500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</a:rPr>
              <a:t>宽度为</a:t>
            </a:r>
            <a:r>
              <a:rPr lang="en-US" altLang="zh-CN" i="1" dirty="0">
                <a:solidFill>
                  <a:srgbClr val="FFFF00"/>
                </a:solidFill>
              </a:rPr>
              <a:t>D </a:t>
            </a:r>
            <a:r>
              <a:rPr lang="en-US" altLang="zh-CN" dirty="0">
                <a:solidFill>
                  <a:srgbClr val="FFFF00"/>
                </a:solidFill>
              </a:rPr>
              <a:t>=10 mm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</a:rPr>
              <a:t>的光栅，每毫米均匀刻有</a:t>
            </a:r>
            <a:r>
              <a:rPr lang="en-US" altLang="zh-CN" dirty="0">
                <a:solidFill>
                  <a:srgbClr val="FFFF00"/>
                </a:solidFill>
              </a:rPr>
              <a:t>100 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</a:rPr>
              <a:t>条线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</a:rPr>
              <a:t>当波长为</a:t>
            </a:r>
            <a:r>
              <a:rPr lang="en-US" altLang="zh-CN" dirty="0">
                <a:solidFill>
                  <a:srgbClr val="FFFF00"/>
                </a:solidFill>
              </a:rPr>
              <a:t>500 nm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</a:rPr>
              <a:t>的平行光垂直入射时，第四级主极大谱线刚好消失，第二级主极大的光强不为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rgbClr val="FFFF00"/>
                </a:solidFill>
              </a:rPr>
              <a:t>0</a:t>
            </a:r>
            <a:endParaRPr lang="zh-CN" altLang="en-US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10253" name="Text Box 4">
            <a:extLst>
              <a:ext uri="{FF2B5EF4-FFF2-40B4-BE49-F238E27FC236}">
                <a16:creationId xmlns:a16="http://schemas.microsoft.com/office/drawing/2014/main" id="{73272621-8104-4CDC-888D-28BDF7EF4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735138"/>
            <a:ext cx="37115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光栅狭缝可能的宽度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；</a:t>
            </a:r>
          </a:p>
        </p:txBody>
      </p:sp>
      <p:sp>
        <p:nvSpPr>
          <p:cNvPr id="10254" name="Text Box 5">
            <a:extLst>
              <a:ext uri="{FF2B5EF4-FFF2-40B4-BE49-F238E27FC236}">
                <a16:creationId xmlns:a16="http://schemas.microsoft.com/office/drawing/2014/main" id="{C60C0419-BB5E-49CA-95DB-F613FF6DE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1714500"/>
            <a:ext cx="43307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第二级主极大的半角宽度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。</a:t>
            </a:r>
            <a:endParaRPr lang="zh-CN" altLang="en-US" b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99EB4FB4-EA9C-4F0D-9F0E-300656EC4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01625"/>
            <a:ext cx="485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1179655" name="Text Box 7">
            <a:extLst>
              <a:ext uri="{FF2B5EF4-FFF2-40B4-BE49-F238E27FC236}">
                <a16:creationId xmlns:a16="http://schemas.microsoft.com/office/drawing/2014/main" id="{9A24F5A3-E431-4586-8D47-2FDD33134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349500"/>
            <a:ext cx="20097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光栅常数</a:t>
            </a:r>
            <a:r>
              <a:rPr lang="zh-CN" altLang="en-US" b="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1179656" name="Text Box 8">
            <a:extLst>
              <a:ext uri="{FF2B5EF4-FFF2-40B4-BE49-F238E27FC236}">
                <a16:creationId xmlns:a16="http://schemas.microsoft.com/office/drawing/2014/main" id="{FD382FB5-00E2-4536-9E5F-BAC0A7A8E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3065463"/>
            <a:ext cx="35845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第四级主极大缺级，故有</a:t>
            </a:r>
            <a:endParaRPr lang="zh-CN" altLang="en-US" b="0">
              <a:solidFill>
                <a:schemeClr val="bg1"/>
              </a:solidFill>
              <a:latin typeface="华文中宋" panose="02010600040101010101" pitchFamily="2" charset="-122"/>
            </a:endParaRPr>
          </a:p>
        </p:txBody>
      </p:sp>
      <p:graphicFrame>
        <p:nvGraphicFramePr>
          <p:cNvPr id="1179657" name="Object 2">
            <a:extLst>
              <a:ext uri="{FF2B5EF4-FFF2-40B4-BE49-F238E27FC236}">
                <a16:creationId xmlns:a16="http://schemas.microsoft.com/office/drawing/2014/main" id="{941C42F9-4BD4-4C5F-AF95-A5CFAA14630B}"/>
              </a:ext>
            </a:extLst>
          </p:cNvPr>
          <p:cNvGraphicFramePr>
            <a:graphicFrameLocks/>
          </p:cNvGraphicFramePr>
          <p:nvPr/>
        </p:nvGraphicFramePr>
        <p:xfrm>
          <a:off x="4810125" y="2971800"/>
          <a:ext cx="14287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78" name="公式" r:id="rId3" imgW="1552645" imgH="790507" progId="Equation.3">
                  <p:embed/>
                </p:oleObj>
              </mc:Choice>
              <mc:Fallback>
                <p:oleObj name="公式" r:id="rId3" imgW="1552645" imgH="790507" progId="Equation.3">
                  <p:embed/>
                  <p:pic>
                    <p:nvPicPr>
                      <p:cNvPr id="1179657" name="Object 2">
                        <a:extLst>
                          <a:ext uri="{FF2B5EF4-FFF2-40B4-BE49-F238E27FC236}">
                            <a16:creationId xmlns:a16="http://schemas.microsoft.com/office/drawing/2014/main" id="{941C42F9-4BD4-4C5F-AF95-A5CFAA14630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125" y="2971800"/>
                        <a:ext cx="142875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9658" name="Object 3">
            <a:extLst>
              <a:ext uri="{FF2B5EF4-FFF2-40B4-BE49-F238E27FC236}">
                <a16:creationId xmlns:a16="http://schemas.microsoft.com/office/drawing/2014/main" id="{ACAC6F10-01F7-40AC-A4AF-3924A181AB6E}"/>
              </a:ext>
            </a:extLst>
          </p:cNvPr>
          <p:cNvGraphicFramePr>
            <a:graphicFrameLocks/>
          </p:cNvGraphicFramePr>
          <p:nvPr/>
        </p:nvGraphicFramePr>
        <p:xfrm>
          <a:off x="7092950" y="3187700"/>
          <a:ext cx="1176338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79" name="公式" r:id="rId5" imgW="1266704" imgH="295139" progId="Equation.3">
                  <p:embed/>
                </p:oleObj>
              </mc:Choice>
              <mc:Fallback>
                <p:oleObj name="公式" r:id="rId5" imgW="1266704" imgH="295139" progId="Equation.3">
                  <p:embed/>
                  <p:pic>
                    <p:nvPicPr>
                      <p:cNvPr id="1179658" name="Object 3">
                        <a:extLst>
                          <a:ext uri="{FF2B5EF4-FFF2-40B4-BE49-F238E27FC236}">
                            <a16:creationId xmlns:a16="http://schemas.microsoft.com/office/drawing/2014/main" id="{ACAC6F10-01F7-40AC-A4AF-3924A181AB6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3187700"/>
                        <a:ext cx="1176338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9659" name="Object 4">
            <a:extLst>
              <a:ext uri="{FF2B5EF4-FFF2-40B4-BE49-F238E27FC236}">
                <a16:creationId xmlns:a16="http://schemas.microsoft.com/office/drawing/2014/main" id="{9DED5322-165E-4C97-80B0-50C7FE9C51F2}"/>
              </a:ext>
            </a:extLst>
          </p:cNvPr>
          <p:cNvGraphicFramePr>
            <a:graphicFrameLocks/>
          </p:cNvGraphicFramePr>
          <p:nvPr/>
        </p:nvGraphicFramePr>
        <p:xfrm>
          <a:off x="2684463" y="2251075"/>
          <a:ext cx="321151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80" name="公式" r:id="rId7" imgW="3533743" imgH="790507" progId="Equation.3">
                  <p:embed/>
                </p:oleObj>
              </mc:Choice>
              <mc:Fallback>
                <p:oleObj name="公式" r:id="rId7" imgW="3533743" imgH="790507" progId="Equation.3">
                  <p:embed/>
                  <p:pic>
                    <p:nvPicPr>
                      <p:cNvPr id="1179659" name="Object 4">
                        <a:extLst>
                          <a:ext uri="{FF2B5EF4-FFF2-40B4-BE49-F238E27FC236}">
                            <a16:creationId xmlns:a16="http://schemas.microsoft.com/office/drawing/2014/main" id="{9DED5322-165E-4C97-80B0-50C7FE9C51F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4463" y="2251075"/>
                        <a:ext cx="3211512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8" name="Rectangle 12">
            <a:extLst>
              <a:ext uri="{FF2B5EF4-FFF2-40B4-BE49-F238E27FC236}">
                <a16:creationId xmlns:a16="http://schemas.microsoft.com/office/drawing/2014/main" id="{5E7E030F-1E11-4628-909D-20BA2D1EB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8" y="1757363"/>
            <a:ext cx="485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求</a:t>
            </a:r>
          </a:p>
        </p:txBody>
      </p:sp>
      <p:sp>
        <p:nvSpPr>
          <p:cNvPr id="10259" name="Rectangle 13">
            <a:extLst>
              <a:ext uri="{FF2B5EF4-FFF2-40B4-BE49-F238E27FC236}">
                <a16:creationId xmlns:a16="http://schemas.microsoft.com/office/drawing/2014/main" id="{5B35FB74-EC10-4771-B8BD-60DA2540C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328863"/>
            <a:ext cx="485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1179662" name="Text Box 14">
            <a:extLst>
              <a:ext uri="{FF2B5EF4-FFF2-40B4-BE49-F238E27FC236}">
                <a16:creationId xmlns:a16="http://schemas.microsoft.com/office/drawing/2014/main" id="{A32FEEC8-C9DB-4FFD-A9E7-3B6D07291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3725" y="3997325"/>
            <a:ext cx="49053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时</a:t>
            </a:r>
            <a:endParaRPr lang="zh-CN" altLang="en-US" b="0">
              <a:solidFill>
                <a:schemeClr val="bg1"/>
              </a:solidFill>
              <a:latin typeface="华文中宋" panose="02010600040101010101" pitchFamily="2" charset="-122"/>
            </a:endParaRPr>
          </a:p>
        </p:txBody>
      </p:sp>
      <p:graphicFrame>
        <p:nvGraphicFramePr>
          <p:cNvPr id="1179663" name="Object 5">
            <a:extLst>
              <a:ext uri="{FF2B5EF4-FFF2-40B4-BE49-F238E27FC236}">
                <a16:creationId xmlns:a16="http://schemas.microsoft.com/office/drawing/2014/main" id="{724BB132-4206-451E-A410-F31B055036BF}"/>
              </a:ext>
            </a:extLst>
          </p:cNvPr>
          <p:cNvGraphicFramePr>
            <a:graphicFrameLocks/>
          </p:cNvGraphicFramePr>
          <p:nvPr/>
        </p:nvGraphicFramePr>
        <p:xfrm>
          <a:off x="1071563" y="4067175"/>
          <a:ext cx="685800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81" name="公式" r:id="rId9" imgW="723875" imgH="295139" progId="Equation.3">
                  <p:embed/>
                </p:oleObj>
              </mc:Choice>
              <mc:Fallback>
                <p:oleObj name="公式" r:id="rId9" imgW="723875" imgH="295139" progId="Equation.3">
                  <p:embed/>
                  <p:pic>
                    <p:nvPicPr>
                      <p:cNvPr id="1179663" name="Object 5">
                        <a:extLst>
                          <a:ext uri="{FF2B5EF4-FFF2-40B4-BE49-F238E27FC236}">
                            <a16:creationId xmlns:a16="http://schemas.microsoft.com/office/drawing/2014/main" id="{724BB132-4206-451E-A410-F31B055036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4067175"/>
                        <a:ext cx="685800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9664" name="Object 6">
            <a:extLst>
              <a:ext uri="{FF2B5EF4-FFF2-40B4-BE49-F238E27FC236}">
                <a16:creationId xmlns:a16="http://schemas.microsoft.com/office/drawing/2014/main" id="{40996546-53F2-4ED8-A14F-B4455DC55D17}"/>
              </a:ext>
            </a:extLst>
          </p:cNvPr>
          <p:cNvGraphicFramePr>
            <a:graphicFrameLocks/>
          </p:cNvGraphicFramePr>
          <p:nvPr/>
        </p:nvGraphicFramePr>
        <p:xfrm>
          <a:off x="2560638" y="3786188"/>
          <a:ext cx="4445000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82" name="公式" r:id="rId11" imgW="4905343" imgH="838268" progId="Equation.3">
                  <p:embed/>
                </p:oleObj>
              </mc:Choice>
              <mc:Fallback>
                <p:oleObj name="公式" r:id="rId11" imgW="4905343" imgH="838268" progId="Equation.3">
                  <p:embed/>
                  <p:pic>
                    <p:nvPicPr>
                      <p:cNvPr id="1179664" name="Object 6">
                        <a:extLst>
                          <a:ext uri="{FF2B5EF4-FFF2-40B4-BE49-F238E27FC236}">
                            <a16:creationId xmlns:a16="http://schemas.microsoft.com/office/drawing/2014/main" id="{40996546-53F2-4ED8-A14F-B4455DC55D1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0638" y="3786188"/>
                        <a:ext cx="4445000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9665" name="Object 7">
            <a:extLst>
              <a:ext uri="{FF2B5EF4-FFF2-40B4-BE49-F238E27FC236}">
                <a16:creationId xmlns:a16="http://schemas.microsoft.com/office/drawing/2014/main" id="{D70B40E1-4A4F-4CD6-9E76-F3C61BD08303}"/>
              </a:ext>
            </a:extLst>
          </p:cNvPr>
          <p:cNvGraphicFramePr>
            <a:graphicFrameLocks/>
          </p:cNvGraphicFramePr>
          <p:nvPr/>
        </p:nvGraphicFramePr>
        <p:xfrm>
          <a:off x="1041400" y="4775200"/>
          <a:ext cx="742950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83" name="公式" r:id="rId13" imgW="790543" imgH="295139" progId="Equation.3">
                  <p:embed/>
                </p:oleObj>
              </mc:Choice>
              <mc:Fallback>
                <p:oleObj name="公式" r:id="rId13" imgW="790543" imgH="295139" progId="Equation.3">
                  <p:embed/>
                  <p:pic>
                    <p:nvPicPr>
                      <p:cNvPr id="1179665" name="Object 7">
                        <a:extLst>
                          <a:ext uri="{FF2B5EF4-FFF2-40B4-BE49-F238E27FC236}">
                            <a16:creationId xmlns:a16="http://schemas.microsoft.com/office/drawing/2014/main" id="{D70B40E1-4A4F-4CD6-9E76-F3C61BD0830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400" y="4775200"/>
                        <a:ext cx="742950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9666" name="Text Box 18">
            <a:extLst>
              <a:ext uri="{FF2B5EF4-FFF2-40B4-BE49-F238E27FC236}">
                <a16:creationId xmlns:a16="http://schemas.microsoft.com/office/drawing/2014/main" id="{5CDB809C-AC63-455F-8831-23F807385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8963" y="5386388"/>
            <a:ext cx="8001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时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，</a:t>
            </a:r>
            <a:endParaRPr lang="zh-CN" altLang="en-US" b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179667" name="Object 8">
            <a:extLst>
              <a:ext uri="{FF2B5EF4-FFF2-40B4-BE49-F238E27FC236}">
                <a16:creationId xmlns:a16="http://schemas.microsoft.com/office/drawing/2014/main" id="{154FD1FB-7E5C-46E0-951F-8F0736C09036}"/>
              </a:ext>
            </a:extLst>
          </p:cNvPr>
          <p:cNvGraphicFramePr>
            <a:graphicFrameLocks/>
          </p:cNvGraphicFramePr>
          <p:nvPr/>
        </p:nvGraphicFramePr>
        <p:xfrm>
          <a:off x="1054100" y="5481638"/>
          <a:ext cx="730250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84" name="公式" r:id="rId15" imgW="771582" imgH="295139" progId="Equation.3">
                  <p:embed/>
                </p:oleObj>
              </mc:Choice>
              <mc:Fallback>
                <p:oleObj name="公式" r:id="rId15" imgW="771582" imgH="295139" progId="Equation.3">
                  <p:embed/>
                  <p:pic>
                    <p:nvPicPr>
                      <p:cNvPr id="1179667" name="Object 8">
                        <a:extLst>
                          <a:ext uri="{FF2B5EF4-FFF2-40B4-BE49-F238E27FC236}">
                            <a16:creationId xmlns:a16="http://schemas.microsoft.com/office/drawing/2014/main" id="{154FD1FB-7E5C-46E0-951F-8F0736C0903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4100" y="5481638"/>
                        <a:ext cx="730250" cy="29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9668" name="Object 9">
            <a:extLst>
              <a:ext uri="{FF2B5EF4-FFF2-40B4-BE49-F238E27FC236}">
                <a16:creationId xmlns:a16="http://schemas.microsoft.com/office/drawing/2014/main" id="{E7F3CF41-6C80-4CA5-B0FC-26B30BDB006A}"/>
              </a:ext>
            </a:extLst>
          </p:cNvPr>
          <p:cNvGraphicFramePr>
            <a:graphicFrameLocks/>
          </p:cNvGraphicFramePr>
          <p:nvPr/>
        </p:nvGraphicFramePr>
        <p:xfrm>
          <a:off x="2622550" y="5211763"/>
          <a:ext cx="5233988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85" name="公式" r:id="rId17" imgW="5781822" imgH="838268" progId="Equation.3">
                  <p:embed/>
                </p:oleObj>
              </mc:Choice>
              <mc:Fallback>
                <p:oleObj name="公式" r:id="rId17" imgW="5781822" imgH="838268" progId="Equation.3">
                  <p:embed/>
                  <p:pic>
                    <p:nvPicPr>
                      <p:cNvPr id="1179668" name="Object 9">
                        <a:extLst>
                          <a:ext uri="{FF2B5EF4-FFF2-40B4-BE49-F238E27FC236}">
                            <a16:creationId xmlns:a16="http://schemas.microsoft.com/office/drawing/2014/main" id="{E7F3CF41-6C80-4CA5-B0FC-26B30BDB006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550" y="5211763"/>
                        <a:ext cx="5233988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12">
            <a:extLst>
              <a:ext uri="{FF2B5EF4-FFF2-40B4-BE49-F238E27FC236}">
                <a16:creationId xmlns:a16="http://schemas.microsoft.com/office/drawing/2014/main" id="{032B00F2-7E38-4B16-8573-62A6CA058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75" y="6072188"/>
            <a:ext cx="79549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可能的缝宽有两个，分别是 </a:t>
            </a:r>
            <a:r>
              <a:rPr lang="en-US" altLang="zh-CN">
                <a:solidFill>
                  <a:schemeClr val="bg1"/>
                </a:solidFill>
              </a:rPr>
              <a:t>2.5</a:t>
            </a:r>
            <a:r>
              <a:rPr lang="en-US" altLang="zh-CN">
                <a:solidFill>
                  <a:schemeClr val="bg1"/>
                </a:solidFill>
                <a:sym typeface="Symbol" panose="05050102010706020507" pitchFamily="18" charset="2"/>
              </a:rPr>
              <a:t>×10</a:t>
            </a:r>
            <a:r>
              <a:rPr lang="en-US" altLang="zh-CN" baseline="42000">
                <a:solidFill>
                  <a:schemeClr val="bg1"/>
                </a:solidFill>
                <a:sym typeface="Symbol" panose="05050102010706020507" pitchFamily="18" charset="2"/>
              </a:rPr>
              <a:t>-3 </a:t>
            </a:r>
            <a:r>
              <a:rPr lang="en-US" altLang="zh-CN">
                <a:solidFill>
                  <a:schemeClr val="bg1"/>
                </a:solidFill>
              </a:rPr>
              <a:t>mm </a:t>
            </a: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和 </a:t>
            </a:r>
            <a:r>
              <a:rPr lang="en-US" altLang="zh-CN">
                <a:solidFill>
                  <a:schemeClr val="bg1"/>
                </a:solidFill>
              </a:rPr>
              <a:t>7.5</a:t>
            </a:r>
            <a:r>
              <a:rPr lang="en-US" altLang="zh-CN">
                <a:solidFill>
                  <a:schemeClr val="bg1"/>
                </a:solidFill>
                <a:sym typeface="Symbol" panose="05050102010706020507" pitchFamily="18" charset="2"/>
              </a:rPr>
              <a:t>×10</a:t>
            </a:r>
            <a:r>
              <a:rPr lang="en-US" altLang="zh-CN" baseline="44000">
                <a:solidFill>
                  <a:schemeClr val="bg1"/>
                </a:solidFill>
                <a:sym typeface="Symbol" panose="05050102010706020507" pitchFamily="18" charset="2"/>
              </a:rPr>
              <a:t>-3 </a:t>
            </a:r>
            <a:r>
              <a:rPr lang="en-US" altLang="zh-CN">
                <a:solidFill>
                  <a:schemeClr val="bg1"/>
                </a:solidFill>
              </a:rPr>
              <a:t>mm</a:t>
            </a:r>
            <a:endParaRPr lang="en-US" altLang="zh-CN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22550" name="灯片编号占位符 1">
            <a:extLst>
              <a:ext uri="{FF2B5EF4-FFF2-40B4-BE49-F238E27FC236}">
                <a16:creationId xmlns:a16="http://schemas.microsoft.com/office/drawing/2014/main" id="{FA6D3A23-65B7-41D5-889B-EA6B94FF55D5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FF09533-A2D7-4852-96A6-7CD44D2C5C54}" type="slidenum">
              <a:rPr lang="en-US" altLang="zh-CN" b="0">
                <a:solidFill>
                  <a:srgbClr val="FF00FF"/>
                </a:solidFill>
              </a:rPr>
              <a:pPr eaLnBrk="1" hangingPunct="1"/>
              <a:t>3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79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79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79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79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79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79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79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79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79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7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7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179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179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9650" grpId="0" autoUpdateAnimBg="0"/>
      <p:bldP spid="10252" grpId="0"/>
      <p:bldP spid="10253" grpId="0"/>
      <p:bldP spid="10254" grpId="0"/>
      <p:bldP spid="1179655" grpId="0" autoUpdateAnimBg="0"/>
      <p:bldP spid="1179656" grpId="0" autoUpdateAnimBg="0"/>
      <p:bldP spid="10258" grpId="0"/>
      <p:bldP spid="10259" grpId="0"/>
      <p:bldP spid="1179662" grpId="0" autoUpdateAnimBg="0"/>
      <p:bldP spid="1179666" grpId="0" autoUpdateAnimBg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674" name="Text Box 2">
            <a:extLst>
              <a:ext uri="{FF2B5EF4-FFF2-40B4-BE49-F238E27FC236}">
                <a16:creationId xmlns:a16="http://schemas.microsoft.com/office/drawing/2014/main" id="{D3567280-AE65-4109-9DFA-3F12FB4DE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668338"/>
            <a:ext cx="29368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光栅总的狭缝数</a:t>
            </a:r>
            <a:r>
              <a:rPr lang="zh-CN" altLang="en-US" b="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1180675" name="Object 2">
            <a:extLst>
              <a:ext uri="{FF2B5EF4-FFF2-40B4-BE49-F238E27FC236}">
                <a16:creationId xmlns:a16="http://schemas.microsoft.com/office/drawing/2014/main" id="{221493A5-3F76-4F35-BB3C-9AAB15E09688}"/>
              </a:ext>
            </a:extLst>
          </p:cNvPr>
          <p:cNvGraphicFramePr>
            <a:graphicFrameLocks/>
          </p:cNvGraphicFramePr>
          <p:nvPr/>
        </p:nvGraphicFramePr>
        <p:xfrm>
          <a:off x="3643313" y="542925"/>
          <a:ext cx="28670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82" name="公式" r:id="rId3" imgW="3152692" imgH="790507" progId="Equation.3">
                  <p:embed/>
                </p:oleObj>
              </mc:Choice>
              <mc:Fallback>
                <p:oleObj name="公式" r:id="rId3" imgW="3152692" imgH="790507" progId="Equation.3">
                  <p:embed/>
                  <p:pic>
                    <p:nvPicPr>
                      <p:cNvPr id="1180675" name="Object 2">
                        <a:extLst>
                          <a:ext uri="{FF2B5EF4-FFF2-40B4-BE49-F238E27FC236}">
                            <a16:creationId xmlns:a16="http://schemas.microsoft.com/office/drawing/2014/main" id="{221493A5-3F76-4F35-BB3C-9AAB15E0968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13" y="542925"/>
                        <a:ext cx="28670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0676" name="Text Box 4">
            <a:extLst>
              <a:ext uri="{FF2B5EF4-FFF2-40B4-BE49-F238E27FC236}">
                <a16:creationId xmlns:a16="http://schemas.microsoft.com/office/drawing/2014/main" id="{7DC2DC6B-9928-41FD-9365-06049E266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1500188"/>
            <a:ext cx="79724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设第二级主极大的衍射角为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zh-CN" altLang="en-US" i="1">
                <a:solidFill>
                  <a:srgbClr val="FFFF00"/>
                </a:solidFill>
                <a:sym typeface="Symbol" panose="05050102010706020507" pitchFamily="18" charset="2"/>
              </a:rPr>
              <a:t></a:t>
            </a:r>
            <a:r>
              <a:rPr lang="en-US" altLang="zh-CN" baseline="-25000">
                <a:solidFill>
                  <a:srgbClr val="FFFF00"/>
                </a:solidFill>
                <a:sym typeface="Symbol" panose="05050102010706020507" pitchFamily="18" charset="2"/>
              </a:rPr>
              <a:t>2</a:t>
            </a:r>
            <a:r>
              <a:rPr lang="en-US" altLang="zh-CN">
                <a:solidFill>
                  <a:srgbClr val="FFFF00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，</a:t>
            </a: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与该主极大相邻的暗纹</a:t>
            </a:r>
            <a:r>
              <a:rPr lang="en-US" altLang="zh-CN">
                <a:solidFill>
                  <a:schemeClr val="bg1"/>
                </a:solidFill>
              </a:rPr>
              <a:t>( </a:t>
            </a: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第 </a:t>
            </a:r>
            <a:r>
              <a:rPr lang="en-US" altLang="zh-CN">
                <a:solidFill>
                  <a:srgbClr val="FFFF00"/>
                </a:solidFill>
              </a:rPr>
              <a:t>2</a:t>
            </a:r>
            <a:r>
              <a:rPr lang="en-US" altLang="zh-CN" i="1">
                <a:solidFill>
                  <a:srgbClr val="FFFF00"/>
                </a:solidFill>
              </a:rPr>
              <a:t>N </a:t>
            </a:r>
            <a:r>
              <a:rPr lang="en-US" altLang="zh-CN">
                <a:solidFill>
                  <a:srgbClr val="FFFF00"/>
                </a:solidFill>
              </a:rPr>
              <a:t>+1 </a:t>
            </a: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级或第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FFFF00"/>
                </a:solidFill>
              </a:rPr>
              <a:t>2</a:t>
            </a:r>
            <a:r>
              <a:rPr lang="en-US" altLang="zh-CN" i="1">
                <a:solidFill>
                  <a:srgbClr val="FFFF00"/>
                </a:solidFill>
              </a:rPr>
              <a:t>N </a:t>
            </a:r>
            <a:r>
              <a:rPr lang="en-US" altLang="zh-CN">
                <a:solidFill>
                  <a:srgbClr val="FFFF00"/>
                </a:solidFill>
                <a:latin typeface="宋体" panose="02010600030101010101" pitchFamily="2" charset="-122"/>
              </a:rPr>
              <a:t>-</a:t>
            </a:r>
            <a:r>
              <a:rPr lang="en-US" altLang="zh-CN">
                <a:solidFill>
                  <a:srgbClr val="FFFF00"/>
                </a:solidFill>
              </a:rPr>
              <a:t> 1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级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) </a:t>
            </a: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衍射角为</a:t>
            </a:r>
            <a:r>
              <a:rPr lang="zh-CN" altLang="en-US" i="1">
                <a:solidFill>
                  <a:schemeClr val="bg1"/>
                </a:solidFill>
              </a:rPr>
              <a:t> </a:t>
            </a:r>
            <a:r>
              <a:rPr lang="zh-CN" altLang="en-US" i="1">
                <a:solidFill>
                  <a:srgbClr val="FFFF00"/>
                </a:solidFill>
                <a:sym typeface="Symbol" panose="05050102010706020507" pitchFamily="18" charset="2"/>
              </a:rPr>
              <a:t></a:t>
            </a:r>
            <a:r>
              <a:rPr lang="en-US" altLang="zh-CN" baseline="-25000">
                <a:solidFill>
                  <a:srgbClr val="FFFF00"/>
                </a:solidFill>
                <a:sym typeface="Symbol" panose="05050102010706020507" pitchFamily="18" charset="2"/>
              </a:rPr>
              <a:t>2</a:t>
            </a:r>
            <a:r>
              <a:rPr lang="en-US" altLang="zh-CN" i="1" baseline="-25000">
                <a:solidFill>
                  <a:srgbClr val="FFFF00"/>
                </a:solidFill>
                <a:sym typeface="Symbol" panose="05050102010706020507" pitchFamily="18" charset="2"/>
              </a:rPr>
              <a:t>N </a:t>
            </a:r>
            <a:r>
              <a:rPr lang="en-US" altLang="zh-CN" baseline="-25000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baseline="-25000">
                <a:solidFill>
                  <a:srgbClr val="FFFF00"/>
                </a:solidFill>
                <a:sym typeface="Symbol" panose="05050102010706020507" pitchFamily="18" charset="2"/>
              </a:rPr>
              <a:t>1</a:t>
            </a:r>
            <a:r>
              <a:rPr lang="en-US" altLang="zh-CN">
                <a:solidFill>
                  <a:srgbClr val="FFFF00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，</a:t>
            </a: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由光栅方程和暗纹公式：</a:t>
            </a:r>
          </a:p>
        </p:txBody>
      </p:sp>
      <p:graphicFrame>
        <p:nvGraphicFramePr>
          <p:cNvPr id="1180677" name="Object 3">
            <a:extLst>
              <a:ext uri="{FF2B5EF4-FFF2-40B4-BE49-F238E27FC236}">
                <a16:creationId xmlns:a16="http://schemas.microsoft.com/office/drawing/2014/main" id="{DA658DF5-0EBE-4C3D-B736-B0E518FC46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90713" y="3157538"/>
          <a:ext cx="2684462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83" name="公式" r:id="rId5" imgW="1095445" imgH="180941" progId="Equation.3">
                  <p:embed/>
                </p:oleObj>
              </mc:Choice>
              <mc:Fallback>
                <p:oleObj name="公式" r:id="rId5" imgW="1095445" imgH="180941" progId="Equation.3">
                  <p:embed/>
                  <p:pic>
                    <p:nvPicPr>
                      <p:cNvPr id="1180677" name="Object 3">
                        <a:extLst>
                          <a:ext uri="{FF2B5EF4-FFF2-40B4-BE49-F238E27FC236}">
                            <a16:creationId xmlns:a16="http://schemas.microsoft.com/office/drawing/2014/main" id="{DA658DF5-0EBE-4C3D-B736-B0E518FC46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0713" y="3157538"/>
                        <a:ext cx="2684462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0678" name="Object 4">
            <a:extLst>
              <a:ext uri="{FF2B5EF4-FFF2-40B4-BE49-F238E27FC236}">
                <a16:creationId xmlns:a16="http://schemas.microsoft.com/office/drawing/2014/main" id="{D099B37A-EF84-4E04-A69F-4291F0CA16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7375" y="3817938"/>
          <a:ext cx="43370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84" name="公式" r:id="rId7" imgW="1800359" imgH="190432" progId="Equation.3">
                  <p:embed/>
                </p:oleObj>
              </mc:Choice>
              <mc:Fallback>
                <p:oleObj name="公式" r:id="rId7" imgW="1800359" imgH="190432" progId="Equation.3">
                  <p:embed/>
                  <p:pic>
                    <p:nvPicPr>
                      <p:cNvPr id="1180678" name="Object 4">
                        <a:extLst>
                          <a:ext uri="{FF2B5EF4-FFF2-40B4-BE49-F238E27FC236}">
                            <a16:creationId xmlns:a16="http://schemas.microsoft.com/office/drawing/2014/main" id="{D099B37A-EF84-4E04-A69F-4291F0CA16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75" y="3817938"/>
                        <a:ext cx="433705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0679" name="Text Box 7">
            <a:extLst>
              <a:ext uri="{FF2B5EF4-FFF2-40B4-BE49-F238E27FC236}">
                <a16:creationId xmlns:a16="http://schemas.microsoft.com/office/drawing/2014/main" id="{D5FE88E1-B67A-4637-84BB-5D90B5CBE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7588" y="4657725"/>
            <a:ext cx="234791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代入数据后，得</a:t>
            </a:r>
            <a:endParaRPr lang="zh-CN" altLang="en-US" b="0">
              <a:solidFill>
                <a:schemeClr val="bg1"/>
              </a:solidFill>
              <a:latin typeface="华文中宋" panose="02010600040101010101" pitchFamily="2" charset="-122"/>
            </a:endParaRPr>
          </a:p>
        </p:txBody>
      </p:sp>
      <p:graphicFrame>
        <p:nvGraphicFramePr>
          <p:cNvPr id="1180680" name="Object 5">
            <a:extLst>
              <a:ext uri="{FF2B5EF4-FFF2-40B4-BE49-F238E27FC236}">
                <a16:creationId xmlns:a16="http://schemas.microsoft.com/office/drawing/2014/main" id="{7C2B7AEE-ACB8-4BE7-9410-4D4378E082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3313" y="4619625"/>
          <a:ext cx="14859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85" name="公式" r:id="rId9" imgW="685953" imgH="190432" progId="Equation.3">
                  <p:embed/>
                </p:oleObj>
              </mc:Choice>
              <mc:Fallback>
                <p:oleObj name="公式" r:id="rId9" imgW="685953" imgH="190432" progId="Equation.3">
                  <p:embed/>
                  <p:pic>
                    <p:nvPicPr>
                      <p:cNvPr id="1180680" name="Object 5">
                        <a:extLst>
                          <a:ext uri="{FF2B5EF4-FFF2-40B4-BE49-F238E27FC236}">
                            <a16:creationId xmlns:a16="http://schemas.microsoft.com/office/drawing/2014/main" id="{7C2B7AEE-ACB8-4BE7-9410-4D4378E082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13" y="4619625"/>
                        <a:ext cx="14859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0681" name="Object 6">
            <a:extLst>
              <a:ext uri="{FF2B5EF4-FFF2-40B4-BE49-F238E27FC236}">
                <a16:creationId xmlns:a16="http://schemas.microsoft.com/office/drawing/2014/main" id="{1BC117D7-44F0-47F3-B542-C0952513AD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1963" y="4572000"/>
          <a:ext cx="174466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86" name="公式" r:id="rId11" imgW="866692" imgH="199923" progId="Equation.3">
                  <p:embed/>
                </p:oleObj>
              </mc:Choice>
              <mc:Fallback>
                <p:oleObj name="公式" r:id="rId11" imgW="866692" imgH="199923" progId="Equation.3">
                  <p:embed/>
                  <p:pic>
                    <p:nvPicPr>
                      <p:cNvPr id="1180681" name="Object 6">
                        <a:extLst>
                          <a:ext uri="{FF2B5EF4-FFF2-40B4-BE49-F238E27FC236}">
                            <a16:creationId xmlns:a16="http://schemas.microsoft.com/office/drawing/2014/main" id="{1BC117D7-44F0-47F3-B542-C0952513AD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1963" y="4572000"/>
                        <a:ext cx="1744662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0682" name="Text Box 10">
            <a:extLst>
              <a:ext uri="{FF2B5EF4-FFF2-40B4-BE49-F238E27FC236}">
                <a16:creationId xmlns:a16="http://schemas.microsoft.com/office/drawing/2014/main" id="{B76169A2-BDCC-49BB-B835-48D211A7D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5286375"/>
            <a:ext cx="35845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第二级主极大的半角宽度</a:t>
            </a:r>
          </a:p>
        </p:txBody>
      </p:sp>
      <p:graphicFrame>
        <p:nvGraphicFramePr>
          <p:cNvPr id="1180683" name="Object 7">
            <a:extLst>
              <a:ext uri="{FF2B5EF4-FFF2-40B4-BE49-F238E27FC236}">
                <a16:creationId xmlns:a16="http://schemas.microsoft.com/office/drawing/2014/main" id="{9B2E9E5B-030D-4F0C-9F1F-2A2F1B1C97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6125" y="5889625"/>
          <a:ext cx="294798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87" name="公式" r:id="rId13" imgW="1485976" imgH="199923" progId="Equation.3">
                  <p:embed/>
                </p:oleObj>
              </mc:Choice>
              <mc:Fallback>
                <p:oleObj name="公式" r:id="rId13" imgW="1485976" imgH="199923" progId="Equation.3">
                  <p:embed/>
                  <p:pic>
                    <p:nvPicPr>
                      <p:cNvPr id="1180683" name="Object 7">
                        <a:extLst>
                          <a:ext uri="{FF2B5EF4-FFF2-40B4-BE49-F238E27FC236}">
                            <a16:creationId xmlns:a16="http://schemas.microsoft.com/office/drawing/2014/main" id="{9B2E9E5B-030D-4F0C-9F1F-2A2F1B1C97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5" y="5889625"/>
                        <a:ext cx="2947988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4" name="灯片编号占位符 1">
            <a:extLst>
              <a:ext uri="{FF2B5EF4-FFF2-40B4-BE49-F238E27FC236}">
                <a16:creationId xmlns:a16="http://schemas.microsoft.com/office/drawing/2014/main" id="{46C6F5AA-41CF-4792-A06C-E4189EF6621B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15B285E-CD48-4106-9C92-56CDFBB43566}" type="slidenum">
              <a:rPr lang="en-US" altLang="zh-CN" b="0">
                <a:solidFill>
                  <a:srgbClr val="FF00FF"/>
                </a:solidFill>
              </a:rPr>
              <a:pPr eaLnBrk="1" hangingPunct="1"/>
              <a:t>4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0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80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80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8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80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80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80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80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80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80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0674" grpId="0" autoUpdateAnimBg="0"/>
      <p:bldP spid="1180676" grpId="0" autoUpdateAnimBg="0"/>
      <p:bldP spid="1180679" grpId="0" autoUpdateAnimBg="0"/>
      <p:bldP spid="118068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Text Box 2"/>
          <p:cNvSpPr txBox="1">
            <a:spLocks noChangeArrowheads="1"/>
          </p:cNvSpPr>
          <p:nvPr/>
        </p:nvSpPr>
        <p:spPr bwMode="auto">
          <a:xfrm>
            <a:off x="461963" y="357188"/>
            <a:ext cx="40386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rgbClr val="FFFF00"/>
                </a:solidFill>
              </a:rPr>
              <a:t>四</a:t>
            </a:r>
            <a:r>
              <a:rPr lang="en-US" altLang="zh-CN">
                <a:solidFill>
                  <a:srgbClr val="FFFF00"/>
                </a:solidFill>
              </a:rPr>
              <a:t>. 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斜入射的光栅方程</a:t>
            </a:r>
            <a:endParaRPr lang="zh-CN" altLang="en-US" b="0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448515" name="Object 2"/>
          <p:cNvGraphicFramePr>
            <a:graphicFrameLocks noChangeAspect="1"/>
          </p:cNvGraphicFramePr>
          <p:nvPr/>
        </p:nvGraphicFramePr>
        <p:xfrm>
          <a:off x="838200" y="1504950"/>
          <a:ext cx="2779713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96" name="公式" r:id="rId4" imgW="3568700" imgH="412750" progId="Equation.3">
                  <p:embed/>
                </p:oleObj>
              </mc:Choice>
              <mc:Fallback>
                <p:oleObj name="公式" r:id="rId4" imgW="3568700" imgH="412750" progId="Equation.3">
                  <p:embed/>
                  <p:pic>
                    <p:nvPicPr>
                      <p:cNvPr id="44851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04950"/>
                        <a:ext cx="2779713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8516" name="Rectangle 4"/>
          <p:cNvSpPr>
            <a:spLocks noChangeArrowheads="1"/>
          </p:cNvSpPr>
          <p:nvPr/>
        </p:nvSpPr>
        <p:spPr bwMode="auto">
          <a:xfrm>
            <a:off x="735013" y="857250"/>
            <a:ext cx="21939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主极大条件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: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448517" name="Rectangle 5"/>
          <p:cNvSpPr>
            <a:spLocks noChangeArrowheads="1"/>
          </p:cNvSpPr>
          <p:nvPr/>
        </p:nvSpPr>
        <p:spPr bwMode="auto">
          <a:xfrm>
            <a:off x="1500188" y="2000250"/>
            <a:ext cx="180975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0" i="1">
                <a:solidFill>
                  <a:srgbClr val="FFCC00"/>
                </a:solidFill>
              </a:rPr>
              <a:t>k </a:t>
            </a:r>
            <a:r>
              <a:rPr lang="en-US" altLang="zh-CN" b="0">
                <a:solidFill>
                  <a:srgbClr val="FFCC00"/>
                </a:solidFill>
              </a:rPr>
              <a:t>= 0, 1, 2, 3…</a:t>
            </a:r>
            <a:endParaRPr lang="en-US" altLang="zh-CN" sz="3200" b="0">
              <a:solidFill>
                <a:srgbClr val="FFCC00"/>
              </a:solidFill>
            </a:endParaRPr>
          </a:p>
        </p:txBody>
      </p:sp>
      <p:sp>
        <p:nvSpPr>
          <p:cNvPr id="448520" name="Rectangle 8"/>
          <p:cNvSpPr>
            <a:spLocks noChangeArrowheads="1"/>
          </p:cNvSpPr>
          <p:nvPr/>
        </p:nvSpPr>
        <p:spPr bwMode="auto">
          <a:xfrm>
            <a:off x="714375" y="2536825"/>
            <a:ext cx="207168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缺级条件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: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448521" name="Object 4"/>
          <p:cNvGraphicFramePr>
            <a:graphicFrameLocks noChangeAspect="1"/>
          </p:cNvGraphicFramePr>
          <p:nvPr/>
        </p:nvGraphicFramePr>
        <p:xfrm>
          <a:off x="1038225" y="3290888"/>
          <a:ext cx="2855913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97" name="公式" r:id="rId6" imgW="3669030" imgH="412750" progId="Equation.3">
                  <p:embed/>
                </p:oleObj>
              </mc:Choice>
              <mc:Fallback>
                <p:oleObj name="公式" r:id="rId6" imgW="3669030" imgH="412750" progId="Equation.3">
                  <p:embed/>
                  <p:pic>
                    <p:nvPicPr>
                      <p:cNvPr id="44852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225" y="3290888"/>
                        <a:ext cx="2855913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8522" name="Object 5"/>
          <p:cNvGraphicFramePr>
            <a:graphicFrameLocks noChangeAspect="1"/>
          </p:cNvGraphicFramePr>
          <p:nvPr/>
        </p:nvGraphicFramePr>
        <p:xfrm>
          <a:off x="1052513" y="3790950"/>
          <a:ext cx="277971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98" name="公式" r:id="rId8" imgW="3568700" imgH="412750" progId="Equation.3">
                  <p:embed/>
                </p:oleObj>
              </mc:Choice>
              <mc:Fallback>
                <p:oleObj name="公式" r:id="rId8" imgW="3568700" imgH="412750" progId="Equation.3">
                  <p:embed/>
                  <p:pic>
                    <p:nvPicPr>
                      <p:cNvPr id="4485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513" y="3790950"/>
                        <a:ext cx="2779712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8523" name="Rectangle 11"/>
          <p:cNvSpPr>
            <a:spLocks noChangeArrowheads="1"/>
          </p:cNvSpPr>
          <p:nvPr/>
        </p:nvSpPr>
        <p:spPr bwMode="auto">
          <a:xfrm>
            <a:off x="838200" y="3143250"/>
            <a:ext cx="3305175" cy="1071563"/>
          </a:xfrm>
          <a:prstGeom prst="rect">
            <a:avLst/>
          </a:prstGeom>
          <a:noFill/>
          <a:ln w="19050">
            <a:solidFill>
              <a:srgbClr val="66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48524" name="Rectangle 12"/>
          <p:cNvSpPr>
            <a:spLocks noChangeArrowheads="1"/>
          </p:cNvSpPr>
          <p:nvPr/>
        </p:nvSpPr>
        <p:spPr bwMode="auto">
          <a:xfrm>
            <a:off x="742950" y="4411663"/>
            <a:ext cx="23288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最多明条纹数</a:t>
            </a:r>
          </a:p>
        </p:txBody>
      </p:sp>
      <p:graphicFrame>
        <p:nvGraphicFramePr>
          <p:cNvPr id="448525" name="Object 6"/>
          <p:cNvGraphicFramePr>
            <a:graphicFrameLocks noChangeAspect="1"/>
          </p:cNvGraphicFramePr>
          <p:nvPr/>
        </p:nvGraphicFramePr>
        <p:xfrm>
          <a:off x="2928938" y="4292600"/>
          <a:ext cx="153352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99" name="公式" r:id="rId10" imgW="2174240" imgH="925830" progId="Equation.3">
                  <p:embed/>
                </p:oleObj>
              </mc:Choice>
              <mc:Fallback>
                <p:oleObj name="公式" r:id="rId10" imgW="2174240" imgH="925830" progId="Equation.3">
                  <p:embed/>
                  <p:pic>
                    <p:nvPicPr>
                      <p:cNvPr id="44852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4292600"/>
                        <a:ext cx="1533525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8526" name="Object 7"/>
          <p:cNvGraphicFramePr>
            <a:graphicFrameLocks noChangeAspect="1"/>
          </p:cNvGraphicFramePr>
          <p:nvPr/>
        </p:nvGraphicFramePr>
        <p:xfrm>
          <a:off x="928688" y="5102225"/>
          <a:ext cx="34861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00" name="公式" r:id="rId12" imgW="2085340" imgH="412750" progId="Equation.3">
                  <p:embed/>
                </p:oleObj>
              </mc:Choice>
              <mc:Fallback>
                <p:oleObj name="公式" r:id="rId12" imgW="2085340" imgH="412750" progId="Equation.3">
                  <p:embed/>
                  <p:pic>
                    <p:nvPicPr>
                      <p:cNvPr id="44852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5102225"/>
                        <a:ext cx="348615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8527" name="Object 8"/>
          <p:cNvGraphicFramePr>
            <a:graphicFrameLocks noChangeAspect="1"/>
          </p:cNvGraphicFramePr>
          <p:nvPr/>
        </p:nvGraphicFramePr>
        <p:xfrm>
          <a:off x="4745038" y="5072063"/>
          <a:ext cx="3827462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01" name="公式" r:id="rId14" imgW="2286000" imgH="412750" progId="Equation.3">
                  <p:embed/>
                </p:oleObj>
              </mc:Choice>
              <mc:Fallback>
                <p:oleObj name="公式" r:id="rId14" imgW="2286000" imgH="412750" progId="Equation.3">
                  <p:embed/>
                  <p:pic>
                    <p:nvPicPr>
                      <p:cNvPr id="44852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5038" y="5072063"/>
                        <a:ext cx="3827462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8528" name="Object 9"/>
          <p:cNvGraphicFramePr>
            <a:graphicFrameLocks noChangeAspect="1"/>
          </p:cNvGraphicFramePr>
          <p:nvPr/>
        </p:nvGraphicFramePr>
        <p:xfrm>
          <a:off x="2211388" y="6034088"/>
          <a:ext cx="4932362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02" name="公式" r:id="rId16" imgW="3312160" imgH="222885" progId="Equation.3">
                  <p:embed/>
                </p:oleObj>
              </mc:Choice>
              <mc:Fallback>
                <p:oleObj name="公式" r:id="rId16" imgW="3312160" imgH="222885" progId="Equation.3">
                  <p:embed/>
                  <p:pic>
                    <p:nvPicPr>
                      <p:cNvPr id="44852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1388" y="6034088"/>
                        <a:ext cx="4932362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8529" name="Line 17"/>
          <p:cNvSpPr>
            <a:spLocks noChangeShapeType="1"/>
          </p:cNvSpPr>
          <p:nvPr/>
        </p:nvSpPr>
        <p:spPr bwMode="auto">
          <a:xfrm>
            <a:off x="4572000" y="1412875"/>
            <a:ext cx="2362200" cy="0"/>
          </a:xfrm>
          <a:prstGeom prst="line">
            <a:avLst/>
          </a:prstGeom>
          <a:noFill/>
          <a:ln w="19050">
            <a:solidFill>
              <a:srgbClr val="66FFFF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448530" name="Arc 18"/>
          <p:cNvSpPr/>
          <p:nvPr/>
        </p:nvSpPr>
        <p:spPr bwMode="auto">
          <a:xfrm rot="2096214" flipH="1" flipV="1">
            <a:off x="5508625" y="1196975"/>
            <a:ext cx="147638" cy="220663"/>
          </a:xfrm>
          <a:custGeom>
            <a:avLst/>
            <a:gdLst>
              <a:gd name="T0" fmla="*/ 2147483646 w 21389"/>
              <a:gd name="T1" fmla="*/ 0 h 21246"/>
              <a:gd name="T2" fmla="*/ 2147483646 w 21389"/>
              <a:gd name="T3" fmla="*/ 2147483646 h 21246"/>
              <a:gd name="T4" fmla="*/ 0 w 21389"/>
              <a:gd name="T5" fmla="*/ 2147483646 h 21246"/>
              <a:gd name="T6" fmla="*/ 0 60000 65536"/>
              <a:gd name="T7" fmla="*/ 0 60000 65536"/>
              <a:gd name="T8" fmla="*/ 0 60000 65536"/>
              <a:gd name="T9" fmla="*/ 0 w 21389"/>
              <a:gd name="T10" fmla="*/ 0 h 21246"/>
              <a:gd name="T11" fmla="*/ 21389 w 21389"/>
              <a:gd name="T12" fmla="*/ 21246 h 212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389" h="21246" fill="none" extrusionOk="0">
                <a:moveTo>
                  <a:pt x="3894" y="-1"/>
                </a:moveTo>
                <a:cubicBezTo>
                  <a:pt x="13042" y="1676"/>
                  <a:pt x="20090" y="9021"/>
                  <a:pt x="21388" y="18231"/>
                </a:cubicBezTo>
              </a:path>
              <a:path w="21389" h="21246" stroke="0" extrusionOk="0">
                <a:moveTo>
                  <a:pt x="3894" y="-1"/>
                </a:moveTo>
                <a:cubicBezTo>
                  <a:pt x="13042" y="1676"/>
                  <a:pt x="20090" y="9021"/>
                  <a:pt x="21388" y="18231"/>
                </a:cubicBezTo>
                <a:lnTo>
                  <a:pt x="0" y="21246"/>
                </a:lnTo>
                <a:lnTo>
                  <a:pt x="3894" y="-1"/>
                </a:lnTo>
                <a:close/>
              </a:path>
            </a:pathLst>
          </a:custGeom>
          <a:noFill/>
          <a:ln w="19050">
            <a:solidFill>
              <a:srgbClr val="66FF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448531" name="Arc 19"/>
          <p:cNvSpPr/>
          <p:nvPr/>
        </p:nvSpPr>
        <p:spPr bwMode="auto">
          <a:xfrm>
            <a:off x="6372225" y="1268413"/>
            <a:ext cx="76200" cy="1524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66FF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graphicFrame>
        <p:nvGraphicFramePr>
          <p:cNvPr id="448532" name="Object 10"/>
          <p:cNvGraphicFramePr>
            <a:graphicFrameLocks noChangeAspect="1"/>
          </p:cNvGraphicFramePr>
          <p:nvPr/>
        </p:nvGraphicFramePr>
        <p:xfrm>
          <a:off x="5969000" y="927100"/>
          <a:ext cx="3270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03" name="Equation" r:id="rId18" imgW="144780" imgH="144780" progId="Equation.3">
                  <p:embed/>
                </p:oleObj>
              </mc:Choice>
              <mc:Fallback>
                <p:oleObj name="Equation" r:id="rId18" imgW="144780" imgH="144780" progId="Equation.3">
                  <p:embed/>
                  <p:pic>
                    <p:nvPicPr>
                      <p:cNvPr id="44853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0" y="927100"/>
                        <a:ext cx="3270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8533" name="Object 11"/>
          <p:cNvGraphicFramePr>
            <a:graphicFrameLocks noChangeAspect="1"/>
          </p:cNvGraphicFramePr>
          <p:nvPr/>
        </p:nvGraphicFramePr>
        <p:xfrm>
          <a:off x="5643563" y="2643188"/>
          <a:ext cx="3270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04" name="Equation" r:id="rId20" imgW="144780" imgH="144780" progId="Equation.3">
                  <p:embed/>
                </p:oleObj>
              </mc:Choice>
              <mc:Fallback>
                <p:oleObj name="Equation" r:id="rId20" imgW="144780" imgH="144780" progId="Equation.3">
                  <p:embed/>
                  <p:pic>
                    <p:nvPicPr>
                      <p:cNvPr id="44853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63" y="2643188"/>
                        <a:ext cx="3270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8534" name="Object 12"/>
          <p:cNvGraphicFramePr>
            <a:graphicFrameLocks noChangeAspect="1"/>
          </p:cNvGraphicFramePr>
          <p:nvPr/>
        </p:nvGraphicFramePr>
        <p:xfrm>
          <a:off x="5219700" y="1123950"/>
          <a:ext cx="18415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05" name="公式" r:id="rId22" imgW="222885" imgH="323215" progId="Equation.3">
                  <p:embed/>
                </p:oleObj>
              </mc:Choice>
              <mc:Fallback>
                <p:oleObj name="公式" r:id="rId22" imgW="222885" imgH="323215" progId="Equation.3">
                  <p:embed/>
                  <p:pic>
                    <p:nvPicPr>
                      <p:cNvPr id="44853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1123950"/>
                        <a:ext cx="18415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8535" name="Object 13"/>
          <p:cNvGraphicFramePr>
            <a:graphicFrameLocks noChangeAspect="1"/>
          </p:cNvGraphicFramePr>
          <p:nvPr/>
        </p:nvGraphicFramePr>
        <p:xfrm>
          <a:off x="6534150" y="1204913"/>
          <a:ext cx="269875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06" name="公式" r:id="rId24" imgW="356870" imgH="312420" progId="Equation.3">
                  <p:embed/>
                </p:oleObj>
              </mc:Choice>
              <mc:Fallback>
                <p:oleObj name="公式" r:id="rId24" imgW="356870" imgH="312420" progId="Equation.3">
                  <p:embed/>
                  <p:pic>
                    <p:nvPicPr>
                      <p:cNvPr id="44853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4150" y="1204913"/>
                        <a:ext cx="269875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4"/>
          <p:cNvGrpSpPr/>
          <p:nvPr/>
        </p:nvGrpSpPr>
        <p:grpSpPr bwMode="auto">
          <a:xfrm>
            <a:off x="5959475" y="1104900"/>
            <a:ext cx="1008063" cy="1676400"/>
            <a:chOff x="4558" y="2160"/>
            <a:chExt cx="635" cy="1056"/>
          </a:xfrm>
        </p:grpSpPr>
        <p:sp>
          <p:nvSpPr>
            <p:cNvPr id="24633" name="Line 25"/>
            <p:cNvSpPr>
              <a:spLocks noChangeShapeType="1"/>
            </p:cNvSpPr>
            <p:nvPr/>
          </p:nvSpPr>
          <p:spPr bwMode="auto">
            <a:xfrm flipV="1">
              <a:off x="4558" y="2160"/>
              <a:ext cx="635" cy="181"/>
            </a:xfrm>
            <a:prstGeom prst="line">
              <a:avLst/>
            </a:prstGeom>
            <a:noFill/>
            <a:ln w="12700" cap="sq">
              <a:solidFill>
                <a:srgbClr val="FFCC99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34" name="Line 26"/>
            <p:cNvSpPr>
              <a:spLocks noChangeShapeType="1"/>
            </p:cNvSpPr>
            <p:nvPr/>
          </p:nvSpPr>
          <p:spPr bwMode="auto">
            <a:xfrm flipV="1">
              <a:off x="4558" y="2490"/>
              <a:ext cx="635" cy="181"/>
            </a:xfrm>
            <a:prstGeom prst="line">
              <a:avLst/>
            </a:prstGeom>
            <a:noFill/>
            <a:ln w="12700" cap="sq">
              <a:solidFill>
                <a:srgbClr val="FFCC99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35" name="Line 27"/>
            <p:cNvSpPr>
              <a:spLocks noChangeShapeType="1"/>
            </p:cNvSpPr>
            <p:nvPr/>
          </p:nvSpPr>
          <p:spPr bwMode="auto">
            <a:xfrm flipV="1">
              <a:off x="4558" y="2763"/>
              <a:ext cx="635" cy="181"/>
            </a:xfrm>
            <a:prstGeom prst="line">
              <a:avLst/>
            </a:prstGeom>
            <a:noFill/>
            <a:ln w="12700" cap="sq">
              <a:solidFill>
                <a:srgbClr val="FFCC99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36" name="Line 28"/>
            <p:cNvSpPr>
              <a:spLocks noChangeShapeType="1"/>
            </p:cNvSpPr>
            <p:nvPr/>
          </p:nvSpPr>
          <p:spPr bwMode="auto">
            <a:xfrm flipV="1">
              <a:off x="4558" y="3035"/>
              <a:ext cx="635" cy="181"/>
            </a:xfrm>
            <a:prstGeom prst="line">
              <a:avLst/>
            </a:prstGeom>
            <a:noFill/>
            <a:ln w="12700" cap="sq">
              <a:solidFill>
                <a:srgbClr val="FFCC99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29"/>
          <p:cNvGrpSpPr/>
          <p:nvPr/>
        </p:nvGrpSpPr>
        <p:grpSpPr bwMode="auto">
          <a:xfrm flipV="1">
            <a:off x="5033963" y="908050"/>
            <a:ext cx="939800" cy="1873250"/>
            <a:chOff x="4604" y="2501"/>
            <a:chExt cx="592" cy="1180"/>
          </a:xfrm>
        </p:grpSpPr>
        <p:sp>
          <p:nvSpPr>
            <p:cNvPr id="24629" name="Line 30"/>
            <p:cNvSpPr>
              <a:spLocks noChangeShapeType="1"/>
            </p:cNvSpPr>
            <p:nvPr/>
          </p:nvSpPr>
          <p:spPr bwMode="auto">
            <a:xfrm flipV="1">
              <a:off x="4604" y="2501"/>
              <a:ext cx="590" cy="318"/>
            </a:xfrm>
            <a:prstGeom prst="line">
              <a:avLst/>
            </a:prstGeom>
            <a:noFill/>
            <a:ln w="12700" cap="sq">
              <a:solidFill>
                <a:srgbClr val="FFCC99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30" name="Line 31"/>
            <p:cNvSpPr>
              <a:spLocks noChangeShapeType="1"/>
            </p:cNvSpPr>
            <p:nvPr/>
          </p:nvSpPr>
          <p:spPr bwMode="auto">
            <a:xfrm flipV="1">
              <a:off x="4604" y="3045"/>
              <a:ext cx="590" cy="318"/>
            </a:xfrm>
            <a:prstGeom prst="line">
              <a:avLst/>
            </a:prstGeom>
            <a:noFill/>
            <a:ln w="12700" cap="sq">
              <a:solidFill>
                <a:srgbClr val="FFCC99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31" name="Line 32"/>
            <p:cNvSpPr>
              <a:spLocks noChangeShapeType="1"/>
            </p:cNvSpPr>
            <p:nvPr/>
          </p:nvSpPr>
          <p:spPr bwMode="auto">
            <a:xfrm flipV="1">
              <a:off x="4604" y="2773"/>
              <a:ext cx="590" cy="318"/>
            </a:xfrm>
            <a:prstGeom prst="line">
              <a:avLst/>
            </a:prstGeom>
            <a:noFill/>
            <a:ln w="12700" cap="sq">
              <a:solidFill>
                <a:srgbClr val="FFCC99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32" name="Line 33"/>
            <p:cNvSpPr>
              <a:spLocks noChangeShapeType="1"/>
            </p:cNvSpPr>
            <p:nvPr/>
          </p:nvSpPr>
          <p:spPr bwMode="auto">
            <a:xfrm flipV="1">
              <a:off x="4606" y="3363"/>
              <a:ext cx="590" cy="318"/>
            </a:xfrm>
            <a:prstGeom prst="line">
              <a:avLst/>
            </a:prstGeom>
            <a:noFill/>
            <a:ln w="12700" cap="sq">
              <a:solidFill>
                <a:srgbClr val="FFCC99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8546" name="Line 34"/>
          <p:cNvSpPr>
            <a:spLocks noChangeShapeType="1"/>
          </p:cNvSpPr>
          <p:nvPr/>
        </p:nvSpPr>
        <p:spPr bwMode="auto">
          <a:xfrm>
            <a:off x="5500688" y="3084513"/>
            <a:ext cx="223837" cy="130175"/>
          </a:xfrm>
          <a:prstGeom prst="line">
            <a:avLst/>
          </a:prstGeom>
          <a:noFill/>
          <a:ln w="19050" cap="sq">
            <a:solidFill>
              <a:srgbClr val="FFFF99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8547" name="Line 35"/>
          <p:cNvSpPr>
            <a:spLocks noChangeShapeType="1"/>
          </p:cNvSpPr>
          <p:nvPr/>
        </p:nvSpPr>
        <p:spPr bwMode="auto">
          <a:xfrm rot="-5400000">
            <a:off x="5250657" y="2536031"/>
            <a:ext cx="857250" cy="500063"/>
          </a:xfrm>
          <a:prstGeom prst="line">
            <a:avLst/>
          </a:prstGeom>
          <a:noFill/>
          <a:ln w="19050">
            <a:solidFill>
              <a:srgbClr val="FFFF99"/>
            </a:solidFill>
            <a:prstDash val="dash"/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8548" name="Line 36"/>
          <p:cNvSpPr>
            <a:spLocks noChangeShapeType="1"/>
          </p:cNvSpPr>
          <p:nvPr/>
        </p:nvSpPr>
        <p:spPr bwMode="auto">
          <a:xfrm rot="-5400000">
            <a:off x="5517356" y="2920207"/>
            <a:ext cx="581025" cy="312738"/>
          </a:xfrm>
          <a:prstGeom prst="line">
            <a:avLst/>
          </a:prstGeom>
          <a:noFill/>
          <a:ln w="19050">
            <a:solidFill>
              <a:srgbClr val="FFFF99"/>
            </a:solidFill>
            <a:prstDash val="dash"/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48549" name="Object 14"/>
          <p:cNvGraphicFramePr>
            <a:graphicFrameLocks noChangeAspect="1"/>
          </p:cNvGraphicFramePr>
          <p:nvPr/>
        </p:nvGraphicFramePr>
        <p:xfrm>
          <a:off x="4929188" y="3214688"/>
          <a:ext cx="727075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07" name="公式" r:id="rId26" imgW="479425" imgH="167005" progId="Equation.3">
                  <p:embed/>
                </p:oleObj>
              </mc:Choice>
              <mc:Fallback>
                <p:oleObj name="公式" r:id="rId26" imgW="479425" imgH="167005" progId="Equation.3">
                  <p:embed/>
                  <p:pic>
                    <p:nvPicPr>
                      <p:cNvPr id="448549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9188" y="3214688"/>
                        <a:ext cx="727075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8550" name="Line 38"/>
          <p:cNvSpPr>
            <a:spLocks noChangeShapeType="1"/>
          </p:cNvSpPr>
          <p:nvPr/>
        </p:nvSpPr>
        <p:spPr bwMode="auto">
          <a:xfrm rot="16200000" flipV="1">
            <a:off x="5679281" y="2678907"/>
            <a:ext cx="928687" cy="28575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8552" name="Line 40"/>
          <p:cNvSpPr>
            <a:spLocks noChangeShapeType="1"/>
          </p:cNvSpPr>
          <p:nvPr/>
        </p:nvSpPr>
        <p:spPr bwMode="auto">
          <a:xfrm rot="16200000" flipV="1">
            <a:off x="5779294" y="2966244"/>
            <a:ext cx="503237" cy="142875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48553" name="Object 15"/>
          <p:cNvGraphicFramePr>
            <a:graphicFrameLocks noChangeAspect="1"/>
          </p:cNvGraphicFramePr>
          <p:nvPr/>
        </p:nvGraphicFramePr>
        <p:xfrm>
          <a:off x="6072188" y="3286125"/>
          <a:ext cx="658812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08" name="公式" r:id="rId28" imgW="490855" imgH="189865" progId="Equation.3">
                  <p:embed/>
                </p:oleObj>
              </mc:Choice>
              <mc:Fallback>
                <p:oleObj name="公式" r:id="rId28" imgW="490855" imgH="189865" progId="Equation.3">
                  <p:embed/>
                  <p:pic>
                    <p:nvPicPr>
                      <p:cNvPr id="44855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2188" y="3286125"/>
                        <a:ext cx="658812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8554" name="Line 42"/>
          <p:cNvSpPr>
            <a:spLocks noChangeShapeType="1"/>
          </p:cNvSpPr>
          <p:nvPr/>
        </p:nvSpPr>
        <p:spPr bwMode="auto">
          <a:xfrm flipV="1">
            <a:off x="6286500" y="3087688"/>
            <a:ext cx="239713" cy="68262"/>
          </a:xfrm>
          <a:prstGeom prst="line">
            <a:avLst/>
          </a:prstGeom>
          <a:noFill/>
          <a:ln w="19050" cap="sq">
            <a:solidFill>
              <a:schemeClr val="bg1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43"/>
          <p:cNvGrpSpPr/>
          <p:nvPr/>
        </p:nvGrpSpPr>
        <p:grpSpPr bwMode="auto">
          <a:xfrm>
            <a:off x="5948363" y="495300"/>
            <a:ext cx="1587" cy="2862263"/>
            <a:chOff x="3747" y="524"/>
            <a:chExt cx="1" cy="1803"/>
          </a:xfrm>
        </p:grpSpPr>
        <p:grpSp>
          <p:nvGrpSpPr>
            <p:cNvPr id="24625" name="Group 44"/>
            <p:cNvGrpSpPr/>
            <p:nvPr/>
          </p:nvGrpSpPr>
          <p:grpSpPr bwMode="auto">
            <a:xfrm>
              <a:off x="3748" y="524"/>
              <a:ext cx="0" cy="1803"/>
              <a:chOff x="5193" y="2003"/>
              <a:chExt cx="0" cy="1803"/>
            </a:xfrm>
          </p:grpSpPr>
          <p:sp>
            <p:nvSpPr>
              <p:cNvPr id="24627" name="Line 45"/>
              <p:cNvSpPr>
                <a:spLocks noChangeShapeType="1"/>
              </p:cNvSpPr>
              <p:nvPr/>
            </p:nvSpPr>
            <p:spPr bwMode="auto">
              <a:xfrm>
                <a:off x="5193" y="3443"/>
                <a:ext cx="0" cy="363"/>
              </a:xfrm>
              <a:prstGeom prst="line">
                <a:avLst/>
              </a:prstGeom>
              <a:noFill/>
              <a:ln w="38100" cap="sq">
                <a:solidFill>
                  <a:srgbClr val="66FF33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28" name="Line 46"/>
              <p:cNvSpPr>
                <a:spLocks noChangeShapeType="1"/>
              </p:cNvSpPr>
              <p:nvPr/>
            </p:nvSpPr>
            <p:spPr bwMode="auto">
              <a:xfrm>
                <a:off x="5193" y="2003"/>
                <a:ext cx="0" cy="363"/>
              </a:xfrm>
              <a:prstGeom prst="line">
                <a:avLst/>
              </a:prstGeom>
              <a:noFill/>
              <a:ln w="38100" cap="sq">
                <a:solidFill>
                  <a:srgbClr val="66FF33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4626" name="Line 47"/>
            <p:cNvSpPr>
              <a:spLocks noChangeShapeType="1"/>
            </p:cNvSpPr>
            <p:nvPr/>
          </p:nvSpPr>
          <p:spPr bwMode="auto">
            <a:xfrm>
              <a:off x="3747" y="878"/>
              <a:ext cx="0" cy="1044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48"/>
          <p:cNvGrpSpPr/>
          <p:nvPr/>
        </p:nvGrpSpPr>
        <p:grpSpPr bwMode="auto">
          <a:xfrm>
            <a:off x="6929438" y="234950"/>
            <a:ext cx="234950" cy="3313113"/>
            <a:chOff x="3969" y="2432"/>
            <a:chExt cx="84" cy="1271"/>
          </a:xfrm>
        </p:grpSpPr>
        <p:sp>
          <p:nvSpPr>
            <p:cNvPr id="24623" name="Freeform 49"/>
            <p:cNvSpPr/>
            <p:nvPr/>
          </p:nvSpPr>
          <p:spPr bwMode="auto">
            <a:xfrm>
              <a:off x="4000" y="2432"/>
              <a:ext cx="53" cy="1271"/>
            </a:xfrm>
            <a:custGeom>
              <a:avLst/>
              <a:gdLst>
                <a:gd name="T0" fmla="*/ 8 w 53"/>
                <a:gd name="T1" fmla="*/ 91 h 1271"/>
                <a:gd name="T2" fmla="*/ 53 w 53"/>
                <a:gd name="T3" fmla="*/ 635 h 1271"/>
                <a:gd name="T4" fmla="*/ 8 w 53"/>
                <a:gd name="T5" fmla="*/ 1180 h 1271"/>
                <a:gd name="T6" fmla="*/ 8 w 53"/>
                <a:gd name="T7" fmla="*/ 91 h 127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1271"/>
                <a:gd name="T14" fmla="*/ 53 w 53"/>
                <a:gd name="T15" fmla="*/ 1271 h 127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1271">
                  <a:moveTo>
                    <a:pt x="8" y="91"/>
                  </a:moveTo>
                  <a:cubicBezTo>
                    <a:pt x="16" y="0"/>
                    <a:pt x="53" y="454"/>
                    <a:pt x="53" y="635"/>
                  </a:cubicBezTo>
                  <a:cubicBezTo>
                    <a:pt x="53" y="816"/>
                    <a:pt x="16" y="1271"/>
                    <a:pt x="8" y="1180"/>
                  </a:cubicBezTo>
                  <a:cubicBezTo>
                    <a:pt x="0" y="1089"/>
                    <a:pt x="0" y="182"/>
                    <a:pt x="8" y="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24624" name="Freeform 50"/>
            <p:cNvSpPr/>
            <p:nvPr/>
          </p:nvSpPr>
          <p:spPr bwMode="auto">
            <a:xfrm flipH="1">
              <a:off x="3969" y="2432"/>
              <a:ext cx="53" cy="1271"/>
            </a:xfrm>
            <a:custGeom>
              <a:avLst/>
              <a:gdLst>
                <a:gd name="T0" fmla="*/ 8 w 53"/>
                <a:gd name="T1" fmla="*/ 91 h 1271"/>
                <a:gd name="T2" fmla="*/ 53 w 53"/>
                <a:gd name="T3" fmla="*/ 635 h 1271"/>
                <a:gd name="T4" fmla="*/ 8 w 53"/>
                <a:gd name="T5" fmla="*/ 1180 h 1271"/>
                <a:gd name="T6" fmla="*/ 8 w 53"/>
                <a:gd name="T7" fmla="*/ 91 h 127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1271"/>
                <a:gd name="T14" fmla="*/ 53 w 53"/>
                <a:gd name="T15" fmla="*/ 1271 h 127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1271">
                  <a:moveTo>
                    <a:pt x="8" y="91"/>
                  </a:moveTo>
                  <a:cubicBezTo>
                    <a:pt x="16" y="0"/>
                    <a:pt x="53" y="454"/>
                    <a:pt x="53" y="635"/>
                  </a:cubicBezTo>
                  <a:cubicBezTo>
                    <a:pt x="53" y="816"/>
                    <a:pt x="16" y="1271"/>
                    <a:pt x="8" y="1180"/>
                  </a:cubicBezTo>
                  <a:cubicBezTo>
                    <a:pt x="0" y="1089"/>
                    <a:pt x="0" y="182"/>
                    <a:pt x="8" y="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48563" name="Line 51"/>
          <p:cNvSpPr>
            <a:spLocks noChangeShapeType="1"/>
          </p:cNvSpPr>
          <p:nvPr/>
        </p:nvSpPr>
        <p:spPr bwMode="auto">
          <a:xfrm flipV="1">
            <a:off x="5940425" y="1504950"/>
            <a:ext cx="2447925" cy="700088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" name="Group 52"/>
          <p:cNvGrpSpPr/>
          <p:nvPr/>
        </p:nvGrpSpPr>
        <p:grpSpPr bwMode="auto">
          <a:xfrm>
            <a:off x="7072313" y="1123950"/>
            <a:ext cx="1387475" cy="1304925"/>
            <a:chOff x="4455" y="708"/>
            <a:chExt cx="874" cy="822"/>
          </a:xfrm>
        </p:grpSpPr>
        <p:sp>
          <p:nvSpPr>
            <p:cNvPr id="24619" name="Line 53"/>
            <p:cNvSpPr>
              <a:spLocks noChangeShapeType="1"/>
            </p:cNvSpPr>
            <p:nvPr/>
          </p:nvSpPr>
          <p:spPr bwMode="auto">
            <a:xfrm>
              <a:off x="4468" y="708"/>
              <a:ext cx="861" cy="227"/>
            </a:xfrm>
            <a:prstGeom prst="line">
              <a:avLst/>
            </a:prstGeom>
            <a:noFill/>
            <a:ln w="12700">
              <a:solidFill>
                <a:srgbClr val="FFCC99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20" name="Line 54"/>
            <p:cNvSpPr>
              <a:spLocks noChangeShapeType="1"/>
            </p:cNvSpPr>
            <p:nvPr/>
          </p:nvSpPr>
          <p:spPr bwMode="auto">
            <a:xfrm flipV="1">
              <a:off x="4455" y="929"/>
              <a:ext cx="874" cy="61"/>
            </a:xfrm>
            <a:prstGeom prst="line">
              <a:avLst/>
            </a:prstGeom>
            <a:noFill/>
            <a:ln w="12700">
              <a:solidFill>
                <a:srgbClr val="FFCC99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21" name="Line 55"/>
            <p:cNvSpPr>
              <a:spLocks noChangeShapeType="1"/>
            </p:cNvSpPr>
            <p:nvPr/>
          </p:nvSpPr>
          <p:spPr bwMode="auto">
            <a:xfrm flipV="1">
              <a:off x="4500" y="935"/>
              <a:ext cx="784" cy="325"/>
            </a:xfrm>
            <a:prstGeom prst="line">
              <a:avLst/>
            </a:prstGeom>
            <a:noFill/>
            <a:ln w="12700">
              <a:solidFill>
                <a:srgbClr val="FFCC99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22" name="Line 56"/>
            <p:cNvSpPr>
              <a:spLocks noChangeShapeType="1"/>
            </p:cNvSpPr>
            <p:nvPr/>
          </p:nvSpPr>
          <p:spPr bwMode="auto">
            <a:xfrm flipV="1">
              <a:off x="4455" y="935"/>
              <a:ext cx="829" cy="595"/>
            </a:xfrm>
            <a:prstGeom prst="line">
              <a:avLst/>
            </a:prstGeom>
            <a:noFill/>
            <a:ln w="12700">
              <a:solidFill>
                <a:srgbClr val="FFCC99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8569" name="Line 57"/>
          <p:cNvSpPr>
            <a:spLocks noChangeShapeType="1"/>
          </p:cNvSpPr>
          <p:nvPr/>
        </p:nvSpPr>
        <p:spPr bwMode="auto">
          <a:xfrm>
            <a:off x="8459788" y="765175"/>
            <a:ext cx="0" cy="2665413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8570" name="Text Box 58"/>
          <p:cNvSpPr txBox="1">
            <a:spLocks noChangeArrowheads="1"/>
          </p:cNvSpPr>
          <p:nvPr/>
        </p:nvSpPr>
        <p:spPr bwMode="auto">
          <a:xfrm>
            <a:off x="8483600" y="11239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FFFF00"/>
                </a:solidFill>
              </a:rPr>
              <a:t>p</a:t>
            </a:r>
          </a:p>
        </p:txBody>
      </p:sp>
      <p:sp>
        <p:nvSpPr>
          <p:cNvPr id="448551" name="Line 39"/>
          <p:cNvSpPr>
            <a:spLocks noChangeShapeType="1"/>
          </p:cNvSpPr>
          <p:nvPr/>
        </p:nvSpPr>
        <p:spPr bwMode="auto">
          <a:xfrm flipV="1">
            <a:off x="5826125" y="3214688"/>
            <a:ext cx="239713" cy="68262"/>
          </a:xfrm>
          <a:prstGeom prst="line">
            <a:avLst/>
          </a:prstGeom>
          <a:noFill/>
          <a:ln w="19050" cap="sq">
            <a:solidFill>
              <a:schemeClr val="bg1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右箭头 58"/>
          <p:cNvSpPr>
            <a:spLocks noChangeArrowheads="1"/>
          </p:cNvSpPr>
          <p:nvPr/>
        </p:nvSpPr>
        <p:spPr bwMode="auto">
          <a:xfrm rot="686675">
            <a:off x="4313238" y="3803650"/>
            <a:ext cx="928687" cy="357188"/>
          </a:xfrm>
          <a:prstGeom prst="rightArrow">
            <a:avLst>
              <a:gd name="adj1" fmla="val 50000"/>
              <a:gd name="adj2" fmla="val 74413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461833" name="Object 59"/>
          <p:cNvGraphicFramePr>
            <a:graphicFrameLocks noChangeAspect="1"/>
          </p:cNvGraphicFramePr>
          <p:nvPr/>
        </p:nvGraphicFramePr>
        <p:xfrm>
          <a:off x="6715125" y="3929063"/>
          <a:ext cx="1700213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09" name="公式" r:id="rId30" imgW="1951355" imgH="368300" progId="Equation.3">
                  <p:embed/>
                </p:oleObj>
              </mc:Choice>
              <mc:Fallback>
                <p:oleObj name="公式" r:id="rId30" imgW="1951355" imgH="368300" progId="Equation.3">
                  <p:embed/>
                  <p:pic>
                    <p:nvPicPr>
                      <p:cNvPr id="461833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25" y="3929063"/>
                        <a:ext cx="1700213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834" name="Object 60"/>
          <p:cNvGraphicFramePr/>
          <p:nvPr/>
        </p:nvGraphicFramePr>
        <p:xfrm>
          <a:off x="5357813" y="3776663"/>
          <a:ext cx="1079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10" name="公式" r:id="rId32" imgW="1215390" imgH="802640" progId="Equation.3">
                  <p:embed/>
                </p:oleObj>
              </mc:Choice>
              <mc:Fallback>
                <p:oleObj name="公式" r:id="rId32" imgW="1215390" imgH="802640" progId="Equation.3">
                  <p:embed/>
                  <p:pic>
                    <p:nvPicPr>
                      <p:cNvPr id="461834" name="Object 60"/>
                      <p:cNvPicPr>
                        <a:picLocks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13" y="3776663"/>
                        <a:ext cx="10795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8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4EDBAA2-C08D-4F10-964A-5A33D5855DDE}" type="slidenum">
              <a:rPr lang="en-US" altLang="zh-CN" b="0">
                <a:solidFill>
                  <a:srgbClr val="FF00FF"/>
                </a:solidFill>
              </a:rPr>
              <a:t>5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8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44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4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48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8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48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4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4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4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4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4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48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48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48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4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44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448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448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48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44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48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48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48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48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48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4485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485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61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61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48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448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448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48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48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4" grpId="0" autoUpdateAnimBg="0"/>
      <p:bldP spid="448516" grpId="0" autoUpdateAnimBg="0"/>
      <p:bldP spid="448517" grpId="0" autoUpdateAnimBg="0"/>
      <p:bldP spid="448520" grpId="0" autoUpdateAnimBg="0"/>
      <p:bldP spid="448523" grpId="0" animBg="1"/>
      <p:bldP spid="448524" grpId="0" build="p" autoUpdateAnimBg="0"/>
      <p:bldP spid="448570" grpId="0"/>
      <p:bldP spid="5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Text Box 2"/>
          <p:cNvSpPr txBox="1">
            <a:spLocks noChangeArrowheads="1"/>
          </p:cNvSpPr>
          <p:nvPr/>
        </p:nvSpPr>
        <p:spPr bwMode="auto">
          <a:xfrm>
            <a:off x="1331913" y="6021388"/>
            <a:ext cx="18684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当</a:t>
            </a:r>
            <a:r>
              <a:rPr lang="zh-CN" altLang="en-US" b="0" i="1">
                <a:solidFill>
                  <a:srgbClr val="66FFFF"/>
                </a:solidFill>
                <a:sym typeface="Symbol" panose="05050102010706020507" pitchFamily="18" charset="2"/>
              </a:rPr>
              <a:t>  </a:t>
            </a:r>
            <a:r>
              <a:rPr lang="en-US" altLang="zh-CN" b="0">
                <a:solidFill>
                  <a:srgbClr val="66FFFF"/>
                </a:solidFill>
                <a:sym typeface="Symbol" panose="05050102010706020507" pitchFamily="18" charset="2"/>
              </a:rPr>
              <a:t>= </a:t>
            </a:r>
            <a:r>
              <a:rPr lang="en-US" altLang="zh-CN" b="0">
                <a:solidFill>
                  <a:srgbClr val="66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 b="0">
                <a:solidFill>
                  <a:srgbClr val="66FFFF"/>
                </a:solidFill>
                <a:sym typeface="Symbol" panose="05050102010706020507" pitchFamily="18" charset="2"/>
              </a:rPr>
              <a:t>90</a:t>
            </a:r>
            <a:r>
              <a:rPr lang="en-US" altLang="zh-CN" sz="2000" b="0" baseline="42000">
                <a:solidFill>
                  <a:srgbClr val="66FFFF"/>
                </a:solidFill>
                <a:sym typeface="Symbol" panose="05050102010706020507" pitchFamily="18" charset="2"/>
              </a:rPr>
              <a:t>o</a:t>
            </a: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时</a:t>
            </a:r>
          </a:p>
        </p:txBody>
      </p:sp>
      <p:sp>
        <p:nvSpPr>
          <p:cNvPr id="450563" name="Text Box 3"/>
          <p:cNvSpPr txBox="1">
            <a:spLocks noChangeArrowheads="1"/>
          </p:cNvSpPr>
          <p:nvPr/>
        </p:nvSpPr>
        <p:spPr bwMode="auto">
          <a:xfrm>
            <a:off x="1327150" y="5419725"/>
            <a:ext cx="22447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当</a:t>
            </a:r>
            <a:r>
              <a:rPr lang="zh-CN" altLang="en-US" b="0" i="1">
                <a:solidFill>
                  <a:srgbClr val="66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</a:t>
            </a:r>
            <a:r>
              <a:rPr lang="zh-CN" altLang="en-US" b="0" i="1">
                <a:solidFill>
                  <a:srgbClr val="66FFFF"/>
                </a:solidFill>
                <a:sym typeface="Symbol" panose="05050102010706020507" pitchFamily="18" charset="2"/>
              </a:rPr>
              <a:t>  </a:t>
            </a:r>
            <a:r>
              <a:rPr lang="en-US" altLang="zh-CN" b="0">
                <a:solidFill>
                  <a:srgbClr val="66FFFF"/>
                </a:solidFill>
                <a:sym typeface="Symbol" panose="05050102010706020507" pitchFamily="18" charset="2"/>
              </a:rPr>
              <a:t>= 90</a:t>
            </a:r>
            <a:r>
              <a:rPr lang="en-US" altLang="zh-CN" sz="2000" b="0" baseline="42000">
                <a:solidFill>
                  <a:srgbClr val="66FFFF"/>
                </a:solidFill>
                <a:sym typeface="Symbol" panose="05050102010706020507" pitchFamily="18" charset="2"/>
              </a:rPr>
              <a:t>o</a:t>
            </a: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时</a:t>
            </a:r>
          </a:p>
        </p:txBody>
      </p:sp>
      <p:sp>
        <p:nvSpPr>
          <p:cNvPr id="450564" name="Text Box 4"/>
          <p:cNvSpPr txBox="1">
            <a:spLocks noChangeArrowheads="1"/>
          </p:cNvSpPr>
          <p:nvPr/>
        </p:nvSpPr>
        <p:spPr bwMode="auto">
          <a:xfrm>
            <a:off x="755650" y="317500"/>
            <a:ext cx="807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一束波长为</a:t>
            </a:r>
            <a:r>
              <a:rPr lang="zh-CN" altLang="en-US">
                <a:solidFill>
                  <a:srgbClr val="FFFFFF"/>
                </a:solidFill>
              </a:rPr>
              <a:t> </a:t>
            </a:r>
            <a:r>
              <a:rPr lang="en-US" altLang="zh-CN">
                <a:solidFill>
                  <a:srgbClr val="66FFFF"/>
                </a:solidFill>
              </a:rPr>
              <a:t>480 nm 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的单色平行光，照射在每毫米内有</a:t>
            </a:r>
            <a:r>
              <a:rPr lang="en-US" altLang="zh-CN">
                <a:solidFill>
                  <a:srgbClr val="66FFFF"/>
                </a:solidFill>
              </a:rPr>
              <a:t>600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条刻痕的平面透射光栅上。</a:t>
            </a:r>
          </a:p>
        </p:txBody>
      </p:sp>
      <p:sp>
        <p:nvSpPr>
          <p:cNvPr id="450565" name="Text Box 5"/>
          <p:cNvSpPr txBox="1">
            <a:spLocks noChangeArrowheads="1"/>
          </p:cNvSpPr>
          <p:nvPr/>
        </p:nvSpPr>
        <p:spPr bwMode="auto">
          <a:xfrm>
            <a:off x="296863" y="150018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求</a:t>
            </a:r>
          </a:p>
        </p:txBody>
      </p:sp>
      <p:sp>
        <p:nvSpPr>
          <p:cNvPr id="450566" name="Text Box 6"/>
          <p:cNvSpPr txBox="1">
            <a:spLocks noChangeArrowheads="1"/>
          </p:cNvSpPr>
          <p:nvPr/>
        </p:nvSpPr>
        <p:spPr bwMode="auto">
          <a:xfrm>
            <a:off x="771525" y="1482725"/>
            <a:ext cx="6464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FF"/>
                </a:solidFill>
              </a:rPr>
              <a:t>(1) 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光线垂直入射时，最多能看到第几级光谱？</a:t>
            </a:r>
          </a:p>
        </p:txBody>
      </p:sp>
      <p:sp>
        <p:nvSpPr>
          <p:cNvPr id="450567" name="Text Box 7"/>
          <p:cNvSpPr txBox="1">
            <a:spLocks noChangeArrowheads="1"/>
          </p:cNvSpPr>
          <p:nvPr/>
        </p:nvSpPr>
        <p:spPr bwMode="auto">
          <a:xfrm>
            <a:off x="755650" y="2016125"/>
            <a:ext cx="754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FF"/>
                </a:solidFill>
              </a:rPr>
              <a:t>(2) 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光线以</a:t>
            </a:r>
            <a:r>
              <a:rPr lang="zh-CN" altLang="en-US">
                <a:solidFill>
                  <a:srgbClr val="FFFFFF"/>
                </a:solidFill>
              </a:rPr>
              <a:t> </a:t>
            </a:r>
            <a:r>
              <a:rPr lang="en-US" altLang="zh-CN">
                <a:solidFill>
                  <a:srgbClr val="66FFFF"/>
                </a:solidFill>
              </a:rPr>
              <a:t>30</a:t>
            </a:r>
            <a:r>
              <a:rPr lang="en-US" altLang="zh-CN" sz="2000" baseline="42000">
                <a:solidFill>
                  <a:srgbClr val="66FFFF"/>
                </a:solidFill>
              </a:rPr>
              <a:t>o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入射角入射时，最多能看到第几级光谱？</a:t>
            </a:r>
          </a:p>
        </p:txBody>
      </p:sp>
      <p:graphicFrame>
        <p:nvGraphicFramePr>
          <p:cNvPr id="450568" name="Object 2"/>
          <p:cNvGraphicFramePr/>
          <p:nvPr/>
        </p:nvGraphicFramePr>
        <p:xfrm>
          <a:off x="1711325" y="2933700"/>
          <a:ext cx="171767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40" name="公式" r:id="rId4" imgW="2197100" imgH="412750" progId="Equation.3">
                  <p:embed/>
                </p:oleObj>
              </mc:Choice>
              <mc:Fallback>
                <p:oleObj name="公式" r:id="rId4" imgW="2197100" imgH="412750" progId="Equation.3">
                  <p:embed/>
                  <p:pic>
                    <p:nvPicPr>
                      <p:cNvPr id="450568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1325" y="2933700"/>
                        <a:ext cx="1717675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69" name="Object 3"/>
          <p:cNvGraphicFramePr/>
          <p:nvPr/>
        </p:nvGraphicFramePr>
        <p:xfrm>
          <a:off x="4025900" y="2682875"/>
          <a:ext cx="329247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41" name="公式" r:id="rId6" imgW="4248785" imgH="925830" progId="Equation.3">
                  <p:embed/>
                </p:oleObj>
              </mc:Choice>
              <mc:Fallback>
                <p:oleObj name="公式" r:id="rId6" imgW="4248785" imgH="925830" progId="Equation.3">
                  <p:embed/>
                  <p:pic>
                    <p:nvPicPr>
                      <p:cNvPr id="450569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5900" y="2682875"/>
                        <a:ext cx="3292475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70" name="Object 4"/>
          <p:cNvGraphicFramePr>
            <a:graphicFrameLocks noChangeAspect="1"/>
          </p:cNvGraphicFramePr>
          <p:nvPr/>
        </p:nvGraphicFramePr>
        <p:xfrm>
          <a:off x="2071688" y="3714750"/>
          <a:ext cx="1323975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42" name="公式" r:id="rId8" imgW="769620" imgH="457200" progId="Equation.3">
                  <p:embed/>
                </p:oleObj>
              </mc:Choice>
              <mc:Fallback>
                <p:oleObj name="公式" r:id="rId8" imgW="769620" imgH="457200" progId="Equation.3">
                  <p:embed/>
                  <p:pic>
                    <p:nvPicPr>
                      <p:cNvPr id="45057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3714750"/>
                        <a:ext cx="1323975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71" name="Object 5"/>
          <p:cNvGraphicFramePr/>
          <p:nvPr/>
        </p:nvGraphicFramePr>
        <p:xfrm>
          <a:off x="3503613" y="3683000"/>
          <a:ext cx="264001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43" name="公式" r:id="rId10" imgW="3423285" imgH="1115060" progId="Equation.3">
                  <p:embed/>
                </p:oleObj>
              </mc:Choice>
              <mc:Fallback>
                <p:oleObj name="公式" r:id="rId10" imgW="3423285" imgH="1115060" progId="Equation.3">
                  <p:embed/>
                  <p:pic>
                    <p:nvPicPr>
                      <p:cNvPr id="450571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3" y="3683000"/>
                        <a:ext cx="2640012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72" name="Object 6"/>
          <p:cNvGraphicFramePr/>
          <p:nvPr/>
        </p:nvGraphicFramePr>
        <p:xfrm>
          <a:off x="1420813" y="4826000"/>
          <a:ext cx="303053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44" name="公式" r:id="rId12" imgW="3891915" imgH="501650" progId="Equation.3">
                  <p:embed/>
                </p:oleObj>
              </mc:Choice>
              <mc:Fallback>
                <p:oleObj name="公式" r:id="rId12" imgW="3891915" imgH="501650" progId="Equation.3">
                  <p:embed/>
                  <p:pic>
                    <p:nvPicPr>
                      <p:cNvPr id="450572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0813" y="4826000"/>
                        <a:ext cx="303053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73" name="Object 7"/>
          <p:cNvGraphicFramePr/>
          <p:nvPr/>
        </p:nvGraphicFramePr>
        <p:xfrm>
          <a:off x="3582988" y="5445125"/>
          <a:ext cx="113347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45" name="公式" r:id="rId14" imgW="1438275" imgH="457200" progId="Equation.3">
                  <p:embed/>
                </p:oleObj>
              </mc:Choice>
              <mc:Fallback>
                <p:oleObj name="公式" r:id="rId14" imgW="1438275" imgH="457200" progId="Equation.3">
                  <p:embed/>
                  <p:pic>
                    <p:nvPicPr>
                      <p:cNvPr id="450573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2988" y="5445125"/>
                        <a:ext cx="1133475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574" name="Rectangle 14"/>
          <p:cNvSpPr>
            <a:spLocks noChangeArrowheads="1"/>
          </p:cNvSpPr>
          <p:nvPr/>
        </p:nvSpPr>
        <p:spPr bwMode="auto">
          <a:xfrm>
            <a:off x="323850" y="3746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450575" name="Rectangle 15"/>
          <p:cNvSpPr>
            <a:spLocks noChangeArrowheads="1"/>
          </p:cNvSpPr>
          <p:nvPr/>
        </p:nvSpPr>
        <p:spPr bwMode="auto">
          <a:xfrm>
            <a:off x="311150" y="282892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50576" name="Object 8"/>
          <p:cNvGraphicFramePr/>
          <p:nvPr/>
        </p:nvGraphicFramePr>
        <p:xfrm>
          <a:off x="3563938" y="6040438"/>
          <a:ext cx="128905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46" name="公式" r:id="rId16" imgW="1650365" imgH="457200" progId="Equation.3">
                  <p:embed/>
                </p:oleObj>
              </mc:Choice>
              <mc:Fallback>
                <p:oleObj name="公式" r:id="rId16" imgW="1650365" imgH="457200" progId="Equation.3">
                  <p:embed/>
                  <p:pic>
                    <p:nvPicPr>
                      <p:cNvPr id="450576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6040438"/>
                        <a:ext cx="128905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577" name="Rectangle 17"/>
          <p:cNvSpPr>
            <a:spLocks noChangeArrowheads="1"/>
          </p:cNvSpPr>
          <p:nvPr/>
        </p:nvSpPr>
        <p:spPr bwMode="auto">
          <a:xfrm>
            <a:off x="755650" y="2828925"/>
            <a:ext cx="536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FF"/>
                </a:solidFill>
              </a:rPr>
              <a:t>(1)</a:t>
            </a:r>
          </a:p>
        </p:txBody>
      </p:sp>
      <p:sp>
        <p:nvSpPr>
          <p:cNvPr id="450578" name="Rectangle 18"/>
          <p:cNvSpPr>
            <a:spLocks noChangeArrowheads="1"/>
          </p:cNvSpPr>
          <p:nvPr/>
        </p:nvSpPr>
        <p:spPr bwMode="auto">
          <a:xfrm>
            <a:off x="755650" y="4786313"/>
            <a:ext cx="536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FF"/>
                </a:solidFill>
              </a:rPr>
              <a:t>(2)</a:t>
            </a:r>
          </a:p>
        </p:txBody>
      </p:sp>
      <p:sp>
        <p:nvSpPr>
          <p:cNvPr id="26643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C318C85-3C41-4040-924B-AA718399CC47}" type="slidenum">
              <a:rPr lang="en-US" altLang="zh-CN" b="0">
                <a:solidFill>
                  <a:srgbClr val="FF00FF"/>
                </a:solidFill>
              </a:rPr>
              <a:t>6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50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50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50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50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50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05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0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0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0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50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50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50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50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50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50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50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62" grpId="0" build="p" autoUpdateAnimBg="0"/>
      <p:bldP spid="450563" grpId="0" build="p" autoUpdateAnimBg="0"/>
      <p:bldP spid="450564" grpId="0" build="p" autoUpdateAnimBg="0"/>
      <p:bldP spid="450565" grpId="0" build="p" autoUpdateAnimBg="0"/>
      <p:bldP spid="450566" grpId="0" build="p" autoUpdateAnimBg="0"/>
      <p:bldP spid="450567" grpId="0" build="p" autoUpdateAnimBg="0"/>
      <p:bldP spid="450574" grpId="0" build="p" autoUpdateAnimBg="0"/>
      <p:bldP spid="450575" grpId="0" build="p" autoUpdateAnimBg="0"/>
      <p:bldP spid="450577" grpId="0" build="p" autoUpdateAnimBg="0"/>
      <p:bldP spid="450578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3"/>
          <p:cNvSpPr txBox="1">
            <a:spLocks noChangeArrowheads="1"/>
          </p:cNvSpPr>
          <p:nvPr/>
        </p:nvSpPr>
        <p:spPr bwMode="auto">
          <a:xfrm>
            <a:off x="2430463" y="190500"/>
            <a:ext cx="4641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99FF33"/>
                </a:solidFill>
                <a:ea typeface="黑体" panose="02010609060101010101" pitchFamily="49" charset="-122"/>
              </a:rPr>
              <a:t>§14.10</a:t>
            </a:r>
            <a:r>
              <a:rPr lang="en-US" altLang="zh-CN" sz="2800">
                <a:solidFill>
                  <a:srgbClr val="99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>
                <a:solidFill>
                  <a:srgbClr val="99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光的偏振性</a:t>
            </a:r>
            <a:endParaRPr lang="zh-CN" altLang="en-US" sz="2800" b="0">
              <a:solidFill>
                <a:srgbClr val="99FF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95288" y="2535238"/>
            <a:ext cx="30972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rgbClr val="FFFF00"/>
                </a:solidFill>
                <a:latin typeface="华文中宋" panose="02010600040101010101" pitchFamily="2" charset="-122"/>
              </a:rPr>
              <a:t>一</a:t>
            </a:r>
            <a:r>
              <a:rPr lang="en-US" altLang="zh-CN">
                <a:solidFill>
                  <a:srgbClr val="FFFF00"/>
                </a:solidFill>
                <a:latin typeface="华文中宋" panose="02010600040101010101" pitchFamily="2" charset="-122"/>
              </a:rPr>
              <a:t>. </a:t>
            </a:r>
            <a:r>
              <a:rPr lang="zh-CN" altLang="en-US">
                <a:solidFill>
                  <a:srgbClr val="FFFF00"/>
                </a:solidFill>
                <a:latin typeface="华文中宋" panose="02010600040101010101" pitchFamily="2" charset="-122"/>
              </a:rPr>
              <a:t>波的偏振性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898525" y="4149725"/>
            <a:ext cx="7777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横波：振动方向与传播方向垂直，存在偏振问题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898525" y="3573463"/>
            <a:ext cx="7572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纵波：振动方向与传播方向一致，不存在偏振问题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898525" y="3038475"/>
            <a:ext cx="7175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rgbClr val="00FF00"/>
                </a:solidFill>
                <a:latin typeface="华文中宋" panose="02010600040101010101" pitchFamily="2" charset="-122"/>
              </a:rPr>
              <a:t>定义：</a:t>
            </a: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振动方向对于传播方向的不对称性</a:t>
            </a:r>
            <a:r>
              <a:rPr lang="en-US" altLang="zh-CN">
                <a:solidFill>
                  <a:schemeClr val="bg1"/>
                </a:solidFill>
                <a:latin typeface="华文中宋" panose="02010600040101010101" pitchFamily="2" charset="-122"/>
              </a:rPr>
              <a:t>----</a:t>
            </a:r>
            <a:r>
              <a:rPr lang="zh-CN" altLang="en-US">
                <a:solidFill>
                  <a:srgbClr val="FFCC00"/>
                </a:solidFill>
                <a:latin typeface="华文中宋" panose="02010600040101010101" pitchFamily="2" charset="-122"/>
              </a:rPr>
              <a:t>偏振性</a:t>
            </a:r>
            <a:endParaRPr lang="zh-CN" altLang="en-US">
              <a:latin typeface="华文中宋" panose="02010600040101010101" pitchFamily="2" charset="-122"/>
            </a:endParaRPr>
          </a:p>
        </p:txBody>
      </p:sp>
      <p:sp>
        <p:nvSpPr>
          <p:cNvPr id="7" name="Rectangle 41"/>
          <p:cNvSpPr>
            <a:spLocks noChangeArrowheads="1"/>
          </p:cNvSpPr>
          <p:nvPr/>
        </p:nvSpPr>
        <p:spPr bwMode="auto">
          <a:xfrm>
            <a:off x="1365845" y="4797425"/>
            <a:ext cx="5753498" cy="461665"/>
          </a:xfrm>
          <a:prstGeom prst="rect">
            <a:avLst/>
          </a:prstGeom>
          <a:noFill/>
          <a:ln w="9525" algn="ctr">
            <a:solidFill>
              <a:srgbClr val="FF99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</a:rPr>
              <a:t>偏振性是横波区别于纵波的最明显的特征</a:t>
            </a:r>
          </a:p>
        </p:txBody>
      </p:sp>
      <p:sp>
        <p:nvSpPr>
          <p:cNvPr id="8" name="Rectangle 42"/>
          <p:cNvSpPr>
            <a:spLocks noChangeArrowheads="1"/>
          </p:cNvSpPr>
          <p:nvPr/>
        </p:nvSpPr>
        <p:spPr bwMode="auto">
          <a:xfrm>
            <a:off x="571500" y="5445125"/>
            <a:ext cx="800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rgbClr val="FFCC00"/>
                </a:solidFill>
                <a:latin typeface="华文中宋" panose="02010600040101010101" pitchFamily="2" charset="-122"/>
              </a:rPr>
              <a:t>光的偏振性：</a:t>
            </a: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光矢量的振动相对于传播方向的不对称性</a:t>
            </a:r>
          </a:p>
        </p:txBody>
      </p:sp>
      <p:sp>
        <p:nvSpPr>
          <p:cNvPr id="9" name="Rectangle 43"/>
          <p:cNvSpPr>
            <a:spLocks noChangeArrowheads="1"/>
          </p:cNvSpPr>
          <p:nvPr/>
        </p:nvSpPr>
        <p:spPr bwMode="auto">
          <a:xfrm>
            <a:off x="2792413" y="6042025"/>
            <a:ext cx="1924050" cy="466725"/>
          </a:xfrm>
          <a:prstGeom prst="rect">
            <a:avLst/>
          </a:prstGeom>
          <a:noFill/>
          <a:ln w="9525" algn="ctr">
            <a:solidFill>
              <a:srgbClr val="FF99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00FF00"/>
                </a:solidFill>
                <a:latin typeface="华文中宋" panose="02010600040101010101" pitchFamily="2" charset="-122"/>
              </a:rPr>
              <a:t>光波是横波</a:t>
            </a:r>
          </a:p>
        </p:txBody>
      </p:sp>
      <p:sp>
        <p:nvSpPr>
          <p:cNvPr id="10" name="AutoShape 44"/>
          <p:cNvSpPr>
            <a:spLocks noChangeArrowheads="1"/>
          </p:cNvSpPr>
          <p:nvPr/>
        </p:nvSpPr>
        <p:spPr bwMode="auto">
          <a:xfrm flipV="1">
            <a:off x="2071688" y="6021388"/>
            <a:ext cx="504825" cy="4318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noFill/>
          <a:ln w="9525" algn="ctr">
            <a:solidFill>
              <a:srgbClr val="FF99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395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027F286-D381-44BA-A95E-B6A26BB76490}" type="slidenum">
              <a:rPr lang="en-US" altLang="zh-CN" b="0">
                <a:solidFill>
                  <a:srgbClr val="FF00FF"/>
                </a:solidFill>
              </a:rPr>
              <a:t>7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sp>
        <p:nvSpPr>
          <p:cNvPr id="27" name="左大括号 26"/>
          <p:cNvSpPr/>
          <p:nvPr/>
        </p:nvSpPr>
        <p:spPr bwMode="auto">
          <a:xfrm>
            <a:off x="2344738" y="1047750"/>
            <a:ext cx="214312" cy="1301750"/>
          </a:xfrm>
          <a:prstGeom prst="leftBrace">
            <a:avLst>
              <a:gd name="adj1" fmla="val 53514"/>
              <a:gd name="adj2" fmla="val 50000"/>
            </a:avLst>
          </a:prstGeom>
          <a:noFill/>
          <a:ln w="2857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8" name="Rectangle 3"/>
          <p:cNvSpPr>
            <a:spLocks noChangeArrowheads="1"/>
          </p:cNvSpPr>
          <p:nvPr/>
        </p:nvSpPr>
        <p:spPr bwMode="auto">
          <a:xfrm>
            <a:off x="539750" y="1455738"/>
            <a:ext cx="17319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rgbClr val="FFFF00"/>
                </a:solidFill>
                <a:latin typeface="华文中宋" panose="02010600040101010101" pitchFamily="2" charset="-122"/>
              </a:rPr>
              <a:t>光的偏振性</a:t>
            </a:r>
          </a:p>
        </p:txBody>
      </p:sp>
      <p:sp>
        <p:nvSpPr>
          <p:cNvPr id="29" name="Rectangle 4"/>
          <p:cNvSpPr>
            <a:spLocks noChangeArrowheads="1"/>
          </p:cNvSpPr>
          <p:nvPr/>
        </p:nvSpPr>
        <p:spPr bwMode="auto">
          <a:xfrm>
            <a:off x="2627313" y="836613"/>
            <a:ext cx="62658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dirty="0">
                <a:solidFill>
                  <a:schemeClr val="bg1"/>
                </a:solidFill>
                <a:latin typeface="华文中宋" panose="02010600040101010101" pitchFamily="2" charset="-122"/>
              </a:rPr>
              <a:t>1. 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</a:rPr>
              <a:t>光经过偏振片后，偏振性和光强的变化；</a:t>
            </a:r>
          </a:p>
        </p:txBody>
      </p:sp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2627313" y="1455738"/>
            <a:ext cx="62658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dirty="0">
                <a:solidFill>
                  <a:schemeClr val="bg1"/>
                </a:solidFill>
                <a:latin typeface="华文中宋" panose="02010600040101010101" pitchFamily="2" charset="-122"/>
              </a:rPr>
              <a:t>2. 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</a:rPr>
              <a:t>光入射界面或晶体中，偏振性的变化；</a:t>
            </a:r>
          </a:p>
        </p:txBody>
      </p: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2627313" y="2103438"/>
            <a:ext cx="62658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dirty="0">
                <a:solidFill>
                  <a:schemeClr val="bg1"/>
                </a:solidFill>
                <a:latin typeface="华文中宋" panose="02010600040101010101" pitchFamily="2" charset="-122"/>
              </a:rPr>
              <a:t>3. 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</a:rPr>
              <a:t>偏振光是如何发生干涉的？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/>
      <p:bldP spid="4" grpId="0"/>
      <p:bldP spid="5" grpId="0"/>
      <p:bldP spid="6" grpId="0"/>
      <p:bldP spid="7" grpId="0" animBg="1"/>
      <p:bldP spid="8" grpId="0"/>
      <p:bldP spid="9" grpId="0" animBg="1"/>
      <p:bldP spid="27" grpId="0" animBg="1"/>
      <p:bldP spid="28" grpId="0"/>
      <p:bldP spid="29" grpId="0"/>
      <p:bldP spid="30" grpId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1" name="Oval 3"/>
          <p:cNvSpPr>
            <a:spLocks noChangeAspect="1" noChangeArrowheads="1"/>
          </p:cNvSpPr>
          <p:nvPr/>
        </p:nvSpPr>
        <p:spPr bwMode="auto">
          <a:xfrm>
            <a:off x="4460875" y="2276475"/>
            <a:ext cx="1190625" cy="1190625"/>
          </a:xfrm>
          <a:prstGeom prst="ellipse">
            <a:avLst/>
          </a:prstGeom>
          <a:noFill/>
          <a:ln w="25400">
            <a:solidFill>
              <a:schemeClr val="bg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88452" name="Rectangle 4"/>
          <p:cNvSpPr>
            <a:spLocks noChangeArrowheads="1"/>
          </p:cNvSpPr>
          <p:nvPr/>
        </p:nvSpPr>
        <p:spPr bwMode="auto">
          <a:xfrm>
            <a:off x="1036638" y="2601913"/>
            <a:ext cx="3603625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面对光的传播方向观察</a:t>
            </a:r>
            <a:endParaRPr lang="zh-CN" altLang="en-US" b="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488453" name="Text Box 5"/>
          <p:cNvSpPr txBox="1">
            <a:spLocks noChangeArrowheads="1"/>
          </p:cNvSpPr>
          <p:nvPr/>
        </p:nvSpPr>
        <p:spPr bwMode="auto">
          <a:xfrm>
            <a:off x="611188" y="4843463"/>
            <a:ext cx="563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线偏振光可沿两个相互垂直的方向分解</a:t>
            </a:r>
          </a:p>
        </p:txBody>
      </p:sp>
      <p:sp>
        <p:nvSpPr>
          <p:cNvPr id="488454" name="Line 6"/>
          <p:cNvSpPr>
            <a:spLocks noChangeShapeType="1"/>
          </p:cNvSpPr>
          <p:nvPr/>
        </p:nvSpPr>
        <p:spPr bwMode="auto">
          <a:xfrm>
            <a:off x="5497513" y="6026150"/>
            <a:ext cx="2016125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 type="none" w="med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8455" name="Line 7"/>
          <p:cNvSpPr>
            <a:spLocks noChangeShapeType="1"/>
          </p:cNvSpPr>
          <p:nvPr/>
        </p:nvSpPr>
        <p:spPr bwMode="auto">
          <a:xfrm>
            <a:off x="6426200" y="5157788"/>
            <a:ext cx="1588" cy="15113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 type="triangle" w="med" len="lg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8456" name="Line 8"/>
          <p:cNvSpPr>
            <a:spLocks noChangeShapeType="1"/>
          </p:cNvSpPr>
          <p:nvPr/>
        </p:nvSpPr>
        <p:spPr bwMode="auto">
          <a:xfrm flipV="1">
            <a:off x="6426200" y="5572125"/>
            <a:ext cx="800100" cy="454025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 type="none" w="med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8457" name="Line 9"/>
          <p:cNvSpPr>
            <a:spLocks noChangeShapeType="1"/>
          </p:cNvSpPr>
          <p:nvPr/>
        </p:nvSpPr>
        <p:spPr bwMode="auto">
          <a:xfrm>
            <a:off x="7219950" y="5564188"/>
            <a:ext cx="1588" cy="473075"/>
          </a:xfrm>
          <a:prstGeom prst="line">
            <a:avLst/>
          </a:prstGeom>
          <a:noFill/>
          <a:ln w="19050">
            <a:solidFill>
              <a:schemeClr val="bg1"/>
            </a:solidFill>
            <a:prstDash val="sysDot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8458" name="Line 10"/>
          <p:cNvSpPr>
            <a:spLocks noChangeShapeType="1"/>
          </p:cNvSpPr>
          <p:nvPr/>
        </p:nvSpPr>
        <p:spPr bwMode="auto">
          <a:xfrm>
            <a:off x="6434138" y="5568950"/>
            <a:ext cx="792162" cy="1588"/>
          </a:xfrm>
          <a:prstGeom prst="line">
            <a:avLst/>
          </a:prstGeom>
          <a:noFill/>
          <a:ln w="19050">
            <a:solidFill>
              <a:schemeClr val="bg1"/>
            </a:solidFill>
            <a:prstDash val="sysDot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8459" name="Arc 11"/>
          <p:cNvSpPr/>
          <p:nvPr/>
        </p:nvSpPr>
        <p:spPr bwMode="auto">
          <a:xfrm>
            <a:off x="6873875" y="5800725"/>
            <a:ext cx="71438" cy="2286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88460" name="Object 2"/>
          <p:cNvGraphicFramePr>
            <a:graphicFrameLocks noChangeAspect="1"/>
          </p:cNvGraphicFramePr>
          <p:nvPr/>
        </p:nvGraphicFramePr>
        <p:xfrm>
          <a:off x="2173288" y="5445125"/>
          <a:ext cx="17510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54" name="公式" r:id="rId4" imgW="1449070" imgH="334645" progId="Equation.3">
                  <p:embed/>
                </p:oleObj>
              </mc:Choice>
              <mc:Fallback>
                <p:oleObj name="公式" r:id="rId4" imgW="1449070" imgH="334645" progId="Equation.3">
                  <p:embed/>
                  <p:pic>
                    <p:nvPicPr>
                      <p:cNvPr id="48846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288" y="5445125"/>
                        <a:ext cx="17510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8462" name="Line 14"/>
          <p:cNvSpPr>
            <a:spLocks noChangeShapeType="1"/>
          </p:cNvSpPr>
          <p:nvPr/>
        </p:nvSpPr>
        <p:spPr bwMode="auto">
          <a:xfrm>
            <a:off x="1562100" y="4003675"/>
            <a:ext cx="2217738" cy="0"/>
          </a:xfrm>
          <a:prstGeom prst="line">
            <a:avLst/>
          </a:prstGeom>
          <a:noFill/>
          <a:ln w="38100">
            <a:solidFill>
              <a:srgbClr val="FFCC66"/>
            </a:solidFill>
            <a:round/>
            <a:headEnd type="none" w="med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8463" name="Line 15"/>
          <p:cNvSpPr>
            <a:spLocks noChangeShapeType="1"/>
          </p:cNvSpPr>
          <p:nvPr/>
        </p:nvSpPr>
        <p:spPr bwMode="auto">
          <a:xfrm flipH="1">
            <a:off x="1890713" y="3871913"/>
            <a:ext cx="11112" cy="273050"/>
          </a:xfrm>
          <a:prstGeom prst="line">
            <a:avLst/>
          </a:prstGeom>
          <a:noFill/>
          <a:ln w="28575">
            <a:solidFill>
              <a:srgbClr val="FFCC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8464" name="Line 16"/>
          <p:cNvSpPr>
            <a:spLocks noChangeShapeType="1"/>
          </p:cNvSpPr>
          <p:nvPr/>
        </p:nvSpPr>
        <p:spPr bwMode="auto">
          <a:xfrm>
            <a:off x="2241550" y="3871913"/>
            <a:ext cx="0" cy="263525"/>
          </a:xfrm>
          <a:prstGeom prst="line">
            <a:avLst/>
          </a:prstGeom>
          <a:noFill/>
          <a:ln w="28575">
            <a:solidFill>
              <a:srgbClr val="FFCC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8465" name="Line 17"/>
          <p:cNvSpPr>
            <a:spLocks noChangeShapeType="1"/>
          </p:cNvSpPr>
          <p:nvPr/>
        </p:nvSpPr>
        <p:spPr bwMode="auto">
          <a:xfrm>
            <a:off x="2597150" y="3871913"/>
            <a:ext cx="0" cy="263525"/>
          </a:xfrm>
          <a:prstGeom prst="line">
            <a:avLst/>
          </a:prstGeom>
          <a:noFill/>
          <a:ln w="28575">
            <a:solidFill>
              <a:srgbClr val="FFCC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8466" name="Line 18"/>
          <p:cNvSpPr>
            <a:spLocks noChangeShapeType="1"/>
          </p:cNvSpPr>
          <p:nvPr/>
        </p:nvSpPr>
        <p:spPr bwMode="auto">
          <a:xfrm>
            <a:off x="2951163" y="3871913"/>
            <a:ext cx="1587" cy="263525"/>
          </a:xfrm>
          <a:prstGeom prst="line">
            <a:avLst/>
          </a:prstGeom>
          <a:noFill/>
          <a:ln w="28575">
            <a:solidFill>
              <a:srgbClr val="FFCC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8467" name="Line 19"/>
          <p:cNvSpPr>
            <a:spLocks noChangeShapeType="1"/>
          </p:cNvSpPr>
          <p:nvPr/>
        </p:nvSpPr>
        <p:spPr bwMode="auto">
          <a:xfrm>
            <a:off x="3306763" y="3871913"/>
            <a:ext cx="0" cy="263525"/>
          </a:xfrm>
          <a:prstGeom prst="line">
            <a:avLst/>
          </a:prstGeom>
          <a:noFill/>
          <a:ln w="28575">
            <a:solidFill>
              <a:srgbClr val="FFCC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8468" name="Text Box 20"/>
          <p:cNvSpPr txBox="1">
            <a:spLocks noChangeArrowheads="1"/>
          </p:cNvSpPr>
          <p:nvPr/>
        </p:nvSpPr>
        <p:spPr bwMode="auto">
          <a:xfrm>
            <a:off x="1225543" y="4289425"/>
            <a:ext cx="291123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200" dirty="0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光振动平行于黑板面</a:t>
            </a:r>
            <a:endParaRPr lang="en-US" altLang="zh-CN" sz="2200" dirty="0">
              <a:solidFill>
                <a:srgbClr val="66FF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88469" name="Text Box 21"/>
          <p:cNvSpPr txBox="1">
            <a:spLocks noChangeArrowheads="1"/>
          </p:cNvSpPr>
          <p:nvPr/>
        </p:nvSpPr>
        <p:spPr bwMode="auto">
          <a:xfrm>
            <a:off x="5148263" y="4289425"/>
            <a:ext cx="2767018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200" dirty="0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光振动垂直于黑板面</a:t>
            </a:r>
            <a:endParaRPr lang="en-US" altLang="zh-CN" sz="2200" dirty="0">
              <a:solidFill>
                <a:srgbClr val="66FFFF"/>
              </a:solidFill>
              <a:ea typeface="黑体" panose="02010609060101010101" pitchFamily="49" charset="-122"/>
            </a:endParaRPr>
          </a:p>
        </p:txBody>
      </p:sp>
      <p:sp>
        <p:nvSpPr>
          <p:cNvPr id="488470" name="Text Box 22"/>
          <p:cNvSpPr txBox="1">
            <a:spLocks noChangeArrowheads="1"/>
          </p:cNvSpPr>
          <p:nvPr/>
        </p:nvSpPr>
        <p:spPr bwMode="auto">
          <a:xfrm>
            <a:off x="925513" y="3213100"/>
            <a:ext cx="3286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chemeClr val="bg1"/>
                </a:solidFill>
                <a:latin typeface="黑体" panose="02010609060101010101" pitchFamily="49" charset="-122"/>
              </a:rPr>
              <a:t>线偏振光的表示法</a:t>
            </a:r>
            <a:endParaRPr lang="zh-CN" altLang="en-US" b="0">
              <a:solidFill>
                <a:schemeClr val="bg1"/>
              </a:solidFill>
              <a:latin typeface="黑体" panose="02010609060101010101" pitchFamily="49" charset="-122"/>
            </a:endParaRPr>
          </a:p>
        </p:txBody>
      </p:sp>
      <p:sp>
        <p:nvSpPr>
          <p:cNvPr id="488472" name="Line 24"/>
          <p:cNvSpPr>
            <a:spLocks noChangeShapeType="1"/>
          </p:cNvSpPr>
          <p:nvPr/>
        </p:nvSpPr>
        <p:spPr bwMode="auto">
          <a:xfrm>
            <a:off x="5221288" y="4033838"/>
            <a:ext cx="2217737" cy="1587"/>
          </a:xfrm>
          <a:prstGeom prst="line">
            <a:avLst/>
          </a:prstGeom>
          <a:noFill/>
          <a:ln w="38100">
            <a:solidFill>
              <a:srgbClr val="FFCC66"/>
            </a:solidFill>
            <a:round/>
            <a:headEnd type="none" w="med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88473" name="Object 3"/>
          <p:cNvGraphicFramePr>
            <a:graphicFrameLocks noChangeAspect="1"/>
          </p:cNvGraphicFramePr>
          <p:nvPr/>
        </p:nvGraphicFramePr>
        <p:xfrm>
          <a:off x="5392738" y="3932238"/>
          <a:ext cx="193675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55" name="Equation" r:id="rId6" imgW="64135" imgH="71120" progId="Equation.3">
                  <p:embed/>
                </p:oleObj>
              </mc:Choice>
              <mc:Fallback>
                <p:oleObj name="Equation" r:id="rId6" imgW="64135" imgH="71120" progId="Equation.3">
                  <p:embed/>
                  <p:pic>
                    <p:nvPicPr>
                      <p:cNvPr id="48847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2738" y="3932238"/>
                        <a:ext cx="193675" cy="21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8474" name="Object 4"/>
          <p:cNvGraphicFramePr>
            <a:graphicFrameLocks noChangeAspect="1"/>
          </p:cNvGraphicFramePr>
          <p:nvPr/>
        </p:nvGraphicFramePr>
        <p:xfrm>
          <a:off x="5773738" y="3932238"/>
          <a:ext cx="193675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56" name="Equation" r:id="rId8" imgW="64135" imgH="71120" progId="Equation.3">
                  <p:embed/>
                </p:oleObj>
              </mc:Choice>
              <mc:Fallback>
                <p:oleObj name="Equation" r:id="rId8" imgW="64135" imgH="71120" progId="Equation.3">
                  <p:embed/>
                  <p:pic>
                    <p:nvPicPr>
                      <p:cNvPr id="48847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3738" y="3932238"/>
                        <a:ext cx="193675" cy="21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8475" name="Object 5"/>
          <p:cNvGraphicFramePr>
            <a:graphicFrameLocks noChangeAspect="1"/>
          </p:cNvGraphicFramePr>
          <p:nvPr/>
        </p:nvGraphicFramePr>
        <p:xfrm>
          <a:off x="6148388" y="3932238"/>
          <a:ext cx="193675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57" name="Equation" r:id="rId10" imgW="64135" imgH="71120" progId="Equation.3">
                  <p:embed/>
                </p:oleObj>
              </mc:Choice>
              <mc:Fallback>
                <p:oleObj name="Equation" r:id="rId10" imgW="64135" imgH="71120" progId="Equation.3">
                  <p:embed/>
                  <p:pic>
                    <p:nvPicPr>
                      <p:cNvPr id="48847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8388" y="3932238"/>
                        <a:ext cx="193675" cy="21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8476" name="Object 6"/>
          <p:cNvGraphicFramePr>
            <a:graphicFrameLocks noChangeAspect="1"/>
          </p:cNvGraphicFramePr>
          <p:nvPr/>
        </p:nvGraphicFramePr>
        <p:xfrm>
          <a:off x="6465888" y="3932238"/>
          <a:ext cx="193675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58" name="Equation" r:id="rId12" imgW="64135" imgH="71120" progId="Equation.3">
                  <p:embed/>
                </p:oleObj>
              </mc:Choice>
              <mc:Fallback>
                <p:oleObj name="Equation" r:id="rId12" imgW="64135" imgH="71120" progId="Equation.3">
                  <p:embed/>
                  <p:pic>
                    <p:nvPicPr>
                      <p:cNvPr id="48847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5888" y="3932238"/>
                        <a:ext cx="193675" cy="21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8477" name="Object 7"/>
          <p:cNvGraphicFramePr>
            <a:graphicFrameLocks noChangeAspect="1"/>
          </p:cNvGraphicFramePr>
          <p:nvPr/>
        </p:nvGraphicFramePr>
        <p:xfrm>
          <a:off x="6846888" y="3932238"/>
          <a:ext cx="193675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59" name="Equation" r:id="rId14" imgW="64135" imgH="71120" progId="Equation.3">
                  <p:embed/>
                </p:oleObj>
              </mc:Choice>
              <mc:Fallback>
                <p:oleObj name="Equation" r:id="rId14" imgW="64135" imgH="71120" progId="Equation.3">
                  <p:embed/>
                  <p:pic>
                    <p:nvPicPr>
                      <p:cNvPr id="48847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6888" y="3932238"/>
                        <a:ext cx="193675" cy="21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8478" name="Line 30"/>
          <p:cNvSpPr>
            <a:spLocks noChangeShapeType="1"/>
          </p:cNvSpPr>
          <p:nvPr/>
        </p:nvSpPr>
        <p:spPr bwMode="auto">
          <a:xfrm>
            <a:off x="5080000" y="2433638"/>
            <a:ext cx="0" cy="9144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88479" name="Object 8"/>
          <p:cNvGraphicFramePr>
            <a:graphicFrameLocks noChangeAspect="1"/>
          </p:cNvGraphicFramePr>
          <p:nvPr/>
        </p:nvGraphicFramePr>
        <p:xfrm>
          <a:off x="2201863" y="6032500"/>
          <a:ext cx="1722437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60" name="公式" r:id="rId16" imgW="1416685" imgH="360680" progId="Equation.3">
                  <p:embed/>
                </p:oleObj>
              </mc:Choice>
              <mc:Fallback>
                <p:oleObj name="公式" r:id="rId16" imgW="1416685" imgH="360680" progId="Equation.3">
                  <p:embed/>
                  <p:pic>
                    <p:nvPicPr>
                      <p:cNvPr id="48847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863" y="6032500"/>
                        <a:ext cx="1722437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8480" name="Object 9"/>
          <p:cNvGraphicFramePr>
            <a:graphicFrameLocks noChangeAspect="1"/>
          </p:cNvGraphicFramePr>
          <p:nvPr/>
        </p:nvGraphicFramePr>
        <p:xfrm>
          <a:off x="7154863" y="6105525"/>
          <a:ext cx="306387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61" name="公式" r:id="rId18" imgW="289560" imgH="334645" progId="Equation.3">
                  <p:embed/>
                </p:oleObj>
              </mc:Choice>
              <mc:Fallback>
                <p:oleObj name="公式" r:id="rId18" imgW="289560" imgH="334645" progId="Equation.3">
                  <p:embed/>
                  <p:pic>
                    <p:nvPicPr>
                      <p:cNvPr id="48848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4863" y="6105525"/>
                        <a:ext cx="306387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8481" name="Object 10"/>
          <p:cNvGraphicFramePr>
            <a:graphicFrameLocks noChangeAspect="1"/>
          </p:cNvGraphicFramePr>
          <p:nvPr/>
        </p:nvGraphicFramePr>
        <p:xfrm>
          <a:off x="6043613" y="5411788"/>
          <a:ext cx="315912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62" name="公式" r:id="rId20" imgW="302895" imgH="360680" progId="Equation.3">
                  <p:embed/>
                </p:oleObj>
              </mc:Choice>
              <mc:Fallback>
                <p:oleObj name="公式" r:id="rId20" imgW="302895" imgH="360680" progId="Equation.3">
                  <p:embed/>
                  <p:pic>
                    <p:nvPicPr>
                      <p:cNvPr id="48848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3613" y="5411788"/>
                        <a:ext cx="315912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8482" name="Object 11"/>
          <p:cNvGraphicFramePr>
            <a:graphicFrameLocks noChangeAspect="1"/>
          </p:cNvGraphicFramePr>
          <p:nvPr/>
        </p:nvGraphicFramePr>
        <p:xfrm>
          <a:off x="7297738" y="5300663"/>
          <a:ext cx="227012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63" name="公式" r:id="rId22" imgW="206375" imgH="283210" progId="Equation.3">
                  <p:embed/>
                </p:oleObj>
              </mc:Choice>
              <mc:Fallback>
                <p:oleObj name="公式" r:id="rId22" imgW="206375" imgH="283210" progId="Equation.3">
                  <p:embed/>
                  <p:pic>
                    <p:nvPicPr>
                      <p:cNvPr id="48848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7738" y="5300663"/>
                        <a:ext cx="227012" cy="29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8483" name="Object 12"/>
          <p:cNvGraphicFramePr>
            <a:graphicFrameLocks noChangeAspect="1"/>
          </p:cNvGraphicFramePr>
          <p:nvPr/>
        </p:nvGraphicFramePr>
        <p:xfrm>
          <a:off x="7004050" y="5730875"/>
          <a:ext cx="184150" cy="22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64" name="公式" r:id="rId24" imgW="161290" imgH="206375" progId="Equation.3">
                  <p:embed/>
                </p:oleObj>
              </mc:Choice>
              <mc:Fallback>
                <p:oleObj name="公式" r:id="rId24" imgW="161290" imgH="206375" progId="Equation.3">
                  <p:embed/>
                  <p:pic>
                    <p:nvPicPr>
                      <p:cNvPr id="48848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4050" y="5730875"/>
                        <a:ext cx="184150" cy="227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41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0027A3F-429F-4D41-8D43-AFD2A014F680}" type="slidenum">
              <a:rPr lang="en-US" altLang="zh-CN" b="0">
                <a:solidFill>
                  <a:srgbClr val="FF00FF"/>
                </a:solidFill>
              </a:rPr>
              <a:t>8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sp>
        <p:nvSpPr>
          <p:cNvPr id="34" name="Rectangle 45"/>
          <p:cNvSpPr>
            <a:spLocks noChangeArrowheads="1"/>
          </p:cNvSpPr>
          <p:nvPr/>
        </p:nvSpPr>
        <p:spPr bwMode="auto">
          <a:xfrm>
            <a:off x="428625" y="230188"/>
            <a:ext cx="43576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rgbClr val="FFFF00"/>
                </a:solidFill>
                <a:latin typeface="华文中宋" panose="02010600040101010101" pitchFamily="2" charset="-122"/>
              </a:rPr>
              <a:t>二</a:t>
            </a:r>
            <a:r>
              <a:rPr lang="en-US" altLang="zh-CN">
                <a:solidFill>
                  <a:srgbClr val="FFFF00"/>
                </a:solidFill>
                <a:latin typeface="华文中宋" panose="02010600040101010101" pitchFamily="2" charset="-122"/>
              </a:rPr>
              <a:t>. </a:t>
            </a:r>
            <a:r>
              <a:rPr lang="zh-CN" altLang="en-US">
                <a:solidFill>
                  <a:srgbClr val="FFFF00"/>
                </a:solidFill>
                <a:latin typeface="华文中宋" panose="02010600040101010101" pitchFamily="2" charset="-122"/>
              </a:rPr>
              <a:t>光的分类</a:t>
            </a: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（偏振性）</a:t>
            </a:r>
          </a:p>
        </p:txBody>
      </p:sp>
      <p:sp>
        <p:nvSpPr>
          <p:cNvPr id="35" name="Rectangle 46"/>
          <p:cNvSpPr>
            <a:spLocks noChangeArrowheads="1"/>
          </p:cNvSpPr>
          <p:nvPr/>
        </p:nvSpPr>
        <p:spPr bwMode="auto">
          <a:xfrm>
            <a:off x="538163" y="811213"/>
            <a:ext cx="424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rgbClr val="00FFFF"/>
                </a:solidFill>
                <a:latin typeface="华文中宋" panose="02010600040101010101" pitchFamily="2" charset="-122"/>
              </a:rPr>
              <a:t>1.</a:t>
            </a:r>
            <a:r>
              <a:rPr lang="zh-CN" altLang="en-US">
                <a:solidFill>
                  <a:srgbClr val="00FFFF"/>
                </a:solidFill>
                <a:latin typeface="华文中宋" panose="02010600040101010101" pitchFamily="2" charset="-122"/>
              </a:rPr>
              <a:t>线偏振光</a:t>
            </a: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（平面偏振光） </a:t>
            </a:r>
          </a:p>
        </p:txBody>
      </p:sp>
      <p:sp>
        <p:nvSpPr>
          <p:cNvPr id="36" name="Rectangle 47"/>
          <p:cNvSpPr>
            <a:spLocks noChangeArrowheads="1"/>
          </p:cNvSpPr>
          <p:nvPr/>
        </p:nvSpPr>
        <p:spPr bwMode="auto">
          <a:xfrm>
            <a:off x="642938" y="1312863"/>
            <a:ext cx="3917950" cy="96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400"/>
              </a:lnSpc>
            </a:pP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光矢量只沿某一个固定方向振动，称为</a:t>
            </a:r>
            <a:r>
              <a:rPr lang="zh-CN" altLang="en-US">
                <a:solidFill>
                  <a:srgbClr val="00FF00"/>
                </a:solidFill>
                <a:latin typeface="华文中宋" panose="02010600040101010101" pitchFamily="2" charset="-122"/>
              </a:rPr>
              <a:t>线偏振光</a:t>
            </a:r>
          </a:p>
        </p:txBody>
      </p:sp>
      <p:grpSp>
        <p:nvGrpSpPr>
          <p:cNvPr id="37" name="组合 25"/>
          <p:cNvGrpSpPr/>
          <p:nvPr/>
        </p:nvGrpSpPr>
        <p:grpSpPr bwMode="auto">
          <a:xfrm>
            <a:off x="4643438" y="471488"/>
            <a:ext cx="4162425" cy="1585912"/>
            <a:chOff x="4481513" y="3963990"/>
            <a:chExt cx="4162931" cy="1585913"/>
          </a:xfrm>
        </p:grpSpPr>
        <p:sp>
          <p:nvSpPr>
            <p:cNvPr id="17447" name="AutoShape 38"/>
            <p:cNvSpPr>
              <a:spLocks noChangeAspect="1" noChangeArrowheads="1"/>
            </p:cNvSpPr>
            <p:nvPr/>
          </p:nvSpPr>
          <p:spPr bwMode="auto">
            <a:xfrm rot="60000">
              <a:off x="4720162" y="4431132"/>
              <a:ext cx="3924282" cy="1050039"/>
            </a:xfrm>
            <a:prstGeom prst="parallelogram">
              <a:avLst>
                <a:gd name="adj" fmla="val 99868"/>
              </a:avLst>
            </a:prstGeom>
            <a:solidFill>
              <a:srgbClr val="009999">
                <a:alpha val="59999"/>
              </a:srgb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pic>
          <p:nvPicPr>
            <p:cNvPr id="17448" name="Picture 39"/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3504" y="4684715"/>
              <a:ext cx="3194590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17449" name="Object 13"/>
            <p:cNvGraphicFramePr/>
            <p:nvPr/>
          </p:nvGraphicFramePr>
          <p:xfrm>
            <a:off x="6835261" y="4489453"/>
            <a:ext cx="223837" cy="295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765" name="公式" r:id="rId27" imgW="206375" imgH="283210" progId="Equation.3">
                    <p:embed/>
                  </p:oleObj>
                </mc:Choice>
                <mc:Fallback>
                  <p:oleObj name="公式" r:id="rId27" imgW="206375" imgH="283210" progId="Equation.3">
                    <p:embed/>
                    <p:pic>
                      <p:nvPicPr>
                        <p:cNvPr id="17449" name="Object 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35261" y="4489453"/>
                          <a:ext cx="223837" cy="295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50" name="Line 41"/>
            <p:cNvSpPr>
              <a:spLocks noChangeShapeType="1"/>
            </p:cNvSpPr>
            <p:nvPr/>
          </p:nvSpPr>
          <p:spPr bwMode="auto">
            <a:xfrm flipV="1">
              <a:off x="5189023" y="3963990"/>
              <a:ext cx="0" cy="99695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1" name="Line 42"/>
            <p:cNvSpPr>
              <a:spLocks noChangeShapeType="1"/>
            </p:cNvSpPr>
            <p:nvPr/>
          </p:nvSpPr>
          <p:spPr bwMode="auto">
            <a:xfrm flipH="1">
              <a:off x="4581011" y="4960940"/>
              <a:ext cx="608012" cy="588963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2" name="Line 43"/>
            <p:cNvSpPr>
              <a:spLocks noChangeShapeType="1"/>
            </p:cNvSpPr>
            <p:nvPr/>
          </p:nvSpPr>
          <p:spPr bwMode="auto">
            <a:xfrm>
              <a:off x="5179498" y="4960940"/>
              <a:ext cx="324000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453" name="Object 14"/>
            <p:cNvGraphicFramePr>
              <a:graphicFrameLocks noChangeAspect="1"/>
            </p:cNvGraphicFramePr>
            <p:nvPr/>
          </p:nvGraphicFramePr>
          <p:xfrm>
            <a:off x="4916491" y="4784736"/>
            <a:ext cx="227013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766" name="公式" r:id="rId29" imgW="219075" imgH="231775" progId="Equation.3">
                    <p:embed/>
                  </p:oleObj>
                </mc:Choice>
                <mc:Fallback>
                  <p:oleObj name="公式" r:id="rId29" imgW="219075" imgH="231775" progId="Equation.3">
                    <p:embed/>
                    <p:pic>
                      <p:nvPicPr>
                        <p:cNvPr id="17453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6491" y="4784736"/>
                          <a:ext cx="227013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54" name="Object 15"/>
            <p:cNvGraphicFramePr/>
            <p:nvPr/>
          </p:nvGraphicFramePr>
          <p:xfrm>
            <a:off x="8358214" y="5051428"/>
            <a:ext cx="182562" cy="195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767" name="公式" r:id="rId31" imgW="161290" imgH="167640" progId="Equation.3">
                    <p:embed/>
                  </p:oleObj>
                </mc:Choice>
                <mc:Fallback>
                  <p:oleObj name="公式" r:id="rId31" imgW="161290" imgH="167640" progId="Equation.3">
                    <p:embed/>
                    <p:pic>
                      <p:nvPicPr>
                        <p:cNvPr id="17454" name="Object 1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58214" y="5051428"/>
                          <a:ext cx="182562" cy="195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55" name="Object 16"/>
            <p:cNvGraphicFramePr/>
            <p:nvPr/>
          </p:nvGraphicFramePr>
          <p:xfrm>
            <a:off x="4960423" y="3970343"/>
            <a:ext cx="193675" cy="244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768" name="公式" r:id="rId33" imgW="167640" imgH="225425" progId="Equation.3">
                    <p:embed/>
                  </p:oleObj>
                </mc:Choice>
                <mc:Fallback>
                  <p:oleObj name="公式" r:id="rId33" imgW="167640" imgH="225425" progId="Equation.3">
                    <p:embed/>
                    <p:pic>
                      <p:nvPicPr>
                        <p:cNvPr id="17455" name="Object 1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0423" y="3970343"/>
                          <a:ext cx="193675" cy="244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56" name="Object 17"/>
            <p:cNvGraphicFramePr/>
            <p:nvPr/>
          </p:nvGraphicFramePr>
          <p:xfrm>
            <a:off x="4481513" y="5214950"/>
            <a:ext cx="161925" cy="173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769" name="公式" r:id="rId35" imgW="141605" imgH="154305" progId="Equation.3">
                    <p:embed/>
                  </p:oleObj>
                </mc:Choice>
                <mc:Fallback>
                  <p:oleObj name="公式" r:id="rId35" imgW="141605" imgH="154305" progId="Equation.3">
                    <p:embed/>
                    <p:pic>
                      <p:nvPicPr>
                        <p:cNvPr id="17456" name="Object 1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1513" y="5214950"/>
                          <a:ext cx="161925" cy="173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" name="AutoShape 48"/>
          <p:cNvSpPr>
            <a:spLocks noChangeArrowheads="1"/>
          </p:cNvSpPr>
          <p:nvPr/>
        </p:nvSpPr>
        <p:spPr bwMode="auto">
          <a:xfrm>
            <a:off x="6448425" y="333375"/>
            <a:ext cx="1295400" cy="423863"/>
          </a:xfrm>
          <a:prstGeom prst="wedgeRoundRectCallout">
            <a:avLst>
              <a:gd name="adj1" fmla="val -49653"/>
              <a:gd name="adj2" fmla="val 124833"/>
              <a:gd name="adj3" fmla="val 16667"/>
            </a:avLst>
          </a:prstGeom>
          <a:solidFill>
            <a:srgbClr val="808000">
              <a:alpha val="65097"/>
            </a:srgbClr>
          </a:solidFill>
          <a:ln w="9525">
            <a:solidFill>
              <a:srgbClr val="B2B2B2">
                <a:alpha val="56078"/>
              </a:srgbClr>
            </a:solidFill>
            <a:miter lim="800000"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振动面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88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" dur="500"/>
                                        <p:tgtEl>
                                          <p:spTgt spid="488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8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88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88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8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88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88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8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8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88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8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8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8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48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488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488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8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884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8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8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8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48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8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8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48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48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48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8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0" dur="500"/>
                                        <p:tgtEl>
                                          <p:spTgt spid="48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8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8451" grpId="0" animBg="1"/>
      <p:bldP spid="488452" grpId="0" build="p" autoUpdateAnimBg="0"/>
      <p:bldP spid="488453" grpId="0" build="p" autoUpdateAnimBg="0"/>
      <p:bldP spid="488468" grpId="0" build="p" autoUpdateAnimBg="0"/>
      <p:bldP spid="488469" grpId="0" autoUpdateAnimBg="0"/>
      <p:bldP spid="488470" grpId="0" build="p" autoUpdateAnimBg="0"/>
      <p:bldP spid="34" grpId="0"/>
      <p:bldP spid="35" grpId="0"/>
      <p:bldP spid="36" grpId="0"/>
      <p:bldP spid="4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Oval 4"/>
          <p:cNvSpPr>
            <a:spLocks noChangeArrowheads="1"/>
          </p:cNvSpPr>
          <p:nvPr/>
        </p:nvSpPr>
        <p:spPr bwMode="auto">
          <a:xfrm>
            <a:off x="7070725" y="4538663"/>
            <a:ext cx="1158875" cy="1471612"/>
          </a:xfrm>
          <a:prstGeom prst="ellipse">
            <a:avLst/>
          </a:prstGeom>
          <a:noFill/>
          <a:ln w="31750">
            <a:solidFill>
              <a:schemeClr val="bg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214313" y="395288"/>
            <a:ext cx="2103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二</a:t>
            </a:r>
            <a:r>
              <a:rPr lang="en-US" altLang="zh-CN">
                <a:solidFill>
                  <a:srgbClr val="FFFF00"/>
                </a:solidFill>
              </a:rPr>
              <a:t>. 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自然光</a:t>
            </a:r>
            <a:endParaRPr lang="zh-CN" altLang="en-US" b="0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grpSp>
        <p:nvGrpSpPr>
          <p:cNvPr id="2" name="Group 6"/>
          <p:cNvGrpSpPr>
            <a:grpSpLocks noChangeAspect="1"/>
          </p:cNvGrpSpPr>
          <p:nvPr/>
        </p:nvGrpSpPr>
        <p:grpSpPr bwMode="auto">
          <a:xfrm>
            <a:off x="1047750" y="1036638"/>
            <a:ext cx="1508125" cy="1508125"/>
            <a:chOff x="2547" y="8244"/>
            <a:chExt cx="2201" cy="2201"/>
          </a:xfrm>
        </p:grpSpPr>
        <p:sp>
          <p:nvSpPr>
            <p:cNvPr id="19493" name="Oval 7"/>
            <p:cNvSpPr>
              <a:spLocks noChangeAspect="1" noChangeArrowheads="1"/>
            </p:cNvSpPr>
            <p:nvPr/>
          </p:nvSpPr>
          <p:spPr bwMode="auto">
            <a:xfrm>
              <a:off x="2547" y="8244"/>
              <a:ext cx="2201" cy="220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494" name="Line 8"/>
            <p:cNvSpPr>
              <a:spLocks noChangeAspect="1" noChangeShapeType="1"/>
            </p:cNvSpPr>
            <p:nvPr/>
          </p:nvSpPr>
          <p:spPr bwMode="auto">
            <a:xfrm>
              <a:off x="3662" y="8732"/>
              <a:ext cx="1" cy="1249"/>
            </a:xfrm>
            <a:prstGeom prst="line">
              <a:avLst/>
            </a:prstGeom>
            <a:noFill/>
            <a:ln w="25400">
              <a:solidFill>
                <a:srgbClr val="FFCC66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5" name="Line 9"/>
            <p:cNvSpPr>
              <a:spLocks noChangeAspect="1" noChangeShapeType="1"/>
            </p:cNvSpPr>
            <p:nvPr/>
          </p:nvSpPr>
          <p:spPr bwMode="auto">
            <a:xfrm>
              <a:off x="3032" y="9348"/>
              <a:ext cx="1246" cy="1"/>
            </a:xfrm>
            <a:prstGeom prst="line">
              <a:avLst/>
            </a:prstGeom>
            <a:noFill/>
            <a:ln w="25400">
              <a:solidFill>
                <a:srgbClr val="FFCC66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6" name="Line 10"/>
            <p:cNvSpPr>
              <a:spLocks noChangeAspect="1" noChangeShapeType="1"/>
            </p:cNvSpPr>
            <p:nvPr/>
          </p:nvSpPr>
          <p:spPr bwMode="auto">
            <a:xfrm flipV="1">
              <a:off x="3197" y="8947"/>
              <a:ext cx="946" cy="818"/>
            </a:xfrm>
            <a:prstGeom prst="line">
              <a:avLst/>
            </a:prstGeom>
            <a:noFill/>
            <a:ln w="25400">
              <a:solidFill>
                <a:srgbClr val="FFCC66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7" name="Line 11"/>
            <p:cNvSpPr>
              <a:spLocks noChangeAspect="1" noChangeShapeType="1"/>
            </p:cNvSpPr>
            <p:nvPr/>
          </p:nvSpPr>
          <p:spPr bwMode="auto">
            <a:xfrm rot="111068">
              <a:off x="3182" y="8932"/>
              <a:ext cx="961" cy="833"/>
            </a:xfrm>
            <a:prstGeom prst="line">
              <a:avLst/>
            </a:prstGeom>
            <a:noFill/>
            <a:ln w="25400">
              <a:solidFill>
                <a:srgbClr val="FFCC66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8" name="Line 12"/>
            <p:cNvSpPr>
              <a:spLocks noChangeAspect="1" noChangeShapeType="1"/>
            </p:cNvSpPr>
            <p:nvPr/>
          </p:nvSpPr>
          <p:spPr bwMode="auto">
            <a:xfrm rot="1658535">
              <a:off x="3679" y="8712"/>
              <a:ext cx="2" cy="1284"/>
            </a:xfrm>
            <a:prstGeom prst="line">
              <a:avLst/>
            </a:prstGeom>
            <a:noFill/>
            <a:ln w="25400">
              <a:solidFill>
                <a:srgbClr val="FFCC66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9" name="Line 13"/>
            <p:cNvSpPr>
              <a:spLocks noChangeAspect="1" noChangeShapeType="1"/>
            </p:cNvSpPr>
            <p:nvPr/>
          </p:nvSpPr>
          <p:spPr bwMode="auto">
            <a:xfrm rot="1318187" flipV="1">
              <a:off x="3019" y="9335"/>
              <a:ext cx="1257" cy="21"/>
            </a:xfrm>
            <a:prstGeom prst="line">
              <a:avLst/>
            </a:prstGeom>
            <a:noFill/>
            <a:ln w="25400">
              <a:solidFill>
                <a:srgbClr val="FFCC66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0" name="Line 14"/>
            <p:cNvSpPr>
              <a:spLocks noChangeAspect="1" noChangeShapeType="1"/>
            </p:cNvSpPr>
            <p:nvPr/>
          </p:nvSpPr>
          <p:spPr bwMode="auto">
            <a:xfrm rot="1165010" flipV="1">
              <a:off x="3182" y="8948"/>
              <a:ext cx="951" cy="814"/>
            </a:xfrm>
            <a:prstGeom prst="line">
              <a:avLst/>
            </a:prstGeom>
            <a:noFill/>
            <a:ln w="25400">
              <a:solidFill>
                <a:srgbClr val="FFCC66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1" name="Line 15"/>
            <p:cNvSpPr>
              <a:spLocks noChangeAspect="1" noChangeShapeType="1"/>
            </p:cNvSpPr>
            <p:nvPr/>
          </p:nvSpPr>
          <p:spPr bwMode="auto">
            <a:xfrm rot="1393498">
              <a:off x="3185" y="8947"/>
              <a:ext cx="961" cy="833"/>
            </a:xfrm>
            <a:prstGeom prst="line">
              <a:avLst/>
            </a:prstGeom>
            <a:noFill/>
            <a:ln w="25400">
              <a:solidFill>
                <a:srgbClr val="FFCC66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208" name="Text Box 16"/>
          <p:cNvSpPr txBox="1">
            <a:spLocks noChangeArrowheads="1"/>
          </p:cNvSpPr>
          <p:nvPr/>
        </p:nvSpPr>
        <p:spPr bwMode="auto">
          <a:xfrm>
            <a:off x="342900" y="2714625"/>
            <a:ext cx="36576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面对光的传播方向观察</a:t>
            </a:r>
          </a:p>
        </p:txBody>
      </p:sp>
      <p:sp>
        <p:nvSpPr>
          <p:cNvPr id="8209" name="Oval 17"/>
          <p:cNvSpPr>
            <a:spLocks noChangeAspect="1" noChangeArrowheads="1"/>
          </p:cNvSpPr>
          <p:nvPr/>
        </p:nvSpPr>
        <p:spPr bwMode="auto">
          <a:xfrm>
            <a:off x="6862763" y="1096963"/>
            <a:ext cx="1482725" cy="1482725"/>
          </a:xfrm>
          <a:prstGeom prst="ellipse">
            <a:avLst/>
          </a:prstGeom>
          <a:noFill/>
          <a:ln w="25400">
            <a:solidFill>
              <a:schemeClr val="bg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CCECFF"/>
              </a:solidFill>
              <a:latin typeface="宋体" panose="02010600030101010101" pitchFamily="2" charset="-122"/>
            </a:endParaRPr>
          </a:p>
        </p:txBody>
      </p:sp>
      <p:sp>
        <p:nvSpPr>
          <p:cNvPr id="8210" name="Line 18"/>
          <p:cNvSpPr>
            <a:spLocks noChangeShapeType="1"/>
          </p:cNvSpPr>
          <p:nvPr/>
        </p:nvSpPr>
        <p:spPr bwMode="auto">
          <a:xfrm>
            <a:off x="7623175" y="1192213"/>
            <a:ext cx="1588" cy="1287462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2" name="Text Box 20"/>
          <p:cNvSpPr txBox="1">
            <a:spLocks noChangeArrowheads="1"/>
          </p:cNvSpPr>
          <p:nvPr/>
        </p:nvSpPr>
        <p:spPr bwMode="auto">
          <a:xfrm>
            <a:off x="2827338" y="1174750"/>
            <a:ext cx="3816350" cy="1254125"/>
          </a:xfrm>
          <a:prstGeom prst="rect">
            <a:avLst/>
          </a:prstGeom>
          <a:noFill/>
          <a:ln w="19050">
            <a:solidFill>
              <a:srgbClr val="66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zh-CN" altLang="en-US" sz="2000">
                <a:solidFill>
                  <a:schemeClr val="bg1"/>
                </a:solidFill>
                <a:latin typeface="宋体" panose="02010600030101010101" pitchFamily="2" charset="-122"/>
                <a:ea typeface="楷体_GB2312" pitchFamily="49" charset="-122"/>
              </a:rPr>
              <a:t>自然光可用两个相互独立、没有固定相位关系、等振幅且振动方向相互垂直的线偏振光表示</a:t>
            </a:r>
            <a:endParaRPr lang="zh-CN" altLang="en-US" sz="2000">
              <a:solidFill>
                <a:schemeClr val="bg1"/>
              </a:solidFill>
              <a:latin typeface="黑体" panose="02010609060101010101" pitchFamily="49" charset="-122"/>
              <a:ea typeface="楷体_GB2312" pitchFamily="49" charset="-122"/>
            </a:endParaRPr>
          </a:p>
        </p:txBody>
      </p:sp>
      <p:graphicFrame>
        <p:nvGraphicFramePr>
          <p:cNvPr id="8213" name="Object 2"/>
          <p:cNvGraphicFramePr>
            <a:graphicFrameLocks noChangeAspect="1"/>
          </p:cNvGraphicFramePr>
          <p:nvPr/>
        </p:nvGraphicFramePr>
        <p:xfrm>
          <a:off x="6443663" y="2779713"/>
          <a:ext cx="8890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78" name="公式" r:id="rId3" imgW="914400" imgH="360680" progId="Equation.3">
                  <p:embed/>
                </p:oleObj>
              </mc:Choice>
              <mc:Fallback>
                <p:oleObj name="公式" r:id="rId3" imgW="914400" imgH="360680" progId="Equation.3">
                  <p:embed/>
                  <p:pic>
                    <p:nvPicPr>
                      <p:cNvPr id="821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2779713"/>
                        <a:ext cx="8890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4" name="Object 3"/>
          <p:cNvGraphicFramePr>
            <a:graphicFrameLocks noChangeAspect="1"/>
          </p:cNvGraphicFramePr>
          <p:nvPr/>
        </p:nvGraphicFramePr>
        <p:xfrm>
          <a:off x="7658100" y="2779713"/>
          <a:ext cx="11620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79" name="公式" r:id="rId5" imgW="1203960" imgH="360680" progId="Equation.3">
                  <p:embed/>
                </p:oleObj>
              </mc:Choice>
              <mc:Fallback>
                <p:oleObj name="公式" r:id="rId5" imgW="1203960" imgH="360680" progId="Equation.3">
                  <p:embed/>
                  <p:pic>
                    <p:nvPicPr>
                      <p:cNvPr id="821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8100" y="2779713"/>
                        <a:ext cx="11620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5" name="Text Box 23"/>
          <p:cNvSpPr txBox="1">
            <a:spLocks noChangeArrowheads="1"/>
          </p:cNvSpPr>
          <p:nvPr/>
        </p:nvSpPr>
        <p:spPr bwMode="auto">
          <a:xfrm>
            <a:off x="461963" y="3400425"/>
            <a:ext cx="2538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chemeClr val="bg1"/>
                </a:solidFill>
                <a:latin typeface="黑体" panose="02010609060101010101" pitchFamily="49" charset="-122"/>
              </a:rPr>
              <a:t>自然光的表示法</a:t>
            </a:r>
            <a:endParaRPr lang="zh-CN" altLang="en-US" b="0">
              <a:solidFill>
                <a:schemeClr val="bg1"/>
              </a:solidFill>
              <a:latin typeface="黑体" panose="02010609060101010101" pitchFamily="49" charset="-122"/>
            </a:endParaRPr>
          </a:p>
        </p:txBody>
      </p:sp>
      <p:grpSp>
        <p:nvGrpSpPr>
          <p:cNvPr id="3" name="Group 24"/>
          <p:cNvGrpSpPr/>
          <p:nvPr/>
        </p:nvGrpSpPr>
        <p:grpSpPr bwMode="auto">
          <a:xfrm>
            <a:off x="3419475" y="3421063"/>
            <a:ext cx="2744788" cy="482600"/>
            <a:chOff x="2063" y="2494"/>
            <a:chExt cx="1729" cy="304"/>
          </a:xfrm>
        </p:grpSpPr>
        <p:sp>
          <p:nvSpPr>
            <p:cNvPr id="19486" name="Line 25"/>
            <p:cNvSpPr>
              <a:spLocks noChangeShapeType="1"/>
            </p:cNvSpPr>
            <p:nvPr/>
          </p:nvSpPr>
          <p:spPr bwMode="auto">
            <a:xfrm>
              <a:off x="2063" y="2637"/>
              <a:ext cx="1729" cy="1"/>
            </a:xfrm>
            <a:prstGeom prst="line">
              <a:avLst/>
            </a:prstGeom>
            <a:noFill/>
            <a:ln w="31750">
              <a:solidFill>
                <a:srgbClr val="99FF33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7" name="Line 26"/>
            <p:cNvSpPr>
              <a:spLocks noChangeShapeType="1"/>
            </p:cNvSpPr>
            <p:nvPr/>
          </p:nvSpPr>
          <p:spPr bwMode="auto">
            <a:xfrm>
              <a:off x="3120" y="2506"/>
              <a:ext cx="1" cy="29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9488" name="Object 4"/>
            <p:cNvGraphicFramePr>
              <a:graphicFrameLocks noChangeAspect="1"/>
            </p:cNvGraphicFramePr>
            <p:nvPr/>
          </p:nvGraphicFramePr>
          <p:xfrm>
            <a:off x="2400" y="2568"/>
            <a:ext cx="122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680" name="公式" r:id="rId7" imgW="64135" imgH="71120" progId="Equation.3">
                    <p:embed/>
                  </p:oleObj>
                </mc:Choice>
                <mc:Fallback>
                  <p:oleObj name="公式" r:id="rId7" imgW="64135" imgH="71120" progId="Equation.3">
                    <p:embed/>
                    <p:pic>
                      <p:nvPicPr>
                        <p:cNvPr id="19488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2568"/>
                          <a:ext cx="122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9" name="Line 28"/>
            <p:cNvSpPr>
              <a:spLocks noChangeShapeType="1"/>
            </p:cNvSpPr>
            <p:nvPr/>
          </p:nvSpPr>
          <p:spPr bwMode="auto">
            <a:xfrm>
              <a:off x="2688" y="2496"/>
              <a:ext cx="1" cy="29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0" name="Line 29"/>
            <p:cNvSpPr>
              <a:spLocks noChangeShapeType="1"/>
            </p:cNvSpPr>
            <p:nvPr/>
          </p:nvSpPr>
          <p:spPr bwMode="auto">
            <a:xfrm>
              <a:off x="2304" y="2494"/>
              <a:ext cx="1" cy="29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9491" name="Object 5"/>
            <p:cNvGraphicFramePr>
              <a:graphicFrameLocks noChangeAspect="1"/>
            </p:cNvGraphicFramePr>
            <p:nvPr/>
          </p:nvGraphicFramePr>
          <p:xfrm>
            <a:off x="3264" y="2568"/>
            <a:ext cx="122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681" name="公式" r:id="rId9" imgW="64135" imgH="71120" progId="Equation.3">
                    <p:embed/>
                  </p:oleObj>
                </mc:Choice>
                <mc:Fallback>
                  <p:oleObj name="公式" r:id="rId9" imgW="64135" imgH="71120" progId="Equation.3">
                    <p:embed/>
                    <p:pic>
                      <p:nvPicPr>
                        <p:cNvPr id="19491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2568"/>
                          <a:ext cx="122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92" name="Object 6"/>
            <p:cNvGraphicFramePr>
              <a:graphicFrameLocks noChangeAspect="1"/>
            </p:cNvGraphicFramePr>
            <p:nvPr/>
          </p:nvGraphicFramePr>
          <p:xfrm>
            <a:off x="2832" y="2564"/>
            <a:ext cx="122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682" name="公式" r:id="rId11" imgW="64135" imgH="71120" progId="Equation.3">
                    <p:embed/>
                  </p:oleObj>
                </mc:Choice>
                <mc:Fallback>
                  <p:oleObj name="公式" r:id="rId11" imgW="64135" imgH="71120" progId="Equation.3">
                    <p:embed/>
                    <p:pic>
                      <p:nvPicPr>
                        <p:cNvPr id="19492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2564"/>
                          <a:ext cx="122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24" name="Text Box 32"/>
          <p:cNvSpPr txBox="1">
            <a:spLocks noChangeArrowheads="1"/>
          </p:cNvSpPr>
          <p:nvPr/>
        </p:nvSpPr>
        <p:spPr bwMode="auto">
          <a:xfrm>
            <a:off x="179388" y="3967163"/>
            <a:ext cx="3048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三</a:t>
            </a:r>
            <a:r>
              <a:rPr lang="en-US" altLang="zh-CN">
                <a:solidFill>
                  <a:srgbClr val="FFFF00"/>
                </a:solidFill>
              </a:rPr>
              <a:t>. 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部分偏振光</a:t>
            </a:r>
            <a:endParaRPr lang="zh-CN" altLang="en-US" b="0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sp>
        <p:nvSpPr>
          <p:cNvPr id="8225" name="Text Box 33"/>
          <p:cNvSpPr txBox="1">
            <a:spLocks noChangeArrowheads="1"/>
          </p:cNvSpPr>
          <p:nvPr/>
        </p:nvSpPr>
        <p:spPr bwMode="auto">
          <a:xfrm>
            <a:off x="6551613" y="6167438"/>
            <a:ext cx="234156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80000"/>
              </a:lnSpc>
            </a:pPr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部分偏振光的分解</a:t>
            </a:r>
            <a:endParaRPr lang="zh-CN" altLang="en-US" sz="2000" u="sng">
              <a:solidFill>
                <a:schemeClr val="bg1"/>
              </a:solidFill>
              <a:latin typeface="黑体" panose="02010609060101010101" pitchFamily="49" charset="-122"/>
              <a:ea typeface="楷体_GB2312" pitchFamily="49" charset="-122"/>
            </a:endParaRPr>
          </a:p>
          <a:p>
            <a:pPr algn="just" eaLnBrk="1" hangingPunct="1">
              <a:lnSpc>
                <a:spcPct val="80000"/>
              </a:lnSpc>
            </a:pPr>
            <a:endParaRPr lang="en-US" altLang="zh-CN" sz="2000">
              <a:solidFill>
                <a:schemeClr val="bg1"/>
              </a:solidFill>
              <a:latin typeface="黑体" panose="02010609060101010101" pitchFamily="49" charset="-122"/>
              <a:ea typeface="楷体_GB2312" pitchFamily="49" charset="-122"/>
            </a:endParaRPr>
          </a:p>
        </p:txBody>
      </p:sp>
      <p:grpSp>
        <p:nvGrpSpPr>
          <p:cNvPr id="4" name="Group 34"/>
          <p:cNvGrpSpPr/>
          <p:nvPr/>
        </p:nvGrpSpPr>
        <p:grpSpPr bwMode="auto">
          <a:xfrm>
            <a:off x="1243013" y="4597400"/>
            <a:ext cx="1096962" cy="1397000"/>
            <a:chOff x="746" y="3168"/>
            <a:chExt cx="768" cy="976"/>
          </a:xfrm>
        </p:grpSpPr>
        <p:sp>
          <p:nvSpPr>
            <p:cNvPr id="19481" name="Line 35"/>
            <p:cNvSpPr>
              <a:spLocks noChangeShapeType="1"/>
            </p:cNvSpPr>
            <p:nvPr/>
          </p:nvSpPr>
          <p:spPr bwMode="auto">
            <a:xfrm>
              <a:off x="851" y="3657"/>
              <a:ext cx="543" cy="0"/>
            </a:xfrm>
            <a:prstGeom prst="line">
              <a:avLst/>
            </a:prstGeom>
            <a:noFill/>
            <a:ln w="31750">
              <a:solidFill>
                <a:srgbClr val="FFCC66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2" name="Line 36"/>
            <p:cNvSpPr>
              <a:spLocks noChangeShapeType="1"/>
            </p:cNvSpPr>
            <p:nvPr/>
          </p:nvSpPr>
          <p:spPr bwMode="auto">
            <a:xfrm>
              <a:off x="1127" y="3251"/>
              <a:ext cx="0" cy="782"/>
            </a:xfrm>
            <a:prstGeom prst="line">
              <a:avLst/>
            </a:prstGeom>
            <a:noFill/>
            <a:ln w="31750">
              <a:solidFill>
                <a:srgbClr val="FFCC66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3" name="Line 37"/>
            <p:cNvSpPr>
              <a:spLocks noChangeShapeType="1"/>
            </p:cNvSpPr>
            <p:nvPr/>
          </p:nvSpPr>
          <p:spPr bwMode="auto">
            <a:xfrm flipV="1">
              <a:off x="924" y="3399"/>
              <a:ext cx="418" cy="498"/>
            </a:xfrm>
            <a:prstGeom prst="line">
              <a:avLst/>
            </a:prstGeom>
            <a:noFill/>
            <a:ln w="31750">
              <a:solidFill>
                <a:srgbClr val="FFCC66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4" name="Line 38"/>
            <p:cNvSpPr>
              <a:spLocks noChangeShapeType="1"/>
            </p:cNvSpPr>
            <p:nvPr/>
          </p:nvSpPr>
          <p:spPr bwMode="auto">
            <a:xfrm flipH="1" flipV="1">
              <a:off x="917" y="3400"/>
              <a:ext cx="417" cy="499"/>
            </a:xfrm>
            <a:prstGeom prst="line">
              <a:avLst/>
            </a:prstGeom>
            <a:noFill/>
            <a:ln w="31750">
              <a:solidFill>
                <a:srgbClr val="FFCC66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5" name="Oval 39"/>
            <p:cNvSpPr>
              <a:spLocks noChangeArrowheads="1"/>
            </p:cNvSpPr>
            <p:nvPr/>
          </p:nvSpPr>
          <p:spPr bwMode="auto">
            <a:xfrm>
              <a:off x="746" y="3168"/>
              <a:ext cx="768" cy="976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8232" name="Line 40"/>
          <p:cNvSpPr>
            <a:spLocks noChangeShapeType="1"/>
          </p:cNvSpPr>
          <p:nvPr/>
        </p:nvSpPr>
        <p:spPr bwMode="auto">
          <a:xfrm>
            <a:off x="7248525" y="5321300"/>
            <a:ext cx="838200" cy="1588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33" name="Text Box 41"/>
          <p:cNvSpPr txBox="1">
            <a:spLocks noChangeArrowheads="1"/>
          </p:cNvSpPr>
          <p:nvPr/>
        </p:nvSpPr>
        <p:spPr bwMode="auto">
          <a:xfrm>
            <a:off x="1028700" y="6165850"/>
            <a:ext cx="151288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80000"/>
              </a:lnSpc>
            </a:pPr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部分偏振光</a:t>
            </a:r>
            <a:endParaRPr lang="zh-CN" altLang="en-US" sz="2000" u="sng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 eaLnBrk="1" hangingPunct="1">
              <a:lnSpc>
                <a:spcPct val="80000"/>
              </a:lnSpc>
            </a:pPr>
            <a:endParaRPr lang="en-US" altLang="zh-CN" sz="20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234" name="Text Box 42"/>
          <p:cNvSpPr txBox="1">
            <a:spLocks noChangeArrowheads="1"/>
          </p:cNvSpPr>
          <p:nvPr/>
        </p:nvSpPr>
        <p:spPr bwMode="auto">
          <a:xfrm>
            <a:off x="2627313" y="4695825"/>
            <a:ext cx="4176712" cy="1254125"/>
          </a:xfrm>
          <a:prstGeom prst="rect">
            <a:avLst/>
          </a:prstGeom>
          <a:noFill/>
          <a:ln w="19050">
            <a:solidFill>
              <a:srgbClr val="66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部分偏振光</a:t>
            </a:r>
            <a:r>
              <a:rPr lang="zh-CN" altLang="en-US" sz="20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可用两个相互独立、没有固定相位关系、不等振幅且振动方向相互垂直的线偏振光表示。</a:t>
            </a:r>
            <a:endParaRPr lang="zh-CN" altLang="en-US" sz="20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235" name="Line 43"/>
          <p:cNvSpPr>
            <a:spLocks noChangeShapeType="1"/>
          </p:cNvSpPr>
          <p:nvPr/>
        </p:nvSpPr>
        <p:spPr bwMode="auto">
          <a:xfrm>
            <a:off x="7680325" y="4691063"/>
            <a:ext cx="0" cy="1219200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36" name="Line 44"/>
          <p:cNvSpPr>
            <a:spLocks noChangeShapeType="1"/>
          </p:cNvSpPr>
          <p:nvPr/>
        </p:nvSpPr>
        <p:spPr bwMode="auto">
          <a:xfrm rot="-5400000">
            <a:off x="7607300" y="1192213"/>
            <a:ext cx="1588" cy="1287462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Rectangle 38"/>
          <p:cNvSpPr>
            <a:spLocks noChangeArrowheads="1"/>
          </p:cNvSpPr>
          <p:nvPr/>
        </p:nvSpPr>
        <p:spPr bwMode="auto">
          <a:xfrm>
            <a:off x="1857375" y="395288"/>
            <a:ext cx="7143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垂直传播方向上，各个方向光振动振幅都相同的光</a:t>
            </a:r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3" name="Rectangle 31"/>
          <p:cNvSpPr>
            <a:spLocks noChangeArrowheads="1"/>
          </p:cNvSpPr>
          <p:nvPr/>
        </p:nvSpPr>
        <p:spPr bwMode="auto">
          <a:xfrm>
            <a:off x="2992438" y="2708275"/>
            <a:ext cx="3524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 dirty="0">
                <a:solidFill>
                  <a:srgbClr val="FFFF00"/>
                </a:solidFill>
              </a:rPr>
              <a:t>均匀对称分布</a:t>
            </a:r>
            <a:r>
              <a:rPr kumimoji="0" lang="en-US" altLang="zh-CN" sz="2000" dirty="0">
                <a:solidFill>
                  <a:srgbClr val="FFFF00"/>
                </a:solidFill>
              </a:rPr>
              <a:t>----</a:t>
            </a:r>
            <a:r>
              <a:rPr kumimoji="0" lang="zh-CN" altLang="en-US" sz="2000" dirty="0">
                <a:solidFill>
                  <a:srgbClr val="FFFF00"/>
                </a:solidFill>
              </a:rPr>
              <a:t>非偏振光</a:t>
            </a:r>
          </a:p>
        </p:txBody>
      </p:sp>
      <p:graphicFrame>
        <p:nvGraphicFramePr>
          <p:cNvPr id="24618" name="Object 42"/>
          <p:cNvGraphicFramePr>
            <a:graphicFrameLocks noChangeAspect="1"/>
          </p:cNvGraphicFramePr>
          <p:nvPr/>
        </p:nvGraphicFramePr>
        <p:xfrm>
          <a:off x="6572250" y="3214688"/>
          <a:ext cx="203676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83" name="Equation" r:id="rId13" imgW="688975" imgH="167640" progId="Equation.3">
                  <p:embed/>
                </p:oleObj>
              </mc:Choice>
              <mc:Fallback>
                <p:oleObj name="Equation" r:id="rId13" imgW="688975" imgH="167640" progId="Equation.3">
                  <p:embed/>
                  <p:pic>
                    <p:nvPicPr>
                      <p:cNvPr id="24618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3214688"/>
                        <a:ext cx="2036763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0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A06AD9-B534-4CF1-9056-9B7039DA29FD}" type="slidenum">
              <a:rPr lang="en-US" altLang="zh-CN" b="0">
                <a:solidFill>
                  <a:srgbClr val="FF00FF"/>
                </a:solidFill>
              </a:rPr>
              <a:t>9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" dur="500"/>
                                        <p:tgtEl>
                                          <p:spTgt spid="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8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8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8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8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7" dur="500"/>
                                        <p:tgtEl>
                                          <p:spTgt spid="8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500"/>
                            </p:stCondLst>
                            <p:childTnLst>
                              <p:par>
                                <p:cTn id="9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1" dur="500"/>
                                        <p:tgtEl>
                                          <p:spTgt spid="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animBg="1"/>
      <p:bldP spid="8197" grpId="0" autoUpdateAnimBg="0"/>
      <p:bldP spid="8208" grpId="0" autoUpdateAnimBg="0"/>
      <p:bldP spid="8209" grpId="0" animBg="1"/>
      <p:bldP spid="8212" grpId="0" animBg="1"/>
      <p:bldP spid="8215" grpId="0" autoUpdateAnimBg="0"/>
      <p:bldP spid="8224" grpId="0" autoUpdateAnimBg="0"/>
      <p:bldP spid="8225" grpId="0" autoUpdateAnimBg="0"/>
      <p:bldP spid="8233" grpId="0" autoUpdateAnimBg="0"/>
      <p:bldP spid="8234" grpId="0" animBg="1" autoUpdateAnimBg="0"/>
      <p:bldP spid="42" grpId="0" autoUpdateAnimBg="0"/>
      <p:bldP spid="4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714375" y="1000125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部分偏振光的表示法</a:t>
            </a: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1000125" y="2146300"/>
            <a:ext cx="3810000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平行板面的光振动较强</a:t>
            </a: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5429250" y="2168525"/>
            <a:ext cx="2955925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垂直板面的光振动较强</a:t>
            </a:r>
          </a:p>
        </p:txBody>
      </p:sp>
      <p:grpSp>
        <p:nvGrpSpPr>
          <p:cNvPr id="2" name="Group 7"/>
          <p:cNvGrpSpPr/>
          <p:nvPr/>
        </p:nvGrpSpPr>
        <p:grpSpPr bwMode="auto">
          <a:xfrm>
            <a:off x="1290638" y="1676400"/>
            <a:ext cx="2219325" cy="396875"/>
            <a:chOff x="816" y="650"/>
            <a:chExt cx="1398" cy="250"/>
          </a:xfrm>
        </p:grpSpPr>
        <p:sp>
          <p:nvSpPr>
            <p:cNvPr id="20510" name="Line 8"/>
            <p:cNvSpPr>
              <a:spLocks noChangeShapeType="1"/>
            </p:cNvSpPr>
            <p:nvPr/>
          </p:nvSpPr>
          <p:spPr bwMode="auto">
            <a:xfrm>
              <a:off x="816" y="763"/>
              <a:ext cx="1398" cy="5"/>
            </a:xfrm>
            <a:prstGeom prst="line">
              <a:avLst/>
            </a:prstGeom>
            <a:noFill/>
            <a:ln w="38100">
              <a:solidFill>
                <a:srgbClr val="99FFCC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1" name="Line 9"/>
            <p:cNvSpPr>
              <a:spLocks noChangeShapeType="1"/>
            </p:cNvSpPr>
            <p:nvPr/>
          </p:nvSpPr>
          <p:spPr bwMode="auto">
            <a:xfrm>
              <a:off x="980" y="650"/>
              <a:ext cx="1" cy="250"/>
            </a:xfrm>
            <a:prstGeom prst="line">
              <a:avLst/>
            </a:prstGeom>
            <a:noFill/>
            <a:ln w="38100">
              <a:solidFill>
                <a:srgbClr val="99FFCC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2" name="Line 10"/>
            <p:cNvSpPr>
              <a:spLocks noChangeShapeType="1"/>
            </p:cNvSpPr>
            <p:nvPr/>
          </p:nvSpPr>
          <p:spPr bwMode="auto">
            <a:xfrm>
              <a:off x="1090" y="650"/>
              <a:ext cx="1" cy="250"/>
            </a:xfrm>
            <a:prstGeom prst="line">
              <a:avLst/>
            </a:prstGeom>
            <a:noFill/>
            <a:ln w="38100">
              <a:solidFill>
                <a:srgbClr val="99FFCC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3" name="Line 11"/>
            <p:cNvSpPr>
              <a:spLocks noChangeShapeType="1"/>
            </p:cNvSpPr>
            <p:nvPr/>
          </p:nvSpPr>
          <p:spPr bwMode="auto">
            <a:xfrm>
              <a:off x="1419" y="650"/>
              <a:ext cx="0" cy="250"/>
            </a:xfrm>
            <a:prstGeom prst="line">
              <a:avLst/>
            </a:prstGeom>
            <a:noFill/>
            <a:ln w="38100">
              <a:solidFill>
                <a:srgbClr val="99FFCC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4" name="Line 12"/>
            <p:cNvSpPr>
              <a:spLocks noChangeShapeType="1"/>
            </p:cNvSpPr>
            <p:nvPr/>
          </p:nvSpPr>
          <p:spPr bwMode="auto">
            <a:xfrm>
              <a:off x="1542" y="650"/>
              <a:ext cx="0" cy="250"/>
            </a:xfrm>
            <a:prstGeom prst="line">
              <a:avLst/>
            </a:prstGeom>
            <a:noFill/>
            <a:ln w="38100">
              <a:solidFill>
                <a:srgbClr val="99FFCC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5" name="Line 13"/>
            <p:cNvSpPr>
              <a:spLocks noChangeShapeType="1"/>
            </p:cNvSpPr>
            <p:nvPr/>
          </p:nvSpPr>
          <p:spPr bwMode="auto">
            <a:xfrm>
              <a:off x="1905" y="650"/>
              <a:ext cx="0" cy="250"/>
            </a:xfrm>
            <a:prstGeom prst="line">
              <a:avLst/>
            </a:prstGeom>
            <a:noFill/>
            <a:ln w="38100">
              <a:solidFill>
                <a:srgbClr val="99FFCC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6" name="Line 14"/>
            <p:cNvSpPr>
              <a:spLocks noChangeShapeType="1"/>
            </p:cNvSpPr>
            <p:nvPr/>
          </p:nvSpPr>
          <p:spPr bwMode="auto">
            <a:xfrm>
              <a:off x="2022" y="650"/>
              <a:ext cx="0" cy="250"/>
            </a:xfrm>
            <a:prstGeom prst="line">
              <a:avLst/>
            </a:prstGeom>
            <a:noFill/>
            <a:ln w="38100">
              <a:solidFill>
                <a:srgbClr val="99FFCC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17" name="Object 13"/>
            <p:cNvGraphicFramePr>
              <a:graphicFrameLocks noChangeAspect="1"/>
            </p:cNvGraphicFramePr>
            <p:nvPr/>
          </p:nvGraphicFramePr>
          <p:xfrm>
            <a:off x="1194" y="700"/>
            <a:ext cx="122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772" name="公式" r:id="rId3" imgW="64135" imgH="71120" progId="Equation.3">
                    <p:embed/>
                  </p:oleObj>
                </mc:Choice>
                <mc:Fallback>
                  <p:oleObj name="公式" r:id="rId3" imgW="64135" imgH="71120" progId="Equation.3">
                    <p:embed/>
                    <p:pic>
                      <p:nvPicPr>
                        <p:cNvPr id="20517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4" y="700"/>
                          <a:ext cx="122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8" name="Object 14"/>
            <p:cNvGraphicFramePr>
              <a:graphicFrameLocks noChangeAspect="1"/>
            </p:cNvGraphicFramePr>
            <p:nvPr/>
          </p:nvGraphicFramePr>
          <p:xfrm>
            <a:off x="1674" y="696"/>
            <a:ext cx="122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773" name="公式" r:id="rId5" imgW="64135" imgH="71120" progId="Equation.3">
                    <p:embed/>
                  </p:oleObj>
                </mc:Choice>
                <mc:Fallback>
                  <p:oleObj name="公式" r:id="rId5" imgW="64135" imgH="71120" progId="Equation.3">
                    <p:embed/>
                    <p:pic>
                      <p:nvPicPr>
                        <p:cNvPr id="20518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4" y="696"/>
                          <a:ext cx="122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7"/>
          <p:cNvGrpSpPr/>
          <p:nvPr/>
        </p:nvGrpSpPr>
        <p:grpSpPr bwMode="auto">
          <a:xfrm>
            <a:off x="5635625" y="1676400"/>
            <a:ext cx="2436813" cy="495300"/>
            <a:chOff x="3553" y="648"/>
            <a:chExt cx="1535" cy="312"/>
          </a:xfrm>
        </p:grpSpPr>
        <p:sp>
          <p:nvSpPr>
            <p:cNvPr id="20502" name="Line 18"/>
            <p:cNvSpPr>
              <a:spLocks noChangeShapeType="1"/>
            </p:cNvSpPr>
            <p:nvPr/>
          </p:nvSpPr>
          <p:spPr bwMode="auto">
            <a:xfrm>
              <a:off x="3553" y="785"/>
              <a:ext cx="1535" cy="1"/>
            </a:xfrm>
            <a:prstGeom prst="line">
              <a:avLst/>
            </a:prstGeom>
            <a:noFill/>
            <a:ln w="38100">
              <a:solidFill>
                <a:srgbClr val="66FFCC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3" name="Line 19"/>
            <p:cNvSpPr>
              <a:spLocks noChangeShapeType="1"/>
            </p:cNvSpPr>
            <p:nvPr/>
          </p:nvSpPr>
          <p:spPr bwMode="auto">
            <a:xfrm>
              <a:off x="4053" y="654"/>
              <a:ext cx="0" cy="292"/>
            </a:xfrm>
            <a:prstGeom prst="line">
              <a:avLst/>
            </a:prstGeom>
            <a:noFill/>
            <a:ln w="38100">
              <a:solidFill>
                <a:srgbClr val="66FFCC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4" name="Line 20"/>
            <p:cNvSpPr>
              <a:spLocks noChangeShapeType="1"/>
            </p:cNvSpPr>
            <p:nvPr/>
          </p:nvSpPr>
          <p:spPr bwMode="auto">
            <a:xfrm flipH="1">
              <a:off x="4548" y="648"/>
              <a:ext cx="0" cy="312"/>
            </a:xfrm>
            <a:prstGeom prst="line">
              <a:avLst/>
            </a:prstGeom>
            <a:noFill/>
            <a:ln w="38100">
              <a:solidFill>
                <a:srgbClr val="66FFCC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05" name="Object 7"/>
            <p:cNvGraphicFramePr>
              <a:graphicFrameLocks noChangeAspect="1"/>
            </p:cNvGraphicFramePr>
            <p:nvPr/>
          </p:nvGraphicFramePr>
          <p:xfrm>
            <a:off x="3603" y="714"/>
            <a:ext cx="122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774" name="公式" r:id="rId7" imgW="64135" imgH="71120" progId="Equation.3">
                    <p:embed/>
                  </p:oleObj>
                </mc:Choice>
                <mc:Fallback>
                  <p:oleObj name="公式" r:id="rId7" imgW="64135" imgH="71120" progId="Equation.3">
                    <p:embed/>
                    <p:pic>
                      <p:nvPicPr>
                        <p:cNvPr id="20505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3" y="714"/>
                          <a:ext cx="122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6" name="Object 9"/>
            <p:cNvGraphicFramePr>
              <a:graphicFrameLocks noChangeAspect="1"/>
            </p:cNvGraphicFramePr>
            <p:nvPr/>
          </p:nvGraphicFramePr>
          <p:xfrm>
            <a:off x="4291" y="714"/>
            <a:ext cx="122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775" name="公式" r:id="rId9" imgW="64135" imgH="71120" progId="Equation.3">
                    <p:embed/>
                  </p:oleObj>
                </mc:Choice>
                <mc:Fallback>
                  <p:oleObj name="公式" r:id="rId9" imgW="64135" imgH="71120" progId="Equation.3">
                    <p:embed/>
                    <p:pic>
                      <p:nvPicPr>
                        <p:cNvPr id="20506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1" y="714"/>
                          <a:ext cx="122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7" name="Object 10"/>
            <p:cNvGraphicFramePr>
              <a:graphicFrameLocks noChangeAspect="1"/>
            </p:cNvGraphicFramePr>
            <p:nvPr/>
          </p:nvGraphicFramePr>
          <p:xfrm>
            <a:off x="3783" y="718"/>
            <a:ext cx="122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776" name="公式" r:id="rId11" imgW="64135" imgH="71120" progId="Equation.3">
                    <p:embed/>
                  </p:oleObj>
                </mc:Choice>
                <mc:Fallback>
                  <p:oleObj name="公式" r:id="rId11" imgW="64135" imgH="71120" progId="Equation.3">
                    <p:embed/>
                    <p:pic>
                      <p:nvPicPr>
                        <p:cNvPr id="20507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3" y="718"/>
                          <a:ext cx="122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8" name="Object 11"/>
            <p:cNvGraphicFramePr>
              <a:graphicFrameLocks noChangeAspect="1"/>
            </p:cNvGraphicFramePr>
            <p:nvPr/>
          </p:nvGraphicFramePr>
          <p:xfrm>
            <a:off x="4672" y="714"/>
            <a:ext cx="122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777" name="公式" r:id="rId13" imgW="64135" imgH="71120" progId="Equation.3">
                    <p:embed/>
                  </p:oleObj>
                </mc:Choice>
                <mc:Fallback>
                  <p:oleObj name="公式" r:id="rId13" imgW="64135" imgH="71120" progId="Equation.3">
                    <p:embed/>
                    <p:pic>
                      <p:nvPicPr>
                        <p:cNvPr id="20508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2" y="714"/>
                          <a:ext cx="122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9" name="Object 12"/>
            <p:cNvGraphicFramePr>
              <a:graphicFrameLocks noChangeAspect="1"/>
            </p:cNvGraphicFramePr>
            <p:nvPr/>
          </p:nvGraphicFramePr>
          <p:xfrm>
            <a:off x="4836" y="714"/>
            <a:ext cx="122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778" name="公式" r:id="rId15" imgW="64135" imgH="71120" progId="Equation.3">
                    <p:embed/>
                  </p:oleObj>
                </mc:Choice>
                <mc:Fallback>
                  <p:oleObj name="公式" r:id="rId15" imgW="64135" imgH="71120" progId="Equation.3">
                    <p:embed/>
                    <p:pic>
                      <p:nvPicPr>
                        <p:cNvPr id="20509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6" y="714"/>
                          <a:ext cx="122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42" name="Rectangle 26"/>
          <p:cNvSpPr>
            <a:spLocks noChangeArrowheads="1"/>
          </p:cNvSpPr>
          <p:nvPr/>
        </p:nvSpPr>
        <p:spPr bwMode="auto">
          <a:xfrm>
            <a:off x="285750" y="2609850"/>
            <a:ext cx="4429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四</a:t>
            </a:r>
            <a:r>
              <a:rPr lang="en-US" altLang="zh-CN">
                <a:solidFill>
                  <a:srgbClr val="FFFF00"/>
                </a:solidFill>
              </a:rPr>
              <a:t>. 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偏振度</a:t>
            </a:r>
            <a:r>
              <a:rPr lang="zh-CN" altLang="en-US" sz="2200">
                <a:solidFill>
                  <a:schemeClr val="bg1"/>
                </a:solidFill>
                <a:latin typeface="宋体" panose="02010600030101010101" pitchFamily="2" charset="-122"/>
              </a:rPr>
              <a:t>（光的偏振性程度）</a:t>
            </a:r>
          </a:p>
        </p:txBody>
      </p:sp>
      <p:sp>
        <p:nvSpPr>
          <p:cNvPr id="9243" name="Text Box 27"/>
          <p:cNvSpPr txBox="1">
            <a:spLocks noChangeArrowheads="1"/>
          </p:cNvSpPr>
          <p:nvPr/>
        </p:nvSpPr>
        <p:spPr bwMode="auto">
          <a:xfrm>
            <a:off x="681038" y="3067050"/>
            <a:ext cx="8134350" cy="151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部分偏振光可看成是自然光和线偏振光的混合，设部分偏振光的强度为</a:t>
            </a:r>
            <a:r>
              <a:rPr lang="en-US" altLang="zh-CN" i="1">
                <a:solidFill>
                  <a:srgbClr val="66FFFF"/>
                </a:solidFill>
                <a:ea typeface="楷体_GB2312" pitchFamily="49" charset="-122"/>
              </a:rPr>
              <a:t>I</a:t>
            </a:r>
            <a:r>
              <a:rPr lang="en-US" altLang="zh-CN" sz="2000" i="1" baseline="-10000">
                <a:solidFill>
                  <a:srgbClr val="66FFFF"/>
                </a:solidFill>
                <a:ea typeface="楷体_GB2312" pitchFamily="49" charset="-122"/>
              </a:rPr>
              <a:t>i  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,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其中自然光强度为</a:t>
            </a:r>
            <a:r>
              <a:rPr lang="en-US" altLang="zh-CN" i="1">
                <a:solidFill>
                  <a:srgbClr val="66FFFF"/>
                </a:solidFill>
              </a:rPr>
              <a:t>I</a:t>
            </a:r>
            <a:r>
              <a:rPr lang="en-US" altLang="zh-CN" sz="2000" i="1" baseline="-6000">
                <a:solidFill>
                  <a:srgbClr val="66FFFF"/>
                </a:solidFill>
              </a:rPr>
              <a:t>n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线偏振光的强度为 </a:t>
            </a:r>
            <a:r>
              <a:rPr lang="en-US" altLang="zh-CN" i="1">
                <a:solidFill>
                  <a:srgbClr val="66FFFF"/>
                </a:solidFill>
              </a:rPr>
              <a:t>I</a:t>
            </a:r>
            <a:r>
              <a:rPr lang="en-US" altLang="zh-CN" i="1" baseline="-6000">
                <a:solidFill>
                  <a:srgbClr val="66FFFF"/>
                </a:solidFill>
              </a:rPr>
              <a:t>p 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,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则有</a:t>
            </a:r>
            <a:endParaRPr lang="zh-CN" altLang="en-US">
              <a:solidFill>
                <a:schemeClr val="hlink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245" name="Object 2"/>
          <p:cNvGraphicFramePr>
            <a:graphicFrameLocks noChangeAspect="1"/>
          </p:cNvGraphicFramePr>
          <p:nvPr/>
        </p:nvGraphicFramePr>
        <p:xfrm>
          <a:off x="1928813" y="5422900"/>
          <a:ext cx="229235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79" name="公式" r:id="rId17" imgW="1912620" imgH="811530" progId="Equation.3">
                  <p:embed/>
                </p:oleObj>
              </mc:Choice>
              <mc:Fallback>
                <p:oleObj name="公式" r:id="rId17" imgW="1912620" imgH="811530" progId="Equation.3">
                  <p:embed/>
                  <p:pic>
                    <p:nvPicPr>
                      <p:cNvPr id="924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813" y="5422900"/>
                        <a:ext cx="2292350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6" name="Object 3"/>
          <p:cNvGraphicFramePr>
            <a:graphicFrameLocks noChangeAspect="1"/>
          </p:cNvGraphicFramePr>
          <p:nvPr/>
        </p:nvGraphicFramePr>
        <p:xfrm>
          <a:off x="4829175" y="6316663"/>
          <a:ext cx="795338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80" name="公式" r:id="rId19" imgW="643890" imgH="295910" progId="Equation.3">
                  <p:embed/>
                </p:oleObj>
              </mc:Choice>
              <mc:Fallback>
                <p:oleObj name="公式" r:id="rId19" imgW="643890" imgH="295910" progId="Equation.3">
                  <p:embed/>
                  <p:pic>
                    <p:nvPicPr>
                      <p:cNvPr id="924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9175" y="6316663"/>
                        <a:ext cx="795338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7" name="Object 4"/>
          <p:cNvGraphicFramePr>
            <a:graphicFrameLocks noChangeAspect="1"/>
          </p:cNvGraphicFramePr>
          <p:nvPr/>
        </p:nvGraphicFramePr>
        <p:xfrm>
          <a:off x="4806950" y="5137150"/>
          <a:ext cx="73025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81" name="公式" r:id="rId21" imgW="592455" imgH="295910" progId="Equation.3">
                  <p:embed/>
                </p:oleObj>
              </mc:Choice>
              <mc:Fallback>
                <p:oleObj name="公式" r:id="rId21" imgW="592455" imgH="295910" progId="Equation.3">
                  <p:embed/>
                  <p:pic>
                    <p:nvPicPr>
                      <p:cNvPr id="924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6950" y="5137150"/>
                        <a:ext cx="73025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8" name="Object 5"/>
          <p:cNvGraphicFramePr>
            <a:graphicFrameLocks noChangeAspect="1"/>
          </p:cNvGraphicFramePr>
          <p:nvPr/>
        </p:nvGraphicFramePr>
        <p:xfrm>
          <a:off x="4808538" y="5670550"/>
          <a:ext cx="1249362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82" name="公式" r:id="rId23" imgW="1030605" imgH="295910" progId="Equation.3">
                  <p:embed/>
                </p:oleObj>
              </mc:Choice>
              <mc:Fallback>
                <p:oleObj name="公式" r:id="rId23" imgW="1030605" imgH="295910" progId="Equation.3">
                  <p:embed/>
                  <p:pic>
                    <p:nvPicPr>
                      <p:cNvPr id="924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8538" y="5670550"/>
                        <a:ext cx="1249362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9" name="AutoShape 33"/>
          <p:cNvSpPr/>
          <p:nvPr/>
        </p:nvSpPr>
        <p:spPr bwMode="auto">
          <a:xfrm>
            <a:off x="4473575" y="5299075"/>
            <a:ext cx="250825" cy="1223963"/>
          </a:xfrm>
          <a:prstGeom prst="leftBrace">
            <a:avLst>
              <a:gd name="adj1" fmla="val 40665"/>
              <a:gd name="adj2" fmla="val 50000"/>
            </a:avLst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9250" name="Rectangle 34"/>
          <p:cNvSpPr>
            <a:spLocks noChangeArrowheads="1"/>
          </p:cNvSpPr>
          <p:nvPr/>
        </p:nvSpPr>
        <p:spPr bwMode="auto">
          <a:xfrm>
            <a:off x="6129338" y="5091113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线偏振光</a:t>
            </a:r>
          </a:p>
        </p:txBody>
      </p:sp>
      <p:sp>
        <p:nvSpPr>
          <p:cNvPr id="9251" name="Rectangle 35"/>
          <p:cNvSpPr>
            <a:spLocks noChangeArrowheads="1"/>
          </p:cNvSpPr>
          <p:nvPr/>
        </p:nvSpPr>
        <p:spPr bwMode="auto">
          <a:xfrm>
            <a:off x="6129338" y="5643563"/>
            <a:ext cx="14620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部分偏振光</a:t>
            </a:r>
          </a:p>
        </p:txBody>
      </p:sp>
      <p:sp>
        <p:nvSpPr>
          <p:cNvPr id="9252" name="Rectangle 36"/>
          <p:cNvSpPr>
            <a:spLocks noChangeArrowheads="1"/>
          </p:cNvSpPr>
          <p:nvPr/>
        </p:nvSpPr>
        <p:spPr bwMode="auto">
          <a:xfrm>
            <a:off x="6192838" y="6234113"/>
            <a:ext cx="950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自然光</a:t>
            </a:r>
          </a:p>
        </p:txBody>
      </p:sp>
      <p:sp>
        <p:nvSpPr>
          <p:cNvPr id="9253" name="Text Box 37"/>
          <p:cNvSpPr txBox="1">
            <a:spLocks noChangeArrowheads="1"/>
          </p:cNvSpPr>
          <p:nvPr/>
        </p:nvSpPr>
        <p:spPr bwMode="auto">
          <a:xfrm>
            <a:off x="714375" y="5640388"/>
            <a:ext cx="1249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偏振度</a:t>
            </a:r>
          </a:p>
        </p:txBody>
      </p:sp>
      <p:graphicFrame>
        <p:nvGraphicFramePr>
          <p:cNvPr id="9255" name="Object 6"/>
          <p:cNvGraphicFramePr>
            <a:graphicFrameLocks noChangeAspect="1"/>
          </p:cNvGraphicFramePr>
          <p:nvPr/>
        </p:nvGraphicFramePr>
        <p:xfrm>
          <a:off x="2978150" y="4357688"/>
          <a:ext cx="1549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83" name="公式" r:id="rId25" imgW="1281430" imgH="360680" progId="Equation.3">
                  <p:embed/>
                </p:oleObj>
              </mc:Choice>
              <mc:Fallback>
                <p:oleObj name="公式" r:id="rId25" imgW="1281430" imgH="360680" progId="Equation.3">
                  <p:embed/>
                  <p:pic>
                    <p:nvPicPr>
                      <p:cNvPr id="925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8150" y="4357688"/>
                        <a:ext cx="1549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15"/>
          <p:cNvSpPr>
            <a:spLocks noChangeArrowheads="1"/>
          </p:cNvSpPr>
          <p:nvPr/>
        </p:nvSpPr>
        <p:spPr bwMode="auto">
          <a:xfrm>
            <a:off x="666750" y="428625"/>
            <a:ext cx="7477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一般，部分偏振光可看成是线偏振光和自然光的混合</a:t>
            </a:r>
          </a:p>
        </p:txBody>
      </p:sp>
      <p:sp>
        <p:nvSpPr>
          <p:cNvPr id="20500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647670E-91AF-4916-BD0F-57F82F514D4D}" type="slidenum">
              <a:rPr lang="en-US" altLang="zh-CN" b="0">
                <a:solidFill>
                  <a:srgbClr val="FF00FF"/>
                </a:solidFill>
              </a:rPr>
              <a:t>10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graphicFrame>
        <p:nvGraphicFramePr>
          <p:cNvPr id="38" name="Object 8"/>
          <p:cNvGraphicFramePr>
            <a:graphicFrameLocks noChangeAspect="1"/>
          </p:cNvGraphicFramePr>
          <p:nvPr/>
        </p:nvGraphicFramePr>
        <p:xfrm>
          <a:off x="6572250" y="1785938"/>
          <a:ext cx="193675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84" name="公式" r:id="rId27" imgW="64135" imgH="71120" progId="Equation.3">
                  <p:embed/>
                </p:oleObj>
              </mc:Choice>
              <mc:Fallback>
                <p:oleObj name="公式" r:id="rId27" imgW="64135" imgH="71120" progId="Equation.3">
                  <p:embed/>
                  <p:pic>
                    <p:nvPicPr>
                      <p:cNvPr id="3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1785938"/>
                        <a:ext cx="193675" cy="21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9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9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autoUpdateAnimBg="0"/>
      <p:bldP spid="9221" grpId="0" autoUpdateAnimBg="0"/>
      <p:bldP spid="9222" grpId="0" autoUpdateAnimBg="0"/>
      <p:bldP spid="9242" grpId="0" autoUpdateAnimBg="0"/>
      <p:bldP spid="9243" grpId="0" autoUpdateAnimBg="0"/>
      <p:bldP spid="9249" grpId="0" animBg="1"/>
      <p:bldP spid="9250" grpId="0" autoUpdateAnimBg="0"/>
      <p:bldP spid="9251" grpId="0" autoUpdateAnimBg="0"/>
      <p:bldP spid="9252" grpId="0" autoUpdateAnimBg="0"/>
      <p:bldP spid="9253" grpId="0" autoUpdateAnimBg="0"/>
      <p:bldP spid="3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Line 2"/>
          <p:cNvSpPr>
            <a:spLocks noChangeShapeType="1"/>
          </p:cNvSpPr>
          <p:nvPr/>
        </p:nvSpPr>
        <p:spPr bwMode="auto">
          <a:xfrm flipH="1">
            <a:off x="6326188" y="4073525"/>
            <a:ext cx="1101725" cy="1266825"/>
          </a:xfrm>
          <a:prstGeom prst="line">
            <a:avLst/>
          </a:prstGeom>
          <a:noFill/>
          <a:ln w="19050">
            <a:solidFill>
              <a:srgbClr val="66FFFF"/>
            </a:solidFill>
            <a:prstDash val="dash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3" name="Line 3"/>
          <p:cNvSpPr>
            <a:spLocks noChangeShapeType="1"/>
          </p:cNvSpPr>
          <p:nvPr/>
        </p:nvSpPr>
        <p:spPr bwMode="auto">
          <a:xfrm>
            <a:off x="6592888" y="3775075"/>
            <a:ext cx="1587" cy="194310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4" name="Oval 4"/>
          <p:cNvSpPr>
            <a:spLocks noChangeArrowheads="1"/>
          </p:cNvSpPr>
          <p:nvPr/>
        </p:nvSpPr>
        <p:spPr bwMode="auto">
          <a:xfrm>
            <a:off x="4932363" y="2166938"/>
            <a:ext cx="576262" cy="1223962"/>
          </a:xfrm>
          <a:prstGeom prst="ellipse">
            <a:avLst/>
          </a:prstGeom>
          <a:solidFill>
            <a:schemeClr val="bg1"/>
          </a:solidFill>
          <a:ln w="9525">
            <a:round/>
          </a:ln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chemeClr val="bg1"/>
            </a:extrusionClr>
            <a:contourClr>
              <a:schemeClr val="bg1"/>
            </a:contourClr>
          </a:sp3d>
        </p:spPr>
        <p:txBody>
          <a:bodyPr wrap="none" anchor="ctr">
            <a:spAutoFit/>
            <a:flatTx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0245" name="Oval 5"/>
          <p:cNvSpPr>
            <a:spLocks noChangeArrowheads="1"/>
          </p:cNvSpPr>
          <p:nvPr/>
        </p:nvSpPr>
        <p:spPr bwMode="auto">
          <a:xfrm>
            <a:off x="2843213" y="2166938"/>
            <a:ext cx="504825" cy="1223962"/>
          </a:xfrm>
          <a:prstGeom prst="ellipse">
            <a:avLst/>
          </a:prstGeom>
          <a:solidFill>
            <a:schemeClr val="bg1"/>
          </a:solidFill>
          <a:ln w="9525">
            <a:round/>
          </a:ln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chemeClr val="bg1"/>
            </a:extrusionClr>
            <a:contourClr>
              <a:schemeClr val="bg1"/>
            </a:contourClr>
          </a:sp3d>
        </p:spPr>
        <p:txBody>
          <a:bodyPr anchor="ctr">
            <a:spAutoFit/>
            <a:flatTx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1071563" y="428625"/>
            <a:ext cx="79200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>
                <a:solidFill>
                  <a:srgbClr val="66FF33"/>
                </a:solidFill>
                <a:ea typeface="黑体" panose="02010609060101010101" pitchFamily="49" charset="-122"/>
              </a:rPr>
              <a:t>§14.11</a:t>
            </a:r>
            <a:r>
              <a:rPr lang="en-US" altLang="zh-CN" sz="28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偏振片的起偏和检偏 马吕斯定律</a:t>
            </a: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331788" y="1071563"/>
            <a:ext cx="30972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一</a:t>
            </a:r>
            <a:r>
              <a:rPr lang="en-US" altLang="zh-CN">
                <a:solidFill>
                  <a:srgbClr val="FFFF00"/>
                </a:solidFill>
              </a:rPr>
              <a:t>. 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起偏和检偏</a:t>
            </a:r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1400175" y="2197100"/>
            <a:ext cx="1227138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自然光 </a:t>
            </a:r>
            <a:r>
              <a:rPr lang="en-US" altLang="zh-CN" sz="2000" i="1">
                <a:solidFill>
                  <a:srgbClr val="66FF33"/>
                </a:solidFill>
                <a:ea typeface="楷体_GB2312" pitchFamily="49" charset="-122"/>
              </a:rPr>
              <a:t>I</a:t>
            </a:r>
            <a:r>
              <a:rPr lang="en-US" altLang="zh-CN" sz="2000" baseline="-25000">
                <a:solidFill>
                  <a:srgbClr val="66FF33"/>
                </a:solidFill>
                <a:ea typeface="楷体_GB2312" pitchFamily="49" charset="-122"/>
              </a:rPr>
              <a:t>0</a:t>
            </a: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3635375" y="2192338"/>
            <a:ext cx="1400175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线偏振光</a:t>
            </a:r>
            <a:r>
              <a:rPr lang="en-US" altLang="zh-CN" sz="2000" i="1">
                <a:solidFill>
                  <a:srgbClr val="FFCC00"/>
                </a:solidFill>
                <a:ea typeface="楷体_GB2312" pitchFamily="49" charset="-122"/>
              </a:rPr>
              <a:t>I</a:t>
            </a:r>
          </a:p>
        </p:txBody>
      </p:sp>
      <p:sp>
        <p:nvSpPr>
          <p:cNvPr id="10250" name="Line 10"/>
          <p:cNvSpPr>
            <a:spLocks noChangeShapeType="1"/>
          </p:cNvSpPr>
          <p:nvPr/>
        </p:nvSpPr>
        <p:spPr bwMode="auto">
          <a:xfrm>
            <a:off x="3376613" y="2778125"/>
            <a:ext cx="1843087" cy="1588"/>
          </a:xfrm>
          <a:prstGeom prst="line">
            <a:avLst/>
          </a:prstGeom>
          <a:noFill/>
          <a:ln w="28575">
            <a:solidFill>
              <a:srgbClr val="CCFFCC"/>
            </a:solidFill>
            <a:round/>
            <a:headEnd type="none" w="med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1" name="AutoShape 11"/>
          <p:cNvSpPr>
            <a:spLocks noChangeArrowheads="1"/>
          </p:cNvSpPr>
          <p:nvPr/>
        </p:nvSpPr>
        <p:spPr bwMode="auto">
          <a:xfrm>
            <a:off x="1331913" y="3032125"/>
            <a:ext cx="1371600" cy="520700"/>
          </a:xfrm>
          <a:prstGeom prst="wedgeRectCallout">
            <a:avLst>
              <a:gd name="adj1" fmla="val 76620"/>
              <a:gd name="adj2" fmla="val -75917"/>
            </a:avLst>
          </a:prstGeom>
          <a:noFill/>
          <a:ln w="19050">
            <a:solidFill>
              <a:srgbClr val="66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偏振化方向</a:t>
            </a:r>
          </a:p>
        </p:txBody>
      </p:sp>
      <p:graphicFrame>
        <p:nvGraphicFramePr>
          <p:cNvPr id="10252" name="Object 2"/>
          <p:cNvGraphicFramePr>
            <a:graphicFrameLocks noChangeAspect="1"/>
          </p:cNvGraphicFramePr>
          <p:nvPr/>
        </p:nvGraphicFramePr>
        <p:xfrm>
          <a:off x="3708400" y="2976563"/>
          <a:ext cx="852488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46" name="公式" r:id="rId3" imgW="869315" imgH="669925" progId="Equation.3">
                  <p:embed/>
                </p:oleObj>
              </mc:Choice>
              <mc:Fallback>
                <p:oleObj name="公式" r:id="rId3" imgW="869315" imgH="669925" progId="Equation.3">
                  <p:embed/>
                  <p:pic>
                    <p:nvPicPr>
                      <p:cNvPr id="1025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2976563"/>
                        <a:ext cx="852488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3" name="Line 13"/>
          <p:cNvSpPr>
            <a:spLocks noChangeShapeType="1"/>
          </p:cNvSpPr>
          <p:nvPr/>
        </p:nvSpPr>
        <p:spPr bwMode="auto">
          <a:xfrm flipH="1">
            <a:off x="6086475" y="2651125"/>
            <a:ext cx="211138" cy="2667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4" name="Line 14"/>
          <p:cNvSpPr>
            <a:spLocks noChangeShapeType="1"/>
          </p:cNvSpPr>
          <p:nvPr/>
        </p:nvSpPr>
        <p:spPr bwMode="auto">
          <a:xfrm flipH="1">
            <a:off x="6731000" y="2671763"/>
            <a:ext cx="211138" cy="2667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5" name="Line 15"/>
          <p:cNvSpPr>
            <a:spLocks noChangeShapeType="1"/>
          </p:cNvSpPr>
          <p:nvPr/>
        </p:nvSpPr>
        <p:spPr bwMode="auto">
          <a:xfrm flipH="1">
            <a:off x="6397625" y="2674938"/>
            <a:ext cx="209550" cy="2667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256" name="Object 3"/>
          <p:cNvGraphicFramePr>
            <a:graphicFrameLocks noChangeAspect="1"/>
          </p:cNvGraphicFramePr>
          <p:nvPr/>
        </p:nvGraphicFramePr>
        <p:xfrm>
          <a:off x="6315075" y="3151188"/>
          <a:ext cx="577850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47" name="公式" r:id="rId5" imgW="579755" imgH="231775" progId="Equation.3">
                  <p:embed/>
                </p:oleObj>
              </mc:Choice>
              <mc:Fallback>
                <p:oleObj name="公式" r:id="rId5" imgW="579755" imgH="231775" progId="Equation.3">
                  <p:embed/>
                  <p:pic>
                    <p:nvPicPr>
                      <p:cNvPr id="1025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5075" y="3151188"/>
                        <a:ext cx="577850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7" name="Line 17"/>
          <p:cNvSpPr>
            <a:spLocks noChangeShapeType="1"/>
          </p:cNvSpPr>
          <p:nvPr/>
        </p:nvSpPr>
        <p:spPr bwMode="auto">
          <a:xfrm>
            <a:off x="1524000" y="2779713"/>
            <a:ext cx="1535113" cy="1587"/>
          </a:xfrm>
          <a:prstGeom prst="line">
            <a:avLst/>
          </a:prstGeom>
          <a:noFill/>
          <a:ln w="38100">
            <a:solidFill>
              <a:srgbClr val="CCFFCC"/>
            </a:solidFill>
            <a:round/>
            <a:headEnd type="none" w="med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8" name="Line 18"/>
          <p:cNvSpPr>
            <a:spLocks noChangeShapeType="1"/>
          </p:cNvSpPr>
          <p:nvPr/>
        </p:nvSpPr>
        <p:spPr bwMode="auto">
          <a:xfrm>
            <a:off x="1906588" y="2652713"/>
            <a:ext cx="1587" cy="2540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9" name="Line 19"/>
          <p:cNvSpPr>
            <a:spLocks noChangeShapeType="1"/>
          </p:cNvSpPr>
          <p:nvPr/>
        </p:nvSpPr>
        <p:spPr bwMode="auto">
          <a:xfrm>
            <a:off x="2263775" y="2652713"/>
            <a:ext cx="1588" cy="2540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60" name="Line 20"/>
          <p:cNvSpPr>
            <a:spLocks noChangeShapeType="1"/>
          </p:cNvSpPr>
          <p:nvPr/>
        </p:nvSpPr>
        <p:spPr bwMode="auto">
          <a:xfrm>
            <a:off x="2620963" y="2652713"/>
            <a:ext cx="1587" cy="2540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261" name="Object 4"/>
          <p:cNvGraphicFramePr>
            <a:graphicFrameLocks noChangeAspect="1"/>
          </p:cNvGraphicFramePr>
          <p:nvPr/>
        </p:nvGraphicFramePr>
        <p:xfrm>
          <a:off x="2346325" y="2670175"/>
          <a:ext cx="193675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48" name="公式" r:id="rId7" imgW="64135" imgH="71120" progId="Equation.3">
                  <p:embed/>
                </p:oleObj>
              </mc:Choice>
              <mc:Fallback>
                <p:oleObj name="公式" r:id="rId7" imgW="64135" imgH="71120" progId="Equation.3">
                  <p:embed/>
                  <p:pic>
                    <p:nvPicPr>
                      <p:cNvPr id="1026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6325" y="2670175"/>
                        <a:ext cx="193675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2" name="Object 5"/>
          <p:cNvGraphicFramePr>
            <a:graphicFrameLocks noChangeAspect="1"/>
          </p:cNvGraphicFramePr>
          <p:nvPr/>
        </p:nvGraphicFramePr>
        <p:xfrm>
          <a:off x="1976438" y="2670175"/>
          <a:ext cx="193675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49" name="公式" r:id="rId9" imgW="64135" imgH="71120" progId="Equation.3">
                  <p:embed/>
                </p:oleObj>
              </mc:Choice>
              <mc:Fallback>
                <p:oleObj name="公式" r:id="rId9" imgW="64135" imgH="71120" progId="Equation.3">
                  <p:embed/>
                  <p:pic>
                    <p:nvPicPr>
                      <p:cNvPr id="1026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438" y="2670175"/>
                        <a:ext cx="193675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3" name="Object 6"/>
          <p:cNvGraphicFramePr>
            <a:graphicFrameLocks noChangeAspect="1"/>
          </p:cNvGraphicFramePr>
          <p:nvPr/>
        </p:nvGraphicFramePr>
        <p:xfrm>
          <a:off x="1636713" y="2667000"/>
          <a:ext cx="193675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50" name="Equation" r:id="rId11" imgW="64135" imgH="71120" progId="Equation.3">
                  <p:embed/>
                </p:oleObj>
              </mc:Choice>
              <mc:Fallback>
                <p:oleObj name="Equation" r:id="rId11" imgW="64135" imgH="71120" progId="Equation.3">
                  <p:embed/>
                  <p:pic>
                    <p:nvPicPr>
                      <p:cNvPr id="1026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6713" y="2667000"/>
                        <a:ext cx="193675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4" name="Line 24"/>
          <p:cNvSpPr>
            <a:spLocks noChangeShapeType="1"/>
          </p:cNvSpPr>
          <p:nvPr/>
        </p:nvSpPr>
        <p:spPr bwMode="auto">
          <a:xfrm>
            <a:off x="4229100" y="2647950"/>
            <a:ext cx="1588" cy="25558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65" name="Line 25"/>
          <p:cNvSpPr>
            <a:spLocks noChangeShapeType="1"/>
          </p:cNvSpPr>
          <p:nvPr/>
        </p:nvSpPr>
        <p:spPr bwMode="auto">
          <a:xfrm>
            <a:off x="3922713" y="2641600"/>
            <a:ext cx="1587" cy="25558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66" name="Line 26"/>
          <p:cNvSpPr>
            <a:spLocks noChangeShapeType="1"/>
          </p:cNvSpPr>
          <p:nvPr/>
        </p:nvSpPr>
        <p:spPr bwMode="auto">
          <a:xfrm>
            <a:off x="4533900" y="2649538"/>
            <a:ext cx="1588" cy="25558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267" name="Object 7"/>
          <p:cNvGraphicFramePr>
            <a:graphicFrameLocks noChangeAspect="1"/>
          </p:cNvGraphicFramePr>
          <p:nvPr/>
        </p:nvGraphicFramePr>
        <p:xfrm>
          <a:off x="5270500" y="2247900"/>
          <a:ext cx="185738" cy="22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51" name="公式" r:id="rId13" imgW="161290" imgH="206375" progId="Equation.3">
                  <p:embed/>
                </p:oleObj>
              </mc:Choice>
              <mc:Fallback>
                <p:oleObj name="公式" r:id="rId13" imgW="161290" imgH="206375" progId="Equation.3">
                  <p:embed/>
                  <p:pic>
                    <p:nvPicPr>
                      <p:cNvPr id="1026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0500" y="2247900"/>
                        <a:ext cx="185738" cy="223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8" name="Line 28"/>
          <p:cNvSpPr>
            <a:spLocks noChangeShapeType="1"/>
          </p:cNvSpPr>
          <p:nvPr/>
        </p:nvSpPr>
        <p:spPr bwMode="auto">
          <a:xfrm>
            <a:off x="3094038" y="2166938"/>
            <a:ext cx="0" cy="12239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69" name="Line 29"/>
          <p:cNvSpPr>
            <a:spLocks noChangeShapeType="1"/>
          </p:cNvSpPr>
          <p:nvPr/>
        </p:nvSpPr>
        <p:spPr bwMode="auto">
          <a:xfrm flipH="1">
            <a:off x="4972050" y="2455863"/>
            <a:ext cx="479425" cy="5762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0" name="Line 30"/>
          <p:cNvSpPr>
            <a:spLocks noChangeShapeType="1"/>
          </p:cNvSpPr>
          <p:nvPr/>
        </p:nvSpPr>
        <p:spPr bwMode="auto">
          <a:xfrm>
            <a:off x="5218113" y="2166938"/>
            <a:ext cx="0" cy="1223962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1" name="Arc 31"/>
          <p:cNvSpPr/>
          <p:nvPr/>
        </p:nvSpPr>
        <p:spPr bwMode="auto">
          <a:xfrm>
            <a:off x="5208588" y="2470150"/>
            <a:ext cx="142875" cy="152400"/>
          </a:xfrm>
          <a:custGeom>
            <a:avLst/>
            <a:gdLst>
              <a:gd name="T0" fmla="*/ 0 w 20255"/>
              <a:gd name="T1" fmla="*/ 0 h 21600"/>
              <a:gd name="T2" fmla="*/ 2147483646 w 20255"/>
              <a:gd name="T3" fmla="*/ 2147483646 h 21600"/>
              <a:gd name="T4" fmla="*/ 0 w 20255"/>
              <a:gd name="T5" fmla="*/ 2147483646 h 21600"/>
              <a:gd name="T6" fmla="*/ 0 60000 65536"/>
              <a:gd name="T7" fmla="*/ 0 60000 65536"/>
              <a:gd name="T8" fmla="*/ 0 60000 65536"/>
              <a:gd name="T9" fmla="*/ 0 w 20255"/>
              <a:gd name="T10" fmla="*/ 0 h 21600"/>
              <a:gd name="T11" fmla="*/ 20255 w 20255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255" h="21600" fill="none" extrusionOk="0">
                <a:moveTo>
                  <a:pt x="-1" y="0"/>
                </a:moveTo>
                <a:cubicBezTo>
                  <a:pt x="9035" y="0"/>
                  <a:pt x="17116" y="5624"/>
                  <a:pt x="20255" y="14097"/>
                </a:cubicBezTo>
              </a:path>
              <a:path w="20255" h="21600" stroke="0" extrusionOk="0">
                <a:moveTo>
                  <a:pt x="-1" y="0"/>
                </a:moveTo>
                <a:cubicBezTo>
                  <a:pt x="9035" y="0"/>
                  <a:pt x="17116" y="5624"/>
                  <a:pt x="20255" y="14097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2" name="Rectangle 32"/>
          <p:cNvSpPr>
            <a:spLocks noChangeArrowheads="1"/>
          </p:cNvSpPr>
          <p:nvPr/>
        </p:nvSpPr>
        <p:spPr bwMode="auto">
          <a:xfrm>
            <a:off x="6080125" y="2109788"/>
            <a:ext cx="17065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线偏振光 </a:t>
            </a:r>
            <a:r>
              <a:rPr lang="en-US" altLang="zh-CN" sz="2000" i="1">
                <a:solidFill>
                  <a:srgbClr val="66FFFF"/>
                </a:solidFill>
                <a:ea typeface="楷体_GB2312" pitchFamily="49" charset="-122"/>
              </a:rPr>
              <a:t>I</a:t>
            </a:r>
            <a:r>
              <a:rPr lang="en-US" altLang="zh-CN" sz="2000" i="1">
                <a:solidFill>
                  <a:srgbClr val="66FFFF"/>
                </a:solidFill>
                <a:ea typeface="楷体_GB2312" pitchFamily="49" charset="-122"/>
                <a:cs typeface="Times New Roman" panose="02020603050405020304" pitchFamily="18" charset="0"/>
              </a:rPr>
              <a:t>'</a:t>
            </a:r>
            <a:endParaRPr lang="en-US" altLang="zh-CN" sz="2000" i="1" baseline="62000">
              <a:solidFill>
                <a:srgbClr val="66FFFF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273" name="Line 33"/>
          <p:cNvSpPr>
            <a:spLocks noChangeShapeType="1"/>
          </p:cNvSpPr>
          <p:nvPr/>
        </p:nvSpPr>
        <p:spPr bwMode="auto">
          <a:xfrm>
            <a:off x="5522913" y="2794000"/>
            <a:ext cx="2209800" cy="0"/>
          </a:xfrm>
          <a:prstGeom prst="line">
            <a:avLst/>
          </a:prstGeom>
          <a:noFill/>
          <a:ln w="28575">
            <a:solidFill>
              <a:srgbClr val="CCFFCC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4" name="Text Box 34"/>
          <p:cNvSpPr txBox="1">
            <a:spLocks noChangeArrowheads="1"/>
          </p:cNvSpPr>
          <p:nvPr/>
        </p:nvSpPr>
        <p:spPr bwMode="auto">
          <a:xfrm>
            <a:off x="357188" y="3752850"/>
            <a:ext cx="2714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二</a:t>
            </a:r>
            <a:r>
              <a:rPr lang="en-US" altLang="zh-CN">
                <a:solidFill>
                  <a:srgbClr val="FFFF00"/>
                </a:solidFill>
                <a:ea typeface="黑体" panose="02010609060101010101" pitchFamily="49" charset="-122"/>
              </a:rPr>
              <a:t>. </a:t>
            </a:r>
            <a:r>
              <a:rPr lang="zh-CN" altLang="en-US">
                <a:solidFill>
                  <a:srgbClr val="FFFF00"/>
                </a:solidFill>
              </a:rPr>
              <a:t>马吕斯定律</a:t>
            </a:r>
          </a:p>
        </p:txBody>
      </p:sp>
      <p:sp>
        <p:nvSpPr>
          <p:cNvPr id="10275" name="Line 35"/>
          <p:cNvSpPr>
            <a:spLocks noChangeShapeType="1"/>
          </p:cNvSpPr>
          <p:nvPr/>
        </p:nvSpPr>
        <p:spPr bwMode="auto">
          <a:xfrm flipH="1" flipV="1">
            <a:off x="6588125" y="4095750"/>
            <a:ext cx="531813" cy="333375"/>
          </a:xfrm>
          <a:prstGeom prst="line">
            <a:avLst/>
          </a:prstGeom>
          <a:noFill/>
          <a:ln w="19050">
            <a:solidFill>
              <a:schemeClr val="bg1"/>
            </a:solidFill>
            <a:prstDash val="sysDot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6" name="Line 36"/>
          <p:cNvSpPr>
            <a:spLocks noChangeShapeType="1"/>
          </p:cNvSpPr>
          <p:nvPr/>
        </p:nvSpPr>
        <p:spPr bwMode="auto">
          <a:xfrm flipH="1">
            <a:off x="6592888" y="4398963"/>
            <a:ext cx="550862" cy="635000"/>
          </a:xfrm>
          <a:prstGeom prst="line">
            <a:avLst/>
          </a:prstGeom>
          <a:noFill/>
          <a:ln w="31750">
            <a:solidFill>
              <a:srgbClr val="66FFFF"/>
            </a:solidFill>
            <a:round/>
            <a:head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7" name="Line 37"/>
          <p:cNvSpPr>
            <a:spLocks noChangeShapeType="1"/>
          </p:cNvSpPr>
          <p:nvPr/>
        </p:nvSpPr>
        <p:spPr bwMode="auto">
          <a:xfrm>
            <a:off x="6592888" y="4059238"/>
            <a:ext cx="0" cy="1001712"/>
          </a:xfrm>
          <a:prstGeom prst="line">
            <a:avLst/>
          </a:prstGeom>
          <a:noFill/>
          <a:ln w="31750">
            <a:solidFill>
              <a:schemeClr val="bg1"/>
            </a:solidFill>
            <a:round/>
            <a:headEnd type="triangle" w="sm" len="lg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8" name="Arc 38"/>
          <p:cNvSpPr/>
          <p:nvPr/>
        </p:nvSpPr>
        <p:spPr bwMode="auto">
          <a:xfrm>
            <a:off x="6592888" y="4687888"/>
            <a:ext cx="266700" cy="65087"/>
          </a:xfrm>
          <a:custGeom>
            <a:avLst/>
            <a:gdLst>
              <a:gd name="T0" fmla="*/ 0 w 21140"/>
              <a:gd name="T1" fmla="*/ 0 h 21600"/>
              <a:gd name="T2" fmla="*/ 2147483646 w 21140"/>
              <a:gd name="T3" fmla="*/ 2147483646 h 21600"/>
              <a:gd name="T4" fmla="*/ 0 w 21140"/>
              <a:gd name="T5" fmla="*/ 2147483646 h 21600"/>
              <a:gd name="T6" fmla="*/ 0 60000 65536"/>
              <a:gd name="T7" fmla="*/ 0 60000 65536"/>
              <a:gd name="T8" fmla="*/ 0 60000 65536"/>
              <a:gd name="T9" fmla="*/ 0 w 21140"/>
              <a:gd name="T10" fmla="*/ 0 h 21600"/>
              <a:gd name="T11" fmla="*/ 21140 w 2114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140" h="21600" fill="none" extrusionOk="0">
                <a:moveTo>
                  <a:pt x="-1" y="0"/>
                </a:moveTo>
                <a:cubicBezTo>
                  <a:pt x="10220" y="0"/>
                  <a:pt x="19041" y="7162"/>
                  <a:pt x="21139" y="17165"/>
                </a:cubicBezTo>
              </a:path>
              <a:path w="21140" h="21600" stroke="0" extrusionOk="0">
                <a:moveTo>
                  <a:pt x="-1" y="0"/>
                </a:moveTo>
                <a:cubicBezTo>
                  <a:pt x="10220" y="0"/>
                  <a:pt x="19041" y="7162"/>
                  <a:pt x="21139" y="17165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66FF3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279" name="Object 8"/>
          <p:cNvGraphicFramePr/>
          <p:nvPr/>
        </p:nvGraphicFramePr>
        <p:xfrm>
          <a:off x="971550" y="4437063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52" name="公式" r:id="rId15" imgW="1043305" imgH="289560" progId="Equation.3">
                  <p:embed/>
                </p:oleObj>
              </mc:Choice>
              <mc:Fallback>
                <p:oleObj name="公式" r:id="rId15" imgW="1043305" imgH="289560" progId="Equation.3">
                  <p:embed/>
                  <p:pic>
                    <p:nvPicPr>
                      <p:cNvPr id="10279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437063"/>
                        <a:ext cx="1143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2" name="Text Box 42"/>
          <p:cNvSpPr txBox="1">
            <a:spLocks noChangeArrowheads="1"/>
          </p:cNvSpPr>
          <p:nvPr/>
        </p:nvSpPr>
        <p:spPr bwMode="auto">
          <a:xfrm>
            <a:off x="3529013" y="5175250"/>
            <a:ext cx="20431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马吕斯定律</a:t>
            </a:r>
            <a:endParaRPr lang="en-US" altLang="zh-CN" sz="20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0284" name="Object 11"/>
          <p:cNvGraphicFramePr>
            <a:graphicFrameLocks noChangeAspect="1"/>
          </p:cNvGraphicFramePr>
          <p:nvPr/>
        </p:nvGraphicFramePr>
        <p:xfrm>
          <a:off x="2928938" y="4457700"/>
          <a:ext cx="248443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53" name="公式" r:id="rId17" imgW="1030605" imgH="141605" progId="Equation.3">
                  <p:embed/>
                </p:oleObj>
              </mc:Choice>
              <mc:Fallback>
                <p:oleObj name="公式" r:id="rId17" imgW="1030605" imgH="141605" progId="Equation.3">
                  <p:embed/>
                  <p:pic>
                    <p:nvPicPr>
                      <p:cNvPr id="1028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4457700"/>
                        <a:ext cx="2484437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5" name="Object 12"/>
          <p:cNvGraphicFramePr>
            <a:graphicFrameLocks noChangeAspect="1"/>
          </p:cNvGraphicFramePr>
          <p:nvPr/>
        </p:nvGraphicFramePr>
        <p:xfrm>
          <a:off x="6929438" y="4786313"/>
          <a:ext cx="159385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54" name="公式" r:id="rId19" imgW="637540" imgH="122555" progId="Equation.3">
                  <p:embed/>
                </p:oleObj>
              </mc:Choice>
              <mc:Fallback>
                <p:oleObj name="公式" r:id="rId19" imgW="637540" imgH="122555" progId="Equation.3">
                  <p:embed/>
                  <p:pic>
                    <p:nvPicPr>
                      <p:cNvPr id="1028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9438" y="4786313"/>
                        <a:ext cx="159385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6" name="Object 13"/>
          <p:cNvGraphicFramePr>
            <a:graphicFrameLocks noChangeAspect="1"/>
          </p:cNvGraphicFramePr>
          <p:nvPr/>
        </p:nvGraphicFramePr>
        <p:xfrm>
          <a:off x="6227763" y="4238625"/>
          <a:ext cx="252412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55" name="公式" r:id="rId21" imgW="206375" imgH="219075" progId="Equation.3">
                  <p:embed/>
                </p:oleObj>
              </mc:Choice>
              <mc:Fallback>
                <p:oleObj name="公式" r:id="rId21" imgW="206375" imgH="219075" progId="Equation.3">
                  <p:embed/>
                  <p:pic>
                    <p:nvPicPr>
                      <p:cNvPr id="10286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4238625"/>
                        <a:ext cx="252412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7" name="Object 14"/>
          <p:cNvGraphicFramePr>
            <a:graphicFrameLocks noChangeAspect="1"/>
          </p:cNvGraphicFramePr>
          <p:nvPr/>
        </p:nvGraphicFramePr>
        <p:xfrm>
          <a:off x="6659563" y="4421188"/>
          <a:ext cx="241300" cy="20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56" name="公式" r:id="rId23" imgW="193040" imgH="161290" progId="Equation.3">
                  <p:embed/>
                </p:oleObj>
              </mc:Choice>
              <mc:Fallback>
                <p:oleObj name="公式" r:id="rId23" imgW="193040" imgH="161290" progId="Equation.3">
                  <p:embed/>
                  <p:pic>
                    <p:nvPicPr>
                      <p:cNvPr id="10287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4421188"/>
                        <a:ext cx="241300" cy="20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8" name="Object 15"/>
          <p:cNvGraphicFramePr>
            <a:graphicFrameLocks noChangeAspect="1"/>
          </p:cNvGraphicFramePr>
          <p:nvPr/>
        </p:nvGraphicFramePr>
        <p:xfrm>
          <a:off x="1643063" y="5143500"/>
          <a:ext cx="18796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57" name="公式" r:id="rId25" imgW="701675" imgH="141605" progId="Equation.3">
                  <p:embed/>
                </p:oleObj>
              </mc:Choice>
              <mc:Fallback>
                <p:oleObj name="公式" r:id="rId25" imgW="701675" imgH="141605" progId="Equation.3">
                  <p:embed/>
                  <p:pic>
                    <p:nvPicPr>
                      <p:cNvPr id="1028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5143500"/>
                        <a:ext cx="1879600" cy="44291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1" name="Text Box 51"/>
          <p:cNvSpPr txBox="1">
            <a:spLocks noChangeArrowheads="1"/>
          </p:cNvSpPr>
          <p:nvPr/>
        </p:nvSpPr>
        <p:spPr bwMode="auto">
          <a:xfrm>
            <a:off x="2627313" y="1644650"/>
            <a:ext cx="950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起偏器</a:t>
            </a:r>
          </a:p>
        </p:txBody>
      </p:sp>
      <p:sp>
        <p:nvSpPr>
          <p:cNvPr id="10292" name="Text Box 52"/>
          <p:cNvSpPr txBox="1">
            <a:spLocks noChangeArrowheads="1"/>
          </p:cNvSpPr>
          <p:nvPr/>
        </p:nvSpPr>
        <p:spPr bwMode="auto">
          <a:xfrm>
            <a:off x="4716463" y="1628775"/>
            <a:ext cx="950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检偏器</a:t>
            </a:r>
          </a:p>
        </p:txBody>
      </p:sp>
      <p:sp>
        <p:nvSpPr>
          <p:cNvPr id="21552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6BB992D-5A56-4164-B4D9-D689860533FF}" type="slidenum">
              <a:rPr lang="en-US" altLang="zh-CN" b="0">
                <a:solidFill>
                  <a:srgbClr val="FF00FF"/>
                </a:solidFill>
              </a:rPr>
              <a:t>11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sp>
        <p:nvSpPr>
          <p:cNvPr id="54" name="Rectangle 43"/>
          <p:cNvSpPr>
            <a:spLocks noChangeArrowheads="1"/>
          </p:cNvSpPr>
          <p:nvPr/>
        </p:nvSpPr>
        <p:spPr bwMode="auto">
          <a:xfrm>
            <a:off x="7072313" y="3643313"/>
            <a:ext cx="1571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66FFFF"/>
                </a:solidFill>
                <a:latin typeface="宋体" panose="02010600030101010101" pitchFamily="2" charset="-122"/>
              </a:rPr>
              <a:t>偏振化方向</a:t>
            </a:r>
          </a:p>
        </p:txBody>
      </p:sp>
      <p:sp>
        <p:nvSpPr>
          <p:cNvPr id="55" name="右箭头 54"/>
          <p:cNvSpPr>
            <a:spLocks noChangeArrowheads="1"/>
          </p:cNvSpPr>
          <p:nvPr/>
        </p:nvSpPr>
        <p:spPr bwMode="auto">
          <a:xfrm>
            <a:off x="2071688" y="4572000"/>
            <a:ext cx="714375" cy="214313"/>
          </a:xfrm>
          <a:prstGeom prst="rightArrow">
            <a:avLst>
              <a:gd name="adj1" fmla="val 50000"/>
              <a:gd name="adj2" fmla="val 93055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 bwMode="auto">
          <a:xfrm>
            <a:off x="869950" y="5932488"/>
            <a:ext cx="3054350" cy="496887"/>
            <a:chOff x="869950" y="5932357"/>
            <a:chExt cx="3054350" cy="497018"/>
          </a:xfrm>
        </p:grpSpPr>
        <p:graphicFrame>
          <p:nvGraphicFramePr>
            <p:cNvPr id="21561" name="Object 9"/>
            <p:cNvGraphicFramePr/>
            <p:nvPr/>
          </p:nvGraphicFramePr>
          <p:xfrm>
            <a:off x="1422400" y="6035675"/>
            <a:ext cx="2501900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758" name="公式" r:id="rId27" imgW="2318385" imgH="334645" progId="Equation.3">
                    <p:embed/>
                  </p:oleObj>
                </mc:Choice>
                <mc:Fallback>
                  <p:oleObj name="公式" r:id="rId27" imgW="2318385" imgH="334645" progId="Equation.3">
                    <p:embed/>
                    <p:pic>
                      <p:nvPicPr>
                        <p:cNvPr id="21561" name="Object 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2400" y="6035675"/>
                          <a:ext cx="2501900" cy="3889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62" name="Text Box 49"/>
            <p:cNvSpPr txBox="1">
              <a:spLocks noChangeArrowheads="1"/>
            </p:cNvSpPr>
            <p:nvPr/>
          </p:nvSpPr>
          <p:spPr bwMode="auto">
            <a:xfrm>
              <a:off x="869950" y="5972175"/>
              <a:ext cx="4921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>
                  <a:solidFill>
                    <a:schemeClr val="bg1"/>
                  </a:solidFill>
                  <a:latin typeface="宋体" panose="02010600030101010101" pitchFamily="2" charset="-122"/>
                </a:rPr>
                <a:t>当</a:t>
              </a:r>
            </a:p>
          </p:txBody>
        </p:sp>
        <p:sp>
          <p:nvSpPr>
            <p:cNvPr id="21563" name="Rectangle 32"/>
            <p:cNvSpPr>
              <a:spLocks noChangeArrowheads="1"/>
            </p:cNvSpPr>
            <p:nvPr/>
          </p:nvSpPr>
          <p:spPr bwMode="auto">
            <a:xfrm>
              <a:off x="2425701" y="5932357"/>
              <a:ext cx="27781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FFC000"/>
                  </a:solidFill>
                  <a:ea typeface="楷体_GB2312" pitchFamily="49" charset="-122"/>
                  <a:cs typeface="Times New Roman" panose="02020603050405020304" pitchFamily="18" charset="0"/>
                </a:rPr>
                <a:t>'</a:t>
              </a:r>
              <a:endParaRPr lang="en-US" altLang="zh-CN" sz="2000" i="1" baseline="62000">
                <a:solidFill>
                  <a:srgbClr val="FFC000"/>
                </a:solidFill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 bwMode="auto">
          <a:xfrm>
            <a:off x="3986213" y="5840413"/>
            <a:ext cx="3943350" cy="742950"/>
            <a:chOff x="3986213" y="5840413"/>
            <a:chExt cx="3943350" cy="742950"/>
          </a:xfrm>
        </p:grpSpPr>
        <p:graphicFrame>
          <p:nvGraphicFramePr>
            <p:cNvPr id="21557" name="Object 10"/>
            <p:cNvGraphicFramePr/>
            <p:nvPr/>
          </p:nvGraphicFramePr>
          <p:xfrm>
            <a:off x="4848225" y="5840413"/>
            <a:ext cx="1668463" cy="742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759" name="公式" r:id="rId29" imgW="1539240" imgH="669925" progId="Equation.3">
                    <p:embed/>
                  </p:oleObj>
                </mc:Choice>
                <mc:Fallback>
                  <p:oleObj name="公式" r:id="rId29" imgW="1539240" imgH="669925" progId="Equation.3">
                    <p:embed/>
                    <p:pic>
                      <p:nvPicPr>
                        <p:cNvPr id="21557" name="Object 1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225" y="5840413"/>
                          <a:ext cx="1668463" cy="742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58" name="Rectangle 43"/>
            <p:cNvSpPr>
              <a:spLocks noChangeArrowheads="1"/>
            </p:cNvSpPr>
            <p:nvPr/>
          </p:nvSpPr>
          <p:spPr bwMode="auto">
            <a:xfrm>
              <a:off x="6489700" y="5972175"/>
              <a:ext cx="14398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latin typeface="宋体" panose="02010600030101010101" pitchFamily="2" charset="-122"/>
                </a:rPr>
                <a:t>— </a:t>
              </a:r>
              <a:r>
                <a:rPr lang="zh-CN" altLang="en-US">
                  <a:solidFill>
                    <a:schemeClr val="bg1"/>
                  </a:solidFill>
                  <a:latin typeface="宋体" panose="02010600030101010101" pitchFamily="2" charset="-122"/>
                </a:rPr>
                <a:t>消光</a:t>
              </a:r>
              <a:endParaRPr lang="zh-CN" altLang="en-US">
                <a:solidFill>
                  <a:srgbClr val="66FF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559" name="Text Box 50"/>
            <p:cNvSpPr txBox="1">
              <a:spLocks noChangeArrowheads="1"/>
            </p:cNvSpPr>
            <p:nvPr/>
          </p:nvSpPr>
          <p:spPr bwMode="auto">
            <a:xfrm>
              <a:off x="3986213" y="5973763"/>
              <a:ext cx="8223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chemeClr val="bg1"/>
                  </a:solidFill>
                  <a:ea typeface="楷体_GB2312" pitchFamily="49" charset="-122"/>
                </a:rPr>
                <a:t>;   </a:t>
              </a:r>
              <a:r>
                <a:rPr lang="zh-CN" altLang="en-US">
                  <a:solidFill>
                    <a:schemeClr val="bg1"/>
                  </a:solidFill>
                  <a:latin typeface="宋体" panose="02010600030101010101" pitchFamily="2" charset="-122"/>
                </a:rPr>
                <a:t>当</a:t>
              </a:r>
            </a:p>
          </p:txBody>
        </p:sp>
        <p:sp>
          <p:nvSpPr>
            <p:cNvPr id="21560" name="Rectangle 32"/>
            <p:cNvSpPr>
              <a:spLocks noChangeArrowheads="1"/>
            </p:cNvSpPr>
            <p:nvPr/>
          </p:nvSpPr>
          <p:spPr bwMode="auto">
            <a:xfrm>
              <a:off x="5940152" y="5949280"/>
              <a:ext cx="27781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FFC000"/>
                  </a:solidFill>
                  <a:ea typeface="楷体_GB2312" pitchFamily="49" charset="-122"/>
                  <a:cs typeface="Times New Roman" panose="02020603050405020304" pitchFamily="18" charset="0"/>
                </a:rPr>
                <a:t>'</a:t>
              </a:r>
              <a:endParaRPr lang="en-US" altLang="zh-CN" sz="2000" i="1" baseline="62000">
                <a:solidFill>
                  <a:srgbClr val="FFC000"/>
                </a:solidFill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3" dur="500"/>
                                        <p:tgtEl>
                                          <p:spTgt spid="10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3" dur="500"/>
                                        <p:tgtEl>
                                          <p:spTgt spid="1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7" dur="500"/>
                                        <p:tgtEl>
                                          <p:spTgt spid="1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0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50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0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0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0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10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10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10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10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1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00"/>
                            </p:stCondLst>
                            <p:childTnLst>
                              <p:par>
                                <p:cTn id="17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1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000"/>
                            </p:stCondLst>
                            <p:childTnLst>
                              <p:par>
                                <p:cTn id="1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0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10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500"/>
                            </p:stCondLst>
                            <p:childTnLst>
                              <p:par>
                                <p:cTn id="1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10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animBg="1"/>
      <p:bldP spid="10245" grpId="0" animBg="1"/>
      <p:bldP spid="10246" grpId="0" autoUpdateAnimBg="0"/>
      <p:bldP spid="10247" grpId="0" autoUpdateAnimBg="0"/>
      <p:bldP spid="10248" grpId="0" autoUpdateAnimBg="0"/>
      <p:bldP spid="10249" grpId="0" autoUpdateAnimBg="0"/>
      <p:bldP spid="10251" grpId="0" animBg="1" autoUpdateAnimBg="0"/>
      <p:bldP spid="10272" grpId="0" autoUpdateAnimBg="0"/>
      <p:bldP spid="10274" grpId="0" autoUpdateAnimBg="0"/>
      <p:bldP spid="10282" grpId="0" autoUpdateAnimBg="0"/>
      <p:bldP spid="10291" grpId="0"/>
      <p:bldP spid="10292" grpId="0"/>
      <p:bldP spid="54" grpId="0"/>
      <p:bldP spid="5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6" descr="http://202.205.107.80/wangshangjiaoxue/kejian/daxuewuli/daxuewuli-fanshixi/wuli/17-3.files/slide0281_image112.gif"/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714375"/>
            <a:ext cx="8255000" cy="521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1F8E979-26C5-4B45-B208-4329C8B8F1A7}" type="slidenum">
              <a:rPr lang="en-US" altLang="zh-CN" b="0">
                <a:solidFill>
                  <a:srgbClr val="FF00FF"/>
                </a:solidFill>
              </a:rPr>
              <a:t>12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755650" y="381000"/>
            <a:ext cx="81375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一束部分偏振光</a:t>
            </a: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</a:rPr>
              <a:t>,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当它通过一偏振片时</a:t>
            </a: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</a:rPr>
              <a:t>,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发现光强取决于偏振片的取向</a:t>
            </a: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</a:rPr>
              <a:t>,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且最大可以变化</a:t>
            </a:r>
            <a:r>
              <a:rPr lang="zh-CN" altLang="en-US">
                <a:solidFill>
                  <a:srgbClr val="FFFFFF"/>
                </a:solidFill>
              </a:rPr>
              <a:t> </a:t>
            </a:r>
            <a:r>
              <a:rPr lang="en-US" altLang="zh-CN">
                <a:solidFill>
                  <a:srgbClr val="66FFFF"/>
                </a:solidFill>
              </a:rPr>
              <a:t>5</a:t>
            </a:r>
            <a:r>
              <a:rPr lang="en-US" altLang="zh-CN">
                <a:solidFill>
                  <a:srgbClr val="FFFFFF"/>
                </a:solidFill>
              </a:rPr>
              <a:t> 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倍</a:t>
            </a:r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314325" y="428625"/>
            <a:ext cx="585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323850" y="2071688"/>
            <a:ext cx="360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解：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部分偏振光光强</a:t>
            </a:r>
          </a:p>
        </p:txBody>
      </p:sp>
      <p:graphicFrame>
        <p:nvGraphicFramePr>
          <p:cNvPr id="7176" name="Object 2"/>
          <p:cNvGraphicFramePr>
            <a:graphicFrameLocks noChangeAspect="1"/>
          </p:cNvGraphicFramePr>
          <p:nvPr/>
        </p:nvGraphicFramePr>
        <p:xfrm>
          <a:off x="3786188" y="2103438"/>
          <a:ext cx="1541462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738" name="公式" r:id="rId3" imgW="1281430" imgH="360680" progId="Equation.3">
                  <p:embed/>
                </p:oleObj>
              </mc:Choice>
              <mc:Fallback>
                <p:oleObj name="公式" r:id="rId3" imgW="1281430" imgH="360680" progId="Equation.3">
                  <p:embed/>
                  <p:pic>
                    <p:nvPicPr>
                      <p:cNvPr id="717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2103438"/>
                        <a:ext cx="1541462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Text Box 9"/>
          <p:cNvSpPr txBox="1">
            <a:spLocks noChangeArrowheads="1"/>
          </p:cNvSpPr>
          <p:nvPr/>
        </p:nvSpPr>
        <p:spPr bwMode="auto">
          <a:xfrm>
            <a:off x="1000125" y="4549775"/>
            <a:ext cx="141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依题意得</a:t>
            </a:r>
          </a:p>
        </p:txBody>
      </p:sp>
      <p:graphicFrame>
        <p:nvGraphicFramePr>
          <p:cNvPr id="7178" name="Object 3"/>
          <p:cNvGraphicFramePr>
            <a:graphicFrameLocks noChangeAspect="1"/>
          </p:cNvGraphicFramePr>
          <p:nvPr/>
        </p:nvGraphicFramePr>
        <p:xfrm>
          <a:off x="3013075" y="4357688"/>
          <a:ext cx="2522538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739" name="公式" r:id="rId5" imgW="2099310" imgH="669925" progId="Equation.3">
                  <p:embed/>
                </p:oleObj>
              </mc:Choice>
              <mc:Fallback>
                <p:oleObj name="公式" r:id="rId5" imgW="2099310" imgH="669925" progId="Equation.3">
                  <p:embed/>
                  <p:pic>
                    <p:nvPicPr>
                      <p:cNvPr id="717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075" y="4357688"/>
                        <a:ext cx="2522538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" name="Object 4"/>
          <p:cNvGraphicFramePr>
            <a:graphicFrameLocks noChangeAspect="1"/>
          </p:cNvGraphicFramePr>
          <p:nvPr/>
        </p:nvGraphicFramePr>
        <p:xfrm>
          <a:off x="2863850" y="5424488"/>
          <a:ext cx="256540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740" name="公式" r:id="rId7" imgW="2382520" imgH="811530" progId="Equation.3">
                  <p:embed/>
                </p:oleObj>
              </mc:Choice>
              <mc:Fallback>
                <p:oleObj name="公式" r:id="rId7" imgW="2382520" imgH="811530" progId="Equation.3">
                  <p:embed/>
                  <p:pic>
                    <p:nvPicPr>
                      <p:cNvPr id="717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850" y="5424488"/>
                        <a:ext cx="2565400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0" name="Object 5"/>
          <p:cNvGraphicFramePr>
            <a:graphicFrameLocks noChangeAspect="1"/>
          </p:cNvGraphicFramePr>
          <p:nvPr/>
        </p:nvGraphicFramePr>
        <p:xfrm>
          <a:off x="6643688" y="4532313"/>
          <a:ext cx="116205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741" name="公式" r:id="rId9" imgW="959485" imgH="360680" progId="Equation.3">
                  <p:embed/>
                </p:oleObj>
              </mc:Choice>
              <mc:Fallback>
                <p:oleObj name="公式" r:id="rId9" imgW="959485" imgH="360680" progId="Equation.3">
                  <p:embed/>
                  <p:pic>
                    <p:nvPicPr>
                      <p:cNvPr id="718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3688" y="4532313"/>
                        <a:ext cx="1162050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323850" y="1412875"/>
            <a:ext cx="57626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求</a:t>
            </a:r>
          </a:p>
        </p:txBody>
      </p:sp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755650" y="1412875"/>
            <a:ext cx="29527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此光的偏振度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?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1000125" y="2786063"/>
            <a:ext cx="3143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透射光最大光强：</a:t>
            </a:r>
          </a:p>
        </p:txBody>
      </p:sp>
      <p:graphicFrame>
        <p:nvGraphicFramePr>
          <p:cNvPr id="2" name="Object 12"/>
          <p:cNvGraphicFramePr>
            <a:graphicFrameLocks noChangeAspect="1"/>
          </p:cNvGraphicFramePr>
          <p:nvPr/>
        </p:nvGraphicFramePr>
        <p:xfrm>
          <a:off x="3786188" y="2643188"/>
          <a:ext cx="10731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742" name="公式" r:id="rId11" imgW="444500" imgH="295910" progId="Equation.3">
                  <p:embed/>
                </p:oleObj>
              </mc:Choice>
              <mc:Fallback>
                <p:oleObj name="公式" r:id="rId11" imgW="444500" imgH="295910" progId="Equation.3">
                  <p:embed/>
                  <p:pic>
                    <p:nvPicPr>
                      <p:cNvPr id="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2643188"/>
                        <a:ext cx="107315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1928813" y="3614738"/>
            <a:ext cx="3143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最小光强：</a:t>
            </a:r>
          </a:p>
        </p:txBody>
      </p:sp>
      <p:graphicFrame>
        <p:nvGraphicFramePr>
          <p:cNvPr id="3" name="Object 14"/>
          <p:cNvGraphicFramePr>
            <a:graphicFrameLocks noChangeAspect="1"/>
          </p:cNvGraphicFramePr>
          <p:nvPr/>
        </p:nvGraphicFramePr>
        <p:xfrm>
          <a:off x="3786188" y="3500438"/>
          <a:ext cx="536575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743" name="公式" r:id="rId13" imgW="206375" imgH="295910" progId="Equation.3">
                  <p:embed/>
                </p:oleObj>
              </mc:Choice>
              <mc:Fallback>
                <p:oleObj name="公式" r:id="rId13" imgW="206375" imgH="295910" progId="Equation.3">
                  <p:embed/>
                  <p:pic>
                    <p:nvPicPr>
                      <p:cNvPr id="3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3500438"/>
                        <a:ext cx="536575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8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B9F4386-1FCC-47B2-99B4-E44B19B2B5B7}" type="slidenum">
              <a:rPr lang="en-US" altLang="zh-CN" b="0">
                <a:solidFill>
                  <a:srgbClr val="FF00FF"/>
                </a:solidFill>
              </a:rPr>
              <a:t>13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 build="p" autoUpdateAnimBg="0" advAuto="0"/>
      <p:bldP spid="7174" grpId="0" autoUpdateAnimBg="0"/>
      <p:bldP spid="7175" grpId="0" autoUpdateAnimBg="0"/>
      <p:bldP spid="7177" grpId="0" autoUpdateAnimBg="0"/>
      <p:bldP spid="7181" grpId="0" build="p" autoUpdateAnimBg="0" advAuto="0"/>
      <p:bldP spid="7182" grpId="0" build="p" autoUpdateAnimBg="0" advAuto="0"/>
      <p:bldP spid="12" grpId="0" autoUpdateAnimBg="0"/>
      <p:bldP spid="14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228600" y="152400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  <a:sym typeface="Symbol" panose="05050102010706020507" pitchFamily="18" charset="2"/>
              </a:rPr>
              <a:t>例：</a:t>
            </a:r>
            <a:r>
              <a:rPr kumimoji="0" lang="zh-CN" altLang="en-US">
                <a:solidFill>
                  <a:schemeClr val="bg1"/>
                </a:solidFill>
                <a:sym typeface="Symbol" panose="05050102010706020507" pitchFamily="18" charset="2"/>
              </a:rPr>
              <a:t>将两块理想的偏振片</a:t>
            </a:r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89091" name="Object 2"/>
          <p:cNvGraphicFramePr>
            <a:graphicFrameLocks noChangeAspect="1"/>
          </p:cNvGraphicFramePr>
          <p:nvPr/>
        </p:nvGraphicFramePr>
        <p:xfrm>
          <a:off x="3733800" y="142875"/>
          <a:ext cx="71278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22" name="Equation" r:id="rId3" imgW="270510" imgH="154305" progId="Equation.3">
                  <p:embed/>
                </p:oleObj>
              </mc:Choice>
              <mc:Fallback>
                <p:oleObj name="Equation" r:id="rId3" imgW="270510" imgH="154305" progId="Equation.3">
                  <p:embed/>
                  <p:pic>
                    <p:nvPicPr>
                      <p:cNvPr id="8909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42875"/>
                        <a:ext cx="712788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4348163" y="142875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共轴放置，用强度为</a:t>
            </a:r>
          </a:p>
        </p:txBody>
      </p:sp>
      <p:graphicFrame>
        <p:nvGraphicFramePr>
          <p:cNvPr id="89093" name="Object 3"/>
          <p:cNvGraphicFramePr>
            <a:graphicFrameLocks noChangeAspect="1"/>
          </p:cNvGraphicFramePr>
          <p:nvPr/>
        </p:nvGraphicFramePr>
        <p:xfrm>
          <a:off x="7265988" y="142875"/>
          <a:ext cx="306387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23" name="Equation" r:id="rId5" imgW="96520" imgH="154305" progId="Equation.3">
                  <p:embed/>
                </p:oleObj>
              </mc:Choice>
              <mc:Fallback>
                <p:oleObj name="Equation" r:id="rId5" imgW="96520" imgH="154305" progId="Equation.3">
                  <p:embed/>
                  <p:pic>
                    <p:nvPicPr>
                      <p:cNvPr id="8909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5988" y="142875"/>
                        <a:ext cx="306387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4" name="Rectangle 6"/>
          <p:cNvSpPr>
            <a:spLocks noChangeArrowheads="1"/>
          </p:cNvSpPr>
          <p:nvPr/>
        </p:nvSpPr>
        <p:spPr bwMode="auto">
          <a:xfrm>
            <a:off x="304800" y="6096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和强度为</a:t>
            </a:r>
          </a:p>
        </p:txBody>
      </p:sp>
      <p:graphicFrame>
        <p:nvGraphicFramePr>
          <p:cNvPr id="89095" name="Object 4"/>
          <p:cNvGraphicFramePr>
            <a:graphicFrameLocks noChangeAspect="1"/>
          </p:cNvGraphicFramePr>
          <p:nvPr/>
        </p:nvGraphicFramePr>
        <p:xfrm>
          <a:off x="1676400" y="609600"/>
          <a:ext cx="3968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24" name="Equation" r:id="rId7" imgW="102870" imgH="154305" progId="Equation.3">
                  <p:embed/>
                </p:oleObj>
              </mc:Choice>
              <mc:Fallback>
                <p:oleObj name="Equation" r:id="rId7" imgW="102870" imgH="154305" progId="Equation.3">
                  <p:embed/>
                  <p:pic>
                    <p:nvPicPr>
                      <p:cNvPr id="8909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609600"/>
                        <a:ext cx="39687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6" name="Rectangle 8"/>
          <p:cNvSpPr>
            <a:spLocks noChangeArrowheads="1"/>
          </p:cNvSpPr>
          <p:nvPr/>
        </p:nvSpPr>
        <p:spPr bwMode="auto">
          <a:xfrm>
            <a:off x="1981200" y="609600"/>
            <a:ext cx="441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的平面偏振光同时垂直入射到</a:t>
            </a:r>
          </a:p>
        </p:txBody>
      </p:sp>
      <p:graphicFrame>
        <p:nvGraphicFramePr>
          <p:cNvPr id="89097" name="Object 5"/>
          <p:cNvGraphicFramePr>
            <a:graphicFrameLocks noChangeAspect="1"/>
          </p:cNvGraphicFramePr>
          <p:nvPr/>
        </p:nvGraphicFramePr>
        <p:xfrm>
          <a:off x="6172200" y="609600"/>
          <a:ext cx="3968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25" name="Equation" r:id="rId9" imgW="102870" imgH="154305" progId="Equation.3">
                  <p:embed/>
                </p:oleObj>
              </mc:Choice>
              <mc:Fallback>
                <p:oleObj name="Equation" r:id="rId9" imgW="102870" imgH="154305" progId="Equation.3">
                  <p:embed/>
                  <p:pic>
                    <p:nvPicPr>
                      <p:cNvPr id="890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609600"/>
                        <a:ext cx="39687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8" name="Rectangle 10"/>
          <p:cNvSpPr>
            <a:spLocks noChangeArrowheads="1"/>
          </p:cNvSpPr>
          <p:nvPr/>
        </p:nvSpPr>
        <p:spPr bwMode="auto">
          <a:xfrm>
            <a:off x="6553200" y="6096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上，从</a:t>
            </a:r>
          </a:p>
        </p:txBody>
      </p:sp>
      <p:graphicFrame>
        <p:nvGraphicFramePr>
          <p:cNvPr id="89099" name="Object 6"/>
          <p:cNvGraphicFramePr>
            <a:graphicFrameLocks noChangeAspect="1"/>
          </p:cNvGraphicFramePr>
          <p:nvPr/>
        </p:nvGraphicFramePr>
        <p:xfrm>
          <a:off x="7620000" y="609600"/>
          <a:ext cx="3968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26" name="Equation" r:id="rId11" imgW="102870" imgH="154305" progId="Equation.3">
                  <p:embed/>
                </p:oleObj>
              </mc:Choice>
              <mc:Fallback>
                <p:oleObj name="Equation" r:id="rId11" imgW="102870" imgH="154305" progId="Equation.3">
                  <p:embed/>
                  <p:pic>
                    <p:nvPicPr>
                      <p:cNvPr id="8909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609600"/>
                        <a:ext cx="39687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00" name="Rectangle 12"/>
          <p:cNvSpPr>
            <a:spLocks noChangeArrowheads="1"/>
          </p:cNvSpPr>
          <p:nvPr/>
        </p:nvSpPr>
        <p:spPr bwMode="auto">
          <a:xfrm>
            <a:off x="7924800" y="6096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透</a:t>
            </a:r>
          </a:p>
        </p:txBody>
      </p:sp>
      <p:sp>
        <p:nvSpPr>
          <p:cNvPr id="89101" name="Rectangle 13"/>
          <p:cNvSpPr>
            <a:spLocks noChangeArrowheads="1"/>
          </p:cNvSpPr>
          <p:nvPr/>
        </p:nvSpPr>
        <p:spPr bwMode="auto">
          <a:xfrm>
            <a:off x="304800" y="1066800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射之后，又入射到</a:t>
            </a:r>
          </a:p>
        </p:txBody>
      </p:sp>
      <p:graphicFrame>
        <p:nvGraphicFramePr>
          <p:cNvPr id="89102" name="Object 7"/>
          <p:cNvGraphicFramePr>
            <a:graphicFrameLocks noChangeAspect="1"/>
          </p:cNvGraphicFramePr>
          <p:nvPr/>
        </p:nvGraphicFramePr>
        <p:xfrm>
          <a:off x="2895600" y="1066800"/>
          <a:ext cx="427038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27" name="Equation" r:id="rId13" imgW="122555" imgH="154305" progId="Equation.3">
                  <p:embed/>
                </p:oleObj>
              </mc:Choice>
              <mc:Fallback>
                <p:oleObj name="Equation" r:id="rId13" imgW="122555" imgH="154305" progId="Equation.3">
                  <p:embed/>
                  <p:pic>
                    <p:nvPicPr>
                      <p:cNvPr id="8910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066800"/>
                        <a:ext cx="427038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03" name="Rectangle 15"/>
          <p:cNvSpPr>
            <a:spLocks noChangeArrowheads="1"/>
          </p:cNvSpPr>
          <p:nvPr/>
        </p:nvSpPr>
        <p:spPr bwMode="auto">
          <a:xfrm>
            <a:off x="3276600" y="1066800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上。</a:t>
            </a:r>
          </a:p>
        </p:txBody>
      </p:sp>
      <p:sp>
        <p:nvSpPr>
          <p:cNvPr id="89104" name="Rectangle 16"/>
          <p:cNvSpPr>
            <a:spLocks noChangeArrowheads="1"/>
          </p:cNvSpPr>
          <p:nvPr/>
        </p:nvSpPr>
        <p:spPr bwMode="auto">
          <a:xfrm>
            <a:off x="285750" y="15240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</a:rPr>
              <a:t>求：</a:t>
            </a:r>
            <a:r>
              <a:rPr kumimoji="0" lang="zh-CN" altLang="en-US">
                <a:solidFill>
                  <a:schemeClr val="bg1"/>
                </a:solidFill>
              </a:rPr>
              <a:t>将</a:t>
            </a:r>
          </a:p>
        </p:txBody>
      </p:sp>
      <p:graphicFrame>
        <p:nvGraphicFramePr>
          <p:cNvPr id="89105" name="Object 8"/>
          <p:cNvGraphicFramePr>
            <a:graphicFrameLocks noChangeAspect="1"/>
          </p:cNvGraphicFramePr>
          <p:nvPr/>
        </p:nvGraphicFramePr>
        <p:xfrm>
          <a:off x="1285875" y="1568450"/>
          <a:ext cx="35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28" name="Equation" r:id="rId15" imgW="122555" imgH="154305" progId="Equation.3">
                  <p:embed/>
                </p:oleObj>
              </mc:Choice>
              <mc:Fallback>
                <p:oleObj name="Equation" r:id="rId15" imgW="122555" imgH="154305" progId="Equation.3">
                  <p:embed/>
                  <p:pic>
                    <p:nvPicPr>
                      <p:cNvPr id="8910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1568450"/>
                        <a:ext cx="355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06" name="Rectangle 18"/>
          <p:cNvSpPr>
            <a:spLocks noChangeArrowheads="1"/>
          </p:cNvSpPr>
          <p:nvPr/>
        </p:nvSpPr>
        <p:spPr bwMode="auto">
          <a:xfrm>
            <a:off x="1600200" y="1524000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以光线为轴转动一周，该系统透射光强的变化？</a:t>
            </a:r>
          </a:p>
        </p:txBody>
      </p:sp>
      <p:sp>
        <p:nvSpPr>
          <p:cNvPr id="89107" name="Rectangle 19"/>
          <p:cNvSpPr>
            <a:spLocks noChangeArrowheads="1"/>
          </p:cNvSpPr>
          <p:nvPr/>
        </p:nvSpPr>
        <p:spPr bwMode="auto">
          <a:xfrm>
            <a:off x="304800" y="2071688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EDFE4A"/>
                </a:solidFill>
              </a:rPr>
              <a:t>解：</a:t>
            </a:r>
          </a:p>
        </p:txBody>
      </p:sp>
      <p:grpSp>
        <p:nvGrpSpPr>
          <p:cNvPr id="2" name="Group 20"/>
          <p:cNvGrpSpPr/>
          <p:nvPr/>
        </p:nvGrpSpPr>
        <p:grpSpPr bwMode="auto">
          <a:xfrm>
            <a:off x="6400800" y="2514600"/>
            <a:ext cx="762000" cy="1524000"/>
            <a:chOff x="2976" y="1536"/>
            <a:chExt cx="432" cy="1296"/>
          </a:xfrm>
        </p:grpSpPr>
        <p:sp>
          <p:nvSpPr>
            <p:cNvPr id="24632" name="Oval 21"/>
            <p:cNvSpPr>
              <a:spLocks noChangeArrowheads="1"/>
            </p:cNvSpPr>
            <p:nvPr/>
          </p:nvSpPr>
          <p:spPr bwMode="auto">
            <a:xfrm>
              <a:off x="2976" y="1536"/>
              <a:ext cx="432" cy="1296"/>
            </a:xfrm>
            <a:prstGeom prst="ellipse">
              <a:avLst/>
            </a:prstGeom>
            <a:solidFill>
              <a:srgbClr val="C0C0C0"/>
            </a:solidFill>
            <a:ln w="22225">
              <a:solidFill>
                <a:srgbClr val="3366FF"/>
              </a:solidFill>
              <a:rou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4633" name="Oval 22"/>
            <p:cNvSpPr>
              <a:spLocks noChangeArrowheads="1"/>
            </p:cNvSpPr>
            <p:nvPr/>
          </p:nvSpPr>
          <p:spPr bwMode="auto">
            <a:xfrm>
              <a:off x="2976" y="1536"/>
              <a:ext cx="336" cy="1296"/>
            </a:xfrm>
            <a:prstGeom prst="ellipse">
              <a:avLst/>
            </a:prstGeom>
            <a:solidFill>
              <a:srgbClr val="C0C0C0"/>
            </a:solidFill>
            <a:ln w="22225">
              <a:solidFill>
                <a:srgbClr val="3366FF"/>
              </a:solidFill>
              <a:rou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Group 23"/>
          <p:cNvGrpSpPr/>
          <p:nvPr/>
        </p:nvGrpSpPr>
        <p:grpSpPr bwMode="auto">
          <a:xfrm>
            <a:off x="7543800" y="2514600"/>
            <a:ext cx="685800" cy="1524000"/>
            <a:chOff x="2976" y="1536"/>
            <a:chExt cx="432" cy="1296"/>
          </a:xfrm>
        </p:grpSpPr>
        <p:sp>
          <p:nvSpPr>
            <p:cNvPr id="24630" name="Oval 24"/>
            <p:cNvSpPr>
              <a:spLocks noChangeArrowheads="1"/>
            </p:cNvSpPr>
            <p:nvPr/>
          </p:nvSpPr>
          <p:spPr bwMode="auto">
            <a:xfrm>
              <a:off x="2976" y="1536"/>
              <a:ext cx="432" cy="1296"/>
            </a:xfrm>
            <a:prstGeom prst="ellipse">
              <a:avLst/>
            </a:prstGeom>
            <a:solidFill>
              <a:srgbClr val="969696"/>
            </a:solidFill>
            <a:ln w="22225">
              <a:solidFill>
                <a:srgbClr val="993366"/>
              </a:solidFill>
              <a:rou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4631" name="Oval 25"/>
            <p:cNvSpPr>
              <a:spLocks noChangeArrowheads="1"/>
            </p:cNvSpPr>
            <p:nvPr/>
          </p:nvSpPr>
          <p:spPr bwMode="auto">
            <a:xfrm>
              <a:off x="2976" y="1536"/>
              <a:ext cx="336" cy="1296"/>
            </a:xfrm>
            <a:prstGeom prst="ellipse">
              <a:avLst/>
            </a:prstGeom>
            <a:solidFill>
              <a:srgbClr val="969696"/>
            </a:solidFill>
            <a:ln w="22225">
              <a:solidFill>
                <a:srgbClr val="993366"/>
              </a:solidFill>
              <a:rou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89114" name="Line 26"/>
          <p:cNvSpPr>
            <a:spLocks noChangeShapeType="1"/>
          </p:cNvSpPr>
          <p:nvPr/>
        </p:nvSpPr>
        <p:spPr bwMode="auto">
          <a:xfrm>
            <a:off x="5257800" y="3276600"/>
            <a:ext cx="3505200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15" name="Line 27"/>
          <p:cNvSpPr>
            <a:spLocks noChangeShapeType="1"/>
          </p:cNvSpPr>
          <p:nvPr/>
        </p:nvSpPr>
        <p:spPr bwMode="auto">
          <a:xfrm>
            <a:off x="5486400" y="2895600"/>
            <a:ext cx="838200" cy="0"/>
          </a:xfrm>
          <a:prstGeom prst="line">
            <a:avLst/>
          </a:prstGeom>
          <a:noFill/>
          <a:ln w="34925">
            <a:solidFill>
              <a:schemeClr val="bg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16" name="Line 28"/>
          <p:cNvSpPr>
            <a:spLocks noChangeShapeType="1"/>
          </p:cNvSpPr>
          <p:nvPr/>
        </p:nvSpPr>
        <p:spPr bwMode="auto">
          <a:xfrm>
            <a:off x="5486400" y="3505200"/>
            <a:ext cx="838200" cy="0"/>
          </a:xfrm>
          <a:prstGeom prst="line">
            <a:avLst/>
          </a:prstGeom>
          <a:noFill/>
          <a:ln w="34925">
            <a:solidFill>
              <a:srgbClr val="FFCC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9117" name="Object 9"/>
          <p:cNvGraphicFramePr>
            <a:graphicFrameLocks noChangeAspect="1"/>
          </p:cNvGraphicFramePr>
          <p:nvPr/>
        </p:nvGraphicFramePr>
        <p:xfrm>
          <a:off x="5105400" y="2590800"/>
          <a:ext cx="366713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29" name="Equation" r:id="rId17" imgW="96520" imgH="154305" progId="Equation.3">
                  <p:embed/>
                </p:oleObj>
              </mc:Choice>
              <mc:Fallback>
                <p:oleObj name="Equation" r:id="rId17" imgW="96520" imgH="154305" progId="Equation.3">
                  <p:embed/>
                  <p:pic>
                    <p:nvPicPr>
                      <p:cNvPr id="891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590800"/>
                        <a:ext cx="366713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18" name="Object 10"/>
          <p:cNvGraphicFramePr>
            <a:graphicFrameLocks noChangeAspect="1"/>
          </p:cNvGraphicFramePr>
          <p:nvPr/>
        </p:nvGraphicFramePr>
        <p:xfrm>
          <a:off x="5105400" y="3276600"/>
          <a:ext cx="3968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30" name="Equation" r:id="rId19" imgW="102870" imgH="154305" progId="Equation.3">
                  <p:embed/>
                </p:oleObj>
              </mc:Choice>
              <mc:Fallback>
                <p:oleObj name="Equation" r:id="rId19" imgW="102870" imgH="154305" progId="Equation.3">
                  <p:embed/>
                  <p:pic>
                    <p:nvPicPr>
                      <p:cNvPr id="891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276600"/>
                        <a:ext cx="39687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19" name="Object 11"/>
          <p:cNvGraphicFramePr>
            <a:graphicFrameLocks noChangeAspect="1"/>
          </p:cNvGraphicFramePr>
          <p:nvPr/>
        </p:nvGraphicFramePr>
        <p:xfrm>
          <a:off x="6553200" y="1981200"/>
          <a:ext cx="3968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31" name="Equation" r:id="rId21" imgW="102870" imgH="154305" progId="Equation.3">
                  <p:embed/>
                </p:oleObj>
              </mc:Choice>
              <mc:Fallback>
                <p:oleObj name="Equation" r:id="rId21" imgW="102870" imgH="154305" progId="Equation.3">
                  <p:embed/>
                  <p:pic>
                    <p:nvPicPr>
                      <p:cNvPr id="8911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1981200"/>
                        <a:ext cx="39687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20" name="Object 12"/>
          <p:cNvGraphicFramePr>
            <a:graphicFrameLocks noChangeAspect="1"/>
          </p:cNvGraphicFramePr>
          <p:nvPr/>
        </p:nvGraphicFramePr>
        <p:xfrm>
          <a:off x="7620000" y="1981200"/>
          <a:ext cx="427038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32" name="Equation" r:id="rId23" imgW="122555" imgH="154305" progId="Equation.3">
                  <p:embed/>
                </p:oleObj>
              </mc:Choice>
              <mc:Fallback>
                <p:oleObj name="Equation" r:id="rId23" imgW="122555" imgH="154305" progId="Equation.3">
                  <p:embed/>
                  <p:pic>
                    <p:nvPicPr>
                      <p:cNvPr id="8912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1981200"/>
                        <a:ext cx="427038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3"/>
          <p:cNvGrpSpPr/>
          <p:nvPr/>
        </p:nvGrpSpPr>
        <p:grpSpPr bwMode="auto">
          <a:xfrm>
            <a:off x="8185150" y="2438400"/>
            <a:ext cx="304800" cy="533400"/>
            <a:chOff x="1672" y="2880"/>
            <a:chExt cx="384" cy="528"/>
          </a:xfrm>
        </p:grpSpPr>
        <p:sp>
          <p:nvSpPr>
            <p:cNvPr id="24628" name="Line 34"/>
            <p:cNvSpPr>
              <a:spLocks noChangeShapeType="1"/>
            </p:cNvSpPr>
            <p:nvPr/>
          </p:nvSpPr>
          <p:spPr bwMode="auto">
            <a:xfrm>
              <a:off x="1968" y="3216"/>
              <a:ext cx="0" cy="192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9" name="Freeform 35"/>
            <p:cNvSpPr/>
            <p:nvPr/>
          </p:nvSpPr>
          <p:spPr bwMode="auto">
            <a:xfrm rot="1229771">
              <a:off x="1672" y="2880"/>
              <a:ext cx="384" cy="288"/>
            </a:xfrm>
            <a:custGeom>
              <a:avLst/>
              <a:gdLst>
                <a:gd name="T0" fmla="*/ 0 w 384"/>
                <a:gd name="T1" fmla="*/ 0 h 432"/>
                <a:gd name="T2" fmla="*/ 192 w 384"/>
                <a:gd name="T3" fmla="*/ 1 h 432"/>
                <a:gd name="T4" fmla="*/ 336 w 384"/>
                <a:gd name="T5" fmla="*/ 1 h 432"/>
                <a:gd name="T6" fmla="*/ 384 w 384"/>
                <a:gd name="T7" fmla="*/ 1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4"/>
                <a:gd name="T13" fmla="*/ 0 h 432"/>
                <a:gd name="T14" fmla="*/ 384 w 384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4" h="432">
                  <a:moveTo>
                    <a:pt x="0" y="0"/>
                  </a:moveTo>
                  <a:cubicBezTo>
                    <a:pt x="68" y="24"/>
                    <a:pt x="136" y="48"/>
                    <a:pt x="192" y="96"/>
                  </a:cubicBezTo>
                  <a:cubicBezTo>
                    <a:pt x="248" y="144"/>
                    <a:pt x="304" y="232"/>
                    <a:pt x="336" y="288"/>
                  </a:cubicBezTo>
                  <a:cubicBezTo>
                    <a:pt x="368" y="344"/>
                    <a:pt x="376" y="388"/>
                    <a:pt x="384" y="432"/>
                  </a:cubicBezTo>
                </a:path>
              </a:pathLst>
            </a:custGeom>
            <a:noFill/>
            <a:ln w="28575">
              <a:solidFill>
                <a:srgbClr val="FF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89124" name="Object 13"/>
          <p:cNvGraphicFramePr>
            <a:graphicFrameLocks noChangeAspect="1"/>
          </p:cNvGraphicFramePr>
          <p:nvPr/>
        </p:nvGraphicFramePr>
        <p:xfrm>
          <a:off x="1000125" y="2959100"/>
          <a:ext cx="24542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33" name="公式" r:id="rId25" imgW="978535" imgH="295910" progId="Equation.3">
                  <p:embed/>
                </p:oleObj>
              </mc:Choice>
              <mc:Fallback>
                <p:oleObj name="公式" r:id="rId25" imgW="978535" imgH="295910" progId="Equation.3">
                  <p:embed/>
                  <p:pic>
                    <p:nvPicPr>
                      <p:cNvPr id="8912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2959100"/>
                        <a:ext cx="245427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25" name="Object 14"/>
          <p:cNvGraphicFramePr>
            <a:graphicFrameLocks noChangeAspect="1"/>
          </p:cNvGraphicFramePr>
          <p:nvPr/>
        </p:nvGraphicFramePr>
        <p:xfrm>
          <a:off x="7162800" y="2743200"/>
          <a:ext cx="3048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34" name="Equation" r:id="rId27" imgW="71120" imgH="109220" progId="Equation.3">
                  <p:embed/>
                </p:oleObj>
              </mc:Choice>
              <mc:Fallback>
                <p:oleObj name="Equation" r:id="rId27" imgW="71120" imgH="109220" progId="Equation.3">
                  <p:embed/>
                  <p:pic>
                    <p:nvPicPr>
                      <p:cNvPr id="8912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2743200"/>
                        <a:ext cx="30480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26" name="Object 15"/>
          <p:cNvGraphicFramePr>
            <a:graphicFrameLocks noChangeAspect="1"/>
          </p:cNvGraphicFramePr>
          <p:nvPr/>
        </p:nvGraphicFramePr>
        <p:xfrm>
          <a:off x="8534400" y="2743200"/>
          <a:ext cx="366713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35" name="Equation" r:id="rId29" imgW="96520" imgH="109220" progId="Equation.3">
                  <p:embed/>
                </p:oleObj>
              </mc:Choice>
              <mc:Fallback>
                <p:oleObj name="Equation" r:id="rId29" imgW="96520" imgH="109220" progId="Equation.3">
                  <p:embed/>
                  <p:pic>
                    <p:nvPicPr>
                      <p:cNvPr id="8912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0" y="2743200"/>
                        <a:ext cx="366713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27" name="Object 16"/>
          <p:cNvGraphicFramePr>
            <a:graphicFrameLocks noChangeAspect="1"/>
          </p:cNvGraphicFramePr>
          <p:nvPr/>
        </p:nvGraphicFramePr>
        <p:xfrm>
          <a:off x="1000125" y="4379913"/>
          <a:ext cx="16287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36" name="公式" r:id="rId31" imgW="605155" imgH="141605" progId="Equation.3">
                  <p:embed/>
                </p:oleObj>
              </mc:Choice>
              <mc:Fallback>
                <p:oleObj name="公式" r:id="rId31" imgW="605155" imgH="141605" progId="Equation.3">
                  <p:embed/>
                  <p:pic>
                    <p:nvPicPr>
                      <p:cNvPr id="8912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4379913"/>
                        <a:ext cx="16287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28" name="Rectangle 40"/>
          <p:cNvSpPr>
            <a:spLocks noChangeArrowheads="1"/>
          </p:cNvSpPr>
          <p:nvPr/>
        </p:nvSpPr>
        <p:spPr bwMode="auto">
          <a:xfrm>
            <a:off x="4038600" y="1066800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设平面偏振光与</a:t>
            </a:r>
          </a:p>
        </p:txBody>
      </p:sp>
      <p:graphicFrame>
        <p:nvGraphicFramePr>
          <p:cNvPr id="89129" name="Object 17"/>
          <p:cNvGraphicFramePr>
            <a:graphicFrameLocks noChangeAspect="1"/>
          </p:cNvGraphicFramePr>
          <p:nvPr/>
        </p:nvGraphicFramePr>
        <p:xfrm>
          <a:off x="6324600" y="1066800"/>
          <a:ext cx="3968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37" name="Equation" r:id="rId33" imgW="102870" imgH="154305" progId="Equation.3">
                  <p:embed/>
                </p:oleObj>
              </mc:Choice>
              <mc:Fallback>
                <p:oleObj name="Equation" r:id="rId33" imgW="102870" imgH="154305" progId="Equation.3">
                  <p:embed/>
                  <p:pic>
                    <p:nvPicPr>
                      <p:cNvPr id="8912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1066800"/>
                        <a:ext cx="39687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30" name="Rectangle 42"/>
          <p:cNvSpPr>
            <a:spLocks noChangeArrowheads="1"/>
          </p:cNvSpPr>
          <p:nvPr/>
        </p:nvSpPr>
        <p:spPr bwMode="auto">
          <a:xfrm>
            <a:off x="6705600" y="10668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成</a:t>
            </a:r>
          </a:p>
        </p:txBody>
      </p:sp>
      <p:graphicFrame>
        <p:nvGraphicFramePr>
          <p:cNvPr id="89131" name="Object 18"/>
          <p:cNvGraphicFramePr>
            <a:graphicFrameLocks noChangeAspect="1"/>
          </p:cNvGraphicFramePr>
          <p:nvPr/>
        </p:nvGraphicFramePr>
        <p:xfrm>
          <a:off x="7162800" y="1143000"/>
          <a:ext cx="334963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38" name="Equation" r:id="rId35" imgW="90170" imgH="90170" progId="Equation.3">
                  <p:embed/>
                </p:oleObj>
              </mc:Choice>
              <mc:Fallback>
                <p:oleObj name="Equation" r:id="rId35" imgW="90170" imgH="90170" progId="Equation.3">
                  <p:embed/>
                  <p:pic>
                    <p:nvPicPr>
                      <p:cNvPr id="89131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1143000"/>
                        <a:ext cx="334963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33" name="Object 19"/>
          <p:cNvGraphicFramePr>
            <a:graphicFrameLocks noChangeAspect="1"/>
          </p:cNvGraphicFramePr>
          <p:nvPr/>
        </p:nvGraphicFramePr>
        <p:xfrm>
          <a:off x="1119188" y="5294313"/>
          <a:ext cx="202406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39" name="公式" r:id="rId37" imgW="676275" imgH="141605" progId="Equation.3">
                  <p:embed/>
                </p:oleObj>
              </mc:Choice>
              <mc:Fallback>
                <p:oleObj name="公式" r:id="rId37" imgW="676275" imgH="141605" progId="Equation.3">
                  <p:embed/>
                  <p:pic>
                    <p:nvPicPr>
                      <p:cNvPr id="8913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188" y="5294313"/>
                        <a:ext cx="202406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34" name="Object 20"/>
          <p:cNvGraphicFramePr>
            <a:graphicFrameLocks noChangeAspect="1"/>
          </p:cNvGraphicFramePr>
          <p:nvPr/>
        </p:nvGraphicFramePr>
        <p:xfrm>
          <a:off x="1130300" y="6024563"/>
          <a:ext cx="379888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40" name="公式" r:id="rId39" imgW="1352550" imgH="154305" progId="Equation.3">
                  <p:embed/>
                </p:oleObj>
              </mc:Choice>
              <mc:Fallback>
                <p:oleObj name="公式" r:id="rId39" imgW="1352550" imgH="154305" progId="Equation.3">
                  <p:embed/>
                  <p:pic>
                    <p:nvPicPr>
                      <p:cNvPr id="8913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300" y="6024563"/>
                        <a:ext cx="3798888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35" name="AutoShape 47"/>
          <p:cNvSpPr/>
          <p:nvPr/>
        </p:nvSpPr>
        <p:spPr bwMode="auto">
          <a:xfrm>
            <a:off x="747713" y="5357813"/>
            <a:ext cx="323850" cy="1000125"/>
          </a:xfrm>
          <a:prstGeom prst="leftBrace">
            <a:avLst>
              <a:gd name="adj1" fmla="val 41963"/>
              <a:gd name="adj2" fmla="val 50000"/>
            </a:avLst>
          </a:prstGeom>
          <a:noFill/>
          <a:ln w="22225">
            <a:solidFill>
              <a:srgbClr val="FF66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89136" name="Line 48"/>
          <p:cNvSpPr>
            <a:spLocks noChangeShapeType="1"/>
          </p:cNvSpPr>
          <p:nvPr/>
        </p:nvSpPr>
        <p:spPr bwMode="auto">
          <a:xfrm>
            <a:off x="8248650" y="3276600"/>
            <a:ext cx="609600" cy="0"/>
          </a:xfrm>
          <a:prstGeom prst="line">
            <a:avLst/>
          </a:prstGeom>
          <a:noFill/>
          <a:ln w="34925">
            <a:solidFill>
              <a:srgbClr val="FF66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37" name="Line 49"/>
          <p:cNvSpPr>
            <a:spLocks noChangeShapeType="1"/>
          </p:cNvSpPr>
          <p:nvPr/>
        </p:nvSpPr>
        <p:spPr bwMode="auto">
          <a:xfrm>
            <a:off x="6705600" y="2895600"/>
            <a:ext cx="0" cy="685800"/>
          </a:xfrm>
          <a:prstGeom prst="line">
            <a:avLst/>
          </a:prstGeom>
          <a:noFill/>
          <a:ln w="22225">
            <a:solidFill>
              <a:srgbClr val="8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38" name="Line 50"/>
          <p:cNvSpPr>
            <a:spLocks noChangeShapeType="1"/>
          </p:cNvSpPr>
          <p:nvPr/>
        </p:nvSpPr>
        <p:spPr bwMode="auto">
          <a:xfrm flipH="1">
            <a:off x="7696200" y="2971800"/>
            <a:ext cx="228600" cy="609600"/>
          </a:xfrm>
          <a:prstGeom prst="line">
            <a:avLst/>
          </a:prstGeom>
          <a:noFill/>
          <a:ln w="22225">
            <a:solidFill>
              <a:srgbClr val="00FF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39" name="Rectangle 51"/>
          <p:cNvSpPr>
            <a:spLocks noChangeArrowheads="1"/>
          </p:cNvSpPr>
          <p:nvPr/>
        </p:nvSpPr>
        <p:spPr bwMode="auto">
          <a:xfrm>
            <a:off x="7467600" y="10668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角</a:t>
            </a:r>
          </a:p>
        </p:txBody>
      </p:sp>
      <p:sp>
        <p:nvSpPr>
          <p:cNvPr id="89140" name="Rectangle 52"/>
          <p:cNvSpPr>
            <a:spLocks noChangeArrowheads="1"/>
          </p:cNvSpPr>
          <p:nvPr/>
        </p:nvSpPr>
        <p:spPr bwMode="auto">
          <a:xfrm>
            <a:off x="914400" y="2057400"/>
            <a:ext cx="441960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0" lang="zh-CN" altLang="en-US">
                <a:solidFill>
                  <a:schemeClr val="bg1"/>
                </a:solidFill>
              </a:rPr>
              <a:t>自然光与线偏振光通过第一块偏振片的光强为：</a:t>
            </a:r>
          </a:p>
        </p:txBody>
      </p:sp>
      <p:sp>
        <p:nvSpPr>
          <p:cNvPr id="89141" name="Rectangle 53"/>
          <p:cNvSpPr>
            <a:spLocks noChangeArrowheads="1"/>
          </p:cNvSpPr>
          <p:nvPr/>
        </p:nvSpPr>
        <p:spPr bwMode="auto">
          <a:xfrm>
            <a:off x="5033963" y="5972175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chemeClr val="bg1"/>
                </a:solidFill>
              </a:rPr>
              <a:t>—— </a:t>
            </a:r>
            <a:r>
              <a:rPr kumimoji="0" lang="zh-CN" altLang="en-US">
                <a:solidFill>
                  <a:schemeClr val="bg1"/>
                </a:solidFill>
              </a:rPr>
              <a:t>消光位置</a:t>
            </a:r>
          </a:p>
        </p:txBody>
      </p:sp>
      <p:sp>
        <p:nvSpPr>
          <p:cNvPr id="89142" name="Rectangle 54"/>
          <p:cNvSpPr>
            <a:spLocks noChangeArrowheads="1"/>
          </p:cNvSpPr>
          <p:nvPr/>
        </p:nvSpPr>
        <p:spPr bwMode="auto">
          <a:xfrm>
            <a:off x="7500938" y="142875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自然光</a:t>
            </a:r>
          </a:p>
        </p:txBody>
      </p:sp>
      <p:graphicFrame>
        <p:nvGraphicFramePr>
          <p:cNvPr id="89143" name="Object 21"/>
          <p:cNvGraphicFramePr>
            <a:graphicFrameLocks noChangeAspect="1"/>
          </p:cNvGraphicFramePr>
          <p:nvPr/>
        </p:nvGraphicFramePr>
        <p:xfrm>
          <a:off x="2714625" y="4214813"/>
          <a:ext cx="303371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41" name="Equation" r:id="rId41" imgW="1217295" imgH="295910" progId="Equation.3">
                  <p:embed/>
                </p:oleObj>
              </mc:Choice>
              <mc:Fallback>
                <p:oleObj name="Equation" r:id="rId41" imgW="1217295" imgH="295910" progId="Equation.3">
                  <p:embed/>
                  <p:pic>
                    <p:nvPicPr>
                      <p:cNvPr id="8914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4214813"/>
                        <a:ext cx="3033713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44" name="Object 22"/>
          <p:cNvGraphicFramePr>
            <a:graphicFrameLocks noChangeAspect="1"/>
          </p:cNvGraphicFramePr>
          <p:nvPr/>
        </p:nvGraphicFramePr>
        <p:xfrm>
          <a:off x="3289300" y="5029200"/>
          <a:ext cx="3657600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42" name="公式" r:id="rId43" imgW="1191260" imgH="295910" progId="Equation.3">
                  <p:embed/>
                </p:oleObj>
              </mc:Choice>
              <mc:Fallback>
                <p:oleObj name="公式" r:id="rId43" imgW="1191260" imgH="295910" progId="Equation.3">
                  <p:embed/>
                  <p:pic>
                    <p:nvPicPr>
                      <p:cNvPr id="8914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5029200"/>
                        <a:ext cx="3657600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 53"/>
          <p:cNvSpPr>
            <a:spLocks noChangeArrowheads="1"/>
          </p:cNvSpPr>
          <p:nvPr/>
        </p:nvSpPr>
        <p:spPr bwMode="auto">
          <a:xfrm>
            <a:off x="928688" y="3714750"/>
            <a:ext cx="43576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设某时刻</a:t>
            </a:r>
            <a:r>
              <a:rPr kumimoji="0" lang="en-US" altLang="zh-CN" i="1">
                <a:solidFill>
                  <a:srgbClr val="FFFF00"/>
                </a:solidFill>
              </a:rPr>
              <a:t>P</a:t>
            </a:r>
            <a:r>
              <a:rPr kumimoji="0" lang="en-US" altLang="zh-CN" baseline="-25000">
                <a:solidFill>
                  <a:srgbClr val="FFFF00"/>
                </a:solidFill>
              </a:rPr>
              <a:t>1</a:t>
            </a:r>
            <a:r>
              <a:rPr kumimoji="0" lang="zh-CN" altLang="en-US">
                <a:solidFill>
                  <a:schemeClr val="bg1"/>
                </a:solidFill>
              </a:rPr>
              <a:t>、</a:t>
            </a:r>
            <a:r>
              <a:rPr kumimoji="0" lang="en-US" altLang="zh-CN" i="1">
                <a:solidFill>
                  <a:srgbClr val="FFFF00"/>
                </a:solidFill>
              </a:rPr>
              <a:t>P</a:t>
            </a:r>
            <a:r>
              <a:rPr kumimoji="0" lang="en-US" altLang="zh-CN" baseline="-25000">
                <a:solidFill>
                  <a:srgbClr val="FFFF00"/>
                </a:solidFill>
              </a:rPr>
              <a:t>2</a:t>
            </a:r>
            <a:r>
              <a:rPr kumimoji="0" lang="zh-CN" altLang="en-US">
                <a:solidFill>
                  <a:schemeClr val="bg1"/>
                </a:solidFill>
              </a:rPr>
              <a:t>间的夹角为 </a:t>
            </a:r>
            <a:r>
              <a:rPr kumimoji="0" lang="el-GR" altLang="zh-CN" i="1">
                <a:solidFill>
                  <a:srgbClr val="FFFF00"/>
                </a:solidFill>
              </a:rPr>
              <a:t>θ</a:t>
            </a:r>
            <a:endParaRPr kumimoji="0" lang="zh-CN" altLang="en-US" i="1">
              <a:solidFill>
                <a:srgbClr val="FFFF00"/>
              </a:solidFill>
            </a:endParaRPr>
          </a:p>
        </p:txBody>
      </p:sp>
      <p:sp>
        <p:nvSpPr>
          <p:cNvPr id="24627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3A6F8DB-60AB-47F3-98BE-B67E22444F85}" type="slidenum">
              <a:rPr lang="en-US" altLang="zh-CN" b="0">
                <a:solidFill>
                  <a:srgbClr val="FF00FF"/>
                </a:solidFill>
              </a:rPr>
              <a:t>14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9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9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9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89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89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9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89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89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89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89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89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89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89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89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89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89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89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89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89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89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89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89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89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89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89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89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8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89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89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89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89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89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89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00"/>
                            </p:stCondLst>
                            <p:childTnLst>
                              <p:par>
                                <p:cTn id="1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89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000"/>
                            </p:stCondLst>
                            <p:childTnLst>
                              <p:par>
                                <p:cTn id="172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4" dur="500"/>
                                        <p:tgtEl>
                                          <p:spTgt spid="89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 autoUpdateAnimBg="0"/>
      <p:bldP spid="89092" grpId="0" autoUpdateAnimBg="0"/>
      <p:bldP spid="89094" grpId="0" autoUpdateAnimBg="0"/>
      <p:bldP spid="89096" grpId="0" autoUpdateAnimBg="0"/>
      <p:bldP spid="89098" grpId="0" autoUpdateAnimBg="0"/>
      <p:bldP spid="89100" grpId="0" autoUpdateAnimBg="0"/>
      <p:bldP spid="89101" grpId="0" autoUpdateAnimBg="0"/>
      <p:bldP spid="89103" grpId="0" autoUpdateAnimBg="0"/>
      <p:bldP spid="89104" grpId="0" autoUpdateAnimBg="0"/>
      <p:bldP spid="89106" grpId="0" autoUpdateAnimBg="0"/>
      <p:bldP spid="89107" grpId="0" autoUpdateAnimBg="0"/>
      <p:bldP spid="89128" grpId="0" autoUpdateAnimBg="0"/>
      <p:bldP spid="89130" grpId="0" autoUpdateAnimBg="0"/>
      <p:bldP spid="89135" grpId="0" animBg="1"/>
      <p:bldP spid="89139" grpId="0" autoUpdateAnimBg="0"/>
      <p:bldP spid="89140" grpId="0" autoUpdateAnimBg="0"/>
      <p:bldP spid="89141" grpId="0" autoUpdateAnimBg="0"/>
      <p:bldP spid="89142" grpId="0" autoUpdateAnimBg="0"/>
      <p:bldP spid="5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E8A7722-F192-4353-9834-A7A1412F5185}"/>
              </a:ext>
            </a:extLst>
          </p:cNvPr>
          <p:cNvSpPr>
            <a:spLocks noChangeArrowheads="1"/>
          </p:cNvSpPr>
          <p:nvPr/>
        </p:nvSpPr>
        <p:spPr bwMode="auto">
          <a:xfrm rot="-1568240">
            <a:off x="6875463" y="5249863"/>
            <a:ext cx="144462" cy="142875"/>
          </a:xfrm>
          <a:prstGeom prst="rect">
            <a:avLst/>
          </a:prstGeom>
          <a:solidFill>
            <a:srgbClr val="CCFFFF">
              <a:alpha val="18039"/>
            </a:srgb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C86A8EA-403A-42A2-A92C-4CC2692A0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1931988"/>
            <a:ext cx="2665412" cy="1008062"/>
          </a:xfrm>
          <a:prstGeom prst="rect">
            <a:avLst/>
          </a:prstGeom>
          <a:solidFill>
            <a:srgbClr val="CC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2292" name="Text Box 4">
            <a:extLst>
              <a:ext uri="{FF2B5EF4-FFF2-40B4-BE49-F238E27FC236}">
                <a16:creationId xmlns:a16="http://schemas.microsoft.com/office/drawing/2014/main" id="{664CD005-8918-42C7-B2B9-B1B38F875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214313"/>
            <a:ext cx="8501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609725" indent="-1609725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800">
                <a:solidFill>
                  <a:srgbClr val="66FF33"/>
                </a:solidFill>
                <a:latin typeface="宋体" panose="02010600030101010101" pitchFamily="2" charset="-122"/>
              </a:rPr>
              <a:t>§14.12  </a:t>
            </a:r>
            <a:r>
              <a:rPr lang="zh-CN" altLang="en-US" sz="2800">
                <a:solidFill>
                  <a:srgbClr val="66FF33"/>
                </a:solidFill>
                <a:latin typeface="宋体" panose="02010600030101010101" pitchFamily="2" charset="-122"/>
              </a:rPr>
              <a:t>反射和折射产生的偏振 布儒斯特定律 </a:t>
            </a:r>
          </a:p>
        </p:txBody>
      </p:sp>
      <p:sp>
        <p:nvSpPr>
          <p:cNvPr id="12293" name="Text Box 5">
            <a:extLst>
              <a:ext uri="{FF2B5EF4-FFF2-40B4-BE49-F238E27FC236}">
                <a16:creationId xmlns:a16="http://schemas.microsoft.com/office/drawing/2014/main" id="{0B8BF2F3-90D7-4B14-8599-BCAC3CD3B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785813"/>
            <a:ext cx="46783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一</a:t>
            </a:r>
            <a:r>
              <a:rPr lang="en-US" altLang="zh-CN">
                <a:solidFill>
                  <a:srgbClr val="FFFF00"/>
                </a:solidFill>
                <a:ea typeface="SimHei" panose="02010609060101010101" pitchFamily="49" charset="-122"/>
              </a:rPr>
              <a:t>. 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反射和折射产生的偏振</a:t>
            </a:r>
          </a:p>
        </p:txBody>
      </p:sp>
      <p:sp>
        <p:nvSpPr>
          <p:cNvPr id="12294" name="Text Box 6">
            <a:extLst>
              <a:ext uri="{FF2B5EF4-FFF2-40B4-BE49-F238E27FC236}">
                <a16:creationId xmlns:a16="http://schemas.microsoft.com/office/drawing/2014/main" id="{F5AD69A0-2FCF-4281-9046-1BF38EA43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4357688"/>
            <a:ext cx="4143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i="1">
                <a:solidFill>
                  <a:srgbClr val="FFCC00"/>
                </a:solidFill>
                <a:ea typeface="SimHei" panose="02010609060101010101" pitchFamily="49" charset="-122"/>
              </a:rPr>
              <a:t>i</a:t>
            </a:r>
            <a:r>
              <a:rPr lang="en-US" altLang="zh-CN" sz="2000" b="0" baseline="-6000">
                <a:solidFill>
                  <a:srgbClr val="FFCC00"/>
                </a:solidFill>
                <a:ea typeface="SimHei" panose="02010609060101010101" pitchFamily="49" charset="-122"/>
              </a:rPr>
              <a:t>b </a:t>
            </a:r>
            <a:r>
              <a:rPr lang="en-US" altLang="zh-CN" sz="2000" b="0" baseline="-6000">
                <a:solidFill>
                  <a:schemeClr val="bg1"/>
                </a:solidFill>
                <a:ea typeface="SimHei" panose="02010609060101010101" pitchFamily="49" charset="-122"/>
              </a:rPr>
              <a:t> </a:t>
            </a:r>
            <a:r>
              <a:rPr lang="en-US" altLang="zh-CN" b="0">
                <a:solidFill>
                  <a:schemeClr val="bg1"/>
                </a:solidFill>
                <a:latin typeface="方正书宋简体"/>
                <a:ea typeface="SimHei" panose="02010609060101010101" pitchFamily="49" charset="-122"/>
              </a:rPr>
              <a:t>—</a:t>
            </a:r>
            <a:r>
              <a:rPr lang="en-US" altLang="zh-CN" b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布儒斯特角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或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起偏角</a:t>
            </a:r>
            <a:endParaRPr lang="zh-CN" altLang="en-US" b="0">
              <a:solidFill>
                <a:srgbClr val="66FFFF"/>
              </a:solidFill>
              <a:latin typeface="宋体" panose="02010600030101010101" pitchFamily="2" charset="-122"/>
            </a:endParaRPr>
          </a:p>
        </p:txBody>
      </p:sp>
      <p:sp>
        <p:nvSpPr>
          <p:cNvPr id="12295" name="Line 7">
            <a:extLst>
              <a:ext uri="{FF2B5EF4-FFF2-40B4-BE49-F238E27FC236}">
                <a16:creationId xmlns:a16="http://schemas.microsoft.com/office/drawing/2014/main" id="{F6F68760-8A44-4424-9882-1384F4032CA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370763" y="1949450"/>
            <a:ext cx="463550" cy="1006475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 type="none" w="med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6" name="Line 8">
            <a:extLst>
              <a:ext uri="{FF2B5EF4-FFF2-40B4-BE49-F238E27FC236}">
                <a16:creationId xmlns:a16="http://schemas.microsoft.com/office/drawing/2014/main" id="{45C602D0-4020-46CB-8283-C42421E80A7C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248400" y="1047750"/>
            <a:ext cx="1122363" cy="908050"/>
          </a:xfrm>
          <a:prstGeom prst="line">
            <a:avLst/>
          </a:prstGeom>
          <a:noFill/>
          <a:ln w="38100">
            <a:solidFill>
              <a:srgbClr val="FFCC99"/>
            </a:solidFill>
            <a:round/>
            <a:headEnd type="none" w="med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7" name="Line 9">
            <a:extLst>
              <a:ext uri="{FF2B5EF4-FFF2-40B4-BE49-F238E27FC236}">
                <a16:creationId xmlns:a16="http://schemas.microsoft.com/office/drawing/2014/main" id="{9C586498-4DC4-4C7D-8893-83BD27642262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7340600" y="1062038"/>
            <a:ext cx="1122363" cy="88265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triangle" w="sm" len="lg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8" name="Line 10">
            <a:extLst>
              <a:ext uri="{FF2B5EF4-FFF2-40B4-BE49-F238E27FC236}">
                <a16:creationId xmlns:a16="http://schemas.microsoft.com/office/drawing/2014/main" id="{CF9E06FF-CB06-4C22-943B-E8B1A630B6B7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316663" y="1079500"/>
            <a:ext cx="161925" cy="161925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9" name="Line 11">
            <a:extLst>
              <a:ext uri="{FF2B5EF4-FFF2-40B4-BE49-F238E27FC236}">
                <a16:creationId xmlns:a16="http://schemas.microsoft.com/office/drawing/2014/main" id="{96BCC4F9-57FF-493E-8416-0EE467A65921}"/>
              </a:ext>
            </a:extLst>
          </p:cNvPr>
          <p:cNvSpPr>
            <a:spLocks noChangeAspect="1" noChangeShapeType="1"/>
          </p:cNvSpPr>
          <p:nvPr/>
        </p:nvSpPr>
        <p:spPr bwMode="auto">
          <a:xfrm rot="21050124" flipV="1">
            <a:off x="7432675" y="2230438"/>
            <a:ext cx="212725" cy="53975"/>
          </a:xfrm>
          <a:prstGeom prst="line">
            <a:avLst/>
          </a:prstGeom>
          <a:noFill/>
          <a:ln w="1905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00" name="Arc 12">
            <a:extLst>
              <a:ext uri="{FF2B5EF4-FFF2-40B4-BE49-F238E27FC236}">
                <a16:creationId xmlns:a16="http://schemas.microsoft.com/office/drawing/2014/main" id="{736D1966-96C0-4C56-931D-A12302010641}"/>
              </a:ext>
            </a:extLst>
          </p:cNvPr>
          <p:cNvSpPr>
            <a:spLocks/>
          </p:cNvSpPr>
          <p:nvPr/>
        </p:nvSpPr>
        <p:spPr bwMode="auto">
          <a:xfrm>
            <a:off x="7329488" y="1735138"/>
            <a:ext cx="171450" cy="142875"/>
          </a:xfrm>
          <a:custGeom>
            <a:avLst/>
            <a:gdLst>
              <a:gd name="T0" fmla="*/ 2147483646 w 19739"/>
              <a:gd name="T1" fmla="*/ 0 h 21374"/>
              <a:gd name="T2" fmla="*/ 2147483646 w 19739"/>
              <a:gd name="T3" fmla="*/ 2147483646 h 21374"/>
              <a:gd name="T4" fmla="*/ 0 w 19739"/>
              <a:gd name="T5" fmla="*/ 2147483646 h 21374"/>
              <a:gd name="T6" fmla="*/ 0 60000 65536"/>
              <a:gd name="T7" fmla="*/ 0 60000 65536"/>
              <a:gd name="T8" fmla="*/ 0 60000 65536"/>
              <a:gd name="T9" fmla="*/ 0 w 19739"/>
              <a:gd name="T10" fmla="*/ 0 h 21374"/>
              <a:gd name="T11" fmla="*/ 19739 w 19739"/>
              <a:gd name="T12" fmla="*/ 21374 h 213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739" h="21374" fill="none" extrusionOk="0">
                <a:moveTo>
                  <a:pt x="3114" y="-1"/>
                </a:moveTo>
                <a:cubicBezTo>
                  <a:pt x="10451" y="1068"/>
                  <a:pt x="16728" y="5827"/>
                  <a:pt x="19739" y="12603"/>
                </a:cubicBezTo>
              </a:path>
              <a:path w="19739" h="21374" stroke="0" extrusionOk="0">
                <a:moveTo>
                  <a:pt x="3114" y="-1"/>
                </a:moveTo>
                <a:cubicBezTo>
                  <a:pt x="10451" y="1068"/>
                  <a:pt x="16728" y="5827"/>
                  <a:pt x="19739" y="12603"/>
                </a:cubicBezTo>
                <a:lnTo>
                  <a:pt x="0" y="21374"/>
                </a:lnTo>
                <a:lnTo>
                  <a:pt x="3114" y="-1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01" name="Arc 13">
            <a:extLst>
              <a:ext uri="{FF2B5EF4-FFF2-40B4-BE49-F238E27FC236}">
                <a16:creationId xmlns:a16="http://schemas.microsoft.com/office/drawing/2014/main" id="{A7CAE2AD-8A65-4A38-8F28-9F576325642F}"/>
              </a:ext>
            </a:extLst>
          </p:cNvPr>
          <p:cNvSpPr>
            <a:spLocks/>
          </p:cNvSpPr>
          <p:nvPr/>
        </p:nvSpPr>
        <p:spPr bwMode="auto">
          <a:xfrm flipH="1">
            <a:off x="7221538" y="1736725"/>
            <a:ext cx="115887" cy="128588"/>
          </a:xfrm>
          <a:custGeom>
            <a:avLst/>
            <a:gdLst>
              <a:gd name="T0" fmla="*/ 2147483646 w 19929"/>
              <a:gd name="T1" fmla="*/ 0 h 21582"/>
              <a:gd name="T2" fmla="*/ 2147483646 w 19929"/>
              <a:gd name="T3" fmla="*/ 2147483646 h 21582"/>
              <a:gd name="T4" fmla="*/ 0 w 19929"/>
              <a:gd name="T5" fmla="*/ 2147483646 h 21582"/>
              <a:gd name="T6" fmla="*/ 0 60000 65536"/>
              <a:gd name="T7" fmla="*/ 0 60000 65536"/>
              <a:gd name="T8" fmla="*/ 0 60000 65536"/>
              <a:gd name="T9" fmla="*/ 0 w 19929"/>
              <a:gd name="T10" fmla="*/ 0 h 21582"/>
              <a:gd name="T11" fmla="*/ 19929 w 19929"/>
              <a:gd name="T12" fmla="*/ 21582 h 215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929" h="21582" fill="none" extrusionOk="0">
                <a:moveTo>
                  <a:pt x="879" y="-1"/>
                </a:moveTo>
                <a:cubicBezTo>
                  <a:pt x="9263" y="341"/>
                  <a:pt x="16692" y="5508"/>
                  <a:pt x="19928" y="13251"/>
                </a:cubicBezTo>
              </a:path>
              <a:path w="19929" h="21582" stroke="0" extrusionOk="0">
                <a:moveTo>
                  <a:pt x="879" y="-1"/>
                </a:moveTo>
                <a:cubicBezTo>
                  <a:pt x="9263" y="341"/>
                  <a:pt x="16692" y="5508"/>
                  <a:pt x="19928" y="13251"/>
                </a:cubicBezTo>
                <a:lnTo>
                  <a:pt x="0" y="21582"/>
                </a:lnTo>
                <a:lnTo>
                  <a:pt x="879" y="-1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02" name="Arc 14">
            <a:extLst>
              <a:ext uri="{FF2B5EF4-FFF2-40B4-BE49-F238E27FC236}">
                <a16:creationId xmlns:a16="http://schemas.microsoft.com/office/drawing/2014/main" id="{215F1E15-CB70-46D4-B573-5F601E7F3F3C}"/>
              </a:ext>
            </a:extLst>
          </p:cNvPr>
          <p:cNvSpPr>
            <a:spLocks/>
          </p:cNvSpPr>
          <p:nvPr/>
        </p:nvSpPr>
        <p:spPr bwMode="auto">
          <a:xfrm flipV="1">
            <a:off x="7354888" y="2181225"/>
            <a:ext cx="125412" cy="34925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03" name="Text Box 15">
            <a:extLst>
              <a:ext uri="{FF2B5EF4-FFF2-40B4-BE49-F238E27FC236}">
                <a16:creationId xmlns:a16="http://schemas.microsoft.com/office/drawing/2014/main" id="{9B23932E-0D79-419B-82D1-4338B2D19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341438"/>
            <a:ext cx="5334000" cy="135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0" lang="zh-CN" altLang="en-US" sz="2200">
                <a:solidFill>
                  <a:srgbClr val="FFFF00"/>
                </a:solidFill>
              </a:rPr>
              <a:t>实验现象：</a:t>
            </a:r>
            <a:r>
              <a:rPr kumimoji="0" lang="zh-CN" altLang="en-US" sz="2200">
                <a:solidFill>
                  <a:schemeClr val="bg1"/>
                </a:solidFill>
              </a:rPr>
              <a:t>反射光中，偏振方向垂直入射面的振动比平行的振动强；折射光束中，平行入射面的振动比垂直的振动强</a:t>
            </a:r>
            <a:endParaRPr lang="zh-CN" altLang="en-US" sz="2200">
              <a:solidFill>
                <a:schemeClr val="bg1"/>
              </a:solidFill>
              <a:latin typeface="SimHei" panose="02010609060101010101" pitchFamily="49" charset="-122"/>
            </a:endParaRPr>
          </a:p>
        </p:txBody>
      </p:sp>
      <p:sp>
        <p:nvSpPr>
          <p:cNvPr id="12304" name="Rectangle 16">
            <a:extLst>
              <a:ext uri="{FF2B5EF4-FFF2-40B4-BE49-F238E27FC236}">
                <a16:creationId xmlns:a16="http://schemas.microsoft.com/office/drawing/2014/main" id="{40BAB90D-C230-4E85-9309-11FFCAD72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4940300"/>
            <a:ext cx="11525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1800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线偏振光</a:t>
            </a:r>
          </a:p>
        </p:txBody>
      </p:sp>
      <p:sp>
        <p:nvSpPr>
          <p:cNvPr id="12305" name="Line 17">
            <a:extLst>
              <a:ext uri="{FF2B5EF4-FFF2-40B4-BE49-F238E27FC236}">
                <a16:creationId xmlns:a16="http://schemas.microsoft.com/office/drawing/2014/main" id="{99B781BF-D7AC-422D-88C3-11A6B3AF9700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618288" y="1322388"/>
            <a:ext cx="161925" cy="161925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06" name="Line 18">
            <a:extLst>
              <a:ext uri="{FF2B5EF4-FFF2-40B4-BE49-F238E27FC236}">
                <a16:creationId xmlns:a16="http://schemas.microsoft.com/office/drawing/2014/main" id="{5DB93FAE-10CC-4BD5-892B-E3B0F192D7CA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892925" y="1560513"/>
            <a:ext cx="161925" cy="161925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07" name="Line 19">
            <a:extLst>
              <a:ext uri="{FF2B5EF4-FFF2-40B4-BE49-F238E27FC236}">
                <a16:creationId xmlns:a16="http://schemas.microsoft.com/office/drawing/2014/main" id="{D0D843A9-F0A7-40ED-A732-7F5C1708A283}"/>
              </a:ext>
            </a:extLst>
          </p:cNvPr>
          <p:cNvSpPr>
            <a:spLocks noChangeAspect="1" noChangeShapeType="1"/>
          </p:cNvSpPr>
          <p:nvPr/>
        </p:nvSpPr>
        <p:spPr bwMode="auto">
          <a:xfrm rot="21050124" flipV="1">
            <a:off x="7504113" y="2359025"/>
            <a:ext cx="212725" cy="53975"/>
          </a:xfrm>
          <a:prstGeom prst="line">
            <a:avLst/>
          </a:prstGeom>
          <a:noFill/>
          <a:ln w="1905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2308" name="Object 2">
            <a:extLst>
              <a:ext uri="{FF2B5EF4-FFF2-40B4-BE49-F238E27FC236}">
                <a16:creationId xmlns:a16="http://schemas.microsoft.com/office/drawing/2014/main" id="{0A9F37A9-CD2E-4334-8808-EDE75354EC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8588" y="1222375"/>
          <a:ext cx="115887" cy="12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78" name="公式" r:id="rId3" imgW="76129" imgH="83993" progId="Equation.3">
                  <p:embed/>
                </p:oleObj>
              </mc:Choice>
              <mc:Fallback>
                <p:oleObj name="公式" r:id="rId3" imgW="76129" imgH="83993" progId="Equation.3">
                  <p:embed/>
                  <p:pic>
                    <p:nvPicPr>
                      <p:cNvPr id="12308" name="Object 2">
                        <a:extLst>
                          <a:ext uri="{FF2B5EF4-FFF2-40B4-BE49-F238E27FC236}">
                            <a16:creationId xmlns:a16="http://schemas.microsoft.com/office/drawing/2014/main" id="{0A9F37A9-CD2E-4334-8808-EDE75354EC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8588" y="1222375"/>
                        <a:ext cx="115887" cy="12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9" name="Object 3">
            <a:extLst>
              <a:ext uri="{FF2B5EF4-FFF2-40B4-BE49-F238E27FC236}">
                <a16:creationId xmlns:a16="http://schemas.microsoft.com/office/drawing/2014/main" id="{E020A3D2-22BD-4500-8547-120A7306EB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59575" y="1446213"/>
          <a:ext cx="115888" cy="12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79" name="Equation" r:id="rId5" imgW="76129" imgH="83993" progId="Equation.3">
                  <p:embed/>
                </p:oleObj>
              </mc:Choice>
              <mc:Fallback>
                <p:oleObj name="Equation" r:id="rId5" imgW="76129" imgH="83993" progId="Equation.3">
                  <p:embed/>
                  <p:pic>
                    <p:nvPicPr>
                      <p:cNvPr id="12309" name="Object 3">
                        <a:extLst>
                          <a:ext uri="{FF2B5EF4-FFF2-40B4-BE49-F238E27FC236}">
                            <a16:creationId xmlns:a16="http://schemas.microsoft.com/office/drawing/2014/main" id="{E020A3D2-22BD-4500-8547-120A7306EB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9575" y="1446213"/>
                        <a:ext cx="115888" cy="12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0" name="Object 4">
            <a:extLst>
              <a:ext uri="{FF2B5EF4-FFF2-40B4-BE49-F238E27FC236}">
                <a16:creationId xmlns:a16="http://schemas.microsoft.com/office/drawing/2014/main" id="{03C58038-EC8F-4EB1-B884-482D9CCBFE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5050" y="2071688"/>
          <a:ext cx="115888" cy="12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0" name="公式" r:id="rId7" imgW="76129" imgH="83993" progId="Equation.3">
                  <p:embed/>
                </p:oleObj>
              </mc:Choice>
              <mc:Fallback>
                <p:oleObj name="公式" r:id="rId7" imgW="76129" imgH="83993" progId="Equation.3">
                  <p:embed/>
                  <p:pic>
                    <p:nvPicPr>
                      <p:cNvPr id="12310" name="Object 4">
                        <a:extLst>
                          <a:ext uri="{FF2B5EF4-FFF2-40B4-BE49-F238E27FC236}">
                            <a16:creationId xmlns:a16="http://schemas.microsoft.com/office/drawing/2014/main" id="{03C58038-EC8F-4EB1-B884-482D9CCBFE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5050" y="2071688"/>
                        <a:ext cx="115888" cy="12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1" name="Object 5">
            <a:extLst>
              <a:ext uri="{FF2B5EF4-FFF2-40B4-BE49-F238E27FC236}">
                <a16:creationId xmlns:a16="http://schemas.microsoft.com/office/drawing/2014/main" id="{A7CC019C-FD83-4429-BFAF-9ACEB69F86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0800" y="1585913"/>
          <a:ext cx="115888" cy="12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1" name="公式" r:id="rId9" imgW="76129" imgH="83993" progId="Equation.3">
                  <p:embed/>
                </p:oleObj>
              </mc:Choice>
              <mc:Fallback>
                <p:oleObj name="公式" r:id="rId9" imgW="76129" imgH="83993" progId="Equation.3">
                  <p:embed/>
                  <p:pic>
                    <p:nvPicPr>
                      <p:cNvPr id="12311" name="Object 5">
                        <a:extLst>
                          <a:ext uri="{FF2B5EF4-FFF2-40B4-BE49-F238E27FC236}">
                            <a16:creationId xmlns:a16="http://schemas.microsoft.com/office/drawing/2014/main" id="{A7CC019C-FD83-4429-BFAF-9ACEB69F86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800" y="1585913"/>
                        <a:ext cx="115888" cy="12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2" name="Object 6">
            <a:extLst>
              <a:ext uri="{FF2B5EF4-FFF2-40B4-BE49-F238E27FC236}">
                <a16:creationId xmlns:a16="http://schemas.microsoft.com/office/drawing/2014/main" id="{B4E512D4-7FEB-4D03-B87D-46349D3068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86688" y="1500188"/>
          <a:ext cx="115887" cy="12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2" name="公式" r:id="rId11" imgW="76129" imgH="83993" progId="Equation.3">
                  <p:embed/>
                </p:oleObj>
              </mc:Choice>
              <mc:Fallback>
                <p:oleObj name="公式" r:id="rId11" imgW="76129" imgH="83993" progId="Equation.3">
                  <p:embed/>
                  <p:pic>
                    <p:nvPicPr>
                      <p:cNvPr id="12312" name="Object 6">
                        <a:extLst>
                          <a:ext uri="{FF2B5EF4-FFF2-40B4-BE49-F238E27FC236}">
                            <a16:creationId xmlns:a16="http://schemas.microsoft.com/office/drawing/2014/main" id="{B4E512D4-7FEB-4D03-B87D-46349D3068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6688" y="1500188"/>
                        <a:ext cx="115887" cy="12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3" name="Object 7">
            <a:extLst>
              <a:ext uri="{FF2B5EF4-FFF2-40B4-BE49-F238E27FC236}">
                <a16:creationId xmlns:a16="http://schemas.microsoft.com/office/drawing/2014/main" id="{D8510DDB-DC2B-4297-80C9-22895A0A97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56313" y="2000250"/>
          <a:ext cx="255587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3" name="公式" r:id="rId13" imgW="274320" imgH="380937" progId="Equation.3">
                  <p:embed/>
                </p:oleObj>
              </mc:Choice>
              <mc:Fallback>
                <p:oleObj name="公式" r:id="rId13" imgW="274320" imgH="380937" progId="Equation.3">
                  <p:embed/>
                  <p:pic>
                    <p:nvPicPr>
                      <p:cNvPr id="12313" name="Object 7">
                        <a:extLst>
                          <a:ext uri="{FF2B5EF4-FFF2-40B4-BE49-F238E27FC236}">
                            <a16:creationId xmlns:a16="http://schemas.microsoft.com/office/drawing/2014/main" id="{D8510DDB-DC2B-4297-80C9-22895A0A97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6313" y="2000250"/>
                        <a:ext cx="255587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4" name="Object 8">
            <a:extLst>
              <a:ext uri="{FF2B5EF4-FFF2-40B4-BE49-F238E27FC236}">
                <a16:creationId xmlns:a16="http://schemas.microsoft.com/office/drawing/2014/main" id="{099D608A-7A82-457B-A8B5-DF273270E4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56313" y="1500188"/>
          <a:ext cx="223837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4" name="公式" r:id="rId15" imgW="243698" imgH="380937" progId="Equation.3">
                  <p:embed/>
                </p:oleObj>
              </mc:Choice>
              <mc:Fallback>
                <p:oleObj name="公式" r:id="rId15" imgW="243698" imgH="380937" progId="Equation.3">
                  <p:embed/>
                  <p:pic>
                    <p:nvPicPr>
                      <p:cNvPr id="12314" name="Object 8">
                        <a:extLst>
                          <a:ext uri="{FF2B5EF4-FFF2-40B4-BE49-F238E27FC236}">
                            <a16:creationId xmlns:a16="http://schemas.microsoft.com/office/drawing/2014/main" id="{099D608A-7A82-457B-A8B5-DF273270E4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6313" y="1500188"/>
                        <a:ext cx="223837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5" name="Object 9">
            <a:extLst>
              <a:ext uri="{FF2B5EF4-FFF2-40B4-BE49-F238E27FC236}">
                <a16:creationId xmlns:a16="http://schemas.microsoft.com/office/drawing/2014/main" id="{0E31F668-8A8E-4C2F-9828-45C25D63B7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9150" y="1428750"/>
          <a:ext cx="111125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5" name="公式" r:id="rId17" imgW="106751" imgH="259190" progId="Equation.3">
                  <p:embed/>
                </p:oleObj>
              </mc:Choice>
              <mc:Fallback>
                <p:oleObj name="公式" r:id="rId17" imgW="106751" imgH="259190" progId="Equation.3">
                  <p:embed/>
                  <p:pic>
                    <p:nvPicPr>
                      <p:cNvPr id="12315" name="Object 9">
                        <a:extLst>
                          <a:ext uri="{FF2B5EF4-FFF2-40B4-BE49-F238E27FC236}">
                            <a16:creationId xmlns:a16="http://schemas.microsoft.com/office/drawing/2014/main" id="{0E31F668-8A8E-4C2F-9828-45C25D63B7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9150" y="1428750"/>
                        <a:ext cx="111125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6" name="Object 10">
            <a:extLst>
              <a:ext uri="{FF2B5EF4-FFF2-40B4-BE49-F238E27FC236}">
                <a16:creationId xmlns:a16="http://schemas.microsoft.com/office/drawing/2014/main" id="{3F482318-8925-4BAF-A3CE-A31968E91F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00938" y="1428750"/>
          <a:ext cx="111125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6" name="公式" r:id="rId19" imgW="106751" imgH="259190" progId="Equation.3">
                  <p:embed/>
                </p:oleObj>
              </mc:Choice>
              <mc:Fallback>
                <p:oleObj name="公式" r:id="rId19" imgW="106751" imgH="259190" progId="Equation.3">
                  <p:embed/>
                  <p:pic>
                    <p:nvPicPr>
                      <p:cNvPr id="12316" name="Object 10">
                        <a:extLst>
                          <a:ext uri="{FF2B5EF4-FFF2-40B4-BE49-F238E27FC236}">
                            <a16:creationId xmlns:a16="http://schemas.microsoft.com/office/drawing/2014/main" id="{3F482318-8925-4BAF-A3CE-A31968E91F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0938" y="1428750"/>
                        <a:ext cx="111125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7" name="Object 11">
            <a:extLst>
              <a:ext uri="{FF2B5EF4-FFF2-40B4-BE49-F238E27FC236}">
                <a16:creationId xmlns:a16="http://schemas.microsoft.com/office/drawing/2014/main" id="{7BDCAEB9-B2C8-49D2-9AE9-A1B777FA47DB}"/>
              </a:ext>
            </a:extLst>
          </p:cNvPr>
          <p:cNvGraphicFramePr>
            <a:graphicFrameLocks/>
          </p:cNvGraphicFramePr>
          <p:nvPr/>
        </p:nvGraphicFramePr>
        <p:xfrm>
          <a:off x="7350125" y="2287588"/>
          <a:ext cx="179388" cy="23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7" name="公式" r:id="rId21" imgW="190535" imgH="266826" progId="Equation.3">
                  <p:embed/>
                </p:oleObj>
              </mc:Choice>
              <mc:Fallback>
                <p:oleObj name="公式" r:id="rId21" imgW="190535" imgH="266826" progId="Equation.3">
                  <p:embed/>
                  <p:pic>
                    <p:nvPicPr>
                      <p:cNvPr id="12317" name="Object 11">
                        <a:extLst>
                          <a:ext uri="{FF2B5EF4-FFF2-40B4-BE49-F238E27FC236}">
                            <a16:creationId xmlns:a16="http://schemas.microsoft.com/office/drawing/2014/main" id="{7BDCAEB9-B2C8-49D2-9AE9-A1B777FA47D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0125" y="2287588"/>
                        <a:ext cx="179388" cy="23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8" name="Rectangle 30">
            <a:extLst>
              <a:ext uri="{FF2B5EF4-FFF2-40B4-BE49-F238E27FC236}">
                <a16:creationId xmlns:a16="http://schemas.microsoft.com/office/drawing/2014/main" id="{D0BE0C46-BCA4-4D94-9E97-28B6F3D57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3786188"/>
            <a:ext cx="85010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当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i + γ = 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90</a:t>
            </a:r>
            <a:r>
              <a:rPr lang="en-US" altLang="zh-CN" baseline="40000">
                <a:solidFill>
                  <a:srgbClr val="FFFF00"/>
                </a:solidFill>
                <a:ea typeface="楷体_GB2312" pitchFamily="49" charset="-122"/>
              </a:rPr>
              <a:t>o</a:t>
            </a:r>
            <a:r>
              <a:rPr lang="en-US" altLang="zh-CN" i="1" baseline="40000">
                <a:solidFill>
                  <a:srgbClr val="FFFF00"/>
                </a:solidFill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时，反射光为线偏振光（</a:t>
            </a:r>
            <a:r>
              <a:rPr kumimoji="0" lang="zh-CN" altLang="en-US">
                <a:solidFill>
                  <a:schemeClr val="bg1"/>
                </a:solidFill>
              </a:rPr>
              <a:t>振动方向垂直于入射面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12319" name="Line 31">
            <a:extLst>
              <a:ext uri="{FF2B5EF4-FFF2-40B4-BE49-F238E27FC236}">
                <a16:creationId xmlns:a16="http://schemas.microsoft.com/office/drawing/2014/main" id="{F91F3A75-7D4D-41C5-A14F-FA343615DDB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4888" y="1074738"/>
            <a:ext cx="1587" cy="1754187"/>
          </a:xfrm>
          <a:prstGeom prst="line">
            <a:avLst/>
          </a:prstGeom>
          <a:noFill/>
          <a:ln w="28575">
            <a:solidFill>
              <a:schemeClr val="bg1"/>
            </a:solidFill>
            <a:prstDash val="dashDot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20" name="Line 32">
            <a:extLst>
              <a:ext uri="{FF2B5EF4-FFF2-40B4-BE49-F238E27FC236}">
                <a16:creationId xmlns:a16="http://schemas.microsoft.com/office/drawing/2014/main" id="{EB91729A-C18D-42B7-90B3-041CE0967D66}"/>
              </a:ext>
            </a:extLst>
          </p:cNvPr>
          <p:cNvSpPr>
            <a:spLocks noChangeAspect="1" noChangeShapeType="1"/>
          </p:cNvSpPr>
          <p:nvPr/>
        </p:nvSpPr>
        <p:spPr bwMode="auto">
          <a:xfrm rot="16561935" flipV="1">
            <a:off x="7546975" y="1651000"/>
            <a:ext cx="160338" cy="160338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21" name="Line 33">
            <a:extLst>
              <a:ext uri="{FF2B5EF4-FFF2-40B4-BE49-F238E27FC236}">
                <a16:creationId xmlns:a16="http://schemas.microsoft.com/office/drawing/2014/main" id="{B94ACA0F-52A6-4574-B902-75C3BE120195}"/>
              </a:ext>
            </a:extLst>
          </p:cNvPr>
          <p:cNvSpPr>
            <a:spLocks noChangeAspect="1" noChangeShapeType="1"/>
          </p:cNvSpPr>
          <p:nvPr/>
        </p:nvSpPr>
        <p:spPr bwMode="auto">
          <a:xfrm rot="16561935" flipV="1">
            <a:off x="7904163" y="1365250"/>
            <a:ext cx="160338" cy="160337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22" name="Rectangle 34">
            <a:extLst>
              <a:ext uri="{FF2B5EF4-FFF2-40B4-BE49-F238E27FC236}">
                <a16:creationId xmlns:a16="http://schemas.microsoft.com/office/drawing/2014/main" id="{A06F2D2F-11D0-4B7B-B13C-1F74DFB86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38" y="3252788"/>
            <a:ext cx="7704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二</a:t>
            </a:r>
            <a:r>
              <a:rPr lang="en-US" altLang="zh-CN">
                <a:solidFill>
                  <a:srgbClr val="FFFF00"/>
                </a:solidFill>
              </a:rPr>
              <a:t>. 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布儒斯特定律 </a:t>
            </a:r>
            <a:r>
              <a:rPr lang="en-US" altLang="zh-CN" sz="2000">
                <a:solidFill>
                  <a:schemeClr val="bg1"/>
                </a:solidFill>
                <a:latin typeface="宋体" panose="02010600030101010101" pitchFamily="2" charset="-122"/>
              </a:rPr>
              <a:t>(1815</a:t>
            </a:r>
            <a:r>
              <a:rPr lang="zh-CN" altLang="en-US" sz="2000">
                <a:solidFill>
                  <a:schemeClr val="bg1"/>
                </a:solidFill>
                <a:latin typeface="宋体" panose="02010600030101010101" pitchFamily="2" charset="-122"/>
              </a:rPr>
              <a:t>年英国物理学家布儒斯特</a:t>
            </a:r>
            <a:r>
              <a:rPr lang="en-US" altLang="zh-CN" sz="2000">
                <a:solidFill>
                  <a:schemeClr val="bg1"/>
                </a:solidFill>
                <a:latin typeface="宋体" panose="02010600030101010101" pitchFamily="2" charset="-122"/>
              </a:rPr>
              <a:t>)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12323" name="Object 12">
            <a:extLst>
              <a:ext uri="{FF2B5EF4-FFF2-40B4-BE49-F238E27FC236}">
                <a16:creationId xmlns:a16="http://schemas.microsoft.com/office/drawing/2014/main" id="{983CFEF1-D92F-4F39-9942-3B0BC221EF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813" y="4868863"/>
          <a:ext cx="37893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8" name="公式" r:id="rId23" imgW="3741385" imgH="396209" progId="Equation.3">
                  <p:embed/>
                </p:oleObj>
              </mc:Choice>
              <mc:Fallback>
                <p:oleObj name="公式" r:id="rId23" imgW="3741385" imgH="396209" progId="Equation.3">
                  <p:embed/>
                  <p:pic>
                    <p:nvPicPr>
                      <p:cNvPr id="12323" name="Object 12">
                        <a:extLst>
                          <a:ext uri="{FF2B5EF4-FFF2-40B4-BE49-F238E27FC236}">
                            <a16:creationId xmlns:a16="http://schemas.microsoft.com/office/drawing/2014/main" id="{983CFEF1-D92F-4F39-9942-3B0BC221EF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4868863"/>
                        <a:ext cx="378936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4" name="Object 13">
            <a:extLst>
              <a:ext uri="{FF2B5EF4-FFF2-40B4-BE49-F238E27FC236}">
                <a16:creationId xmlns:a16="http://schemas.microsoft.com/office/drawing/2014/main" id="{6E5AFB16-826C-4726-86F6-C4987026FB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1563" y="5357813"/>
          <a:ext cx="21304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9" name="公式" r:id="rId25" imgW="2095465" imgH="876410" progId="Equation.3">
                  <p:embed/>
                </p:oleObj>
              </mc:Choice>
              <mc:Fallback>
                <p:oleObj name="公式" r:id="rId25" imgW="2095465" imgH="876410" progId="Equation.3">
                  <p:embed/>
                  <p:pic>
                    <p:nvPicPr>
                      <p:cNvPr id="12324" name="Object 13">
                        <a:extLst>
                          <a:ext uri="{FF2B5EF4-FFF2-40B4-BE49-F238E27FC236}">
                            <a16:creationId xmlns:a16="http://schemas.microsoft.com/office/drawing/2014/main" id="{6E5AFB16-826C-4726-86F6-C4987026FB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5357813"/>
                        <a:ext cx="213042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7">
            <a:extLst>
              <a:ext uri="{FF2B5EF4-FFF2-40B4-BE49-F238E27FC236}">
                <a16:creationId xmlns:a16="http://schemas.microsoft.com/office/drawing/2014/main" id="{3E1B68E1-67F5-4AE1-A75F-A1B326F0BB74}"/>
              </a:ext>
            </a:extLst>
          </p:cNvPr>
          <p:cNvGrpSpPr>
            <a:grpSpLocks/>
          </p:cNvGrpSpPr>
          <p:nvPr/>
        </p:nvGrpSpPr>
        <p:grpSpPr bwMode="auto">
          <a:xfrm>
            <a:off x="7237413" y="4816475"/>
            <a:ext cx="579437" cy="338138"/>
            <a:chOff x="4456" y="3038"/>
            <a:chExt cx="365" cy="213"/>
          </a:xfrm>
        </p:grpSpPr>
        <p:graphicFrame>
          <p:nvGraphicFramePr>
            <p:cNvPr id="25672" name="Object 27">
              <a:extLst>
                <a:ext uri="{FF2B5EF4-FFF2-40B4-BE49-F238E27FC236}">
                  <a16:creationId xmlns:a16="http://schemas.microsoft.com/office/drawing/2014/main" id="{6003EA26-72D0-409C-8452-9C95409E66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48" y="3038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90" name="公式" r:id="rId27" imgW="76129" imgH="83993" progId="Equation.3">
                    <p:embed/>
                  </p:oleObj>
                </mc:Choice>
                <mc:Fallback>
                  <p:oleObj name="公式" r:id="rId27" imgW="76129" imgH="83993" progId="Equation.3">
                    <p:embed/>
                    <p:pic>
                      <p:nvPicPr>
                        <p:cNvPr id="25672" name="Object 27">
                          <a:extLst>
                            <a:ext uri="{FF2B5EF4-FFF2-40B4-BE49-F238E27FC236}">
                              <a16:creationId xmlns:a16="http://schemas.microsoft.com/office/drawing/2014/main" id="{6003EA26-72D0-409C-8452-9C95409E66D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8" y="3038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73" name="Object 28">
              <a:extLst>
                <a:ext uri="{FF2B5EF4-FFF2-40B4-BE49-F238E27FC236}">
                  <a16:creationId xmlns:a16="http://schemas.microsoft.com/office/drawing/2014/main" id="{D204E9B9-961A-49D6-B337-9706948D4A8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56" y="3170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91" name="公式" r:id="rId29" imgW="76129" imgH="83993" progId="Equation.3">
                    <p:embed/>
                  </p:oleObj>
                </mc:Choice>
                <mc:Fallback>
                  <p:oleObj name="公式" r:id="rId29" imgW="76129" imgH="83993" progId="Equation.3">
                    <p:embed/>
                    <p:pic>
                      <p:nvPicPr>
                        <p:cNvPr id="25673" name="Object 28">
                          <a:extLst>
                            <a:ext uri="{FF2B5EF4-FFF2-40B4-BE49-F238E27FC236}">
                              <a16:creationId xmlns:a16="http://schemas.microsoft.com/office/drawing/2014/main" id="{D204E9B9-961A-49D6-B337-9706948D4A8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6" y="3170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74" name="Object 29">
              <a:extLst>
                <a:ext uri="{FF2B5EF4-FFF2-40B4-BE49-F238E27FC236}">
                  <a16:creationId xmlns:a16="http://schemas.microsoft.com/office/drawing/2014/main" id="{E459A5EC-9EA3-41EA-8A58-2BA3DC9FC8C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8" y="3104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92" name="公式" r:id="rId31" imgW="76129" imgH="83993" progId="Equation.3">
                    <p:embed/>
                  </p:oleObj>
                </mc:Choice>
                <mc:Fallback>
                  <p:oleObj name="公式" r:id="rId31" imgW="76129" imgH="83993" progId="Equation.3">
                    <p:embed/>
                    <p:pic>
                      <p:nvPicPr>
                        <p:cNvPr id="25674" name="Object 29">
                          <a:extLst>
                            <a:ext uri="{FF2B5EF4-FFF2-40B4-BE49-F238E27FC236}">
                              <a16:creationId xmlns:a16="http://schemas.microsoft.com/office/drawing/2014/main" id="{E459A5EC-9EA3-41EA-8A58-2BA3DC9FC8C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3104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329" name="Object 14">
            <a:extLst>
              <a:ext uri="{FF2B5EF4-FFF2-40B4-BE49-F238E27FC236}">
                <a16:creationId xmlns:a16="http://schemas.microsoft.com/office/drawing/2014/main" id="{F5121584-E7DB-40F0-8CFF-6160B64AB6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7988" y="1300163"/>
          <a:ext cx="115887" cy="12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93" name="公式" r:id="rId33" imgW="76129" imgH="83993" progId="Equation.3">
                  <p:embed/>
                </p:oleObj>
              </mc:Choice>
              <mc:Fallback>
                <p:oleObj name="公式" r:id="rId33" imgW="76129" imgH="83993" progId="Equation.3">
                  <p:embed/>
                  <p:pic>
                    <p:nvPicPr>
                      <p:cNvPr id="12329" name="Object 14">
                        <a:extLst>
                          <a:ext uri="{FF2B5EF4-FFF2-40B4-BE49-F238E27FC236}">
                            <a16:creationId xmlns:a16="http://schemas.microsoft.com/office/drawing/2014/main" id="{F5121584-E7DB-40F0-8CFF-6160B64AB6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1300163"/>
                        <a:ext cx="115887" cy="12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30" name="Object 15">
            <a:extLst>
              <a:ext uri="{FF2B5EF4-FFF2-40B4-BE49-F238E27FC236}">
                <a16:creationId xmlns:a16="http://schemas.microsoft.com/office/drawing/2014/main" id="{C774712A-4389-4928-85E2-764E8F51C5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72375" y="2443163"/>
          <a:ext cx="115888" cy="12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94" name="公式" r:id="rId35" imgW="76129" imgH="83993" progId="Equation.3">
                  <p:embed/>
                </p:oleObj>
              </mc:Choice>
              <mc:Fallback>
                <p:oleObj name="公式" r:id="rId35" imgW="76129" imgH="83993" progId="Equation.3">
                  <p:embed/>
                  <p:pic>
                    <p:nvPicPr>
                      <p:cNvPr id="12330" name="Object 15">
                        <a:extLst>
                          <a:ext uri="{FF2B5EF4-FFF2-40B4-BE49-F238E27FC236}">
                            <a16:creationId xmlns:a16="http://schemas.microsoft.com/office/drawing/2014/main" id="{C774712A-4389-4928-85E2-764E8F51C5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75" y="2443163"/>
                        <a:ext cx="115888" cy="12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43">
            <a:extLst>
              <a:ext uri="{FF2B5EF4-FFF2-40B4-BE49-F238E27FC236}">
                <a16:creationId xmlns:a16="http://schemas.microsoft.com/office/drawing/2014/main" id="{7B1246EF-578D-439B-ABD2-79132E12D476}"/>
              </a:ext>
            </a:extLst>
          </p:cNvPr>
          <p:cNvGrpSpPr>
            <a:grpSpLocks/>
          </p:cNvGrpSpPr>
          <p:nvPr/>
        </p:nvGrpSpPr>
        <p:grpSpPr bwMode="auto">
          <a:xfrm>
            <a:off x="5500688" y="4441825"/>
            <a:ext cx="2697162" cy="1795463"/>
            <a:chOff x="3374" y="2798"/>
            <a:chExt cx="1699" cy="1131"/>
          </a:xfrm>
        </p:grpSpPr>
        <p:sp>
          <p:nvSpPr>
            <p:cNvPr id="25647" name="Rectangle 44">
              <a:extLst>
                <a:ext uri="{FF2B5EF4-FFF2-40B4-BE49-F238E27FC236}">
                  <a16:creationId xmlns:a16="http://schemas.microsoft.com/office/drawing/2014/main" id="{4F5319E1-2475-48CD-8D50-B0A0DA505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" y="3327"/>
              <a:ext cx="1633" cy="602"/>
            </a:xfrm>
            <a:prstGeom prst="rect">
              <a:avLst/>
            </a:prstGeom>
            <a:solidFill>
              <a:srgbClr val="CCFFFF">
                <a:alpha val="4901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graphicFrame>
          <p:nvGraphicFramePr>
            <p:cNvPr id="25648" name="Object 16">
              <a:extLst>
                <a:ext uri="{FF2B5EF4-FFF2-40B4-BE49-F238E27FC236}">
                  <a16:creationId xmlns:a16="http://schemas.microsoft.com/office/drawing/2014/main" id="{78E9689B-F7F4-4681-9D69-6D53F6A047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6" y="2938"/>
            <a:ext cx="116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95" name="公式" r:id="rId37" imgW="190535" imgH="396209" progId="Equation.3">
                    <p:embed/>
                  </p:oleObj>
                </mc:Choice>
                <mc:Fallback>
                  <p:oleObj name="公式" r:id="rId37" imgW="190535" imgH="396209" progId="Equation.3">
                    <p:embed/>
                    <p:pic>
                      <p:nvPicPr>
                        <p:cNvPr id="25648" name="Object 16">
                          <a:extLst>
                            <a:ext uri="{FF2B5EF4-FFF2-40B4-BE49-F238E27FC236}">
                              <a16:creationId xmlns:a16="http://schemas.microsoft.com/office/drawing/2014/main" id="{78E9689B-F7F4-4681-9D69-6D53F6A0477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6" y="2938"/>
                          <a:ext cx="116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49" name="Arc 46">
              <a:extLst>
                <a:ext uri="{FF2B5EF4-FFF2-40B4-BE49-F238E27FC236}">
                  <a16:creationId xmlns:a16="http://schemas.microsoft.com/office/drawing/2014/main" id="{D65D8DCD-1C06-47EC-8A91-C6C4A4F31B3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109" y="3205"/>
              <a:ext cx="120" cy="78"/>
            </a:xfrm>
            <a:custGeom>
              <a:avLst/>
              <a:gdLst>
                <a:gd name="T0" fmla="*/ 0 w 22026"/>
                <a:gd name="T1" fmla="*/ 0 h 21600"/>
                <a:gd name="T2" fmla="*/ 0 w 22026"/>
                <a:gd name="T3" fmla="*/ 0 h 21600"/>
                <a:gd name="T4" fmla="*/ 0 w 22026"/>
                <a:gd name="T5" fmla="*/ 0 h 21600"/>
                <a:gd name="T6" fmla="*/ 0 60000 65536"/>
                <a:gd name="T7" fmla="*/ 0 60000 65536"/>
                <a:gd name="T8" fmla="*/ 0 60000 65536"/>
                <a:gd name="T9" fmla="*/ 0 w 22026"/>
                <a:gd name="T10" fmla="*/ 0 h 21600"/>
                <a:gd name="T11" fmla="*/ 22026 w 2202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26" h="21600" fill="none" extrusionOk="0">
                  <a:moveTo>
                    <a:pt x="0" y="4"/>
                  </a:moveTo>
                  <a:cubicBezTo>
                    <a:pt x="141" y="1"/>
                    <a:pt x="283" y="-1"/>
                    <a:pt x="426" y="0"/>
                  </a:cubicBezTo>
                  <a:cubicBezTo>
                    <a:pt x="12305" y="0"/>
                    <a:pt x="21955" y="9593"/>
                    <a:pt x="22025" y="21473"/>
                  </a:cubicBezTo>
                </a:path>
                <a:path w="22026" h="21600" stroke="0" extrusionOk="0">
                  <a:moveTo>
                    <a:pt x="0" y="4"/>
                  </a:moveTo>
                  <a:cubicBezTo>
                    <a:pt x="141" y="1"/>
                    <a:pt x="283" y="-1"/>
                    <a:pt x="426" y="0"/>
                  </a:cubicBezTo>
                  <a:cubicBezTo>
                    <a:pt x="12305" y="0"/>
                    <a:pt x="21955" y="9593"/>
                    <a:pt x="22025" y="21473"/>
                  </a:cubicBezTo>
                  <a:lnTo>
                    <a:pt x="426" y="21600"/>
                  </a:lnTo>
                  <a:lnTo>
                    <a:pt x="0" y="4"/>
                  </a:lnTo>
                  <a:close/>
                </a:path>
              </a:pathLst>
            </a:custGeom>
            <a:noFill/>
            <a:ln w="19050">
              <a:solidFill>
                <a:srgbClr val="CCE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0" name="Arc 47">
              <a:extLst>
                <a:ext uri="{FF2B5EF4-FFF2-40B4-BE49-F238E27FC236}">
                  <a16:creationId xmlns:a16="http://schemas.microsoft.com/office/drawing/2014/main" id="{C6B17B09-C3E3-41C9-82AB-2E4C54052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0" y="3206"/>
              <a:ext cx="166" cy="66"/>
            </a:xfrm>
            <a:custGeom>
              <a:avLst/>
              <a:gdLst>
                <a:gd name="T0" fmla="*/ 0 w 21563"/>
                <a:gd name="T1" fmla="*/ 0 h 20673"/>
                <a:gd name="T2" fmla="*/ 0 w 21563"/>
                <a:gd name="T3" fmla="*/ 0 h 20673"/>
                <a:gd name="T4" fmla="*/ 0 w 21563"/>
                <a:gd name="T5" fmla="*/ 0 h 20673"/>
                <a:gd name="T6" fmla="*/ 0 60000 65536"/>
                <a:gd name="T7" fmla="*/ 0 60000 65536"/>
                <a:gd name="T8" fmla="*/ 0 60000 65536"/>
                <a:gd name="T9" fmla="*/ 0 w 21563"/>
                <a:gd name="T10" fmla="*/ 0 h 20673"/>
                <a:gd name="T11" fmla="*/ 21563 w 21563"/>
                <a:gd name="T12" fmla="*/ 20673 h 206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63" h="20673" fill="none" extrusionOk="0">
                  <a:moveTo>
                    <a:pt x="6259" y="0"/>
                  </a:moveTo>
                  <a:cubicBezTo>
                    <a:pt x="14921" y="2622"/>
                    <a:pt x="21029" y="10366"/>
                    <a:pt x="21562" y="19401"/>
                  </a:cubicBezTo>
                </a:path>
                <a:path w="21563" h="20673" stroke="0" extrusionOk="0">
                  <a:moveTo>
                    <a:pt x="6259" y="0"/>
                  </a:moveTo>
                  <a:cubicBezTo>
                    <a:pt x="14921" y="2622"/>
                    <a:pt x="21029" y="10366"/>
                    <a:pt x="21562" y="19401"/>
                  </a:cubicBezTo>
                  <a:lnTo>
                    <a:pt x="0" y="20673"/>
                  </a:lnTo>
                  <a:lnTo>
                    <a:pt x="6259" y="0"/>
                  </a:lnTo>
                  <a:close/>
                </a:path>
              </a:pathLst>
            </a:cu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1" name="Line 48">
              <a:extLst>
                <a:ext uri="{FF2B5EF4-FFF2-40B4-BE49-F238E27FC236}">
                  <a16:creationId xmlns:a16="http://schemas.microsoft.com/office/drawing/2014/main" id="{0F87FD8F-184C-4B30-AC30-794AF260D52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0860387" flipH="1">
              <a:off x="3466" y="2969"/>
              <a:ext cx="96" cy="107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2" name="Line 49">
              <a:extLst>
                <a:ext uri="{FF2B5EF4-FFF2-40B4-BE49-F238E27FC236}">
                  <a16:creationId xmlns:a16="http://schemas.microsoft.com/office/drawing/2014/main" id="{B24BBEF9-14AF-4810-8369-936E42BD68C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0849019" flipV="1">
              <a:off x="4309" y="3644"/>
              <a:ext cx="151" cy="50"/>
            </a:xfrm>
            <a:prstGeom prst="line">
              <a:avLst/>
            </a:prstGeom>
            <a:noFill/>
            <a:ln w="19050">
              <a:solidFill>
                <a:srgbClr val="FFFF66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3" name="Arc 50">
              <a:extLst>
                <a:ext uri="{FF2B5EF4-FFF2-40B4-BE49-F238E27FC236}">
                  <a16:creationId xmlns:a16="http://schemas.microsoft.com/office/drawing/2014/main" id="{4BAC3699-08F3-4CD5-9057-6E1D270C99A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223" y="3450"/>
              <a:ext cx="59" cy="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zh-CN" altLang="en-US"/>
            </a:p>
          </p:txBody>
        </p:sp>
        <p:sp>
          <p:nvSpPr>
            <p:cNvPr id="25654" name="Line 51">
              <a:extLst>
                <a:ext uri="{FF2B5EF4-FFF2-40B4-BE49-F238E27FC236}">
                  <a16:creationId xmlns:a16="http://schemas.microsoft.com/office/drawing/2014/main" id="{814B558E-A14B-47B7-9F1E-FC44821961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91" y="2963"/>
              <a:ext cx="852" cy="376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 type="triangle" w="sm" len="lg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5" name="Line 52">
              <a:extLst>
                <a:ext uri="{FF2B5EF4-FFF2-40B4-BE49-F238E27FC236}">
                  <a16:creationId xmlns:a16="http://schemas.microsoft.com/office/drawing/2014/main" id="{919BFCF3-0DFF-489C-9FA0-2ECF54D985D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0860387" flipH="1">
              <a:off x="3629" y="3035"/>
              <a:ext cx="96" cy="107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6" name="Line 53">
              <a:extLst>
                <a:ext uri="{FF2B5EF4-FFF2-40B4-BE49-F238E27FC236}">
                  <a16:creationId xmlns:a16="http://schemas.microsoft.com/office/drawing/2014/main" id="{191E06D9-BC7B-4839-94C3-D7DEBEDD5D9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0860387" flipH="1">
              <a:off x="3766" y="3098"/>
              <a:ext cx="96" cy="107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7" name="Line 54">
              <a:extLst>
                <a:ext uri="{FF2B5EF4-FFF2-40B4-BE49-F238E27FC236}">
                  <a16:creationId xmlns:a16="http://schemas.microsoft.com/office/drawing/2014/main" id="{00BE5740-B7EC-4E0C-BD01-3A3448DD88B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0860387" flipH="1">
              <a:off x="3908" y="3158"/>
              <a:ext cx="96" cy="107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8" name="Line 55">
              <a:extLst>
                <a:ext uri="{FF2B5EF4-FFF2-40B4-BE49-F238E27FC236}">
                  <a16:creationId xmlns:a16="http://schemas.microsoft.com/office/drawing/2014/main" id="{4A7C2090-9C97-4244-B691-26AD9FC2ACD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0849019" flipV="1">
              <a:off x="4274" y="3578"/>
              <a:ext cx="151" cy="50"/>
            </a:xfrm>
            <a:prstGeom prst="line">
              <a:avLst/>
            </a:prstGeom>
            <a:noFill/>
            <a:ln w="19050">
              <a:solidFill>
                <a:srgbClr val="FFFF66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59" name="Object 17">
              <a:extLst>
                <a:ext uri="{FF2B5EF4-FFF2-40B4-BE49-F238E27FC236}">
                  <a16:creationId xmlns:a16="http://schemas.microsoft.com/office/drawing/2014/main" id="{D42C9177-A890-456F-A33D-F897395BA2F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1" y="3486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96" name="公式" r:id="rId39" imgW="76129" imgH="83993" progId="Equation.3">
                    <p:embed/>
                  </p:oleObj>
                </mc:Choice>
                <mc:Fallback>
                  <p:oleObj name="公式" r:id="rId39" imgW="76129" imgH="83993" progId="Equation.3">
                    <p:embed/>
                    <p:pic>
                      <p:nvPicPr>
                        <p:cNvPr id="25659" name="Object 17">
                          <a:extLst>
                            <a:ext uri="{FF2B5EF4-FFF2-40B4-BE49-F238E27FC236}">
                              <a16:creationId xmlns:a16="http://schemas.microsoft.com/office/drawing/2014/main" id="{D42C9177-A890-456F-A33D-F897395BA2F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1" y="3486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60" name="Object 18">
              <a:extLst>
                <a:ext uri="{FF2B5EF4-FFF2-40B4-BE49-F238E27FC236}">
                  <a16:creationId xmlns:a16="http://schemas.microsoft.com/office/drawing/2014/main" id="{D5ACBCB2-EC5C-45D4-9859-BDD6E2B5B4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03" y="2944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97" name="公式" r:id="rId41" imgW="76129" imgH="83993" progId="Equation.3">
                    <p:embed/>
                  </p:oleObj>
                </mc:Choice>
                <mc:Fallback>
                  <p:oleObj name="公式" r:id="rId41" imgW="76129" imgH="83993" progId="Equation.3">
                    <p:embed/>
                    <p:pic>
                      <p:nvPicPr>
                        <p:cNvPr id="25660" name="Object 18">
                          <a:extLst>
                            <a:ext uri="{FF2B5EF4-FFF2-40B4-BE49-F238E27FC236}">
                              <a16:creationId xmlns:a16="http://schemas.microsoft.com/office/drawing/2014/main" id="{D5ACBCB2-EC5C-45D4-9859-BDD6E2B5B4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3" y="2944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61" name="Object 19">
              <a:extLst>
                <a:ext uri="{FF2B5EF4-FFF2-40B4-BE49-F238E27FC236}">
                  <a16:creationId xmlns:a16="http://schemas.microsoft.com/office/drawing/2014/main" id="{05C844A8-19CB-40BE-B6EE-0BF0D48CC08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70" y="3020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98" name="公式" r:id="rId43" imgW="76129" imgH="83993" progId="Equation.3">
                    <p:embed/>
                  </p:oleObj>
                </mc:Choice>
                <mc:Fallback>
                  <p:oleObj name="公式" r:id="rId43" imgW="76129" imgH="83993" progId="Equation.3">
                    <p:embed/>
                    <p:pic>
                      <p:nvPicPr>
                        <p:cNvPr id="25661" name="Object 19">
                          <a:extLst>
                            <a:ext uri="{FF2B5EF4-FFF2-40B4-BE49-F238E27FC236}">
                              <a16:creationId xmlns:a16="http://schemas.microsoft.com/office/drawing/2014/main" id="{05C844A8-19CB-40BE-B6EE-0BF0D48CC08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0" y="3020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FF3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62" name="Object 20">
              <a:extLst>
                <a:ext uri="{FF2B5EF4-FFF2-40B4-BE49-F238E27FC236}">
                  <a16:creationId xmlns:a16="http://schemas.microsoft.com/office/drawing/2014/main" id="{CA3EEB33-DA60-47C6-AFB7-3BDB22C003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17" y="3084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99" name="公式" r:id="rId45" imgW="76129" imgH="83993" progId="Equation.3">
                    <p:embed/>
                  </p:oleObj>
                </mc:Choice>
                <mc:Fallback>
                  <p:oleObj name="公式" r:id="rId45" imgW="76129" imgH="83993" progId="Equation.3">
                    <p:embed/>
                    <p:pic>
                      <p:nvPicPr>
                        <p:cNvPr id="25662" name="Object 20">
                          <a:extLst>
                            <a:ext uri="{FF2B5EF4-FFF2-40B4-BE49-F238E27FC236}">
                              <a16:creationId xmlns:a16="http://schemas.microsoft.com/office/drawing/2014/main" id="{CA3EEB33-DA60-47C6-AFB7-3BDB22C003D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7" y="3084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FF3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63" name="Object 21">
              <a:extLst>
                <a:ext uri="{FF2B5EF4-FFF2-40B4-BE49-F238E27FC236}">
                  <a16:creationId xmlns:a16="http://schemas.microsoft.com/office/drawing/2014/main" id="{43238A0A-C7B1-43A4-B60F-98221CB54B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55" y="3148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00" name="公式" r:id="rId47" imgW="76129" imgH="83993" progId="Equation.3">
                    <p:embed/>
                  </p:oleObj>
                </mc:Choice>
                <mc:Fallback>
                  <p:oleObj name="公式" r:id="rId47" imgW="76129" imgH="83993" progId="Equation.3">
                    <p:embed/>
                    <p:pic>
                      <p:nvPicPr>
                        <p:cNvPr id="25663" name="Object 21">
                          <a:extLst>
                            <a:ext uri="{FF2B5EF4-FFF2-40B4-BE49-F238E27FC236}">
                              <a16:creationId xmlns:a16="http://schemas.microsoft.com/office/drawing/2014/main" id="{43238A0A-C7B1-43A4-B60F-98221CB54B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5" y="3148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64" name="Object 22">
              <a:extLst>
                <a:ext uri="{FF2B5EF4-FFF2-40B4-BE49-F238E27FC236}">
                  <a16:creationId xmlns:a16="http://schemas.microsoft.com/office/drawing/2014/main" id="{B3D37852-218A-46B5-88A2-895F384C38E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99" y="3354"/>
            <a:ext cx="161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01" name="公式" r:id="rId49" imgW="274320" imgH="380937" progId="Equation.3">
                    <p:embed/>
                  </p:oleObj>
                </mc:Choice>
                <mc:Fallback>
                  <p:oleObj name="公式" r:id="rId49" imgW="274320" imgH="380937" progId="Equation.3">
                    <p:embed/>
                    <p:pic>
                      <p:nvPicPr>
                        <p:cNvPr id="25664" name="Object 22">
                          <a:extLst>
                            <a:ext uri="{FF2B5EF4-FFF2-40B4-BE49-F238E27FC236}">
                              <a16:creationId xmlns:a16="http://schemas.microsoft.com/office/drawing/2014/main" id="{B3D37852-218A-46B5-88A2-895F384C38E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9" y="3354"/>
                          <a:ext cx="161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65" name="Object 23">
              <a:extLst>
                <a:ext uri="{FF2B5EF4-FFF2-40B4-BE49-F238E27FC236}">
                  <a16:creationId xmlns:a16="http://schemas.microsoft.com/office/drawing/2014/main" id="{A787DE06-122D-4147-BB3B-40062281DCE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74" y="3083"/>
            <a:ext cx="141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02" name="公式" r:id="rId51" imgW="243698" imgH="380937" progId="Equation.3">
                    <p:embed/>
                  </p:oleObj>
                </mc:Choice>
                <mc:Fallback>
                  <p:oleObj name="公式" r:id="rId51" imgW="243698" imgH="380937" progId="Equation.3">
                    <p:embed/>
                    <p:pic>
                      <p:nvPicPr>
                        <p:cNvPr id="25665" name="Object 23">
                          <a:extLst>
                            <a:ext uri="{FF2B5EF4-FFF2-40B4-BE49-F238E27FC236}">
                              <a16:creationId xmlns:a16="http://schemas.microsoft.com/office/drawing/2014/main" id="{A787DE06-122D-4147-BB3B-40062281DCE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4" y="3083"/>
                          <a:ext cx="141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66" name="Object 24">
              <a:extLst>
                <a:ext uri="{FF2B5EF4-FFF2-40B4-BE49-F238E27FC236}">
                  <a16:creationId xmlns:a16="http://schemas.microsoft.com/office/drawing/2014/main" id="{0D19A015-E26A-4603-9DE0-3459F8FBB1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59" y="3475"/>
            <a:ext cx="113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03" name="公式" r:id="rId53" imgW="190535" imgH="266826" progId="Equation.3">
                    <p:embed/>
                  </p:oleObj>
                </mc:Choice>
                <mc:Fallback>
                  <p:oleObj name="公式" r:id="rId53" imgW="190535" imgH="266826" progId="Equation.3">
                    <p:embed/>
                    <p:pic>
                      <p:nvPicPr>
                        <p:cNvPr id="25666" name="Object 24">
                          <a:extLst>
                            <a:ext uri="{FF2B5EF4-FFF2-40B4-BE49-F238E27FC236}">
                              <a16:creationId xmlns:a16="http://schemas.microsoft.com/office/drawing/2014/main" id="{0D19A015-E26A-4603-9DE0-3459F8FBB17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3475"/>
                          <a:ext cx="113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67" name="Object 25">
              <a:extLst>
                <a:ext uri="{FF2B5EF4-FFF2-40B4-BE49-F238E27FC236}">
                  <a16:creationId xmlns:a16="http://schemas.microsoft.com/office/drawing/2014/main" id="{F05131C5-A3A4-43EC-9B23-A199774F16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59" y="2959"/>
            <a:ext cx="116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04" name="公式" r:id="rId55" imgW="190535" imgH="396209" progId="Equation.3">
                    <p:embed/>
                  </p:oleObj>
                </mc:Choice>
                <mc:Fallback>
                  <p:oleObj name="公式" r:id="rId55" imgW="190535" imgH="396209" progId="Equation.3">
                    <p:embed/>
                    <p:pic>
                      <p:nvPicPr>
                        <p:cNvPr id="25667" name="Object 25">
                          <a:extLst>
                            <a:ext uri="{FF2B5EF4-FFF2-40B4-BE49-F238E27FC236}">
                              <a16:creationId xmlns:a16="http://schemas.microsoft.com/office/drawing/2014/main" id="{F05131C5-A3A4-43EC-9B23-A199774F16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2959"/>
                          <a:ext cx="116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68" name="Line 65">
              <a:extLst>
                <a:ext uri="{FF2B5EF4-FFF2-40B4-BE49-F238E27FC236}">
                  <a16:creationId xmlns:a16="http://schemas.microsoft.com/office/drawing/2014/main" id="{6F11626A-6F5C-4882-BB62-E0E8C3638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5" y="2798"/>
              <a:ext cx="1" cy="110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69" name="Object 26">
              <a:extLst>
                <a:ext uri="{FF2B5EF4-FFF2-40B4-BE49-F238E27FC236}">
                  <a16:creationId xmlns:a16="http://schemas.microsoft.com/office/drawing/2014/main" id="{B57270ED-7700-48DD-A7CB-0BA0143DB9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81" y="3702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05" name="公式" r:id="rId57" imgW="76129" imgH="83993" progId="Equation.3">
                    <p:embed/>
                  </p:oleObj>
                </mc:Choice>
                <mc:Fallback>
                  <p:oleObj name="公式" r:id="rId57" imgW="76129" imgH="83993" progId="Equation.3">
                    <p:embed/>
                    <p:pic>
                      <p:nvPicPr>
                        <p:cNvPr id="25669" name="Object 26">
                          <a:extLst>
                            <a:ext uri="{FF2B5EF4-FFF2-40B4-BE49-F238E27FC236}">
                              <a16:creationId xmlns:a16="http://schemas.microsoft.com/office/drawing/2014/main" id="{B57270ED-7700-48DD-A7CB-0BA0143DB9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1" y="3702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70" name="Line 67">
              <a:extLst>
                <a:ext uri="{FF2B5EF4-FFF2-40B4-BE49-F238E27FC236}">
                  <a16:creationId xmlns:a16="http://schemas.microsoft.com/office/drawing/2014/main" id="{5666F76A-7C44-4DE3-BCC6-8B8095BAD9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1" y="2955"/>
              <a:ext cx="852" cy="37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1" name="Line 68">
              <a:extLst>
                <a:ext uri="{FF2B5EF4-FFF2-40B4-BE49-F238E27FC236}">
                  <a16:creationId xmlns:a16="http://schemas.microsoft.com/office/drawing/2014/main" id="{39819FB9-0A11-464B-9EA4-B9926805C18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066" y="3490"/>
              <a:ext cx="590" cy="272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9" name="矩形 68">
            <a:extLst>
              <a:ext uri="{FF2B5EF4-FFF2-40B4-BE49-F238E27FC236}">
                <a16:creationId xmlns:a16="http://schemas.microsoft.com/office/drawing/2014/main" id="{0549414B-35B0-407D-9FDB-BE2D1E737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2714625"/>
            <a:ext cx="5929312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chemeClr val="bg1"/>
                </a:solidFill>
                <a:latin typeface="楷体_GB2312" pitchFamily="49" charset="-122"/>
              </a:rPr>
              <a:t>自然光界面反射和折射后产生部分偏振光</a:t>
            </a:r>
            <a:endParaRPr kumimoji="0" lang="zh-CN" altLang="en-US" sz="2200">
              <a:solidFill>
                <a:schemeClr val="bg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BF3C45F6-8287-4AC6-A609-E153D1523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6253163"/>
            <a:ext cx="42148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介质</a:t>
            </a:r>
            <a:r>
              <a:rPr kumimoji="0" lang="en-US" altLang="zh-CN">
                <a:solidFill>
                  <a:schemeClr val="bg1"/>
                </a:solidFill>
              </a:rPr>
              <a:t>2</a:t>
            </a:r>
            <a:r>
              <a:rPr kumimoji="0" lang="zh-CN" altLang="en-US">
                <a:solidFill>
                  <a:schemeClr val="bg1"/>
                </a:solidFill>
              </a:rPr>
              <a:t>对介质</a:t>
            </a:r>
            <a:r>
              <a:rPr kumimoji="0" lang="en-US" altLang="zh-CN">
                <a:solidFill>
                  <a:schemeClr val="bg1"/>
                </a:solidFill>
              </a:rPr>
              <a:t>1</a:t>
            </a:r>
            <a:r>
              <a:rPr kumimoji="0" lang="zh-CN" altLang="en-US">
                <a:solidFill>
                  <a:schemeClr val="bg1"/>
                </a:solidFill>
              </a:rPr>
              <a:t>的相对折射率</a:t>
            </a:r>
          </a:p>
        </p:txBody>
      </p:sp>
      <p:graphicFrame>
        <p:nvGraphicFramePr>
          <p:cNvPr id="4" name="Object 71">
            <a:extLst>
              <a:ext uri="{FF2B5EF4-FFF2-40B4-BE49-F238E27FC236}">
                <a16:creationId xmlns:a16="http://schemas.microsoft.com/office/drawing/2014/main" id="{96D11713-8C4B-496F-822D-2503387265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43875" y="1214438"/>
          <a:ext cx="115888" cy="12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06" name="公式" r:id="rId59" imgW="76129" imgH="83993" progId="Equation.3">
                  <p:embed/>
                </p:oleObj>
              </mc:Choice>
              <mc:Fallback>
                <p:oleObj name="公式" r:id="rId59" imgW="76129" imgH="83993" progId="Equation.3">
                  <p:embed/>
                  <p:pic>
                    <p:nvPicPr>
                      <p:cNvPr id="4" name="Object 71">
                        <a:extLst>
                          <a:ext uri="{FF2B5EF4-FFF2-40B4-BE49-F238E27FC236}">
                            <a16:creationId xmlns:a16="http://schemas.microsoft.com/office/drawing/2014/main" id="{96D11713-8C4B-496F-822D-2503387265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3875" y="1214438"/>
                        <a:ext cx="115888" cy="12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Line 11">
            <a:extLst>
              <a:ext uri="{FF2B5EF4-FFF2-40B4-BE49-F238E27FC236}">
                <a16:creationId xmlns:a16="http://schemas.microsoft.com/office/drawing/2014/main" id="{CF397733-94C0-4BEC-A285-2706E5FC2969}"/>
              </a:ext>
            </a:extLst>
          </p:cNvPr>
          <p:cNvSpPr>
            <a:spLocks noChangeAspect="1" noChangeShapeType="1"/>
          </p:cNvSpPr>
          <p:nvPr/>
        </p:nvSpPr>
        <p:spPr bwMode="auto">
          <a:xfrm rot="21050124" flipV="1">
            <a:off x="7596188" y="2644775"/>
            <a:ext cx="212725" cy="53975"/>
          </a:xfrm>
          <a:prstGeom prst="line">
            <a:avLst/>
          </a:prstGeom>
          <a:noFill/>
          <a:ln w="1905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Line 19">
            <a:extLst>
              <a:ext uri="{FF2B5EF4-FFF2-40B4-BE49-F238E27FC236}">
                <a16:creationId xmlns:a16="http://schemas.microsoft.com/office/drawing/2014/main" id="{729A7923-0B4A-41CA-805E-36AF751B3CEB}"/>
              </a:ext>
            </a:extLst>
          </p:cNvPr>
          <p:cNvSpPr>
            <a:spLocks noChangeAspect="1" noChangeShapeType="1"/>
          </p:cNvSpPr>
          <p:nvPr/>
        </p:nvSpPr>
        <p:spPr bwMode="auto">
          <a:xfrm rot="21050124" flipV="1">
            <a:off x="7642225" y="2730500"/>
            <a:ext cx="212725" cy="53975"/>
          </a:xfrm>
          <a:prstGeom prst="line">
            <a:avLst/>
          </a:prstGeom>
          <a:noFill/>
          <a:ln w="1905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6" name="灯片编号占位符 1">
            <a:extLst>
              <a:ext uri="{FF2B5EF4-FFF2-40B4-BE49-F238E27FC236}">
                <a16:creationId xmlns:a16="http://schemas.microsoft.com/office/drawing/2014/main" id="{96FFB6EC-78CF-46AF-A6CD-024F55C4352D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E7A5570-12CA-465A-AD46-83D229C7713D}" type="slidenum">
              <a:rPr lang="en-US" altLang="zh-CN" b="0">
                <a:solidFill>
                  <a:srgbClr val="FF00FF"/>
                </a:solidFill>
              </a:rPr>
              <a:pPr eaLnBrk="1" hangingPunct="1"/>
              <a:t>15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2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1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2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0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0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1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12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1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1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1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nimBg="1"/>
      <p:bldP spid="12291" grpId="0" animBg="1"/>
      <p:bldP spid="12292" grpId="0" autoUpdateAnimBg="0"/>
      <p:bldP spid="12293" grpId="0" autoUpdateAnimBg="0"/>
      <p:bldP spid="12294" grpId="0" autoUpdateAnimBg="0"/>
      <p:bldP spid="12303" grpId="0" build="p" autoUpdateAnimBg="0"/>
      <p:bldP spid="12304" grpId="0" autoUpdateAnimBg="0"/>
      <p:bldP spid="12318" grpId="0" autoUpdateAnimBg="0"/>
      <p:bldP spid="12322" grpId="0"/>
      <p:bldP spid="69" grpId="0"/>
      <p:bldP spid="7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2">
            <a:extLst>
              <a:ext uri="{FF2B5EF4-FFF2-40B4-BE49-F238E27FC236}">
                <a16:creationId xmlns:a16="http://schemas.microsoft.com/office/drawing/2014/main" id="{6DC366C0-6C4F-410D-8A92-055E502770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00513" y="4657725"/>
          <a:ext cx="184150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86" name="公式" r:id="rId3" imgW="190535" imgH="266826" progId="Equation.3">
                  <p:embed/>
                </p:oleObj>
              </mc:Choice>
              <mc:Fallback>
                <p:oleObj name="公式" r:id="rId3" imgW="190535" imgH="266826" progId="Equation.3">
                  <p:embed/>
                  <p:pic>
                    <p:nvPicPr>
                      <p:cNvPr id="13314" name="Object 2">
                        <a:extLst>
                          <a:ext uri="{FF2B5EF4-FFF2-40B4-BE49-F238E27FC236}">
                            <a16:creationId xmlns:a16="http://schemas.microsoft.com/office/drawing/2014/main" id="{6DC366C0-6C4F-410D-8A92-055E502770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0513" y="4657725"/>
                        <a:ext cx="184150" cy="24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>
            <a:extLst>
              <a:ext uri="{FF2B5EF4-FFF2-40B4-BE49-F238E27FC236}">
                <a16:creationId xmlns:a16="http://schemas.microsoft.com/office/drawing/2014/main" id="{D2B3B008-3637-46EC-9A13-02A8635AB230}"/>
              </a:ext>
            </a:extLst>
          </p:cNvPr>
          <p:cNvGrpSpPr>
            <a:grpSpLocks/>
          </p:cNvGrpSpPr>
          <p:nvPr/>
        </p:nvGrpSpPr>
        <p:grpSpPr bwMode="auto">
          <a:xfrm>
            <a:off x="2536825" y="3887788"/>
            <a:ext cx="4267200" cy="1752600"/>
            <a:chOff x="4992" y="2640"/>
            <a:chExt cx="2688" cy="1104"/>
          </a:xfrm>
        </p:grpSpPr>
        <p:sp>
          <p:nvSpPr>
            <p:cNvPr id="26693" name="Rectangle 4" descr="深色横线">
              <a:extLst>
                <a:ext uri="{FF2B5EF4-FFF2-40B4-BE49-F238E27FC236}">
                  <a16:creationId xmlns:a16="http://schemas.microsoft.com/office/drawing/2014/main" id="{F899F5A3-3743-452D-BEC9-452D98E9D4F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92" y="3312"/>
              <a:ext cx="2016" cy="432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6694" name="AutoShape 5">
              <a:extLst>
                <a:ext uri="{FF2B5EF4-FFF2-40B4-BE49-F238E27FC236}">
                  <a16:creationId xmlns:a16="http://schemas.microsoft.com/office/drawing/2014/main" id="{1D664B54-E782-4F38-9CF0-2E981AE5AA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640"/>
              <a:ext cx="2688" cy="677"/>
            </a:xfrm>
            <a:prstGeom prst="parallelogram">
              <a:avLst>
                <a:gd name="adj" fmla="val 99261"/>
              </a:avLst>
            </a:prstGeom>
            <a:solidFill>
              <a:srgbClr val="00FF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6695" name="AutoShape 6" descr="深色上对角线">
              <a:extLst>
                <a:ext uri="{FF2B5EF4-FFF2-40B4-BE49-F238E27FC236}">
                  <a16:creationId xmlns:a16="http://schemas.microsoft.com/office/drawing/2014/main" id="{CE1034F9-9ABF-44D9-BBAA-B8A7537433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6798" y="2850"/>
              <a:ext cx="1092" cy="672"/>
            </a:xfrm>
            <a:prstGeom prst="parallelogram">
              <a:avLst>
                <a:gd name="adj" fmla="val 100148"/>
              </a:avLst>
            </a:prstGeom>
            <a:blipFill dpi="0" rotWithShape="0">
              <a:blip r:embed="rId6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319" name="Line 7">
            <a:extLst>
              <a:ext uri="{FF2B5EF4-FFF2-40B4-BE49-F238E27FC236}">
                <a16:creationId xmlns:a16="http://schemas.microsoft.com/office/drawing/2014/main" id="{6B56C047-2BF6-484D-A087-02B1171837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60838" y="4248150"/>
            <a:ext cx="103187" cy="152400"/>
          </a:xfrm>
          <a:prstGeom prst="line">
            <a:avLst/>
          </a:prstGeom>
          <a:noFill/>
          <a:ln w="19050">
            <a:solidFill>
              <a:srgbClr val="99FF33">
                <a:alpha val="47058"/>
              </a:srgbClr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0" name="Line 8">
            <a:extLst>
              <a:ext uri="{FF2B5EF4-FFF2-40B4-BE49-F238E27FC236}">
                <a16:creationId xmlns:a16="http://schemas.microsoft.com/office/drawing/2014/main" id="{C7E0432A-AC34-4218-9A83-1F59B278C9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89425" y="4268788"/>
            <a:ext cx="228600" cy="301625"/>
          </a:xfrm>
          <a:prstGeom prst="line">
            <a:avLst/>
          </a:prstGeom>
          <a:noFill/>
          <a:ln w="19050">
            <a:solidFill>
              <a:srgbClr val="99FF33">
                <a:alpha val="49019"/>
              </a:srgbClr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1" name="Line 9">
            <a:extLst>
              <a:ext uri="{FF2B5EF4-FFF2-40B4-BE49-F238E27FC236}">
                <a16:creationId xmlns:a16="http://schemas.microsoft.com/office/drawing/2014/main" id="{859DB064-7B06-4509-A511-97CA9869BD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13250" y="4268788"/>
            <a:ext cx="333375" cy="495300"/>
          </a:xfrm>
          <a:prstGeom prst="line">
            <a:avLst/>
          </a:prstGeom>
          <a:noFill/>
          <a:ln w="19050">
            <a:solidFill>
              <a:srgbClr val="99FF33">
                <a:alpha val="47058"/>
              </a:srgbClr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2" name="Line 10">
            <a:extLst>
              <a:ext uri="{FF2B5EF4-FFF2-40B4-BE49-F238E27FC236}">
                <a16:creationId xmlns:a16="http://schemas.microsoft.com/office/drawing/2014/main" id="{F8ECB290-5875-419B-9085-C0A4C4CB92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0825" y="4268788"/>
            <a:ext cx="471488" cy="628650"/>
          </a:xfrm>
          <a:prstGeom prst="line">
            <a:avLst/>
          </a:prstGeom>
          <a:noFill/>
          <a:ln w="38100">
            <a:solidFill>
              <a:srgbClr val="99FF33">
                <a:alpha val="47058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3" name="Line 11">
            <a:extLst>
              <a:ext uri="{FF2B5EF4-FFF2-40B4-BE49-F238E27FC236}">
                <a16:creationId xmlns:a16="http://schemas.microsoft.com/office/drawing/2014/main" id="{3F188072-EE34-4469-9346-2A747020D3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18025" y="4268788"/>
            <a:ext cx="457200" cy="635000"/>
          </a:xfrm>
          <a:prstGeom prst="line">
            <a:avLst/>
          </a:prstGeom>
          <a:noFill/>
          <a:ln w="19050">
            <a:solidFill>
              <a:srgbClr val="99FF33">
                <a:alpha val="47058"/>
              </a:srgbClr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324" name="Object 3">
            <a:extLst>
              <a:ext uri="{FF2B5EF4-FFF2-40B4-BE49-F238E27FC236}">
                <a16:creationId xmlns:a16="http://schemas.microsoft.com/office/drawing/2014/main" id="{72F73CB5-4142-4FB2-9FC0-9A075F74807E}"/>
              </a:ext>
            </a:extLst>
          </p:cNvPr>
          <p:cNvGraphicFramePr>
            <a:graphicFrameLocks/>
          </p:cNvGraphicFramePr>
          <p:nvPr/>
        </p:nvGraphicFramePr>
        <p:xfrm>
          <a:off x="3321050" y="971550"/>
          <a:ext cx="3062288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87" name="公式" r:id="rId7" imgW="3367969" imgH="792417" progId="Equation.3">
                  <p:embed/>
                </p:oleObj>
              </mc:Choice>
              <mc:Fallback>
                <p:oleObj name="公式" r:id="rId7" imgW="3367969" imgH="792417" progId="Equation.3">
                  <p:embed/>
                  <p:pic>
                    <p:nvPicPr>
                      <p:cNvPr id="13324" name="Object 3">
                        <a:extLst>
                          <a:ext uri="{FF2B5EF4-FFF2-40B4-BE49-F238E27FC236}">
                            <a16:creationId xmlns:a16="http://schemas.microsoft.com/office/drawing/2014/main" id="{72F73CB5-4142-4FB2-9FC0-9A075F74807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1050" y="971550"/>
                        <a:ext cx="3062288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5" name="Text Box 13">
            <a:extLst>
              <a:ext uri="{FF2B5EF4-FFF2-40B4-BE49-F238E27FC236}">
                <a16:creationId xmlns:a16="http://schemas.microsoft.com/office/drawing/2014/main" id="{0775BDC3-9BF0-43E9-9C62-CCD71060F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2686050"/>
            <a:ext cx="3786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rgbClr val="66FFFF"/>
                </a:solidFill>
                <a:latin typeface="方正书宋简体"/>
              </a:rPr>
              <a:t>玻璃片堆起偏和检偏</a:t>
            </a:r>
            <a:endParaRPr lang="zh-CN" altLang="en-US" b="0">
              <a:solidFill>
                <a:srgbClr val="66FFFF"/>
              </a:solidFill>
            </a:endParaRPr>
          </a:p>
        </p:txBody>
      </p:sp>
      <p:sp>
        <p:nvSpPr>
          <p:cNvPr id="13326" name="Text Box 14">
            <a:extLst>
              <a:ext uri="{FF2B5EF4-FFF2-40B4-BE49-F238E27FC236}">
                <a16:creationId xmlns:a16="http://schemas.microsoft.com/office/drawing/2014/main" id="{26DBCE55-8CF1-4959-A95B-738FA4DA3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0" y="5113338"/>
            <a:ext cx="13668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chemeClr val="bg1"/>
                </a:solidFill>
                <a:ea typeface="楷体_GB2312" pitchFamily="49" charset="-122"/>
              </a:rPr>
              <a:t>玻璃片堆</a:t>
            </a:r>
          </a:p>
        </p:txBody>
      </p:sp>
      <p:sp>
        <p:nvSpPr>
          <p:cNvPr id="13327" name="Line 15">
            <a:extLst>
              <a:ext uri="{FF2B5EF4-FFF2-40B4-BE49-F238E27FC236}">
                <a16:creationId xmlns:a16="http://schemas.microsoft.com/office/drawing/2014/main" id="{CAD3BD94-41D2-4AC9-A96E-CFA6918760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60825" y="3278188"/>
            <a:ext cx="1538288" cy="974725"/>
          </a:xfrm>
          <a:prstGeom prst="line">
            <a:avLst/>
          </a:prstGeom>
          <a:noFill/>
          <a:ln w="19050">
            <a:solidFill>
              <a:srgbClr val="99FF33"/>
            </a:solidFill>
            <a:round/>
            <a:headEnd type="non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6">
            <a:extLst>
              <a:ext uri="{FF2B5EF4-FFF2-40B4-BE49-F238E27FC236}">
                <a16:creationId xmlns:a16="http://schemas.microsoft.com/office/drawing/2014/main" id="{249F6998-85D2-44AA-B800-5934B1BB7972}"/>
              </a:ext>
            </a:extLst>
          </p:cNvPr>
          <p:cNvGrpSpPr>
            <a:grpSpLocks/>
          </p:cNvGrpSpPr>
          <p:nvPr/>
        </p:nvGrpSpPr>
        <p:grpSpPr bwMode="auto">
          <a:xfrm>
            <a:off x="5154613" y="5619750"/>
            <a:ext cx="1274762" cy="817563"/>
            <a:chOff x="4166" y="3380"/>
            <a:chExt cx="803" cy="515"/>
          </a:xfrm>
        </p:grpSpPr>
        <p:sp>
          <p:nvSpPr>
            <p:cNvPr id="26686" name="Line 17">
              <a:extLst>
                <a:ext uri="{FF2B5EF4-FFF2-40B4-BE49-F238E27FC236}">
                  <a16:creationId xmlns:a16="http://schemas.microsoft.com/office/drawing/2014/main" id="{86A4200E-9327-46DC-B0DA-77D14CE4EB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6" y="3380"/>
              <a:ext cx="803" cy="515"/>
            </a:xfrm>
            <a:prstGeom prst="line">
              <a:avLst/>
            </a:prstGeom>
            <a:noFill/>
            <a:ln w="19050">
              <a:solidFill>
                <a:srgbClr val="99FF33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87" name="Line 18">
              <a:extLst>
                <a:ext uri="{FF2B5EF4-FFF2-40B4-BE49-F238E27FC236}">
                  <a16:creationId xmlns:a16="http://schemas.microsoft.com/office/drawing/2014/main" id="{428A6DFD-4D23-42C6-9704-16AB026D08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50" y="3401"/>
              <a:ext cx="89" cy="136"/>
            </a:xfrm>
            <a:prstGeom prst="line">
              <a:avLst/>
            </a:prstGeom>
            <a:noFill/>
            <a:ln w="19050">
              <a:solidFill>
                <a:srgbClr val="99FF33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88" name="Line 19">
              <a:extLst>
                <a:ext uri="{FF2B5EF4-FFF2-40B4-BE49-F238E27FC236}">
                  <a16:creationId xmlns:a16="http://schemas.microsoft.com/office/drawing/2014/main" id="{65EE1E95-0E28-41E9-8F0B-CC6A490525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44" y="3462"/>
              <a:ext cx="89" cy="136"/>
            </a:xfrm>
            <a:prstGeom prst="line">
              <a:avLst/>
            </a:prstGeom>
            <a:noFill/>
            <a:ln w="19050">
              <a:solidFill>
                <a:srgbClr val="99FF33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89" name="Line 20">
              <a:extLst>
                <a:ext uri="{FF2B5EF4-FFF2-40B4-BE49-F238E27FC236}">
                  <a16:creationId xmlns:a16="http://schemas.microsoft.com/office/drawing/2014/main" id="{C4F61734-B0AF-4A65-A192-2C8608F8FA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2" y="3526"/>
              <a:ext cx="89" cy="136"/>
            </a:xfrm>
            <a:prstGeom prst="line">
              <a:avLst/>
            </a:prstGeom>
            <a:noFill/>
            <a:ln w="19050">
              <a:solidFill>
                <a:srgbClr val="99FF33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0" name="Line 21">
              <a:extLst>
                <a:ext uri="{FF2B5EF4-FFF2-40B4-BE49-F238E27FC236}">
                  <a16:creationId xmlns:a16="http://schemas.microsoft.com/office/drawing/2014/main" id="{C27BA239-2B81-4B9A-AA15-841B24BDBF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28" y="3582"/>
              <a:ext cx="89" cy="136"/>
            </a:xfrm>
            <a:prstGeom prst="line">
              <a:avLst/>
            </a:prstGeom>
            <a:noFill/>
            <a:ln w="19050">
              <a:solidFill>
                <a:srgbClr val="99FF33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1" name="Line 22">
              <a:extLst>
                <a:ext uri="{FF2B5EF4-FFF2-40B4-BE49-F238E27FC236}">
                  <a16:creationId xmlns:a16="http://schemas.microsoft.com/office/drawing/2014/main" id="{95B9DBA9-F998-4AFF-BB3A-9454D1C1EE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16" y="3646"/>
              <a:ext cx="89" cy="136"/>
            </a:xfrm>
            <a:prstGeom prst="line">
              <a:avLst/>
            </a:prstGeom>
            <a:noFill/>
            <a:ln w="19050">
              <a:solidFill>
                <a:srgbClr val="99FF33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2" name="Line 23">
              <a:extLst>
                <a:ext uri="{FF2B5EF4-FFF2-40B4-BE49-F238E27FC236}">
                  <a16:creationId xmlns:a16="http://schemas.microsoft.com/office/drawing/2014/main" id="{930A000C-328E-44EC-99DC-4BF4B8A825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12" y="3702"/>
              <a:ext cx="89" cy="136"/>
            </a:xfrm>
            <a:prstGeom prst="line">
              <a:avLst/>
            </a:prstGeom>
            <a:noFill/>
            <a:ln w="19050">
              <a:solidFill>
                <a:srgbClr val="99FF33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36" name="Arc 24">
            <a:extLst>
              <a:ext uri="{FF2B5EF4-FFF2-40B4-BE49-F238E27FC236}">
                <a16:creationId xmlns:a16="http://schemas.microsoft.com/office/drawing/2014/main" id="{0751C469-EF9F-4AAF-9DA6-41D2B2D030B4}"/>
              </a:ext>
            </a:extLst>
          </p:cNvPr>
          <p:cNvSpPr>
            <a:spLocks/>
          </p:cNvSpPr>
          <p:nvPr/>
        </p:nvSpPr>
        <p:spPr bwMode="auto">
          <a:xfrm flipH="1">
            <a:off x="3832225" y="3938588"/>
            <a:ext cx="228600" cy="152400"/>
          </a:xfrm>
          <a:custGeom>
            <a:avLst/>
            <a:gdLst>
              <a:gd name="T0" fmla="*/ 0 w 31718"/>
              <a:gd name="T1" fmla="*/ 2147483646 h 21600"/>
              <a:gd name="T2" fmla="*/ 2147483646 w 31718"/>
              <a:gd name="T3" fmla="*/ 2147483646 h 21600"/>
              <a:gd name="T4" fmla="*/ 2147483646 w 31718"/>
              <a:gd name="T5" fmla="*/ 2147483646 h 21600"/>
              <a:gd name="T6" fmla="*/ 0 60000 65536"/>
              <a:gd name="T7" fmla="*/ 0 60000 65536"/>
              <a:gd name="T8" fmla="*/ 0 60000 65536"/>
              <a:gd name="T9" fmla="*/ 0 w 31718"/>
              <a:gd name="T10" fmla="*/ 0 h 21600"/>
              <a:gd name="T11" fmla="*/ 31718 w 3171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718" h="21600" fill="none" extrusionOk="0">
                <a:moveTo>
                  <a:pt x="0" y="2516"/>
                </a:moveTo>
                <a:cubicBezTo>
                  <a:pt x="3116" y="863"/>
                  <a:pt x="6590" y="-1"/>
                  <a:pt x="10118" y="0"/>
                </a:cubicBezTo>
                <a:cubicBezTo>
                  <a:pt x="22047" y="0"/>
                  <a:pt x="31718" y="9670"/>
                  <a:pt x="31718" y="21600"/>
                </a:cubicBezTo>
              </a:path>
              <a:path w="31718" h="21600" stroke="0" extrusionOk="0">
                <a:moveTo>
                  <a:pt x="0" y="2516"/>
                </a:moveTo>
                <a:cubicBezTo>
                  <a:pt x="3116" y="863"/>
                  <a:pt x="6590" y="-1"/>
                  <a:pt x="10118" y="0"/>
                </a:cubicBezTo>
                <a:cubicBezTo>
                  <a:pt x="22047" y="0"/>
                  <a:pt x="31718" y="9670"/>
                  <a:pt x="31718" y="21600"/>
                </a:cubicBezTo>
                <a:lnTo>
                  <a:pt x="10118" y="21600"/>
                </a:lnTo>
                <a:lnTo>
                  <a:pt x="0" y="2516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37" name="Rectangle 25">
            <a:extLst>
              <a:ext uri="{FF2B5EF4-FFF2-40B4-BE49-F238E27FC236}">
                <a16:creationId xmlns:a16="http://schemas.microsoft.com/office/drawing/2014/main" id="{38A0D4BF-52EC-495E-9443-14F1D8E0F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5762625"/>
            <a:ext cx="1223963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线偏振光</a:t>
            </a:r>
          </a:p>
        </p:txBody>
      </p:sp>
      <p:grpSp>
        <p:nvGrpSpPr>
          <p:cNvPr id="4" name="Group 26">
            <a:extLst>
              <a:ext uri="{FF2B5EF4-FFF2-40B4-BE49-F238E27FC236}">
                <a16:creationId xmlns:a16="http://schemas.microsoft.com/office/drawing/2014/main" id="{71CEEC4F-B043-42DF-BB4D-A5A0C9338018}"/>
              </a:ext>
            </a:extLst>
          </p:cNvPr>
          <p:cNvGrpSpPr>
            <a:grpSpLocks/>
          </p:cNvGrpSpPr>
          <p:nvPr/>
        </p:nvGrpSpPr>
        <p:grpSpPr bwMode="auto">
          <a:xfrm>
            <a:off x="2909888" y="3494088"/>
            <a:ext cx="865187" cy="638175"/>
            <a:chOff x="4142" y="1991"/>
            <a:chExt cx="545" cy="402"/>
          </a:xfrm>
        </p:grpSpPr>
        <p:sp>
          <p:nvSpPr>
            <p:cNvPr id="26678" name="Line 27">
              <a:extLst>
                <a:ext uri="{FF2B5EF4-FFF2-40B4-BE49-F238E27FC236}">
                  <a16:creationId xmlns:a16="http://schemas.microsoft.com/office/drawing/2014/main" id="{5F7DA8A8-D0A7-4D88-9ABF-54F73329BD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95" y="2004"/>
              <a:ext cx="88" cy="136"/>
            </a:xfrm>
            <a:prstGeom prst="line">
              <a:avLst/>
            </a:prstGeom>
            <a:noFill/>
            <a:ln w="19050">
              <a:solidFill>
                <a:srgbClr val="99FF33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9" name="Line 28">
              <a:extLst>
                <a:ext uri="{FF2B5EF4-FFF2-40B4-BE49-F238E27FC236}">
                  <a16:creationId xmlns:a16="http://schemas.microsoft.com/office/drawing/2014/main" id="{DB8F085D-AFE4-4373-AC0F-0FB94B87AB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6" y="2087"/>
              <a:ext cx="88" cy="136"/>
            </a:xfrm>
            <a:prstGeom prst="line">
              <a:avLst/>
            </a:prstGeom>
            <a:noFill/>
            <a:ln w="19050">
              <a:solidFill>
                <a:srgbClr val="99FF33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80" name="Line 29">
              <a:extLst>
                <a:ext uri="{FF2B5EF4-FFF2-40B4-BE49-F238E27FC236}">
                  <a16:creationId xmlns:a16="http://schemas.microsoft.com/office/drawing/2014/main" id="{33F2DECC-1460-490D-9C7B-F516179AAA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57" y="2172"/>
              <a:ext cx="89" cy="136"/>
            </a:xfrm>
            <a:prstGeom prst="line">
              <a:avLst/>
            </a:prstGeom>
            <a:noFill/>
            <a:ln w="19050">
              <a:solidFill>
                <a:srgbClr val="99FF33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81" name="Line 30">
              <a:extLst>
                <a:ext uri="{FF2B5EF4-FFF2-40B4-BE49-F238E27FC236}">
                  <a16:creationId xmlns:a16="http://schemas.microsoft.com/office/drawing/2014/main" id="{E21A7F97-986D-4DC4-9ADE-472CAE048E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98" y="2257"/>
              <a:ext cx="89" cy="136"/>
            </a:xfrm>
            <a:prstGeom prst="line">
              <a:avLst/>
            </a:prstGeom>
            <a:noFill/>
            <a:ln w="19050">
              <a:solidFill>
                <a:srgbClr val="99FF33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6682" name="Object 23">
              <a:extLst>
                <a:ext uri="{FF2B5EF4-FFF2-40B4-BE49-F238E27FC236}">
                  <a16:creationId xmlns:a16="http://schemas.microsoft.com/office/drawing/2014/main" id="{40BEDF4E-8B53-4BEF-8DA3-9590FE456E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42" y="1991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88" name="公式" r:id="rId9" imgW="76129" imgH="83993" progId="Equation.3">
                    <p:embed/>
                  </p:oleObj>
                </mc:Choice>
                <mc:Fallback>
                  <p:oleObj name="公式" r:id="rId9" imgW="76129" imgH="83993" progId="Equation.3">
                    <p:embed/>
                    <p:pic>
                      <p:nvPicPr>
                        <p:cNvPr id="26682" name="Object 23">
                          <a:extLst>
                            <a:ext uri="{FF2B5EF4-FFF2-40B4-BE49-F238E27FC236}">
                              <a16:creationId xmlns:a16="http://schemas.microsoft.com/office/drawing/2014/main" id="{40BEDF4E-8B53-4BEF-8DA3-9590FE456E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2" y="1991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83" name="Object 24">
              <a:extLst>
                <a:ext uri="{FF2B5EF4-FFF2-40B4-BE49-F238E27FC236}">
                  <a16:creationId xmlns:a16="http://schemas.microsoft.com/office/drawing/2014/main" id="{C3766E26-14BC-4F15-80A7-14521388C7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65" y="2067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89" name="公式" r:id="rId11" imgW="76129" imgH="83993" progId="Equation.3">
                    <p:embed/>
                  </p:oleObj>
                </mc:Choice>
                <mc:Fallback>
                  <p:oleObj name="公式" r:id="rId11" imgW="76129" imgH="83993" progId="Equation.3">
                    <p:embed/>
                    <p:pic>
                      <p:nvPicPr>
                        <p:cNvPr id="26683" name="Object 24">
                          <a:extLst>
                            <a:ext uri="{FF2B5EF4-FFF2-40B4-BE49-F238E27FC236}">
                              <a16:creationId xmlns:a16="http://schemas.microsoft.com/office/drawing/2014/main" id="{C3766E26-14BC-4F15-80A7-14521388C7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5" y="2067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84" name="Object 25">
              <a:extLst>
                <a:ext uri="{FF2B5EF4-FFF2-40B4-BE49-F238E27FC236}">
                  <a16:creationId xmlns:a16="http://schemas.microsoft.com/office/drawing/2014/main" id="{262E69E0-9195-4972-9CC0-898BAC8366F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99" y="2156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90" name="公式" r:id="rId13" imgW="76129" imgH="83993" progId="Equation.3">
                    <p:embed/>
                  </p:oleObj>
                </mc:Choice>
                <mc:Fallback>
                  <p:oleObj name="公式" r:id="rId13" imgW="76129" imgH="83993" progId="Equation.3">
                    <p:embed/>
                    <p:pic>
                      <p:nvPicPr>
                        <p:cNvPr id="26684" name="Object 25">
                          <a:extLst>
                            <a:ext uri="{FF2B5EF4-FFF2-40B4-BE49-F238E27FC236}">
                              <a16:creationId xmlns:a16="http://schemas.microsoft.com/office/drawing/2014/main" id="{262E69E0-9195-4972-9CC0-898BAC8366F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9" y="2156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85" name="Object 26">
              <a:extLst>
                <a:ext uri="{FF2B5EF4-FFF2-40B4-BE49-F238E27FC236}">
                  <a16:creationId xmlns:a16="http://schemas.microsoft.com/office/drawing/2014/main" id="{CA1D62AD-7F4A-477B-A186-F74ED5C641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35" y="2239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91" name="公式" r:id="rId15" imgW="76129" imgH="83993" progId="Equation.3">
                    <p:embed/>
                  </p:oleObj>
                </mc:Choice>
                <mc:Fallback>
                  <p:oleObj name="公式" r:id="rId15" imgW="76129" imgH="83993" progId="Equation.3">
                    <p:embed/>
                    <p:pic>
                      <p:nvPicPr>
                        <p:cNvPr id="26685" name="Object 26">
                          <a:extLst>
                            <a:ext uri="{FF2B5EF4-FFF2-40B4-BE49-F238E27FC236}">
                              <a16:creationId xmlns:a16="http://schemas.microsoft.com/office/drawing/2014/main" id="{CA1D62AD-7F4A-477B-A186-F74ED5C6419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5" y="2239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47" name="Line 35">
            <a:extLst>
              <a:ext uri="{FF2B5EF4-FFF2-40B4-BE49-F238E27FC236}">
                <a16:creationId xmlns:a16="http://schemas.microsoft.com/office/drawing/2014/main" id="{289D464C-DAD3-45CE-B18D-82766A12A0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60825" y="3405188"/>
            <a:ext cx="0" cy="1392237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348" name="Object 4">
            <a:extLst>
              <a:ext uri="{FF2B5EF4-FFF2-40B4-BE49-F238E27FC236}">
                <a16:creationId xmlns:a16="http://schemas.microsoft.com/office/drawing/2014/main" id="{7C81BC93-6EB2-47C8-83D0-02AD627176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4750" y="3500438"/>
          <a:ext cx="2381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92" name="公式" r:id="rId17" imgW="83785" imgH="190469" progId="Equation.3">
                  <p:embed/>
                </p:oleObj>
              </mc:Choice>
              <mc:Fallback>
                <p:oleObj name="公式" r:id="rId17" imgW="83785" imgH="190469" progId="Equation.3">
                  <p:embed/>
                  <p:pic>
                    <p:nvPicPr>
                      <p:cNvPr id="13348" name="Object 4">
                        <a:extLst>
                          <a:ext uri="{FF2B5EF4-FFF2-40B4-BE49-F238E27FC236}">
                            <a16:creationId xmlns:a16="http://schemas.microsoft.com/office/drawing/2014/main" id="{7C81BC93-6EB2-47C8-83D0-02AD627176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0" y="3500438"/>
                        <a:ext cx="23812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9" name="Line 37">
            <a:extLst>
              <a:ext uri="{FF2B5EF4-FFF2-40B4-BE49-F238E27FC236}">
                <a16:creationId xmlns:a16="http://schemas.microsoft.com/office/drawing/2014/main" id="{1946C1B8-7364-433D-88ED-8C0AB9144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4268788"/>
            <a:ext cx="3240088" cy="158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38">
            <a:extLst>
              <a:ext uri="{FF2B5EF4-FFF2-40B4-BE49-F238E27FC236}">
                <a16:creationId xmlns:a16="http://schemas.microsoft.com/office/drawing/2014/main" id="{11BDFC6C-94E3-40E2-A051-465BE378373C}"/>
              </a:ext>
            </a:extLst>
          </p:cNvPr>
          <p:cNvGrpSpPr>
            <a:grpSpLocks/>
          </p:cNvGrpSpPr>
          <p:nvPr/>
        </p:nvGrpSpPr>
        <p:grpSpPr bwMode="auto">
          <a:xfrm>
            <a:off x="4203700" y="3286125"/>
            <a:ext cx="2301875" cy="987425"/>
            <a:chOff x="2230" y="2052"/>
            <a:chExt cx="1450" cy="622"/>
          </a:xfrm>
        </p:grpSpPr>
        <p:graphicFrame>
          <p:nvGraphicFramePr>
            <p:cNvPr id="26659" name="Object 8">
              <a:extLst>
                <a:ext uri="{FF2B5EF4-FFF2-40B4-BE49-F238E27FC236}">
                  <a16:creationId xmlns:a16="http://schemas.microsoft.com/office/drawing/2014/main" id="{7A044A09-F93D-48E1-99FA-25112BF39E8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30" y="2537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93" name="公式" r:id="rId19" imgW="76129" imgH="83993" progId="Equation.3">
                    <p:embed/>
                  </p:oleObj>
                </mc:Choice>
                <mc:Fallback>
                  <p:oleObj name="公式" r:id="rId19" imgW="76129" imgH="83993" progId="Equation.3">
                    <p:embed/>
                    <p:pic>
                      <p:nvPicPr>
                        <p:cNvPr id="26659" name="Object 8">
                          <a:extLst>
                            <a:ext uri="{FF2B5EF4-FFF2-40B4-BE49-F238E27FC236}">
                              <a16:creationId xmlns:a16="http://schemas.microsoft.com/office/drawing/2014/main" id="{7A044A09-F93D-48E1-99FA-25112BF39E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0" y="2537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60" name="Object 9">
              <a:extLst>
                <a:ext uri="{FF2B5EF4-FFF2-40B4-BE49-F238E27FC236}">
                  <a16:creationId xmlns:a16="http://schemas.microsoft.com/office/drawing/2014/main" id="{A24A9887-27CF-42CC-954B-B88E3DC594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59" y="2199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94" name="公式" r:id="rId21" imgW="76129" imgH="83993" progId="Equation.3">
                    <p:embed/>
                  </p:oleObj>
                </mc:Choice>
                <mc:Fallback>
                  <p:oleObj name="公式" r:id="rId21" imgW="76129" imgH="83993" progId="Equation.3">
                    <p:embed/>
                    <p:pic>
                      <p:nvPicPr>
                        <p:cNvPr id="26660" name="Object 9">
                          <a:extLst>
                            <a:ext uri="{FF2B5EF4-FFF2-40B4-BE49-F238E27FC236}">
                              <a16:creationId xmlns:a16="http://schemas.microsoft.com/office/drawing/2014/main" id="{A24A9887-27CF-42CC-954B-B88E3DC594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9" y="2199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61" name="Object 10">
              <a:extLst>
                <a:ext uri="{FF2B5EF4-FFF2-40B4-BE49-F238E27FC236}">
                  <a16:creationId xmlns:a16="http://schemas.microsoft.com/office/drawing/2014/main" id="{DA3EFED8-3DDE-4D4A-95AC-EA99DA7B0C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58" y="2534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95" name="公式" r:id="rId23" imgW="76129" imgH="83993" progId="Equation.3">
                    <p:embed/>
                  </p:oleObj>
                </mc:Choice>
                <mc:Fallback>
                  <p:oleObj name="公式" r:id="rId23" imgW="76129" imgH="83993" progId="Equation.3">
                    <p:embed/>
                    <p:pic>
                      <p:nvPicPr>
                        <p:cNvPr id="26661" name="Object 10">
                          <a:extLst>
                            <a:ext uri="{FF2B5EF4-FFF2-40B4-BE49-F238E27FC236}">
                              <a16:creationId xmlns:a16="http://schemas.microsoft.com/office/drawing/2014/main" id="{DA3EFED8-3DDE-4D4A-95AC-EA99DA7B0C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8" y="2534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62" name="Object 11">
              <a:extLst>
                <a:ext uri="{FF2B5EF4-FFF2-40B4-BE49-F238E27FC236}">
                  <a16:creationId xmlns:a16="http://schemas.microsoft.com/office/drawing/2014/main" id="{8497947B-18B9-40C5-9817-6A32B8C365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26" y="2349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96" name="公式" r:id="rId25" imgW="76129" imgH="83993" progId="Equation.3">
                    <p:embed/>
                  </p:oleObj>
                </mc:Choice>
                <mc:Fallback>
                  <p:oleObj name="公式" r:id="rId25" imgW="76129" imgH="83993" progId="Equation.3">
                    <p:embed/>
                    <p:pic>
                      <p:nvPicPr>
                        <p:cNvPr id="26662" name="Object 11">
                          <a:extLst>
                            <a:ext uri="{FF2B5EF4-FFF2-40B4-BE49-F238E27FC236}">
                              <a16:creationId xmlns:a16="http://schemas.microsoft.com/office/drawing/2014/main" id="{8497947B-18B9-40C5-9817-6A32B8C365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6" y="2349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63" name="Object 12">
              <a:extLst>
                <a:ext uri="{FF2B5EF4-FFF2-40B4-BE49-F238E27FC236}">
                  <a16:creationId xmlns:a16="http://schemas.microsoft.com/office/drawing/2014/main" id="{C8AE9396-F3E2-4879-AC38-6E3F80CEE6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01" y="2209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97" name="公式" r:id="rId27" imgW="76129" imgH="83993" progId="Equation.3">
                    <p:embed/>
                  </p:oleObj>
                </mc:Choice>
                <mc:Fallback>
                  <p:oleObj name="公式" r:id="rId27" imgW="76129" imgH="83993" progId="Equation.3">
                    <p:embed/>
                    <p:pic>
                      <p:nvPicPr>
                        <p:cNvPr id="26663" name="Object 12">
                          <a:extLst>
                            <a:ext uri="{FF2B5EF4-FFF2-40B4-BE49-F238E27FC236}">
                              <a16:creationId xmlns:a16="http://schemas.microsoft.com/office/drawing/2014/main" id="{C8AE9396-F3E2-4879-AC38-6E3F80CEE68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1" y="2209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64" name="Object 13">
              <a:extLst>
                <a:ext uri="{FF2B5EF4-FFF2-40B4-BE49-F238E27FC236}">
                  <a16:creationId xmlns:a16="http://schemas.microsoft.com/office/drawing/2014/main" id="{0CFA1BC8-1C34-46AC-8BBA-7C5483DBAD5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79" y="2538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98" name="公式" r:id="rId29" imgW="76129" imgH="83993" progId="Equation.3">
                    <p:embed/>
                  </p:oleObj>
                </mc:Choice>
                <mc:Fallback>
                  <p:oleObj name="公式" r:id="rId29" imgW="76129" imgH="83993" progId="Equation.3">
                    <p:embed/>
                    <p:pic>
                      <p:nvPicPr>
                        <p:cNvPr id="26664" name="Object 13">
                          <a:extLst>
                            <a:ext uri="{FF2B5EF4-FFF2-40B4-BE49-F238E27FC236}">
                              <a16:creationId xmlns:a16="http://schemas.microsoft.com/office/drawing/2014/main" id="{0CFA1BC8-1C34-46AC-8BBA-7C5483DBAD5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9" y="2538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65" name="Object 14">
              <a:extLst>
                <a:ext uri="{FF2B5EF4-FFF2-40B4-BE49-F238E27FC236}">
                  <a16:creationId xmlns:a16="http://schemas.microsoft.com/office/drawing/2014/main" id="{3027E325-FFAD-44DA-BACB-3815954817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55" y="2351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99" name="公式" r:id="rId31" imgW="76129" imgH="83993" progId="Equation.3">
                    <p:embed/>
                  </p:oleObj>
                </mc:Choice>
                <mc:Fallback>
                  <p:oleObj name="公式" r:id="rId31" imgW="76129" imgH="83993" progId="Equation.3">
                    <p:embed/>
                    <p:pic>
                      <p:nvPicPr>
                        <p:cNvPr id="26665" name="Object 14">
                          <a:extLst>
                            <a:ext uri="{FF2B5EF4-FFF2-40B4-BE49-F238E27FC236}">
                              <a16:creationId xmlns:a16="http://schemas.microsoft.com/office/drawing/2014/main" id="{3027E325-FFAD-44DA-BACB-3815954817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5" y="2351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66" name="Object 15">
              <a:extLst>
                <a:ext uri="{FF2B5EF4-FFF2-40B4-BE49-F238E27FC236}">
                  <a16:creationId xmlns:a16="http://schemas.microsoft.com/office/drawing/2014/main" id="{4A0E732F-65C5-460D-ACDD-1D9CB70D73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26" y="2540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00" name="公式" r:id="rId33" imgW="76129" imgH="83993" progId="Equation.3">
                    <p:embed/>
                  </p:oleObj>
                </mc:Choice>
                <mc:Fallback>
                  <p:oleObj name="公式" r:id="rId33" imgW="76129" imgH="83993" progId="Equation.3">
                    <p:embed/>
                    <p:pic>
                      <p:nvPicPr>
                        <p:cNvPr id="26666" name="Object 15">
                          <a:extLst>
                            <a:ext uri="{FF2B5EF4-FFF2-40B4-BE49-F238E27FC236}">
                              <a16:creationId xmlns:a16="http://schemas.microsoft.com/office/drawing/2014/main" id="{4A0E732F-65C5-460D-ACDD-1D9CB70D736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6" y="2540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67" name="Object 16">
              <a:extLst>
                <a:ext uri="{FF2B5EF4-FFF2-40B4-BE49-F238E27FC236}">
                  <a16:creationId xmlns:a16="http://schemas.microsoft.com/office/drawing/2014/main" id="{7A7222B9-06C2-4F47-8A54-0E1C1A7B1A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55" y="2203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01" name="公式" r:id="rId35" imgW="76129" imgH="83993" progId="Equation.3">
                    <p:embed/>
                  </p:oleObj>
                </mc:Choice>
                <mc:Fallback>
                  <p:oleObj name="公式" r:id="rId35" imgW="76129" imgH="83993" progId="Equation.3">
                    <p:embed/>
                    <p:pic>
                      <p:nvPicPr>
                        <p:cNvPr id="26667" name="Object 16">
                          <a:extLst>
                            <a:ext uri="{FF2B5EF4-FFF2-40B4-BE49-F238E27FC236}">
                              <a16:creationId xmlns:a16="http://schemas.microsoft.com/office/drawing/2014/main" id="{7A7222B9-06C2-4F47-8A54-0E1C1A7B1A8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5" y="2203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68" name="Object 17">
              <a:extLst>
                <a:ext uri="{FF2B5EF4-FFF2-40B4-BE49-F238E27FC236}">
                  <a16:creationId xmlns:a16="http://schemas.microsoft.com/office/drawing/2014/main" id="{6E334280-25A9-4BC6-81B4-E3BC2D979C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24" y="2351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02" name="公式" r:id="rId37" imgW="76129" imgH="83993" progId="Equation.3">
                    <p:embed/>
                  </p:oleObj>
                </mc:Choice>
                <mc:Fallback>
                  <p:oleObj name="公式" r:id="rId37" imgW="76129" imgH="83993" progId="Equation.3">
                    <p:embed/>
                    <p:pic>
                      <p:nvPicPr>
                        <p:cNvPr id="26668" name="Object 17">
                          <a:extLst>
                            <a:ext uri="{FF2B5EF4-FFF2-40B4-BE49-F238E27FC236}">
                              <a16:creationId xmlns:a16="http://schemas.microsoft.com/office/drawing/2014/main" id="{6E334280-25A9-4BC6-81B4-E3BC2D979C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4" y="2351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69" name="Object 18">
              <a:extLst>
                <a:ext uri="{FF2B5EF4-FFF2-40B4-BE49-F238E27FC236}">
                  <a16:creationId xmlns:a16="http://schemas.microsoft.com/office/drawing/2014/main" id="{F42CB524-9A32-4E53-8A89-EE628840D9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7" y="2203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03" name="公式" r:id="rId39" imgW="76129" imgH="83993" progId="Equation.3">
                    <p:embed/>
                  </p:oleObj>
                </mc:Choice>
                <mc:Fallback>
                  <p:oleObj name="公式" r:id="rId39" imgW="76129" imgH="83993" progId="Equation.3">
                    <p:embed/>
                    <p:pic>
                      <p:nvPicPr>
                        <p:cNvPr id="26669" name="Object 18">
                          <a:extLst>
                            <a:ext uri="{FF2B5EF4-FFF2-40B4-BE49-F238E27FC236}">
                              <a16:creationId xmlns:a16="http://schemas.microsoft.com/office/drawing/2014/main" id="{F42CB524-9A32-4E53-8A89-EE628840D99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7" y="2203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70" name="Object 19">
              <a:extLst>
                <a:ext uri="{FF2B5EF4-FFF2-40B4-BE49-F238E27FC236}">
                  <a16:creationId xmlns:a16="http://schemas.microsoft.com/office/drawing/2014/main" id="{05DB0124-91C5-4BE0-993D-5EFD84793D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18" y="2537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04" name="公式" r:id="rId41" imgW="76129" imgH="83993" progId="Equation.3">
                    <p:embed/>
                  </p:oleObj>
                </mc:Choice>
                <mc:Fallback>
                  <p:oleObj name="公式" r:id="rId41" imgW="76129" imgH="83993" progId="Equation.3">
                    <p:embed/>
                    <p:pic>
                      <p:nvPicPr>
                        <p:cNvPr id="26670" name="Object 19">
                          <a:extLst>
                            <a:ext uri="{FF2B5EF4-FFF2-40B4-BE49-F238E27FC236}">
                              <a16:creationId xmlns:a16="http://schemas.microsoft.com/office/drawing/2014/main" id="{05DB0124-91C5-4BE0-993D-5EFD84793D7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8" y="2537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71" name="Object 20">
              <a:extLst>
                <a:ext uri="{FF2B5EF4-FFF2-40B4-BE49-F238E27FC236}">
                  <a16:creationId xmlns:a16="http://schemas.microsoft.com/office/drawing/2014/main" id="{3732B6A6-3AE6-4B18-B54A-8C160C5964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77" y="2351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05" name="公式" r:id="rId43" imgW="76129" imgH="83993" progId="Equation.3">
                    <p:embed/>
                  </p:oleObj>
                </mc:Choice>
                <mc:Fallback>
                  <p:oleObj name="公式" r:id="rId43" imgW="76129" imgH="83993" progId="Equation.3">
                    <p:embed/>
                    <p:pic>
                      <p:nvPicPr>
                        <p:cNvPr id="26671" name="Object 20">
                          <a:extLst>
                            <a:ext uri="{FF2B5EF4-FFF2-40B4-BE49-F238E27FC236}">
                              <a16:creationId xmlns:a16="http://schemas.microsoft.com/office/drawing/2014/main" id="{3732B6A6-3AE6-4B18-B54A-8C160C5964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7" y="2351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72" name="Object 21">
              <a:extLst>
                <a:ext uri="{FF2B5EF4-FFF2-40B4-BE49-F238E27FC236}">
                  <a16:creationId xmlns:a16="http://schemas.microsoft.com/office/drawing/2014/main" id="{6BD5192B-A87C-428D-87A0-41C4C335AF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50" y="2199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06" name="公式" r:id="rId45" imgW="76129" imgH="83993" progId="Equation.3">
                    <p:embed/>
                  </p:oleObj>
                </mc:Choice>
                <mc:Fallback>
                  <p:oleObj name="公式" r:id="rId45" imgW="76129" imgH="83993" progId="Equation.3">
                    <p:embed/>
                    <p:pic>
                      <p:nvPicPr>
                        <p:cNvPr id="26672" name="Object 21">
                          <a:extLst>
                            <a:ext uri="{FF2B5EF4-FFF2-40B4-BE49-F238E27FC236}">
                              <a16:creationId xmlns:a16="http://schemas.microsoft.com/office/drawing/2014/main" id="{6BD5192B-A87C-428D-87A0-41C4C335AF3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0" y="2199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73" name="Object 22">
              <a:extLst>
                <a:ext uri="{FF2B5EF4-FFF2-40B4-BE49-F238E27FC236}">
                  <a16:creationId xmlns:a16="http://schemas.microsoft.com/office/drawing/2014/main" id="{2BB66FF0-A911-4C44-9D73-497C419759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13" y="2351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07" name="公式" r:id="rId47" imgW="76129" imgH="83993" progId="Equation.3">
                    <p:embed/>
                  </p:oleObj>
                </mc:Choice>
                <mc:Fallback>
                  <p:oleObj name="公式" r:id="rId47" imgW="76129" imgH="83993" progId="Equation.3">
                    <p:embed/>
                    <p:pic>
                      <p:nvPicPr>
                        <p:cNvPr id="26673" name="Object 22">
                          <a:extLst>
                            <a:ext uri="{FF2B5EF4-FFF2-40B4-BE49-F238E27FC236}">
                              <a16:creationId xmlns:a16="http://schemas.microsoft.com/office/drawing/2014/main" id="{2BB66FF0-A911-4C44-9D73-497C419759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3" y="2351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74" name="Line 54">
              <a:extLst>
                <a:ext uri="{FF2B5EF4-FFF2-40B4-BE49-F238E27FC236}">
                  <a16:creationId xmlns:a16="http://schemas.microsoft.com/office/drawing/2014/main" id="{2BCFD128-D7EA-47C5-9C25-15160D1465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61" y="2052"/>
              <a:ext cx="969" cy="614"/>
            </a:xfrm>
            <a:prstGeom prst="line">
              <a:avLst/>
            </a:prstGeom>
            <a:noFill/>
            <a:ln w="19050">
              <a:solidFill>
                <a:srgbClr val="99FF33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5" name="Line 55">
              <a:extLst>
                <a:ext uri="{FF2B5EF4-FFF2-40B4-BE49-F238E27FC236}">
                  <a16:creationId xmlns:a16="http://schemas.microsoft.com/office/drawing/2014/main" id="{7A1B9E07-7B9D-4ED5-ABD5-5CA646F222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5" y="2056"/>
              <a:ext cx="969" cy="614"/>
            </a:xfrm>
            <a:prstGeom prst="line">
              <a:avLst/>
            </a:prstGeom>
            <a:noFill/>
            <a:ln w="19050">
              <a:solidFill>
                <a:srgbClr val="99FF33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6" name="Line 56">
              <a:extLst>
                <a:ext uri="{FF2B5EF4-FFF2-40B4-BE49-F238E27FC236}">
                  <a16:creationId xmlns:a16="http://schemas.microsoft.com/office/drawing/2014/main" id="{153B0860-389D-420A-9D3B-7616C29043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9" y="2060"/>
              <a:ext cx="969" cy="614"/>
            </a:xfrm>
            <a:prstGeom prst="line">
              <a:avLst/>
            </a:prstGeom>
            <a:noFill/>
            <a:ln w="19050">
              <a:solidFill>
                <a:srgbClr val="99FF33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7" name="Line 57">
              <a:extLst>
                <a:ext uri="{FF2B5EF4-FFF2-40B4-BE49-F238E27FC236}">
                  <a16:creationId xmlns:a16="http://schemas.microsoft.com/office/drawing/2014/main" id="{F6A24664-DFC8-4537-AF6B-6375F8F2E6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11" y="2057"/>
              <a:ext cx="969" cy="614"/>
            </a:xfrm>
            <a:prstGeom prst="line">
              <a:avLst/>
            </a:prstGeom>
            <a:noFill/>
            <a:ln w="19050">
              <a:solidFill>
                <a:srgbClr val="99FF33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70" name="Arc 58">
            <a:extLst>
              <a:ext uri="{FF2B5EF4-FFF2-40B4-BE49-F238E27FC236}">
                <a16:creationId xmlns:a16="http://schemas.microsoft.com/office/drawing/2014/main" id="{BD4E7042-6820-4B63-99C2-E5F180097676}"/>
              </a:ext>
            </a:extLst>
          </p:cNvPr>
          <p:cNvSpPr>
            <a:spLocks/>
          </p:cNvSpPr>
          <p:nvPr/>
        </p:nvSpPr>
        <p:spPr bwMode="auto">
          <a:xfrm flipV="1">
            <a:off x="4060825" y="4497388"/>
            <a:ext cx="220663" cy="152400"/>
          </a:xfrm>
          <a:custGeom>
            <a:avLst/>
            <a:gdLst>
              <a:gd name="T0" fmla="*/ 0 w 20871"/>
              <a:gd name="T1" fmla="*/ 0 h 21600"/>
              <a:gd name="T2" fmla="*/ 2147483646 w 20871"/>
              <a:gd name="T3" fmla="*/ 2147483646 h 21600"/>
              <a:gd name="T4" fmla="*/ 0 w 20871"/>
              <a:gd name="T5" fmla="*/ 2147483646 h 21600"/>
              <a:gd name="T6" fmla="*/ 0 60000 65536"/>
              <a:gd name="T7" fmla="*/ 0 60000 65536"/>
              <a:gd name="T8" fmla="*/ 0 60000 65536"/>
              <a:gd name="T9" fmla="*/ 0 w 20871"/>
              <a:gd name="T10" fmla="*/ 0 h 21600"/>
              <a:gd name="T11" fmla="*/ 20871 w 2087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871" h="21600" fill="none" extrusionOk="0">
                <a:moveTo>
                  <a:pt x="-1" y="0"/>
                </a:moveTo>
                <a:cubicBezTo>
                  <a:pt x="9785" y="0"/>
                  <a:pt x="18348" y="6578"/>
                  <a:pt x="20870" y="16034"/>
                </a:cubicBezTo>
              </a:path>
              <a:path w="20871" h="21600" stroke="0" extrusionOk="0">
                <a:moveTo>
                  <a:pt x="-1" y="0"/>
                </a:moveTo>
                <a:cubicBezTo>
                  <a:pt x="9785" y="0"/>
                  <a:pt x="18348" y="6578"/>
                  <a:pt x="20870" y="16034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FFFF00">
                <a:alpha val="47842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371" name="Object 5">
            <a:extLst>
              <a:ext uri="{FF2B5EF4-FFF2-40B4-BE49-F238E27FC236}">
                <a16:creationId xmlns:a16="http://schemas.microsoft.com/office/drawing/2014/main" id="{A0573665-4AB7-4CD5-A7A0-32803FE4D7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0613" y="5810250"/>
          <a:ext cx="223837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08" name="公式" r:id="rId49" imgW="243698" imgH="274461" progId="Equation.3">
                  <p:embed/>
                </p:oleObj>
              </mc:Choice>
              <mc:Fallback>
                <p:oleObj name="公式" r:id="rId49" imgW="243698" imgH="274461" progId="Equation.3">
                  <p:embed/>
                  <p:pic>
                    <p:nvPicPr>
                      <p:cNvPr id="13371" name="Object 5">
                        <a:extLst>
                          <a:ext uri="{FF2B5EF4-FFF2-40B4-BE49-F238E27FC236}">
                            <a16:creationId xmlns:a16="http://schemas.microsoft.com/office/drawing/2014/main" id="{A0573665-4AB7-4CD5-A7A0-32803FE4D7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0613" y="5810250"/>
                        <a:ext cx="223837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72" name="Object 6">
            <a:extLst>
              <a:ext uri="{FF2B5EF4-FFF2-40B4-BE49-F238E27FC236}">
                <a16:creationId xmlns:a16="http://schemas.microsoft.com/office/drawing/2014/main" id="{979B77B6-F5C9-46B1-A5C8-63023B11F7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8725" y="3433763"/>
          <a:ext cx="233363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09" name="公式" r:id="rId51" imgW="259009" imgH="396209" progId="Equation.3">
                  <p:embed/>
                </p:oleObj>
              </mc:Choice>
              <mc:Fallback>
                <p:oleObj name="公式" r:id="rId51" imgW="259009" imgH="396209" progId="Equation.3">
                  <p:embed/>
                  <p:pic>
                    <p:nvPicPr>
                      <p:cNvPr id="13372" name="Object 6">
                        <a:extLst>
                          <a:ext uri="{FF2B5EF4-FFF2-40B4-BE49-F238E27FC236}">
                            <a16:creationId xmlns:a16="http://schemas.microsoft.com/office/drawing/2014/main" id="{979B77B6-F5C9-46B1-A5C8-63023B11F7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725" y="3433763"/>
                        <a:ext cx="233363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73" name="Text Box 61">
            <a:extLst>
              <a:ext uri="{FF2B5EF4-FFF2-40B4-BE49-F238E27FC236}">
                <a16:creationId xmlns:a16="http://schemas.microsoft.com/office/drawing/2014/main" id="{289544FE-7266-46C9-AFEF-D655A9D2A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04813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例：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rgbClr val="66FFFF"/>
                </a:solidFill>
                <a:ea typeface="楷体_GB2312" pitchFamily="49" charset="-122"/>
              </a:rPr>
              <a:t>n</a:t>
            </a:r>
            <a:r>
              <a:rPr lang="en-US" altLang="zh-CN" sz="2000" baseline="-6000">
                <a:solidFill>
                  <a:srgbClr val="66FFFF"/>
                </a:solidFill>
                <a:ea typeface="楷体_GB2312" pitchFamily="49" charset="-122"/>
              </a:rPr>
              <a:t>1 </a:t>
            </a:r>
            <a:r>
              <a:rPr lang="en-US" altLang="zh-CN">
                <a:solidFill>
                  <a:srgbClr val="66FFFF"/>
                </a:solidFill>
                <a:ea typeface="楷体_GB2312" pitchFamily="49" charset="-122"/>
              </a:rPr>
              <a:t>=1.00 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(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空气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)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i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rgbClr val="66FFFF"/>
                </a:solidFill>
              </a:rPr>
              <a:t>n</a:t>
            </a:r>
            <a:r>
              <a:rPr lang="en-US" altLang="zh-CN" sz="2000" baseline="-6000">
                <a:solidFill>
                  <a:srgbClr val="66FFFF"/>
                </a:solidFill>
              </a:rPr>
              <a:t>2 </a:t>
            </a:r>
            <a:r>
              <a:rPr lang="en-US" altLang="zh-CN">
                <a:solidFill>
                  <a:srgbClr val="66FFFF"/>
                </a:solidFill>
              </a:rPr>
              <a:t>=1.50 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(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玻璃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)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13374" name="Text Box 62">
            <a:extLst>
              <a:ext uri="{FF2B5EF4-FFF2-40B4-BE49-F238E27FC236}">
                <a16:creationId xmlns:a16="http://schemas.microsoft.com/office/drawing/2014/main" id="{C6AA405F-8677-4E4D-A3B3-34E6EE4D4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125538"/>
            <a:ext cx="80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空气</a:t>
            </a:r>
          </a:p>
        </p:txBody>
      </p:sp>
      <p:sp>
        <p:nvSpPr>
          <p:cNvPr id="13375" name="Text Box 63">
            <a:extLst>
              <a:ext uri="{FF2B5EF4-FFF2-40B4-BE49-F238E27FC236}">
                <a16:creationId xmlns:a16="http://schemas.microsoft.com/office/drawing/2014/main" id="{EE285C8C-3008-46DB-8380-B3553EFF5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2013" y="1125538"/>
            <a:ext cx="80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玻璃</a:t>
            </a:r>
          </a:p>
        </p:txBody>
      </p:sp>
      <p:sp>
        <p:nvSpPr>
          <p:cNvPr id="13376" name="Text Box 64">
            <a:extLst>
              <a:ext uri="{FF2B5EF4-FFF2-40B4-BE49-F238E27FC236}">
                <a16:creationId xmlns:a16="http://schemas.microsoft.com/office/drawing/2014/main" id="{36708FC0-4AF2-4D60-BFEA-FC128A2BB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989138"/>
            <a:ext cx="80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玻璃</a:t>
            </a:r>
          </a:p>
        </p:txBody>
      </p:sp>
      <p:sp>
        <p:nvSpPr>
          <p:cNvPr id="13377" name="Text Box 65">
            <a:extLst>
              <a:ext uri="{FF2B5EF4-FFF2-40B4-BE49-F238E27FC236}">
                <a16:creationId xmlns:a16="http://schemas.microsoft.com/office/drawing/2014/main" id="{534205EB-0F2A-4164-8CC4-4B12FD92A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2013" y="1989138"/>
            <a:ext cx="80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空气</a:t>
            </a:r>
          </a:p>
        </p:txBody>
      </p:sp>
      <p:graphicFrame>
        <p:nvGraphicFramePr>
          <p:cNvPr id="13378" name="Object 7">
            <a:extLst>
              <a:ext uri="{FF2B5EF4-FFF2-40B4-BE49-F238E27FC236}">
                <a16:creationId xmlns:a16="http://schemas.microsoft.com/office/drawing/2014/main" id="{DA16A01B-2F7E-4A57-BA9E-9584D3D979A1}"/>
              </a:ext>
            </a:extLst>
          </p:cNvPr>
          <p:cNvGraphicFramePr>
            <a:graphicFrameLocks/>
          </p:cNvGraphicFramePr>
          <p:nvPr/>
        </p:nvGraphicFramePr>
        <p:xfrm>
          <a:off x="3429000" y="1828800"/>
          <a:ext cx="3005138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10" name="公式" r:id="rId53" imgW="3307151" imgH="792417" progId="Equation.3">
                  <p:embed/>
                </p:oleObj>
              </mc:Choice>
              <mc:Fallback>
                <p:oleObj name="公式" r:id="rId53" imgW="3307151" imgH="792417" progId="Equation.3">
                  <p:embed/>
                  <p:pic>
                    <p:nvPicPr>
                      <p:cNvPr id="13378" name="Object 7">
                        <a:extLst>
                          <a:ext uri="{FF2B5EF4-FFF2-40B4-BE49-F238E27FC236}">
                            <a16:creationId xmlns:a16="http://schemas.microsoft.com/office/drawing/2014/main" id="{DA16A01B-2F7E-4A57-BA9E-9584D3D979A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828800"/>
                        <a:ext cx="3005138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79" name="AutoShape 67">
            <a:extLst>
              <a:ext uri="{FF2B5EF4-FFF2-40B4-BE49-F238E27FC236}">
                <a16:creationId xmlns:a16="http://schemas.microsoft.com/office/drawing/2014/main" id="{4B5E22D4-3534-4E23-BA4E-BA42077EB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1327150"/>
            <a:ext cx="584200" cy="142875"/>
          </a:xfrm>
          <a:prstGeom prst="rightArrow">
            <a:avLst>
              <a:gd name="adj1" fmla="val 50000"/>
              <a:gd name="adj2" fmla="val 102222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3380" name="AutoShape 68">
            <a:extLst>
              <a:ext uri="{FF2B5EF4-FFF2-40B4-BE49-F238E27FC236}">
                <a16:creationId xmlns:a16="http://schemas.microsoft.com/office/drawing/2014/main" id="{89683C71-9CA7-4D1C-87F1-0E4834D21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159000"/>
            <a:ext cx="584200" cy="142875"/>
          </a:xfrm>
          <a:prstGeom prst="rightArrow">
            <a:avLst>
              <a:gd name="adj1" fmla="val 50000"/>
              <a:gd name="adj2" fmla="val 102222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3381" name="Line 69">
            <a:extLst>
              <a:ext uri="{FF2B5EF4-FFF2-40B4-BE49-F238E27FC236}">
                <a16:creationId xmlns:a16="http://schemas.microsoft.com/office/drawing/2014/main" id="{6AAF7241-58A6-4B1F-851A-AF472FAAAF4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22538" y="3282950"/>
            <a:ext cx="1538287" cy="974725"/>
          </a:xfrm>
          <a:prstGeom prst="line">
            <a:avLst/>
          </a:prstGeom>
          <a:noFill/>
          <a:ln w="38100">
            <a:solidFill>
              <a:srgbClr val="99FF33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82" name="Text Box 70">
            <a:extLst>
              <a:ext uri="{FF2B5EF4-FFF2-40B4-BE49-F238E27FC236}">
                <a16:creationId xmlns:a16="http://schemas.microsoft.com/office/drawing/2014/main" id="{4885A711-9A32-4B86-ACF8-30D84FE3C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6663" y="3286125"/>
            <a:ext cx="1120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自然光</a:t>
            </a:r>
          </a:p>
        </p:txBody>
      </p:sp>
      <p:sp>
        <p:nvSpPr>
          <p:cNvPr id="26658" name="灯片编号占位符 1">
            <a:extLst>
              <a:ext uri="{FF2B5EF4-FFF2-40B4-BE49-F238E27FC236}">
                <a16:creationId xmlns:a16="http://schemas.microsoft.com/office/drawing/2014/main" id="{DAE2A6F7-AC0F-41A9-8B8F-5EE9D596DE72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4F19E5D-EFFF-4170-B305-F2C4F936CDF3}" type="slidenum">
              <a:rPr lang="en-US" altLang="zh-CN" b="0">
                <a:solidFill>
                  <a:srgbClr val="FF00FF"/>
                </a:solidFill>
              </a:rPr>
              <a:pPr eaLnBrk="1" hangingPunct="1"/>
              <a:t>16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sp>
        <p:nvSpPr>
          <p:cNvPr id="72" name="Text Box 14">
            <a:extLst>
              <a:ext uri="{FF2B5EF4-FFF2-40B4-BE49-F238E27FC236}">
                <a16:creationId xmlns:a16="http://schemas.microsoft.com/office/drawing/2014/main" id="{9F910BAF-D61F-4BBF-B46F-F1B7CCF09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8132" y="2882324"/>
            <a:ext cx="13668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chemeClr val="bg1"/>
                </a:solidFill>
                <a:ea typeface="楷体_GB2312" pitchFamily="49" charset="-122"/>
              </a:rPr>
              <a:t>线偏振光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3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3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8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20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3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withGroup">
                            <p:stCondLst>
                              <p:cond delay="4500"/>
                            </p:stCondLst>
                            <p:childTnLst>
                              <p:par>
                                <p:cTn id="9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3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5" grpId="0" autoUpdateAnimBg="0"/>
      <p:bldP spid="13326" grpId="0" autoUpdateAnimBg="0"/>
      <p:bldP spid="13337" grpId="0" autoUpdateAnimBg="0"/>
      <p:bldP spid="13373" grpId="0" autoUpdateAnimBg="0"/>
      <p:bldP spid="13374" grpId="0"/>
      <p:bldP spid="13375" grpId="0"/>
      <p:bldP spid="13376" grpId="0"/>
      <p:bldP spid="13377" grpId="0"/>
      <p:bldP spid="13379" grpId="0" animBg="1"/>
      <p:bldP spid="13380" grpId="0" animBg="1"/>
      <p:bldP spid="13382" grpId="0"/>
      <p:bldP spid="72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B49EFECE-BA53-4557-9321-2A8FC50C0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3794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例</a:t>
            </a:r>
          </a:p>
        </p:txBody>
      </p:sp>
      <p:sp>
        <p:nvSpPr>
          <p:cNvPr id="45059" name="Line 3">
            <a:extLst>
              <a:ext uri="{FF2B5EF4-FFF2-40B4-BE49-F238E27FC236}">
                <a16:creationId xmlns:a16="http://schemas.microsoft.com/office/drawing/2014/main" id="{1881A44E-6F8B-4360-AFCE-D21EEE7B850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790825" y="1235075"/>
            <a:ext cx="463550" cy="1006475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 type="none" w="med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0" name="Line 4">
            <a:extLst>
              <a:ext uri="{FF2B5EF4-FFF2-40B4-BE49-F238E27FC236}">
                <a16:creationId xmlns:a16="http://schemas.microsoft.com/office/drawing/2014/main" id="{7AE62C05-33E2-46B4-8D09-D1F13CDE5E4C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2760663" y="347663"/>
            <a:ext cx="1122362" cy="88265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triangle" w="sm" len="lg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1" name="Arc 5">
            <a:extLst>
              <a:ext uri="{FF2B5EF4-FFF2-40B4-BE49-F238E27FC236}">
                <a16:creationId xmlns:a16="http://schemas.microsoft.com/office/drawing/2014/main" id="{1B3F9F56-BC5A-4E75-834B-06284192DF58}"/>
              </a:ext>
            </a:extLst>
          </p:cNvPr>
          <p:cNvSpPr>
            <a:spLocks/>
          </p:cNvSpPr>
          <p:nvPr/>
        </p:nvSpPr>
        <p:spPr bwMode="auto">
          <a:xfrm>
            <a:off x="2749550" y="1020763"/>
            <a:ext cx="171450" cy="142875"/>
          </a:xfrm>
          <a:custGeom>
            <a:avLst/>
            <a:gdLst>
              <a:gd name="T0" fmla="*/ 2147483646 w 19739"/>
              <a:gd name="T1" fmla="*/ 0 h 21374"/>
              <a:gd name="T2" fmla="*/ 2147483646 w 19739"/>
              <a:gd name="T3" fmla="*/ 2147483646 h 21374"/>
              <a:gd name="T4" fmla="*/ 0 w 19739"/>
              <a:gd name="T5" fmla="*/ 2147483646 h 21374"/>
              <a:gd name="T6" fmla="*/ 0 60000 65536"/>
              <a:gd name="T7" fmla="*/ 0 60000 65536"/>
              <a:gd name="T8" fmla="*/ 0 60000 65536"/>
              <a:gd name="T9" fmla="*/ 0 w 19739"/>
              <a:gd name="T10" fmla="*/ 0 h 21374"/>
              <a:gd name="T11" fmla="*/ 19739 w 19739"/>
              <a:gd name="T12" fmla="*/ 21374 h 213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739" h="21374" fill="none" extrusionOk="0">
                <a:moveTo>
                  <a:pt x="3114" y="-1"/>
                </a:moveTo>
                <a:cubicBezTo>
                  <a:pt x="10451" y="1068"/>
                  <a:pt x="16728" y="5827"/>
                  <a:pt x="19739" y="12603"/>
                </a:cubicBezTo>
              </a:path>
              <a:path w="19739" h="21374" stroke="0" extrusionOk="0">
                <a:moveTo>
                  <a:pt x="3114" y="-1"/>
                </a:moveTo>
                <a:cubicBezTo>
                  <a:pt x="10451" y="1068"/>
                  <a:pt x="16728" y="5827"/>
                  <a:pt x="19739" y="12603"/>
                </a:cubicBezTo>
                <a:lnTo>
                  <a:pt x="0" y="21374"/>
                </a:lnTo>
                <a:lnTo>
                  <a:pt x="3114" y="-1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5062" name="Object 2">
            <a:extLst>
              <a:ext uri="{FF2B5EF4-FFF2-40B4-BE49-F238E27FC236}">
                <a16:creationId xmlns:a16="http://schemas.microsoft.com/office/drawing/2014/main" id="{9065640D-75AA-4D1B-916F-DCD897C17B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8013" y="777875"/>
          <a:ext cx="157162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18" name="公式" r:id="rId3" imgW="76129" imgH="83993" progId="Equation.3">
                  <p:embed/>
                </p:oleObj>
              </mc:Choice>
              <mc:Fallback>
                <p:oleObj name="公式" r:id="rId3" imgW="76129" imgH="83993" progId="Equation.3">
                  <p:embed/>
                  <p:pic>
                    <p:nvPicPr>
                      <p:cNvPr id="45062" name="Object 2">
                        <a:extLst>
                          <a:ext uri="{FF2B5EF4-FFF2-40B4-BE49-F238E27FC236}">
                            <a16:creationId xmlns:a16="http://schemas.microsoft.com/office/drawing/2014/main" id="{9065640D-75AA-4D1B-916F-DCD897C17B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013" y="777875"/>
                        <a:ext cx="157162" cy="17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Object 3">
            <a:extLst>
              <a:ext uri="{FF2B5EF4-FFF2-40B4-BE49-F238E27FC236}">
                <a16:creationId xmlns:a16="http://schemas.microsoft.com/office/drawing/2014/main" id="{8F2B0224-E7B7-4261-901C-852568B974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21050" y="642938"/>
          <a:ext cx="157163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19" name="公式" r:id="rId5" imgW="76129" imgH="83993" progId="Equation.3">
                  <p:embed/>
                </p:oleObj>
              </mc:Choice>
              <mc:Fallback>
                <p:oleObj name="公式" r:id="rId5" imgW="76129" imgH="83993" progId="Equation.3">
                  <p:embed/>
                  <p:pic>
                    <p:nvPicPr>
                      <p:cNvPr id="45063" name="Object 3">
                        <a:extLst>
                          <a:ext uri="{FF2B5EF4-FFF2-40B4-BE49-F238E27FC236}">
                            <a16:creationId xmlns:a16="http://schemas.microsoft.com/office/drawing/2014/main" id="{8F2B0224-E7B7-4261-901C-852568B974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1050" y="642938"/>
                        <a:ext cx="157163" cy="17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4">
            <a:extLst>
              <a:ext uri="{FF2B5EF4-FFF2-40B4-BE49-F238E27FC236}">
                <a16:creationId xmlns:a16="http://schemas.microsoft.com/office/drawing/2014/main" id="{0CF97DE1-95E0-4907-9F9E-CFE04B5611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1000" y="714375"/>
          <a:ext cx="111125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20" name="公式" r:id="rId7" imgW="106751" imgH="259190" progId="Equation.3">
                  <p:embed/>
                </p:oleObj>
              </mc:Choice>
              <mc:Fallback>
                <p:oleObj name="公式" r:id="rId7" imgW="106751" imgH="259190" progId="Equation.3">
                  <p:embed/>
                  <p:pic>
                    <p:nvPicPr>
                      <p:cNvPr id="45064" name="Object 4">
                        <a:extLst>
                          <a:ext uri="{FF2B5EF4-FFF2-40B4-BE49-F238E27FC236}">
                            <a16:creationId xmlns:a16="http://schemas.microsoft.com/office/drawing/2014/main" id="{0CF97DE1-95E0-4907-9F9E-CFE04B5611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000" y="714375"/>
                        <a:ext cx="111125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5" name="Object 5">
            <a:extLst>
              <a:ext uri="{FF2B5EF4-FFF2-40B4-BE49-F238E27FC236}">
                <a16:creationId xmlns:a16="http://schemas.microsoft.com/office/drawing/2014/main" id="{37DE2D12-2297-4DE9-8DD1-BC4B270D6B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33775" y="476250"/>
          <a:ext cx="157163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21" name="公式" r:id="rId9" imgW="76129" imgH="83993" progId="Equation.3">
                  <p:embed/>
                </p:oleObj>
              </mc:Choice>
              <mc:Fallback>
                <p:oleObj name="公式" r:id="rId9" imgW="76129" imgH="83993" progId="Equation.3">
                  <p:embed/>
                  <p:pic>
                    <p:nvPicPr>
                      <p:cNvPr id="45065" name="Object 5">
                        <a:extLst>
                          <a:ext uri="{FF2B5EF4-FFF2-40B4-BE49-F238E27FC236}">
                            <a16:creationId xmlns:a16="http://schemas.microsoft.com/office/drawing/2014/main" id="{37DE2D12-2297-4DE9-8DD1-BC4B270D6B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3775" y="476250"/>
                        <a:ext cx="157163" cy="17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6" name="Object 6">
            <a:extLst>
              <a:ext uri="{FF2B5EF4-FFF2-40B4-BE49-F238E27FC236}">
                <a16:creationId xmlns:a16="http://schemas.microsoft.com/office/drawing/2014/main" id="{4B62500E-7CCC-4EEE-B73B-99A2B0AB77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7050" y="1903413"/>
          <a:ext cx="115888" cy="12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22" name="公式" r:id="rId11" imgW="76129" imgH="83993" progId="Equation.3">
                  <p:embed/>
                </p:oleObj>
              </mc:Choice>
              <mc:Fallback>
                <p:oleObj name="公式" r:id="rId11" imgW="76129" imgH="83993" progId="Equation.3">
                  <p:embed/>
                  <p:pic>
                    <p:nvPicPr>
                      <p:cNvPr id="45066" name="Object 6">
                        <a:extLst>
                          <a:ext uri="{FF2B5EF4-FFF2-40B4-BE49-F238E27FC236}">
                            <a16:creationId xmlns:a16="http://schemas.microsoft.com/office/drawing/2014/main" id="{4B62500E-7CCC-4EEE-B73B-99A2B0AB77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050" y="1903413"/>
                        <a:ext cx="115888" cy="12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7" name="Object 7">
            <a:extLst>
              <a:ext uri="{FF2B5EF4-FFF2-40B4-BE49-F238E27FC236}">
                <a16:creationId xmlns:a16="http://schemas.microsoft.com/office/drawing/2014/main" id="{F63E9C30-E1B9-4334-B40D-2CEB1ED16D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9738" y="1701800"/>
          <a:ext cx="115887" cy="12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23" name="公式" r:id="rId13" imgW="76129" imgH="83993" progId="Equation.3">
                  <p:embed/>
                </p:oleObj>
              </mc:Choice>
              <mc:Fallback>
                <p:oleObj name="公式" r:id="rId13" imgW="76129" imgH="83993" progId="Equation.3">
                  <p:embed/>
                  <p:pic>
                    <p:nvPicPr>
                      <p:cNvPr id="45067" name="Object 7">
                        <a:extLst>
                          <a:ext uri="{FF2B5EF4-FFF2-40B4-BE49-F238E27FC236}">
                            <a16:creationId xmlns:a16="http://schemas.microsoft.com/office/drawing/2014/main" id="{F63E9C30-E1B9-4334-B40D-2CEB1ED16D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9738" y="1701800"/>
                        <a:ext cx="115887" cy="12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8" name="Object 8">
            <a:extLst>
              <a:ext uri="{FF2B5EF4-FFF2-40B4-BE49-F238E27FC236}">
                <a16:creationId xmlns:a16="http://schemas.microsoft.com/office/drawing/2014/main" id="{D3FFF140-BEA6-4500-B536-D7989BF539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81313" y="1489075"/>
          <a:ext cx="115887" cy="12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24" name="公式" r:id="rId15" imgW="76129" imgH="83993" progId="Equation.3">
                  <p:embed/>
                </p:oleObj>
              </mc:Choice>
              <mc:Fallback>
                <p:oleObj name="公式" r:id="rId15" imgW="76129" imgH="83993" progId="Equation.3">
                  <p:embed/>
                  <p:pic>
                    <p:nvPicPr>
                      <p:cNvPr id="45068" name="Object 8">
                        <a:extLst>
                          <a:ext uri="{FF2B5EF4-FFF2-40B4-BE49-F238E27FC236}">
                            <a16:creationId xmlns:a16="http://schemas.microsoft.com/office/drawing/2014/main" id="{D3FFF140-BEA6-4500-B536-D7989BF539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313" y="1489075"/>
                        <a:ext cx="115887" cy="12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61" name="Group 13">
            <a:extLst>
              <a:ext uri="{FF2B5EF4-FFF2-40B4-BE49-F238E27FC236}">
                <a16:creationId xmlns:a16="http://schemas.microsoft.com/office/drawing/2014/main" id="{007E634C-2D70-4974-9D75-FAACFF8D57F2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333375"/>
            <a:ext cx="2665413" cy="1892300"/>
            <a:chOff x="930" y="210"/>
            <a:chExt cx="1679" cy="1192"/>
          </a:xfrm>
        </p:grpSpPr>
        <p:sp>
          <p:nvSpPr>
            <p:cNvPr id="27760" name="Rectangle 14">
              <a:extLst>
                <a:ext uri="{FF2B5EF4-FFF2-40B4-BE49-F238E27FC236}">
                  <a16:creationId xmlns:a16="http://schemas.microsoft.com/office/drawing/2014/main" id="{DF48F39E-0463-4F9B-9A91-A91F51B1D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" y="767"/>
              <a:ext cx="1679" cy="635"/>
            </a:xfrm>
            <a:prstGeom prst="rect">
              <a:avLst/>
            </a:prstGeom>
            <a:solidFill>
              <a:srgbClr val="CCFFFF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7761" name="Line 15">
              <a:extLst>
                <a:ext uri="{FF2B5EF4-FFF2-40B4-BE49-F238E27FC236}">
                  <a16:creationId xmlns:a16="http://schemas.microsoft.com/office/drawing/2014/main" id="{847C669E-72FF-4CA3-931E-9AB610B0532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51" y="210"/>
              <a:ext cx="707" cy="572"/>
            </a:xfrm>
            <a:prstGeom prst="line">
              <a:avLst/>
            </a:prstGeom>
            <a:noFill/>
            <a:ln w="31750">
              <a:solidFill>
                <a:srgbClr val="FFCC99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62" name="Arc 16">
              <a:extLst>
                <a:ext uri="{FF2B5EF4-FFF2-40B4-BE49-F238E27FC236}">
                  <a16:creationId xmlns:a16="http://schemas.microsoft.com/office/drawing/2014/main" id="{2DF9A993-1EF0-4C54-B790-E5A30AF3F28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664" y="644"/>
              <a:ext cx="73" cy="81"/>
            </a:xfrm>
            <a:custGeom>
              <a:avLst/>
              <a:gdLst>
                <a:gd name="T0" fmla="*/ 0 w 19929"/>
                <a:gd name="T1" fmla="*/ 0 h 21582"/>
                <a:gd name="T2" fmla="*/ 0 w 19929"/>
                <a:gd name="T3" fmla="*/ 0 h 21582"/>
                <a:gd name="T4" fmla="*/ 0 w 19929"/>
                <a:gd name="T5" fmla="*/ 0 h 21582"/>
                <a:gd name="T6" fmla="*/ 0 60000 65536"/>
                <a:gd name="T7" fmla="*/ 0 60000 65536"/>
                <a:gd name="T8" fmla="*/ 0 60000 65536"/>
                <a:gd name="T9" fmla="*/ 0 w 19929"/>
                <a:gd name="T10" fmla="*/ 0 h 21582"/>
                <a:gd name="T11" fmla="*/ 19929 w 19929"/>
                <a:gd name="T12" fmla="*/ 21582 h 215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929" h="21582" fill="none" extrusionOk="0">
                  <a:moveTo>
                    <a:pt x="879" y="-1"/>
                  </a:moveTo>
                  <a:cubicBezTo>
                    <a:pt x="9263" y="341"/>
                    <a:pt x="16692" y="5508"/>
                    <a:pt x="19928" y="13251"/>
                  </a:cubicBezTo>
                </a:path>
                <a:path w="19929" h="21582" stroke="0" extrusionOk="0">
                  <a:moveTo>
                    <a:pt x="879" y="-1"/>
                  </a:moveTo>
                  <a:cubicBezTo>
                    <a:pt x="9263" y="341"/>
                    <a:pt x="16692" y="5508"/>
                    <a:pt x="19928" y="13251"/>
                  </a:cubicBezTo>
                  <a:lnTo>
                    <a:pt x="0" y="21582"/>
                  </a:lnTo>
                  <a:lnTo>
                    <a:pt x="879" y="-1"/>
                  </a:lnTo>
                  <a:close/>
                </a:path>
              </a:pathLst>
            </a:cu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7763" name="Object 46">
              <a:extLst>
                <a:ext uri="{FF2B5EF4-FFF2-40B4-BE49-F238E27FC236}">
                  <a16:creationId xmlns:a16="http://schemas.microsoft.com/office/drawing/2014/main" id="{BEAA3B4C-17F1-44C8-9054-C6132CA4C2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02" y="320"/>
            <a:ext cx="99" cy="1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25" name="公式" r:id="rId17" imgW="76129" imgH="83993" progId="Equation.3">
                    <p:embed/>
                  </p:oleObj>
                </mc:Choice>
                <mc:Fallback>
                  <p:oleObj name="公式" r:id="rId17" imgW="76129" imgH="83993" progId="Equation.3">
                    <p:embed/>
                    <p:pic>
                      <p:nvPicPr>
                        <p:cNvPr id="27763" name="Object 46">
                          <a:extLst>
                            <a:ext uri="{FF2B5EF4-FFF2-40B4-BE49-F238E27FC236}">
                              <a16:creationId xmlns:a16="http://schemas.microsoft.com/office/drawing/2014/main" id="{BEAA3B4C-17F1-44C8-9054-C6132CA4C24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2" y="320"/>
                          <a:ext cx="99" cy="1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64" name="Object 47">
              <a:extLst>
                <a:ext uri="{FF2B5EF4-FFF2-40B4-BE49-F238E27FC236}">
                  <a16:creationId xmlns:a16="http://schemas.microsoft.com/office/drawing/2014/main" id="{86BB8052-AE0A-4D4C-AC4D-601CFCEB1B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73" y="461"/>
            <a:ext cx="99" cy="1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26" name="Equation" r:id="rId19" imgW="76129" imgH="83993" progId="Equation.3">
                    <p:embed/>
                  </p:oleObj>
                </mc:Choice>
                <mc:Fallback>
                  <p:oleObj name="Equation" r:id="rId19" imgW="76129" imgH="83993" progId="Equation.3">
                    <p:embed/>
                    <p:pic>
                      <p:nvPicPr>
                        <p:cNvPr id="27764" name="Object 47">
                          <a:extLst>
                            <a:ext uri="{FF2B5EF4-FFF2-40B4-BE49-F238E27FC236}">
                              <a16:creationId xmlns:a16="http://schemas.microsoft.com/office/drawing/2014/main" id="{86BB8052-AE0A-4D4C-AC4D-601CFCEB1B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3" y="461"/>
                          <a:ext cx="99" cy="1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65" name="Object 48">
              <a:extLst>
                <a:ext uri="{FF2B5EF4-FFF2-40B4-BE49-F238E27FC236}">
                  <a16:creationId xmlns:a16="http://schemas.microsoft.com/office/drawing/2014/main" id="{1773168D-7442-41A0-91AD-AF897E5B58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30" y="741"/>
            <a:ext cx="161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27" name="公式" r:id="rId21" imgW="274320" imgH="380937" progId="Equation.3">
                    <p:embed/>
                  </p:oleObj>
                </mc:Choice>
                <mc:Fallback>
                  <p:oleObj name="公式" r:id="rId21" imgW="274320" imgH="380937" progId="Equation.3">
                    <p:embed/>
                    <p:pic>
                      <p:nvPicPr>
                        <p:cNvPr id="27765" name="Object 48">
                          <a:extLst>
                            <a:ext uri="{FF2B5EF4-FFF2-40B4-BE49-F238E27FC236}">
                              <a16:creationId xmlns:a16="http://schemas.microsoft.com/office/drawing/2014/main" id="{1773168D-7442-41A0-91AD-AF897E5B58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741"/>
                          <a:ext cx="161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66" name="Object 49">
              <a:extLst>
                <a:ext uri="{FF2B5EF4-FFF2-40B4-BE49-F238E27FC236}">
                  <a16:creationId xmlns:a16="http://schemas.microsoft.com/office/drawing/2014/main" id="{A5EE9170-1EAC-466F-8FFA-35CD6189B6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30" y="459"/>
            <a:ext cx="141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28" name="公式" r:id="rId23" imgW="243698" imgH="380937" progId="Equation.3">
                    <p:embed/>
                  </p:oleObj>
                </mc:Choice>
                <mc:Fallback>
                  <p:oleObj name="公式" r:id="rId23" imgW="243698" imgH="380937" progId="Equation.3">
                    <p:embed/>
                    <p:pic>
                      <p:nvPicPr>
                        <p:cNvPr id="27766" name="Object 49">
                          <a:extLst>
                            <a:ext uri="{FF2B5EF4-FFF2-40B4-BE49-F238E27FC236}">
                              <a16:creationId xmlns:a16="http://schemas.microsoft.com/office/drawing/2014/main" id="{A5EE9170-1EAC-466F-8FFA-35CD6189B6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459"/>
                          <a:ext cx="141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67" name="Object 50">
              <a:extLst>
                <a:ext uri="{FF2B5EF4-FFF2-40B4-BE49-F238E27FC236}">
                  <a16:creationId xmlns:a16="http://schemas.microsoft.com/office/drawing/2014/main" id="{A23F37D1-25BF-409C-BAEB-F1848575DE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1" y="450"/>
            <a:ext cx="70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29" name="公式" r:id="rId25" imgW="106751" imgH="259190" progId="Equation.3">
                    <p:embed/>
                  </p:oleObj>
                </mc:Choice>
                <mc:Fallback>
                  <p:oleObj name="公式" r:id="rId25" imgW="106751" imgH="259190" progId="Equation.3">
                    <p:embed/>
                    <p:pic>
                      <p:nvPicPr>
                        <p:cNvPr id="27767" name="Object 50">
                          <a:extLst>
                            <a:ext uri="{FF2B5EF4-FFF2-40B4-BE49-F238E27FC236}">
                              <a16:creationId xmlns:a16="http://schemas.microsoft.com/office/drawing/2014/main" id="{A23F37D1-25BF-409C-BAEB-F1848575DE1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1" y="450"/>
                          <a:ext cx="70" cy="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768" name="Line 22">
              <a:extLst>
                <a:ext uri="{FF2B5EF4-FFF2-40B4-BE49-F238E27FC236}">
                  <a16:creationId xmlns:a16="http://schemas.microsoft.com/office/drawing/2014/main" id="{CC1C4A53-BE00-45AE-B6CC-E789E17445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8" y="227"/>
              <a:ext cx="1" cy="1105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dash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7769" name="Object 51">
              <a:extLst>
                <a:ext uri="{FF2B5EF4-FFF2-40B4-BE49-F238E27FC236}">
                  <a16:creationId xmlns:a16="http://schemas.microsoft.com/office/drawing/2014/main" id="{BCA7B264-9B21-4242-B1B8-0065A9F3046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0" y="390"/>
            <a:ext cx="99" cy="1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30" name="公式" r:id="rId27" imgW="76129" imgH="83993" progId="Equation.3">
                    <p:embed/>
                  </p:oleObj>
                </mc:Choice>
                <mc:Fallback>
                  <p:oleObj name="公式" r:id="rId27" imgW="76129" imgH="83993" progId="Equation.3">
                    <p:embed/>
                    <p:pic>
                      <p:nvPicPr>
                        <p:cNvPr id="27769" name="Object 51">
                          <a:extLst>
                            <a:ext uri="{FF2B5EF4-FFF2-40B4-BE49-F238E27FC236}">
                              <a16:creationId xmlns:a16="http://schemas.microsoft.com/office/drawing/2014/main" id="{BCA7B264-9B21-4242-B1B8-0065A9F3046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0" y="390"/>
                          <a:ext cx="99" cy="1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70" name="Object 52">
              <a:extLst>
                <a:ext uri="{FF2B5EF4-FFF2-40B4-BE49-F238E27FC236}">
                  <a16:creationId xmlns:a16="http://schemas.microsoft.com/office/drawing/2014/main" id="{CFB52DDB-71E5-4CB4-8C92-67A6B00F7D0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43" y="592"/>
            <a:ext cx="99" cy="1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31" name="公式" r:id="rId29" imgW="76129" imgH="83993" progId="Equation.3">
                    <p:embed/>
                  </p:oleObj>
                </mc:Choice>
                <mc:Fallback>
                  <p:oleObj name="公式" r:id="rId29" imgW="76129" imgH="83993" progId="Equation.3">
                    <p:embed/>
                    <p:pic>
                      <p:nvPicPr>
                        <p:cNvPr id="27770" name="Object 52">
                          <a:extLst>
                            <a:ext uri="{FF2B5EF4-FFF2-40B4-BE49-F238E27FC236}">
                              <a16:creationId xmlns:a16="http://schemas.microsoft.com/office/drawing/2014/main" id="{CFB52DDB-71E5-4CB4-8C92-67A6B00F7D0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3" y="592"/>
                          <a:ext cx="99" cy="1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71" name="Object 53">
              <a:extLst>
                <a:ext uri="{FF2B5EF4-FFF2-40B4-BE49-F238E27FC236}">
                  <a16:creationId xmlns:a16="http://schemas.microsoft.com/office/drawing/2014/main" id="{60CFEA86-643F-4A27-A66D-3CA0ECA1E4D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61" y="530"/>
            <a:ext cx="99" cy="1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32" name="Equation" r:id="rId31" imgW="76129" imgH="83993" progId="Equation.3">
                    <p:embed/>
                  </p:oleObj>
                </mc:Choice>
                <mc:Fallback>
                  <p:oleObj name="Equation" r:id="rId31" imgW="76129" imgH="83993" progId="Equation.3">
                    <p:embed/>
                    <p:pic>
                      <p:nvPicPr>
                        <p:cNvPr id="27771" name="Object 53">
                          <a:extLst>
                            <a:ext uri="{FF2B5EF4-FFF2-40B4-BE49-F238E27FC236}">
                              <a16:creationId xmlns:a16="http://schemas.microsoft.com/office/drawing/2014/main" id="{60CFEA86-643F-4A27-A66D-3CA0ECA1E4D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1" y="530"/>
                          <a:ext cx="99" cy="1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082" name="Line 26">
            <a:extLst>
              <a:ext uri="{FF2B5EF4-FFF2-40B4-BE49-F238E27FC236}">
                <a16:creationId xmlns:a16="http://schemas.microsoft.com/office/drawing/2014/main" id="{025A2E2D-25A8-46CC-9FC7-D8B68C8344E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894513" y="1235075"/>
            <a:ext cx="463550" cy="1006475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 type="none" w="med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83" name="Line 27">
            <a:extLst>
              <a:ext uri="{FF2B5EF4-FFF2-40B4-BE49-F238E27FC236}">
                <a16:creationId xmlns:a16="http://schemas.microsoft.com/office/drawing/2014/main" id="{C9DAC181-A4F3-482F-8A48-231CF4DB4D27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6864350" y="347663"/>
            <a:ext cx="1122363" cy="88265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triangle" w="sm" len="lg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84" name="Line 28">
            <a:extLst>
              <a:ext uri="{FF2B5EF4-FFF2-40B4-BE49-F238E27FC236}">
                <a16:creationId xmlns:a16="http://schemas.microsoft.com/office/drawing/2014/main" id="{523DB81E-7536-4AA8-A5BE-498A922937EB}"/>
              </a:ext>
            </a:extLst>
          </p:cNvPr>
          <p:cNvSpPr>
            <a:spLocks noChangeAspect="1" noChangeShapeType="1"/>
          </p:cNvSpPr>
          <p:nvPr/>
        </p:nvSpPr>
        <p:spPr bwMode="auto">
          <a:xfrm rot="21050124" flipV="1">
            <a:off x="7035800" y="1733550"/>
            <a:ext cx="212725" cy="53975"/>
          </a:xfrm>
          <a:prstGeom prst="line">
            <a:avLst/>
          </a:prstGeom>
          <a:noFill/>
          <a:ln w="1905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85" name="Arc 29">
            <a:extLst>
              <a:ext uri="{FF2B5EF4-FFF2-40B4-BE49-F238E27FC236}">
                <a16:creationId xmlns:a16="http://schemas.microsoft.com/office/drawing/2014/main" id="{8EBBB6ED-E558-437F-9A87-D348553810C6}"/>
              </a:ext>
            </a:extLst>
          </p:cNvPr>
          <p:cNvSpPr>
            <a:spLocks/>
          </p:cNvSpPr>
          <p:nvPr/>
        </p:nvSpPr>
        <p:spPr bwMode="auto">
          <a:xfrm>
            <a:off x="6853238" y="1020763"/>
            <a:ext cx="171450" cy="142875"/>
          </a:xfrm>
          <a:custGeom>
            <a:avLst/>
            <a:gdLst>
              <a:gd name="T0" fmla="*/ 2147483646 w 19739"/>
              <a:gd name="T1" fmla="*/ 0 h 21374"/>
              <a:gd name="T2" fmla="*/ 2147483646 w 19739"/>
              <a:gd name="T3" fmla="*/ 2147483646 h 21374"/>
              <a:gd name="T4" fmla="*/ 0 w 19739"/>
              <a:gd name="T5" fmla="*/ 2147483646 h 21374"/>
              <a:gd name="T6" fmla="*/ 0 60000 65536"/>
              <a:gd name="T7" fmla="*/ 0 60000 65536"/>
              <a:gd name="T8" fmla="*/ 0 60000 65536"/>
              <a:gd name="T9" fmla="*/ 0 w 19739"/>
              <a:gd name="T10" fmla="*/ 0 h 21374"/>
              <a:gd name="T11" fmla="*/ 19739 w 19739"/>
              <a:gd name="T12" fmla="*/ 21374 h 213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739" h="21374" fill="none" extrusionOk="0">
                <a:moveTo>
                  <a:pt x="3114" y="-1"/>
                </a:moveTo>
                <a:cubicBezTo>
                  <a:pt x="10451" y="1068"/>
                  <a:pt x="16728" y="5827"/>
                  <a:pt x="19739" y="12603"/>
                </a:cubicBezTo>
              </a:path>
              <a:path w="19739" h="21374" stroke="0" extrusionOk="0">
                <a:moveTo>
                  <a:pt x="3114" y="-1"/>
                </a:moveTo>
                <a:cubicBezTo>
                  <a:pt x="10451" y="1068"/>
                  <a:pt x="16728" y="5827"/>
                  <a:pt x="19739" y="12603"/>
                </a:cubicBezTo>
                <a:lnTo>
                  <a:pt x="0" y="21374"/>
                </a:lnTo>
                <a:lnTo>
                  <a:pt x="3114" y="-1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5086" name="Object 9">
            <a:extLst>
              <a:ext uri="{FF2B5EF4-FFF2-40B4-BE49-F238E27FC236}">
                <a16:creationId xmlns:a16="http://schemas.microsoft.com/office/drawing/2014/main" id="{27D02C6D-CE23-4889-B26F-1C13E8BAC3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24688" y="714375"/>
          <a:ext cx="111125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33" name="公式" r:id="rId33" imgW="106751" imgH="259190" progId="Equation.3">
                  <p:embed/>
                </p:oleObj>
              </mc:Choice>
              <mc:Fallback>
                <p:oleObj name="公式" r:id="rId33" imgW="106751" imgH="259190" progId="Equation.3">
                  <p:embed/>
                  <p:pic>
                    <p:nvPicPr>
                      <p:cNvPr id="45086" name="Object 9">
                        <a:extLst>
                          <a:ext uri="{FF2B5EF4-FFF2-40B4-BE49-F238E27FC236}">
                            <a16:creationId xmlns:a16="http://schemas.microsoft.com/office/drawing/2014/main" id="{27D02C6D-CE23-4889-B26F-1C13E8BAC3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4688" y="714375"/>
                        <a:ext cx="111125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87" name="Line 31">
            <a:extLst>
              <a:ext uri="{FF2B5EF4-FFF2-40B4-BE49-F238E27FC236}">
                <a16:creationId xmlns:a16="http://schemas.microsoft.com/office/drawing/2014/main" id="{328261D7-B7DC-4CC6-A2A2-B0EF5D3AF1E4}"/>
              </a:ext>
            </a:extLst>
          </p:cNvPr>
          <p:cNvSpPr>
            <a:spLocks noChangeAspect="1" noChangeShapeType="1"/>
          </p:cNvSpPr>
          <p:nvPr/>
        </p:nvSpPr>
        <p:spPr bwMode="auto">
          <a:xfrm rot="16561935" flipV="1">
            <a:off x="7167563" y="831850"/>
            <a:ext cx="160338" cy="160337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88" name="Line 32">
            <a:extLst>
              <a:ext uri="{FF2B5EF4-FFF2-40B4-BE49-F238E27FC236}">
                <a16:creationId xmlns:a16="http://schemas.microsoft.com/office/drawing/2014/main" id="{DA311326-185A-4F8E-BE06-82D5681DCB7F}"/>
              </a:ext>
            </a:extLst>
          </p:cNvPr>
          <p:cNvSpPr>
            <a:spLocks noChangeAspect="1" noChangeShapeType="1"/>
          </p:cNvSpPr>
          <p:nvPr/>
        </p:nvSpPr>
        <p:spPr bwMode="auto">
          <a:xfrm rot="16561935" flipV="1">
            <a:off x="7519988" y="571500"/>
            <a:ext cx="160338" cy="160337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7669" name="Group 33">
            <a:extLst>
              <a:ext uri="{FF2B5EF4-FFF2-40B4-BE49-F238E27FC236}">
                <a16:creationId xmlns:a16="http://schemas.microsoft.com/office/drawing/2014/main" id="{8B6BF145-6856-42B5-97E8-705500F397BC}"/>
              </a:ext>
            </a:extLst>
          </p:cNvPr>
          <p:cNvGrpSpPr>
            <a:grpSpLocks/>
          </p:cNvGrpSpPr>
          <p:nvPr/>
        </p:nvGrpSpPr>
        <p:grpSpPr bwMode="auto">
          <a:xfrm>
            <a:off x="5580063" y="333375"/>
            <a:ext cx="2665412" cy="1892300"/>
            <a:chOff x="3515" y="210"/>
            <a:chExt cx="1679" cy="1192"/>
          </a:xfrm>
        </p:grpSpPr>
        <p:sp>
          <p:nvSpPr>
            <p:cNvPr id="27747" name="Rectangle 34">
              <a:extLst>
                <a:ext uri="{FF2B5EF4-FFF2-40B4-BE49-F238E27FC236}">
                  <a16:creationId xmlns:a16="http://schemas.microsoft.com/office/drawing/2014/main" id="{B2B00928-E9E8-4679-AE1C-34FDF4114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5" y="767"/>
              <a:ext cx="1679" cy="635"/>
            </a:xfrm>
            <a:prstGeom prst="rect">
              <a:avLst/>
            </a:prstGeom>
            <a:solidFill>
              <a:srgbClr val="CCFFFF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27748" name="Group 35">
              <a:extLst>
                <a:ext uri="{FF2B5EF4-FFF2-40B4-BE49-F238E27FC236}">
                  <a16:creationId xmlns:a16="http://schemas.microsoft.com/office/drawing/2014/main" id="{80D172CB-4458-4BD3-8F67-DA71F41F40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15" y="210"/>
              <a:ext cx="828" cy="1122"/>
              <a:chOff x="3515" y="210"/>
              <a:chExt cx="828" cy="1122"/>
            </a:xfrm>
          </p:grpSpPr>
          <p:sp>
            <p:nvSpPr>
              <p:cNvPr id="27749" name="Line 36">
                <a:extLst>
                  <a:ext uri="{FF2B5EF4-FFF2-40B4-BE49-F238E27FC236}">
                    <a16:creationId xmlns:a16="http://schemas.microsoft.com/office/drawing/2014/main" id="{E195D3A1-8BA6-49D5-87DC-4EDC6CE9DE6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636" y="210"/>
                <a:ext cx="707" cy="572"/>
              </a:xfrm>
              <a:prstGeom prst="line">
                <a:avLst/>
              </a:prstGeom>
              <a:noFill/>
              <a:ln w="31750">
                <a:solidFill>
                  <a:srgbClr val="FFCC99"/>
                </a:solidFill>
                <a:round/>
                <a:headEnd type="none" w="med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50" name="Line 37">
                <a:extLst>
                  <a:ext uri="{FF2B5EF4-FFF2-40B4-BE49-F238E27FC236}">
                    <a16:creationId xmlns:a16="http://schemas.microsoft.com/office/drawing/2014/main" id="{A7E75333-9766-40E5-ABE2-A5126878499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719" y="254"/>
                <a:ext cx="102" cy="102"/>
              </a:xfrm>
              <a:prstGeom prst="line">
                <a:avLst/>
              </a:prstGeom>
              <a:noFill/>
              <a:ln w="19050">
                <a:solidFill>
                  <a:srgbClr val="FFCC99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51" name="Arc 38">
                <a:extLst>
                  <a:ext uri="{FF2B5EF4-FFF2-40B4-BE49-F238E27FC236}">
                    <a16:creationId xmlns:a16="http://schemas.microsoft.com/office/drawing/2014/main" id="{F5CC7DF8-B42C-4EB7-B807-FFDC9450DB4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4249" y="644"/>
                <a:ext cx="73" cy="81"/>
              </a:xfrm>
              <a:custGeom>
                <a:avLst/>
                <a:gdLst>
                  <a:gd name="T0" fmla="*/ 0 w 19929"/>
                  <a:gd name="T1" fmla="*/ 0 h 21582"/>
                  <a:gd name="T2" fmla="*/ 0 w 19929"/>
                  <a:gd name="T3" fmla="*/ 0 h 21582"/>
                  <a:gd name="T4" fmla="*/ 0 w 19929"/>
                  <a:gd name="T5" fmla="*/ 0 h 21582"/>
                  <a:gd name="T6" fmla="*/ 0 60000 65536"/>
                  <a:gd name="T7" fmla="*/ 0 60000 65536"/>
                  <a:gd name="T8" fmla="*/ 0 60000 65536"/>
                  <a:gd name="T9" fmla="*/ 0 w 19929"/>
                  <a:gd name="T10" fmla="*/ 0 h 21582"/>
                  <a:gd name="T11" fmla="*/ 19929 w 19929"/>
                  <a:gd name="T12" fmla="*/ 21582 h 215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929" h="21582" fill="none" extrusionOk="0">
                    <a:moveTo>
                      <a:pt x="879" y="-1"/>
                    </a:moveTo>
                    <a:cubicBezTo>
                      <a:pt x="9263" y="341"/>
                      <a:pt x="16692" y="5508"/>
                      <a:pt x="19928" y="13251"/>
                    </a:cubicBezTo>
                  </a:path>
                  <a:path w="19929" h="21582" stroke="0" extrusionOk="0">
                    <a:moveTo>
                      <a:pt x="879" y="-1"/>
                    </a:moveTo>
                    <a:cubicBezTo>
                      <a:pt x="9263" y="341"/>
                      <a:pt x="16692" y="5508"/>
                      <a:pt x="19928" y="13251"/>
                    </a:cubicBezTo>
                    <a:lnTo>
                      <a:pt x="0" y="21582"/>
                    </a:lnTo>
                    <a:lnTo>
                      <a:pt x="879" y="-1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52" name="Line 39">
                <a:extLst>
                  <a:ext uri="{FF2B5EF4-FFF2-40B4-BE49-F238E27FC236}">
                    <a16:creationId xmlns:a16="http://schemas.microsoft.com/office/drawing/2014/main" id="{E60EBB09-AA46-4D53-8030-5AF789F64DF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869" y="383"/>
                <a:ext cx="102" cy="102"/>
              </a:xfrm>
              <a:prstGeom prst="line">
                <a:avLst/>
              </a:prstGeom>
              <a:noFill/>
              <a:ln w="19050">
                <a:solidFill>
                  <a:srgbClr val="FFCC99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53" name="Line 40">
                <a:extLst>
                  <a:ext uri="{FF2B5EF4-FFF2-40B4-BE49-F238E27FC236}">
                    <a16:creationId xmlns:a16="http://schemas.microsoft.com/office/drawing/2014/main" id="{5354773D-2F40-4B74-B2DE-0467E0F3022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941" y="447"/>
                <a:ext cx="102" cy="102"/>
              </a:xfrm>
              <a:prstGeom prst="line">
                <a:avLst/>
              </a:prstGeom>
              <a:noFill/>
              <a:ln w="19050">
                <a:solidFill>
                  <a:srgbClr val="FFCC99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7754" name="Object 43">
                <a:extLst>
                  <a:ext uri="{FF2B5EF4-FFF2-40B4-BE49-F238E27FC236}">
                    <a16:creationId xmlns:a16="http://schemas.microsoft.com/office/drawing/2014/main" id="{2567FA55-0019-4F50-97EE-5583E64E5BD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515" y="741"/>
              <a:ext cx="161" cy="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8034" name="公式" r:id="rId35" imgW="274320" imgH="380937" progId="Equation.3">
                      <p:embed/>
                    </p:oleObj>
                  </mc:Choice>
                  <mc:Fallback>
                    <p:oleObj name="公式" r:id="rId35" imgW="274320" imgH="380937" progId="Equation.3">
                      <p:embed/>
                      <p:pic>
                        <p:nvPicPr>
                          <p:cNvPr id="27754" name="Object 43">
                            <a:extLst>
                              <a:ext uri="{FF2B5EF4-FFF2-40B4-BE49-F238E27FC236}">
                                <a16:creationId xmlns:a16="http://schemas.microsoft.com/office/drawing/2014/main" id="{2567FA55-0019-4F50-97EE-5583E64E5BD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15" y="741"/>
                            <a:ext cx="161" cy="2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755" name="Object 44">
                <a:extLst>
                  <a:ext uri="{FF2B5EF4-FFF2-40B4-BE49-F238E27FC236}">
                    <a16:creationId xmlns:a16="http://schemas.microsoft.com/office/drawing/2014/main" id="{45A07F2F-089B-4305-ADE9-E6699BAD6F2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515" y="459"/>
              <a:ext cx="141" cy="2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8035" name="公式" r:id="rId37" imgW="243698" imgH="380937" progId="Equation.3">
                      <p:embed/>
                    </p:oleObj>
                  </mc:Choice>
                  <mc:Fallback>
                    <p:oleObj name="公式" r:id="rId37" imgW="243698" imgH="380937" progId="Equation.3">
                      <p:embed/>
                      <p:pic>
                        <p:nvPicPr>
                          <p:cNvPr id="27755" name="Object 44">
                            <a:extLst>
                              <a:ext uri="{FF2B5EF4-FFF2-40B4-BE49-F238E27FC236}">
                                <a16:creationId xmlns:a16="http://schemas.microsoft.com/office/drawing/2014/main" id="{45A07F2F-089B-4305-ADE9-E6699BAD6F2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15" y="459"/>
                            <a:ext cx="141" cy="2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756" name="Object 45">
                <a:extLst>
                  <a:ext uri="{FF2B5EF4-FFF2-40B4-BE49-F238E27FC236}">
                    <a16:creationId xmlns:a16="http://schemas.microsoft.com/office/drawing/2014/main" id="{02BFC255-8165-49BF-A89C-3C7AD79296F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16" y="450"/>
              <a:ext cx="70" cy="1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8036" name="公式" r:id="rId39" imgW="106751" imgH="259190" progId="Equation.3">
                      <p:embed/>
                    </p:oleObj>
                  </mc:Choice>
                  <mc:Fallback>
                    <p:oleObj name="公式" r:id="rId39" imgW="106751" imgH="259190" progId="Equation.3">
                      <p:embed/>
                      <p:pic>
                        <p:nvPicPr>
                          <p:cNvPr id="27756" name="Object 45">
                            <a:extLst>
                              <a:ext uri="{FF2B5EF4-FFF2-40B4-BE49-F238E27FC236}">
                                <a16:creationId xmlns:a16="http://schemas.microsoft.com/office/drawing/2014/main" id="{02BFC255-8165-49BF-A89C-3C7AD79296F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16" y="450"/>
                            <a:ext cx="70" cy="1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7757" name="Line 44">
                <a:extLst>
                  <a:ext uri="{FF2B5EF4-FFF2-40B4-BE49-F238E27FC236}">
                    <a16:creationId xmlns:a16="http://schemas.microsoft.com/office/drawing/2014/main" id="{DAAFB8BD-117E-4E58-9EBE-25788EBCD0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3" y="227"/>
                <a:ext cx="1" cy="110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prstDash val="dashDot"/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58" name="Line 45">
                <a:extLst>
                  <a:ext uri="{FF2B5EF4-FFF2-40B4-BE49-F238E27FC236}">
                    <a16:creationId xmlns:a16="http://schemas.microsoft.com/office/drawing/2014/main" id="{DEBA0AE9-5085-4079-9697-36F8763D399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4005" y="519"/>
                <a:ext cx="102" cy="102"/>
              </a:xfrm>
              <a:prstGeom prst="line">
                <a:avLst/>
              </a:prstGeom>
              <a:noFill/>
              <a:ln w="19050">
                <a:solidFill>
                  <a:srgbClr val="FFCC99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59" name="Line 46">
                <a:extLst>
                  <a:ext uri="{FF2B5EF4-FFF2-40B4-BE49-F238E27FC236}">
                    <a16:creationId xmlns:a16="http://schemas.microsoft.com/office/drawing/2014/main" id="{A8FF8152-2A47-4ED2-8FD5-E7B407D4AC0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793" y="319"/>
                <a:ext cx="102" cy="102"/>
              </a:xfrm>
              <a:prstGeom prst="line">
                <a:avLst/>
              </a:prstGeom>
              <a:noFill/>
              <a:ln w="19050">
                <a:solidFill>
                  <a:srgbClr val="FFCC99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45103" name="Line 47">
            <a:extLst>
              <a:ext uri="{FF2B5EF4-FFF2-40B4-BE49-F238E27FC236}">
                <a16:creationId xmlns:a16="http://schemas.microsoft.com/office/drawing/2014/main" id="{0FFA6F23-E12D-4DBA-A679-3E835F18A935}"/>
              </a:ext>
            </a:extLst>
          </p:cNvPr>
          <p:cNvSpPr>
            <a:spLocks noChangeAspect="1" noChangeShapeType="1"/>
          </p:cNvSpPr>
          <p:nvPr/>
        </p:nvSpPr>
        <p:spPr bwMode="auto">
          <a:xfrm rot="21050124" flipV="1">
            <a:off x="6972300" y="1590675"/>
            <a:ext cx="212725" cy="53975"/>
          </a:xfrm>
          <a:prstGeom prst="line">
            <a:avLst/>
          </a:prstGeom>
          <a:noFill/>
          <a:ln w="1905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04" name="Line 48">
            <a:extLst>
              <a:ext uri="{FF2B5EF4-FFF2-40B4-BE49-F238E27FC236}">
                <a16:creationId xmlns:a16="http://schemas.microsoft.com/office/drawing/2014/main" id="{16B3D5D2-3054-4DE4-BA08-50A6E8EFF72E}"/>
              </a:ext>
            </a:extLst>
          </p:cNvPr>
          <p:cNvSpPr>
            <a:spLocks noChangeAspect="1" noChangeShapeType="1"/>
          </p:cNvSpPr>
          <p:nvPr/>
        </p:nvSpPr>
        <p:spPr bwMode="auto">
          <a:xfrm rot="-644247">
            <a:off x="2863850" y="3400425"/>
            <a:ext cx="463550" cy="1006475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 type="none" w="med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05" name="Line 49">
            <a:extLst>
              <a:ext uri="{FF2B5EF4-FFF2-40B4-BE49-F238E27FC236}">
                <a16:creationId xmlns:a16="http://schemas.microsoft.com/office/drawing/2014/main" id="{1B7BAC09-E8DE-42BD-971E-5E7E787CA377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2760663" y="2579688"/>
            <a:ext cx="1122362" cy="88265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triangle" w="sm" len="lg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06" name="Arc 50">
            <a:extLst>
              <a:ext uri="{FF2B5EF4-FFF2-40B4-BE49-F238E27FC236}">
                <a16:creationId xmlns:a16="http://schemas.microsoft.com/office/drawing/2014/main" id="{DF9DE335-F0E5-4877-AE25-32EE4E82549B}"/>
              </a:ext>
            </a:extLst>
          </p:cNvPr>
          <p:cNvSpPr>
            <a:spLocks/>
          </p:cNvSpPr>
          <p:nvPr/>
        </p:nvSpPr>
        <p:spPr bwMode="auto">
          <a:xfrm>
            <a:off x="2749550" y="3252788"/>
            <a:ext cx="171450" cy="142875"/>
          </a:xfrm>
          <a:custGeom>
            <a:avLst/>
            <a:gdLst>
              <a:gd name="T0" fmla="*/ 2147483646 w 19739"/>
              <a:gd name="T1" fmla="*/ 0 h 21374"/>
              <a:gd name="T2" fmla="*/ 2147483646 w 19739"/>
              <a:gd name="T3" fmla="*/ 2147483646 h 21374"/>
              <a:gd name="T4" fmla="*/ 0 w 19739"/>
              <a:gd name="T5" fmla="*/ 2147483646 h 21374"/>
              <a:gd name="T6" fmla="*/ 0 60000 65536"/>
              <a:gd name="T7" fmla="*/ 0 60000 65536"/>
              <a:gd name="T8" fmla="*/ 0 60000 65536"/>
              <a:gd name="T9" fmla="*/ 0 w 19739"/>
              <a:gd name="T10" fmla="*/ 0 h 21374"/>
              <a:gd name="T11" fmla="*/ 19739 w 19739"/>
              <a:gd name="T12" fmla="*/ 21374 h 213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739" h="21374" fill="none" extrusionOk="0">
                <a:moveTo>
                  <a:pt x="3114" y="-1"/>
                </a:moveTo>
                <a:cubicBezTo>
                  <a:pt x="10451" y="1068"/>
                  <a:pt x="16728" y="5827"/>
                  <a:pt x="19739" y="12603"/>
                </a:cubicBezTo>
              </a:path>
              <a:path w="19739" h="21374" stroke="0" extrusionOk="0">
                <a:moveTo>
                  <a:pt x="3114" y="-1"/>
                </a:moveTo>
                <a:cubicBezTo>
                  <a:pt x="10451" y="1068"/>
                  <a:pt x="16728" y="5827"/>
                  <a:pt x="19739" y="12603"/>
                </a:cubicBezTo>
                <a:lnTo>
                  <a:pt x="0" y="21374"/>
                </a:lnTo>
                <a:lnTo>
                  <a:pt x="3114" y="-1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5107" name="Object 10">
            <a:extLst>
              <a:ext uri="{FF2B5EF4-FFF2-40B4-BE49-F238E27FC236}">
                <a16:creationId xmlns:a16="http://schemas.microsoft.com/office/drawing/2014/main" id="{F5C25ED4-2CFE-443D-AE20-7BA1E3C547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8013" y="3009900"/>
          <a:ext cx="157162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37" name="公式" r:id="rId41" imgW="76129" imgH="83993" progId="Equation.3">
                  <p:embed/>
                </p:oleObj>
              </mc:Choice>
              <mc:Fallback>
                <p:oleObj name="公式" r:id="rId41" imgW="76129" imgH="83993" progId="Equation.3">
                  <p:embed/>
                  <p:pic>
                    <p:nvPicPr>
                      <p:cNvPr id="45107" name="Object 10">
                        <a:extLst>
                          <a:ext uri="{FF2B5EF4-FFF2-40B4-BE49-F238E27FC236}">
                            <a16:creationId xmlns:a16="http://schemas.microsoft.com/office/drawing/2014/main" id="{F5C25ED4-2CFE-443D-AE20-7BA1E3C547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013" y="3009900"/>
                        <a:ext cx="157162" cy="17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08" name="Object 11">
            <a:extLst>
              <a:ext uri="{FF2B5EF4-FFF2-40B4-BE49-F238E27FC236}">
                <a16:creationId xmlns:a16="http://schemas.microsoft.com/office/drawing/2014/main" id="{F2BE045E-A780-44F6-A629-006C396B17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21050" y="2874963"/>
          <a:ext cx="157163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38" name="公式" r:id="rId43" imgW="76129" imgH="83993" progId="Equation.3">
                  <p:embed/>
                </p:oleObj>
              </mc:Choice>
              <mc:Fallback>
                <p:oleObj name="公式" r:id="rId43" imgW="76129" imgH="83993" progId="Equation.3">
                  <p:embed/>
                  <p:pic>
                    <p:nvPicPr>
                      <p:cNvPr id="45108" name="Object 11">
                        <a:extLst>
                          <a:ext uri="{FF2B5EF4-FFF2-40B4-BE49-F238E27FC236}">
                            <a16:creationId xmlns:a16="http://schemas.microsoft.com/office/drawing/2014/main" id="{F2BE045E-A780-44F6-A629-006C396B17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1050" y="2874963"/>
                        <a:ext cx="157163" cy="17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09" name="Object 12">
            <a:extLst>
              <a:ext uri="{FF2B5EF4-FFF2-40B4-BE49-F238E27FC236}">
                <a16:creationId xmlns:a16="http://schemas.microsoft.com/office/drawing/2014/main" id="{B4077624-A2D9-4D10-87A9-32ACCD2D83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1788" y="2886075"/>
          <a:ext cx="21113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39" name="公式" r:id="rId45" imgW="228813" imgH="411480" progId="Equation.3">
                  <p:embed/>
                </p:oleObj>
              </mc:Choice>
              <mc:Fallback>
                <p:oleObj name="公式" r:id="rId45" imgW="228813" imgH="411480" progId="Equation.3">
                  <p:embed/>
                  <p:pic>
                    <p:nvPicPr>
                      <p:cNvPr id="45109" name="Object 12">
                        <a:extLst>
                          <a:ext uri="{FF2B5EF4-FFF2-40B4-BE49-F238E27FC236}">
                            <a16:creationId xmlns:a16="http://schemas.microsoft.com/office/drawing/2014/main" id="{B4077624-A2D9-4D10-87A9-32ACCD2D83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1788" y="2886075"/>
                        <a:ext cx="21113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10" name="Object 13">
            <a:extLst>
              <a:ext uri="{FF2B5EF4-FFF2-40B4-BE49-F238E27FC236}">
                <a16:creationId xmlns:a16="http://schemas.microsoft.com/office/drawing/2014/main" id="{F4882F61-44B1-4C78-861C-FECD278B53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33775" y="2708275"/>
          <a:ext cx="157163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40" name="公式" r:id="rId47" imgW="76129" imgH="83993" progId="Equation.3">
                  <p:embed/>
                </p:oleObj>
              </mc:Choice>
              <mc:Fallback>
                <p:oleObj name="公式" r:id="rId47" imgW="76129" imgH="83993" progId="Equation.3">
                  <p:embed/>
                  <p:pic>
                    <p:nvPicPr>
                      <p:cNvPr id="45110" name="Object 13">
                        <a:extLst>
                          <a:ext uri="{FF2B5EF4-FFF2-40B4-BE49-F238E27FC236}">
                            <a16:creationId xmlns:a16="http://schemas.microsoft.com/office/drawing/2014/main" id="{F4882F61-44B1-4C78-861C-FECD278B53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3775" y="2708275"/>
                        <a:ext cx="157163" cy="17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11" name="Object 14">
            <a:extLst>
              <a:ext uri="{FF2B5EF4-FFF2-40B4-BE49-F238E27FC236}">
                <a16:creationId xmlns:a16="http://schemas.microsoft.com/office/drawing/2014/main" id="{54CDCCCD-5903-4C33-8A98-57B833E5D1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97225" y="4049713"/>
          <a:ext cx="115888" cy="12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41" name="公式" r:id="rId49" imgW="76129" imgH="83993" progId="Equation.3">
                  <p:embed/>
                </p:oleObj>
              </mc:Choice>
              <mc:Fallback>
                <p:oleObj name="公式" r:id="rId49" imgW="76129" imgH="83993" progId="Equation.3">
                  <p:embed/>
                  <p:pic>
                    <p:nvPicPr>
                      <p:cNvPr id="45111" name="Object 14">
                        <a:extLst>
                          <a:ext uri="{FF2B5EF4-FFF2-40B4-BE49-F238E27FC236}">
                            <a16:creationId xmlns:a16="http://schemas.microsoft.com/office/drawing/2014/main" id="{54CDCCCD-5903-4C33-8A98-57B833E5D1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7225" y="4049713"/>
                        <a:ext cx="115888" cy="12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12" name="Object 15">
            <a:extLst>
              <a:ext uri="{FF2B5EF4-FFF2-40B4-BE49-F238E27FC236}">
                <a16:creationId xmlns:a16="http://schemas.microsoft.com/office/drawing/2014/main" id="{36FE7A9F-2EB5-497D-AA29-0FEBACF896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2763" y="3867150"/>
          <a:ext cx="115887" cy="12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42" name="公式" r:id="rId51" imgW="76129" imgH="83993" progId="Equation.3">
                  <p:embed/>
                </p:oleObj>
              </mc:Choice>
              <mc:Fallback>
                <p:oleObj name="公式" r:id="rId51" imgW="76129" imgH="83993" progId="Equation.3">
                  <p:embed/>
                  <p:pic>
                    <p:nvPicPr>
                      <p:cNvPr id="45112" name="Object 15">
                        <a:extLst>
                          <a:ext uri="{FF2B5EF4-FFF2-40B4-BE49-F238E27FC236}">
                            <a16:creationId xmlns:a16="http://schemas.microsoft.com/office/drawing/2014/main" id="{36FE7A9F-2EB5-497D-AA29-0FEBACF896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2763" y="3867150"/>
                        <a:ext cx="115887" cy="12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13" name="Object 16">
            <a:extLst>
              <a:ext uri="{FF2B5EF4-FFF2-40B4-BE49-F238E27FC236}">
                <a16:creationId xmlns:a16="http://schemas.microsoft.com/office/drawing/2014/main" id="{C640326E-8596-49FB-A0E2-C4B9E6D4BA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3654425"/>
          <a:ext cx="115887" cy="12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43" name="公式" r:id="rId53" imgW="76129" imgH="83993" progId="Equation.3">
                  <p:embed/>
                </p:oleObj>
              </mc:Choice>
              <mc:Fallback>
                <p:oleObj name="公式" r:id="rId53" imgW="76129" imgH="83993" progId="Equation.3">
                  <p:embed/>
                  <p:pic>
                    <p:nvPicPr>
                      <p:cNvPr id="45113" name="Object 16">
                        <a:extLst>
                          <a:ext uri="{FF2B5EF4-FFF2-40B4-BE49-F238E27FC236}">
                            <a16:creationId xmlns:a16="http://schemas.microsoft.com/office/drawing/2014/main" id="{C640326E-8596-49FB-A0E2-C4B9E6D4BA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654425"/>
                        <a:ext cx="115887" cy="12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81" name="Group 58">
            <a:extLst>
              <a:ext uri="{FF2B5EF4-FFF2-40B4-BE49-F238E27FC236}">
                <a16:creationId xmlns:a16="http://schemas.microsoft.com/office/drawing/2014/main" id="{AA38F52B-4E42-4F22-B32F-12A2C25FCF95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2565400"/>
            <a:ext cx="2665413" cy="1892300"/>
            <a:chOff x="930" y="1616"/>
            <a:chExt cx="1679" cy="1192"/>
          </a:xfrm>
        </p:grpSpPr>
        <p:sp>
          <p:nvSpPr>
            <p:cNvPr id="27735" name="Rectangle 59">
              <a:extLst>
                <a:ext uri="{FF2B5EF4-FFF2-40B4-BE49-F238E27FC236}">
                  <a16:creationId xmlns:a16="http://schemas.microsoft.com/office/drawing/2014/main" id="{60C846DB-0101-43BB-9629-591F733CE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" y="2173"/>
              <a:ext cx="1679" cy="635"/>
            </a:xfrm>
            <a:prstGeom prst="rect">
              <a:avLst/>
            </a:prstGeom>
            <a:solidFill>
              <a:srgbClr val="CCFFFF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7736" name="Line 60">
              <a:extLst>
                <a:ext uri="{FF2B5EF4-FFF2-40B4-BE49-F238E27FC236}">
                  <a16:creationId xmlns:a16="http://schemas.microsoft.com/office/drawing/2014/main" id="{3AD6AD24-C95B-47BF-9728-4A0CBA1C83B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51" y="1616"/>
              <a:ext cx="707" cy="572"/>
            </a:xfrm>
            <a:prstGeom prst="line">
              <a:avLst/>
            </a:prstGeom>
            <a:noFill/>
            <a:ln w="31750">
              <a:solidFill>
                <a:srgbClr val="FFCC99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7" name="Arc 61">
              <a:extLst>
                <a:ext uri="{FF2B5EF4-FFF2-40B4-BE49-F238E27FC236}">
                  <a16:creationId xmlns:a16="http://schemas.microsoft.com/office/drawing/2014/main" id="{AF598B71-B022-40C6-BE40-A75BBD1E5F3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664" y="2050"/>
              <a:ext cx="73" cy="81"/>
            </a:xfrm>
            <a:custGeom>
              <a:avLst/>
              <a:gdLst>
                <a:gd name="T0" fmla="*/ 0 w 19929"/>
                <a:gd name="T1" fmla="*/ 0 h 21582"/>
                <a:gd name="T2" fmla="*/ 0 w 19929"/>
                <a:gd name="T3" fmla="*/ 0 h 21582"/>
                <a:gd name="T4" fmla="*/ 0 w 19929"/>
                <a:gd name="T5" fmla="*/ 0 h 21582"/>
                <a:gd name="T6" fmla="*/ 0 60000 65536"/>
                <a:gd name="T7" fmla="*/ 0 60000 65536"/>
                <a:gd name="T8" fmla="*/ 0 60000 65536"/>
                <a:gd name="T9" fmla="*/ 0 w 19929"/>
                <a:gd name="T10" fmla="*/ 0 h 21582"/>
                <a:gd name="T11" fmla="*/ 19929 w 19929"/>
                <a:gd name="T12" fmla="*/ 21582 h 215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929" h="21582" fill="none" extrusionOk="0">
                  <a:moveTo>
                    <a:pt x="879" y="-1"/>
                  </a:moveTo>
                  <a:cubicBezTo>
                    <a:pt x="9263" y="341"/>
                    <a:pt x="16692" y="5508"/>
                    <a:pt x="19928" y="13251"/>
                  </a:cubicBezTo>
                </a:path>
                <a:path w="19929" h="21582" stroke="0" extrusionOk="0">
                  <a:moveTo>
                    <a:pt x="879" y="-1"/>
                  </a:moveTo>
                  <a:cubicBezTo>
                    <a:pt x="9263" y="341"/>
                    <a:pt x="16692" y="5508"/>
                    <a:pt x="19928" y="13251"/>
                  </a:cubicBezTo>
                  <a:lnTo>
                    <a:pt x="0" y="21582"/>
                  </a:lnTo>
                  <a:lnTo>
                    <a:pt x="879" y="-1"/>
                  </a:lnTo>
                  <a:close/>
                </a:path>
              </a:pathLst>
            </a:cu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7738" name="Object 35">
              <a:extLst>
                <a:ext uri="{FF2B5EF4-FFF2-40B4-BE49-F238E27FC236}">
                  <a16:creationId xmlns:a16="http://schemas.microsoft.com/office/drawing/2014/main" id="{362DDAD4-71B9-4668-8821-0F2A50390DF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96" y="1726"/>
            <a:ext cx="99" cy="1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44" name="公式" r:id="rId55" imgW="76129" imgH="83993" progId="Equation.3">
                    <p:embed/>
                  </p:oleObj>
                </mc:Choice>
                <mc:Fallback>
                  <p:oleObj name="公式" r:id="rId55" imgW="76129" imgH="83993" progId="Equation.3">
                    <p:embed/>
                    <p:pic>
                      <p:nvPicPr>
                        <p:cNvPr id="27738" name="Object 35">
                          <a:extLst>
                            <a:ext uri="{FF2B5EF4-FFF2-40B4-BE49-F238E27FC236}">
                              <a16:creationId xmlns:a16="http://schemas.microsoft.com/office/drawing/2014/main" id="{362DDAD4-71B9-4668-8821-0F2A50390D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6" y="1726"/>
                          <a:ext cx="99" cy="1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39" name="Object 36">
              <a:extLst>
                <a:ext uri="{FF2B5EF4-FFF2-40B4-BE49-F238E27FC236}">
                  <a16:creationId xmlns:a16="http://schemas.microsoft.com/office/drawing/2014/main" id="{59856D44-F465-491D-8656-0CEDB2884A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73" y="1867"/>
            <a:ext cx="99" cy="1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45" name="Equation" r:id="rId57" imgW="76129" imgH="83993" progId="Equation.3">
                    <p:embed/>
                  </p:oleObj>
                </mc:Choice>
                <mc:Fallback>
                  <p:oleObj name="Equation" r:id="rId57" imgW="76129" imgH="83993" progId="Equation.3">
                    <p:embed/>
                    <p:pic>
                      <p:nvPicPr>
                        <p:cNvPr id="27739" name="Object 36">
                          <a:extLst>
                            <a:ext uri="{FF2B5EF4-FFF2-40B4-BE49-F238E27FC236}">
                              <a16:creationId xmlns:a16="http://schemas.microsoft.com/office/drawing/2014/main" id="{59856D44-F465-491D-8656-0CEDB2884A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3" y="1867"/>
                          <a:ext cx="99" cy="1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40" name="Object 37">
              <a:extLst>
                <a:ext uri="{FF2B5EF4-FFF2-40B4-BE49-F238E27FC236}">
                  <a16:creationId xmlns:a16="http://schemas.microsoft.com/office/drawing/2014/main" id="{C99DAAF0-0DC3-4865-A06E-C3D7582D4C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30" y="2147"/>
            <a:ext cx="161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46" name="公式" r:id="rId59" imgW="274320" imgH="380937" progId="Equation.3">
                    <p:embed/>
                  </p:oleObj>
                </mc:Choice>
                <mc:Fallback>
                  <p:oleObj name="公式" r:id="rId59" imgW="274320" imgH="380937" progId="Equation.3">
                    <p:embed/>
                    <p:pic>
                      <p:nvPicPr>
                        <p:cNvPr id="27740" name="Object 37">
                          <a:extLst>
                            <a:ext uri="{FF2B5EF4-FFF2-40B4-BE49-F238E27FC236}">
                              <a16:creationId xmlns:a16="http://schemas.microsoft.com/office/drawing/2014/main" id="{C99DAAF0-0DC3-4865-A06E-C3D7582D4C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2147"/>
                          <a:ext cx="161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41" name="Object 38">
              <a:extLst>
                <a:ext uri="{FF2B5EF4-FFF2-40B4-BE49-F238E27FC236}">
                  <a16:creationId xmlns:a16="http://schemas.microsoft.com/office/drawing/2014/main" id="{D8910FF7-7D37-49E9-BA7A-421FD0E295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30" y="1865"/>
            <a:ext cx="141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47" name="公式" r:id="rId61" imgW="243698" imgH="380937" progId="Equation.3">
                    <p:embed/>
                  </p:oleObj>
                </mc:Choice>
                <mc:Fallback>
                  <p:oleObj name="公式" r:id="rId61" imgW="243698" imgH="380937" progId="Equation.3">
                    <p:embed/>
                    <p:pic>
                      <p:nvPicPr>
                        <p:cNvPr id="27741" name="Object 38">
                          <a:extLst>
                            <a:ext uri="{FF2B5EF4-FFF2-40B4-BE49-F238E27FC236}">
                              <a16:creationId xmlns:a16="http://schemas.microsoft.com/office/drawing/2014/main" id="{D8910FF7-7D37-49E9-BA7A-421FD0E295E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1865"/>
                          <a:ext cx="141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42" name="Object 39">
              <a:extLst>
                <a:ext uri="{FF2B5EF4-FFF2-40B4-BE49-F238E27FC236}">
                  <a16:creationId xmlns:a16="http://schemas.microsoft.com/office/drawing/2014/main" id="{8A5D9F61-8281-46A2-AC7E-1488CF034C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00" y="1818"/>
            <a:ext cx="133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48" name="公式" r:id="rId63" imgW="228813" imgH="411480" progId="Equation.3">
                    <p:embed/>
                  </p:oleObj>
                </mc:Choice>
                <mc:Fallback>
                  <p:oleObj name="公式" r:id="rId63" imgW="228813" imgH="411480" progId="Equation.3">
                    <p:embed/>
                    <p:pic>
                      <p:nvPicPr>
                        <p:cNvPr id="27742" name="Object 39">
                          <a:extLst>
                            <a:ext uri="{FF2B5EF4-FFF2-40B4-BE49-F238E27FC236}">
                              <a16:creationId xmlns:a16="http://schemas.microsoft.com/office/drawing/2014/main" id="{8A5D9F61-8281-46A2-AC7E-1488CF034C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0" y="1818"/>
                          <a:ext cx="133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743" name="Line 67">
              <a:extLst>
                <a:ext uri="{FF2B5EF4-FFF2-40B4-BE49-F238E27FC236}">
                  <a16:creationId xmlns:a16="http://schemas.microsoft.com/office/drawing/2014/main" id="{AF07BC31-BF0F-45B6-A613-42D0355446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8" y="1633"/>
              <a:ext cx="1" cy="1105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dash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7744" name="Object 40">
              <a:extLst>
                <a:ext uri="{FF2B5EF4-FFF2-40B4-BE49-F238E27FC236}">
                  <a16:creationId xmlns:a16="http://schemas.microsoft.com/office/drawing/2014/main" id="{9FFB19B8-CD73-42A2-9136-1FECB4D9B17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0" y="1796"/>
            <a:ext cx="99" cy="1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49" name="公式" r:id="rId65" imgW="76129" imgH="83993" progId="Equation.3">
                    <p:embed/>
                  </p:oleObj>
                </mc:Choice>
                <mc:Fallback>
                  <p:oleObj name="公式" r:id="rId65" imgW="76129" imgH="83993" progId="Equation.3">
                    <p:embed/>
                    <p:pic>
                      <p:nvPicPr>
                        <p:cNvPr id="27744" name="Object 40">
                          <a:extLst>
                            <a:ext uri="{FF2B5EF4-FFF2-40B4-BE49-F238E27FC236}">
                              <a16:creationId xmlns:a16="http://schemas.microsoft.com/office/drawing/2014/main" id="{9FFB19B8-CD73-42A2-9136-1FECB4D9B17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0" y="1796"/>
                          <a:ext cx="99" cy="1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45" name="Object 41">
              <a:extLst>
                <a:ext uri="{FF2B5EF4-FFF2-40B4-BE49-F238E27FC236}">
                  <a16:creationId xmlns:a16="http://schemas.microsoft.com/office/drawing/2014/main" id="{7FAD2629-A882-4BBE-926F-007C950779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43" y="1998"/>
            <a:ext cx="99" cy="1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50" name="公式" r:id="rId67" imgW="76129" imgH="83993" progId="Equation.3">
                    <p:embed/>
                  </p:oleObj>
                </mc:Choice>
                <mc:Fallback>
                  <p:oleObj name="公式" r:id="rId67" imgW="76129" imgH="83993" progId="Equation.3">
                    <p:embed/>
                    <p:pic>
                      <p:nvPicPr>
                        <p:cNvPr id="27745" name="Object 41">
                          <a:extLst>
                            <a:ext uri="{FF2B5EF4-FFF2-40B4-BE49-F238E27FC236}">
                              <a16:creationId xmlns:a16="http://schemas.microsoft.com/office/drawing/2014/main" id="{7FAD2629-A882-4BBE-926F-007C9507796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3" y="1998"/>
                          <a:ext cx="99" cy="1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46" name="Object 42">
              <a:extLst>
                <a:ext uri="{FF2B5EF4-FFF2-40B4-BE49-F238E27FC236}">
                  <a16:creationId xmlns:a16="http://schemas.microsoft.com/office/drawing/2014/main" id="{B75546F2-2754-45B1-BD34-94B48DF146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61" y="1936"/>
            <a:ext cx="99" cy="1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51" name="Equation" r:id="rId69" imgW="76129" imgH="83993" progId="Equation.3">
                    <p:embed/>
                  </p:oleObj>
                </mc:Choice>
                <mc:Fallback>
                  <p:oleObj name="Equation" r:id="rId69" imgW="76129" imgH="83993" progId="Equation.3">
                    <p:embed/>
                    <p:pic>
                      <p:nvPicPr>
                        <p:cNvPr id="27746" name="Object 42">
                          <a:extLst>
                            <a:ext uri="{FF2B5EF4-FFF2-40B4-BE49-F238E27FC236}">
                              <a16:creationId xmlns:a16="http://schemas.microsoft.com/office/drawing/2014/main" id="{B75546F2-2754-45B1-BD34-94B48DF1463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1" y="1936"/>
                          <a:ext cx="99" cy="1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127" name="Line 71">
            <a:extLst>
              <a:ext uri="{FF2B5EF4-FFF2-40B4-BE49-F238E27FC236}">
                <a16:creationId xmlns:a16="http://schemas.microsoft.com/office/drawing/2014/main" id="{2B05F48D-F2F5-4333-B24D-A6D90D96A1C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892925" y="3467100"/>
            <a:ext cx="463550" cy="1006475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 type="none" w="med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28" name="Line 72">
            <a:extLst>
              <a:ext uri="{FF2B5EF4-FFF2-40B4-BE49-F238E27FC236}">
                <a16:creationId xmlns:a16="http://schemas.microsoft.com/office/drawing/2014/main" id="{ACF32163-1CD3-440E-B52C-2142A08D9E04}"/>
              </a:ext>
            </a:extLst>
          </p:cNvPr>
          <p:cNvSpPr>
            <a:spLocks noChangeAspect="1" noChangeShapeType="1"/>
          </p:cNvSpPr>
          <p:nvPr/>
        </p:nvSpPr>
        <p:spPr bwMode="auto">
          <a:xfrm rot="21050124" flipV="1">
            <a:off x="7034213" y="3965575"/>
            <a:ext cx="212725" cy="53975"/>
          </a:xfrm>
          <a:prstGeom prst="line">
            <a:avLst/>
          </a:prstGeom>
          <a:noFill/>
          <a:ln w="1905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29" name="Line 73">
            <a:extLst>
              <a:ext uri="{FF2B5EF4-FFF2-40B4-BE49-F238E27FC236}">
                <a16:creationId xmlns:a16="http://schemas.microsoft.com/office/drawing/2014/main" id="{8178CEF3-BD5C-4828-B8C8-418C225E50DD}"/>
              </a:ext>
            </a:extLst>
          </p:cNvPr>
          <p:cNvSpPr>
            <a:spLocks noChangeAspect="1" noChangeShapeType="1"/>
          </p:cNvSpPr>
          <p:nvPr/>
        </p:nvSpPr>
        <p:spPr bwMode="auto">
          <a:xfrm rot="21050124" flipV="1">
            <a:off x="7091363" y="4098925"/>
            <a:ext cx="212725" cy="53975"/>
          </a:xfrm>
          <a:prstGeom prst="line">
            <a:avLst/>
          </a:prstGeom>
          <a:noFill/>
          <a:ln w="1905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7685" name="Group 74">
            <a:extLst>
              <a:ext uri="{FF2B5EF4-FFF2-40B4-BE49-F238E27FC236}">
                <a16:creationId xmlns:a16="http://schemas.microsoft.com/office/drawing/2014/main" id="{8B58D56F-CD8D-41F6-98D1-E7F5E4531059}"/>
              </a:ext>
            </a:extLst>
          </p:cNvPr>
          <p:cNvGrpSpPr>
            <a:grpSpLocks/>
          </p:cNvGrpSpPr>
          <p:nvPr/>
        </p:nvGrpSpPr>
        <p:grpSpPr bwMode="auto">
          <a:xfrm>
            <a:off x="5580063" y="2554288"/>
            <a:ext cx="2665412" cy="1892300"/>
            <a:chOff x="3514" y="1616"/>
            <a:chExt cx="1679" cy="1192"/>
          </a:xfrm>
        </p:grpSpPr>
        <p:sp>
          <p:nvSpPr>
            <p:cNvPr id="27723" name="Rectangle 75">
              <a:extLst>
                <a:ext uri="{FF2B5EF4-FFF2-40B4-BE49-F238E27FC236}">
                  <a16:creationId xmlns:a16="http://schemas.microsoft.com/office/drawing/2014/main" id="{19E5C674-1676-447D-860B-5EF1CC0027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4" y="2173"/>
              <a:ext cx="1679" cy="635"/>
            </a:xfrm>
            <a:prstGeom prst="rect">
              <a:avLst/>
            </a:prstGeom>
            <a:solidFill>
              <a:srgbClr val="CCFFFF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7724" name="Line 76">
              <a:extLst>
                <a:ext uri="{FF2B5EF4-FFF2-40B4-BE49-F238E27FC236}">
                  <a16:creationId xmlns:a16="http://schemas.microsoft.com/office/drawing/2014/main" id="{9EBDE007-B8C7-4C50-A0B1-B390BE199AC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35" y="1616"/>
              <a:ext cx="707" cy="572"/>
            </a:xfrm>
            <a:prstGeom prst="line">
              <a:avLst/>
            </a:prstGeom>
            <a:noFill/>
            <a:ln w="31750">
              <a:solidFill>
                <a:srgbClr val="FFCC99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5" name="Line 77">
              <a:extLst>
                <a:ext uri="{FF2B5EF4-FFF2-40B4-BE49-F238E27FC236}">
                  <a16:creationId xmlns:a16="http://schemas.microsoft.com/office/drawing/2014/main" id="{C32C828B-38AD-4EC0-A9F9-7E2A46882C1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718" y="1660"/>
              <a:ext cx="102" cy="102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6" name="Arc 78">
              <a:extLst>
                <a:ext uri="{FF2B5EF4-FFF2-40B4-BE49-F238E27FC236}">
                  <a16:creationId xmlns:a16="http://schemas.microsoft.com/office/drawing/2014/main" id="{41406A3E-9963-440E-B959-882C16F725D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248" y="2050"/>
              <a:ext cx="73" cy="81"/>
            </a:xfrm>
            <a:custGeom>
              <a:avLst/>
              <a:gdLst>
                <a:gd name="T0" fmla="*/ 0 w 19929"/>
                <a:gd name="T1" fmla="*/ 0 h 21582"/>
                <a:gd name="T2" fmla="*/ 0 w 19929"/>
                <a:gd name="T3" fmla="*/ 0 h 21582"/>
                <a:gd name="T4" fmla="*/ 0 w 19929"/>
                <a:gd name="T5" fmla="*/ 0 h 21582"/>
                <a:gd name="T6" fmla="*/ 0 60000 65536"/>
                <a:gd name="T7" fmla="*/ 0 60000 65536"/>
                <a:gd name="T8" fmla="*/ 0 60000 65536"/>
                <a:gd name="T9" fmla="*/ 0 w 19929"/>
                <a:gd name="T10" fmla="*/ 0 h 21582"/>
                <a:gd name="T11" fmla="*/ 19929 w 19929"/>
                <a:gd name="T12" fmla="*/ 21582 h 215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929" h="21582" fill="none" extrusionOk="0">
                  <a:moveTo>
                    <a:pt x="879" y="-1"/>
                  </a:moveTo>
                  <a:cubicBezTo>
                    <a:pt x="9263" y="341"/>
                    <a:pt x="16692" y="5508"/>
                    <a:pt x="19928" y="13251"/>
                  </a:cubicBezTo>
                </a:path>
                <a:path w="19929" h="21582" stroke="0" extrusionOk="0">
                  <a:moveTo>
                    <a:pt x="879" y="-1"/>
                  </a:moveTo>
                  <a:cubicBezTo>
                    <a:pt x="9263" y="341"/>
                    <a:pt x="16692" y="5508"/>
                    <a:pt x="19928" y="13251"/>
                  </a:cubicBezTo>
                  <a:lnTo>
                    <a:pt x="0" y="21582"/>
                  </a:lnTo>
                  <a:lnTo>
                    <a:pt x="879" y="-1"/>
                  </a:lnTo>
                  <a:close/>
                </a:path>
              </a:pathLst>
            </a:cu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7" name="Line 79">
              <a:extLst>
                <a:ext uri="{FF2B5EF4-FFF2-40B4-BE49-F238E27FC236}">
                  <a16:creationId xmlns:a16="http://schemas.microsoft.com/office/drawing/2014/main" id="{90EA0CBB-371D-46BC-960A-29C0F520DC0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868" y="1789"/>
              <a:ext cx="102" cy="102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8" name="Line 80">
              <a:extLst>
                <a:ext uri="{FF2B5EF4-FFF2-40B4-BE49-F238E27FC236}">
                  <a16:creationId xmlns:a16="http://schemas.microsoft.com/office/drawing/2014/main" id="{249222E3-AA8C-415A-AFDA-88AA9BD96AC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940" y="1853"/>
              <a:ext cx="102" cy="102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7729" name="Object 32">
              <a:extLst>
                <a:ext uri="{FF2B5EF4-FFF2-40B4-BE49-F238E27FC236}">
                  <a16:creationId xmlns:a16="http://schemas.microsoft.com/office/drawing/2014/main" id="{6EB4679F-E46B-4723-B27C-2469D2B00E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14" y="2147"/>
            <a:ext cx="161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52" name="公式" r:id="rId71" imgW="274320" imgH="380937" progId="Equation.3">
                    <p:embed/>
                  </p:oleObj>
                </mc:Choice>
                <mc:Fallback>
                  <p:oleObj name="公式" r:id="rId71" imgW="274320" imgH="380937" progId="Equation.3">
                    <p:embed/>
                    <p:pic>
                      <p:nvPicPr>
                        <p:cNvPr id="27729" name="Object 32">
                          <a:extLst>
                            <a:ext uri="{FF2B5EF4-FFF2-40B4-BE49-F238E27FC236}">
                              <a16:creationId xmlns:a16="http://schemas.microsoft.com/office/drawing/2014/main" id="{6EB4679F-E46B-4723-B27C-2469D2B00E8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4" y="2147"/>
                          <a:ext cx="161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30" name="Object 33">
              <a:extLst>
                <a:ext uri="{FF2B5EF4-FFF2-40B4-BE49-F238E27FC236}">
                  <a16:creationId xmlns:a16="http://schemas.microsoft.com/office/drawing/2014/main" id="{536FFBB6-1E2C-4083-B7BB-2F6FA22E0A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14" y="1865"/>
            <a:ext cx="141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53" name="公式" r:id="rId73" imgW="243698" imgH="380937" progId="Equation.3">
                    <p:embed/>
                  </p:oleObj>
                </mc:Choice>
                <mc:Fallback>
                  <p:oleObj name="公式" r:id="rId73" imgW="243698" imgH="380937" progId="Equation.3">
                    <p:embed/>
                    <p:pic>
                      <p:nvPicPr>
                        <p:cNvPr id="27730" name="Object 33">
                          <a:extLst>
                            <a:ext uri="{FF2B5EF4-FFF2-40B4-BE49-F238E27FC236}">
                              <a16:creationId xmlns:a16="http://schemas.microsoft.com/office/drawing/2014/main" id="{536FFBB6-1E2C-4083-B7BB-2F6FA22E0AD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4" y="1865"/>
                          <a:ext cx="141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31" name="Object 34">
              <a:extLst>
                <a:ext uri="{FF2B5EF4-FFF2-40B4-BE49-F238E27FC236}">
                  <a16:creationId xmlns:a16="http://schemas.microsoft.com/office/drawing/2014/main" id="{E98F1107-B585-4307-A210-2F788E9E02D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84" y="1818"/>
            <a:ext cx="133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54" name="公式" r:id="rId75" imgW="228813" imgH="411480" progId="Equation.3">
                    <p:embed/>
                  </p:oleObj>
                </mc:Choice>
                <mc:Fallback>
                  <p:oleObj name="公式" r:id="rId75" imgW="228813" imgH="411480" progId="Equation.3">
                    <p:embed/>
                    <p:pic>
                      <p:nvPicPr>
                        <p:cNvPr id="27731" name="Object 34">
                          <a:extLst>
                            <a:ext uri="{FF2B5EF4-FFF2-40B4-BE49-F238E27FC236}">
                              <a16:creationId xmlns:a16="http://schemas.microsoft.com/office/drawing/2014/main" id="{E98F1107-B585-4307-A210-2F788E9E02D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4" y="1818"/>
                          <a:ext cx="133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732" name="Line 84">
              <a:extLst>
                <a:ext uri="{FF2B5EF4-FFF2-40B4-BE49-F238E27FC236}">
                  <a16:creationId xmlns:a16="http://schemas.microsoft.com/office/drawing/2014/main" id="{BFFBF994-9C2E-47E7-9A82-0A80A1970B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2" y="1633"/>
              <a:ext cx="1" cy="1105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dash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3" name="Line 85">
              <a:extLst>
                <a:ext uri="{FF2B5EF4-FFF2-40B4-BE49-F238E27FC236}">
                  <a16:creationId xmlns:a16="http://schemas.microsoft.com/office/drawing/2014/main" id="{93E8D40A-4FE3-4394-A4A3-2742EC6A16A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004" y="1925"/>
              <a:ext cx="102" cy="102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4" name="Line 86">
              <a:extLst>
                <a:ext uri="{FF2B5EF4-FFF2-40B4-BE49-F238E27FC236}">
                  <a16:creationId xmlns:a16="http://schemas.microsoft.com/office/drawing/2014/main" id="{D91B55BD-C60D-4661-B238-26518104A1E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792" y="1725"/>
              <a:ext cx="102" cy="102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143" name="Line 87">
            <a:extLst>
              <a:ext uri="{FF2B5EF4-FFF2-40B4-BE49-F238E27FC236}">
                <a16:creationId xmlns:a16="http://schemas.microsoft.com/office/drawing/2014/main" id="{F5B9BF5E-9861-4C23-99A2-96E0162EE017}"/>
              </a:ext>
            </a:extLst>
          </p:cNvPr>
          <p:cNvSpPr>
            <a:spLocks noChangeAspect="1" noChangeShapeType="1"/>
          </p:cNvSpPr>
          <p:nvPr/>
        </p:nvSpPr>
        <p:spPr bwMode="auto">
          <a:xfrm rot="21050124" flipV="1">
            <a:off x="6970713" y="3822700"/>
            <a:ext cx="212725" cy="53975"/>
          </a:xfrm>
          <a:prstGeom prst="line">
            <a:avLst/>
          </a:prstGeom>
          <a:noFill/>
          <a:ln w="1905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44" name="Line 88">
            <a:extLst>
              <a:ext uri="{FF2B5EF4-FFF2-40B4-BE49-F238E27FC236}">
                <a16:creationId xmlns:a16="http://schemas.microsoft.com/office/drawing/2014/main" id="{E9752A0C-AA0D-45EF-8504-5162C3212038}"/>
              </a:ext>
            </a:extLst>
          </p:cNvPr>
          <p:cNvSpPr>
            <a:spLocks noChangeAspect="1" noChangeShapeType="1"/>
          </p:cNvSpPr>
          <p:nvPr/>
        </p:nvSpPr>
        <p:spPr bwMode="auto">
          <a:xfrm rot="21050124" flipV="1">
            <a:off x="7161213" y="4222750"/>
            <a:ext cx="212725" cy="53975"/>
          </a:xfrm>
          <a:prstGeom prst="line">
            <a:avLst/>
          </a:prstGeom>
          <a:noFill/>
          <a:ln w="1905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45" name="Line 89">
            <a:extLst>
              <a:ext uri="{FF2B5EF4-FFF2-40B4-BE49-F238E27FC236}">
                <a16:creationId xmlns:a16="http://schemas.microsoft.com/office/drawing/2014/main" id="{7B496139-ABB5-4EF3-AE01-B19781C9146D}"/>
              </a:ext>
            </a:extLst>
          </p:cNvPr>
          <p:cNvSpPr>
            <a:spLocks noChangeAspect="1" noChangeShapeType="1"/>
          </p:cNvSpPr>
          <p:nvPr/>
        </p:nvSpPr>
        <p:spPr bwMode="auto">
          <a:xfrm rot="21050124" flipV="1">
            <a:off x="6911975" y="3681413"/>
            <a:ext cx="212725" cy="53975"/>
          </a:xfrm>
          <a:prstGeom prst="line">
            <a:avLst/>
          </a:prstGeom>
          <a:noFill/>
          <a:ln w="1905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46" name="Rectangle 90">
            <a:extLst>
              <a:ext uri="{FF2B5EF4-FFF2-40B4-BE49-F238E27FC236}">
                <a16:creationId xmlns:a16="http://schemas.microsoft.com/office/drawing/2014/main" id="{2929F1FD-40CC-431F-8B41-43CC07B5D9BB}"/>
              </a:ext>
            </a:extLst>
          </p:cNvPr>
          <p:cNvSpPr>
            <a:spLocks noChangeArrowheads="1"/>
          </p:cNvSpPr>
          <p:nvPr/>
        </p:nvSpPr>
        <p:spPr bwMode="auto">
          <a:xfrm rot="-1568240">
            <a:off x="2851150" y="5491163"/>
            <a:ext cx="144463" cy="142875"/>
          </a:xfrm>
          <a:prstGeom prst="rect">
            <a:avLst/>
          </a:prstGeom>
          <a:solidFill>
            <a:srgbClr val="CCFFFF">
              <a:alpha val="18039"/>
            </a:srgb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pSp>
        <p:nvGrpSpPr>
          <p:cNvPr id="7" name="Group 91">
            <a:extLst>
              <a:ext uri="{FF2B5EF4-FFF2-40B4-BE49-F238E27FC236}">
                <a16:creationId xmlns:a16="http://schemas.microsoft.com/office/drawing/2014/main" id="{2297A4D8-C258-424A-908A-14FD447B8065}"/>
              </a:ext>
            </a:extLst>
          </p:cNvPr>
          <p:cNvGrpSpPr>
            <a:grpSpLocks/>
          </p:cNvGrpSpPr>
          <p:nvPr/>
        </p:nvGrpSpPr>
        <p:grpSpPr bwMode="auto">
          <a:xfrm>
            <a:off x="3213100" y="5057775"/>
            <a:ext cx="579438" cy="338138"/>
            <a:chOff x="4456" y="3038"/>
            <a:chExt cx="365" cy="213"/>
          </a:xfrm>
        </p:grpSpPr>
        <p:graphicFrame>
          <p:nvGraphicFramePr>
            <p:cNvPr id="27720" name="Object 29">
              <a:extLst>
                <a:ext uri="{FF2B5EF4-FFF2-40B4-BE49-F238E27FC236}">
                  <a16:creationId xmlns:a16="http://schemas.microsoft.com/office/drawing/2014/main" id="{A531E089-0F9C-4D09-80E5-E4B879FB94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48" y="3038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55" name="公式" r:id="rId77" imgW="76129" imgH="83993" progId="Equation.3">
                    <p:embed/>
                  </p:oleObj>
                </mc:Choice>
                <mc:Fallback>
                  <p:oleObj name="公式" r:id="rId77" imgW="76129" imgH="83993" progId="Equation.3">
                    <p:embed/>
                    <p:pic>
                      <p:nvPicPr>
                        <p:cNvPr id="27720" name="Object 29">
                          <a:extLst>
                            <a:ext uri="{FF2B5EF4-FFF2-40B4-BE49-F238E27FC236}">
                              <a16:creationId xmlns:a16="http://schemas.microsoft.com/office/drawing/2014/main" id="{A531E089-0F9C-4D09-80E5-E4B879FB94A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8" y="3038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21" name="Object 30">
              <a:extLst>
                <a:ext uri="{FF2B5EF4-FFF2-40B4-BE49-F238E27FC236}">
                  <a16:creationId xmlns:a16="http://schemas.microsoft.com/office/drawing/2014/main" id="{0B70FD84-B01C-4F5F-9147-0A349AFEB7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56" y="3170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56" name="公式" r:id="rId79" imgW="76129" imgH="83993" progId="Equation.3">
                    <p:embed/>
                  </p:oleObj>
                </mc:Choice>
                <mc:Fallback>
                  <p:oleObj name="公式" r:id="rId79" imgW="76129" imgH="83993" progId="Equation.3">
                    <p:embed/>
                    <p:pic>
                      <p:nvPicPr>
                        <p:cNvPr id="27721" name="Object 30">
                          <a:extLst>
                            <a:ext uri="{FF2B5EF4-FFF2-40B4-BE49-F238E27FC236}">
                              <a16:creationId xmlns:a16="http://schemas.microsoft.com/office/drawing/2014/main" id="{0B70FD84-B01C-4F5F-9147-0A349AFEB7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6" y="3170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22" name="Object 31">
              <a:extLst>
                <a:ext uri="{FF2B5EF4-FFF2-40B4-BE49-F238E27FC236}">
                  <a16:creationId xmlns:a16="http://schemas.microsoft.com/office/drawing/2014/main" id="{9E4F76E4-E12A-45C5-A5BF-6FDBB8856E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8" y="3104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57" name="公式" r:id="rId81" imgW="76129" imgH="83993" progId="Equation.3">
                    <p:embed/>
                  </p:oleObj>
                </mc:Choice>
                <mc:Fallback>
                  <p:oleObj name="公式" r:id="rId81" imgW="76129" imgH="83993" progId="Equation.3">
                    <p:embed/>
                    <p:pic>
                      <p:nvPicPr>
                        <p:cNvPr id="27722" name="Object 31">
                          <a:extLst>
                            <a:ext uri="{FF2B5EF4-FFF2-40B4-BE49-F238E27FC236}">
                              <a16:creationId xmlns:a16="http://schemas.microsoft.com/office/drawing/2014/main" id="{9E4F76E4-E12A-45C5-A5BF-6FDBB8856EB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3104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5151" name="Object 17">
            <a:extLst>
              <a:ext uri="{FF2B5EF4-FFF2-40B4-BE49-F238E27FC236}">
                <a16:creationId xmlns:a16="http://schemas.microsoft.com/office/drawing/2014/main" id="{32B61E65-CD28-4D81-944C-36F2B90071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9888" y="4900613"/>
          <a:ext cx="21431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58" name="公式" r:id="rId83" imgW="228813" imgH="411480" progId="Equation.3">
                  <p:embed/>
                </p:oleObj>
              </mc:Choice>
              <mc:Fallback>
                <p:oleObj name="公式" r:id="rId83" imgW="228813" imgH="411480" progId="Equation.3">
                  <p:embed/>
                  <p:pic>
                    <p:nvPicPr>
                      <p:cNvPr id="45151" name="Object 17">
                        <a:extLst>
                          <a:ext uri="{FF2B5EF4-FFF2-40B4-BE49-F238E27FC236}">
                            <a16:creationId xmlns:a16="http://schemas.microsoft.com/office/drawing/2014/main" id="{32B61E65-CD28-4D81-944C-36F2B90071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9888" y="4900613"/>
                        <a:ext cx="214312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152" name="Arc 96">
            <a:extLst>
              <a:ext uri="{FF2B5EF4-FFF2-40B4-BE49-F238E27FC236}">
                <a16:creationId xmlns:a16="http://schemas.microsoft.com/office/drawing/2014/main" id="{F1E8D83C-6229-475B-B094-3096E5FA34C0}"/>
              </a:ext>
            </a:extLst>
          </p:cNvPr>
          <p:cNvSpPr>
            <a:spLocks/>
          </p:cNvSpPr>
          <p:nvPr/>
        </p:nvSpPr>
        <p:spPr bwMode="auto">
          <a:xfrm>
            <a:off x="2755900" y="5330825"/>
            <a:ext cx="263525" cy="104775"/>
          </a:xfrm>
          <a:custGeom>
            <a:avLst/>
            <a:gdLst>
              <a:gd name="T0" fmla="*/ 2147483646 w 21563"/>
              <a:gd name="T1" fmla="*/ 0 h 20673"/>
              <a:gd name="T2" fmla="*/ 2147483646 w 21563"/>
              <a:gd name="T3" fmla="*/ 2147483646 h 20673"/>
              <a:gd name="T4" fmla="*/ 0 w 21563"/>
              <a:gd name="T5" fmla="*/ 2147483646 h 20673"/>
              <a:gd name="T6" fmla="*/ 0 60000 65536"/>
              <a:gd name="T7" fmla="*/ 0 60000 65536"/>
              <a:gd name="T8" fmla="*/ 0 60000 65536"/>
              <a:gd name="T9" fmla="*/ 0 w 21563"/>
              <a:gd name="T10" fmla="*/ 0 h 20673"/>
              <a:gd name="T11" fmla="*/ 21563 w 21563"/>
              <a:gd name="T12" fmla="*/ 20673 h 206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63" h="20673" fill="none" extrusionOk="0">
                <a:moveTo>
                  <a:pt x="6259" y="0"/>
                </a:moveTo>
                <a:cubicBezTo>
                  <a:pt x="14921" y="2622"/>
                  <a:pt x="21029" y="10366"/>
                  <a:pt x="21562" y="19401"/>
                </a:cubicBezTo>
              </a:path>
              <a:path w="21563" h="20673" stroke="0" extrusionOk="0">
                <a:moveTo>
                  <a:pt x="6259" y="0"/>
                </a:moveTo>
                <a:cubicBezTo>
                  <a:pt x="14921" y="2622"/>
                  <a:pt x="21029" y="10366"/>
                  <a:pt x="21562" y="19401"/>
                </a:cubicBezTo>
                <a:lnTo>
                  <a:pt x="0" y="20673"/>
                </a:lnTo>
                <a:lnTo>
                  <a:pt x="6259" y="0"/>
                </a:lnTo>
                <a:close/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53" name="Line 97">
            <a:extLst>
              <a:ext uri="{FF2B5EF4-FFF2-40B4-BE49-F238E27FC236}">
                <a16:creationId xmlns:a16="http://schemas.microsoft.com/office/drawing/2014/main" id="{CC6EB9F2-D030-4FBC-BE4F-26425E687039}"/>
              </a:ext>
            </a:extLst>
          </p:cNvPr>
          <p:cNvSpPr>
            <a:spLocks noChangeAspect="1" noChangeShapeType="1"/>
          </p:cNvSpPr>
          <p:nvPr/>
        </p:nvSpPr>
        <p:spPr bwMode="auto">
          <a:xfrm rot="20849019" flipV="1">
            <a:off x="2960688" y="6026150"/>
            <a:ext cx="239712" cy="79375"/>
          </a:xfrm>
          <a:prstGeom prst="line">
            <a:avLst/>
          </a:prstGeom>
          <a:noFill/>
          <a:ln w="1905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54" name="Line 98">
            <a:extLst>
              <a:ext uri="{FF2B5EF4-FFF2-40B4-BE49-F238E27FC236}">
                <a16:creationId xmlns:a16="http://schemas.microsoft.com/office/drawing/2014/main" id="{909EA64D-BDF6-4530-8B5F-FBC908E270DD}"/>
              </a:ext>
            </a:extLst>
          </p:cNvPr>
          <p:cNvSpPr>
            <a:spLocks noChangeAspect="1" noChangeShapeType="1"/>
          </p:cNvSpPr>
          <p:nvPr/>
        </p:nvSpPr>
        <p:spPr bwMode="auto">
          <a:xfrm rot="20849019" flipV="1">
            <a:off x="2905125" y="5921375"/>
            <a:ext cx="239713" cy="79375"/>
          </a:xfrm>
          <a:prstGeom prst="line">
            <a:avLst/>
          </a:prstGeom>
          <a:noFill/>
          <a:ln w="1905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5155" name="Object 18">
            <a:extLst>
              <a:ext uri="{FF2B5EF4-FFF2-40B4-BE49-F238E27FC236}">
                <a16:creationId xmlns:a16="http://schemas.microsoft.com/office/drawing/2014/main" id="{FDF7BE5D-7E21-4753-9735-28B1CC9E34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5775325"/>
          <a:ext cx="115887" cy="12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59" name="公式" r:id="rId85" imgW="76129" imgH="83993" progId="Equation.3">
                  <p:embed/>
                </p:oleObj>
              </mc:Choice>
              <mc:Fallback>
                <p:oleObj name="公式" r:id="rId85" imgW="76129" imgH="83993" progId="Equation.3">
                  <p:embed/>
                  <p:pic>
                    <p:nvPicPr>
                      <p:cNvPr id="45155" name="Object 18">
                        <a:extLst>
                          <a:ext uri="{FF2B5EF4-FFF2-40B4-BE49-F238E27FC236}">
                            <a16:creationId xmlns:a16="http://schemas.microsoft.com/office/drawing/2014/main" id="{FDF7BE5D-7E21-4753-9735-28B1CC9E34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5775325"/>
                        <a:ext cx="115887" cy="12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156" name="Arc 100">
            <a:extLst>
              <a:ext uri="{FF2B5EF4-FFF2-40B4-BE49-F238E27FC236}">
                <a16:creationId xmlns:a16="http://schemas.microsoft.com/office/drawing/2014/main" id="{2C75FBB5-1D9A-4D0B-8704-BB52ED8D6BD4}"/>
              </a:ext>
            </a:extLst>
          </p:cNvPr>
          <p:cNvSpPr>
            <a:spLocks/>
          </p:cNvSpPr>
          <p:nvPr/>
        </p:nvSpPr>
        <p:spPr bwMode="auto">
          <a:xfrm flipV="1">
            <a:off x="2824163" y="5718175"/>
            <a:ext cx="93662" cy="42863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zh-CN" altLang="en-US"/>
          </a:p>
        </p:txBody>
      </p:sp>
      <p:graphicFrame>
        <p:nvGraphicFramePr>
          <p:cNvPr id="45157" name="Object 19">
            <a:extLst>
              <a:ext uri="{FF2B5EF4-FFF2-40B4-BE49-F238E27FC236}">
                <a16:creationId xmlns:a16="http://schemas.microsoft.com/office/drawing/2014/main" id="{0815D1C7-731E-4146-97BE-704CB664E7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3813" y="5757863"/>
          <a:ext cx="179387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60" name="公式" r:id="rId87" imgW="190535" imgH="266826" progId="Equation.3">
                  <p:embed/>
                </p:oleObj>
              </mc:Choice>
              <mc:Fallback>
                <p:oleObj name="公式" r:id="rId87" imgW="190535" imgH="266826" progId="Equation.3">
                  <p:embed/>
                  <p:pic>
                    <p:nvPicPr>
                      <p:cNvPr id="45157" name="Object 19">
                        <a:extLst>
                          <a:ext uri="{FF2B5EF4-FFF2-40B4-BE49-F238E27FC236}">
                            <a16:creationId xmlns:a16="http://schemas.microsoft.com/office/drawing/2014/main" id="{0815D1C7-731E-4146-97BE-704CB664E7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3813" y="5757863"/>
                        <a:ext cx="179387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98" name="Group 102">
            <a:extLst>
              <a:ext uri="{FF2B5EF4-FFF2-40B4-BE49-F238E27FC236}">
                <a16:creationId xmlns:a16="http://schemas.microsoft.com/office/drawing/2014/main" id="{70892BE4-C30F-4DCD-A120-A4D94268D257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4683125"/>
            <a:ext cx="2633663" cy="1795463"/>
            <a:chOff x="930" y="2950"/>
            <a:chExt cx="1659" cy="1131"/>
          </a:xfrm>
        </p:grpSpPr>
        <p:sp>
          <p:nvSpPr>
            <p:cNvPr id="27705" name="Rectangle 103">
              <a:extLst>
                <a:ext uri="{FF2B5EF4-FFF2-40B4-BE49-F238E27FC236}">
                  <a16:creationId xmlns:a16="http://schemas.microsoft.com/office/drawing/2014/main" id="{EA4AFD7D-B31C-42BB-8075-B4061EAB3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" y="3479"/>
              <a:ext cx="1633" cy="602"/>
            </a:xfrm>
            <a:prstGeom prst="rect">
              <a:avLst/>
            </a:prstGeom>
            <a:solidFill>
              <a:srgbClr val="CCFFFF">
                <a:alpha val="4901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7706" name="Arc 104">
              <a:extLst>
                <a:ext uri="{FF2B5EF4-FFF2-40B4-BE49-F238E27FC236}">
                  <a16:creationId xmlns:a16="http://schemas.microsoft.com/office/drawing/2014/main" id="{9C23C74B-701E-455E-AB3E-97FB1148B34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665" y="3357"/>
              <a:ext cx="120" cy="78"/>
            </a:xfrm>
            <a:custGeom>
              <a:avLst/>
              <a:gdLst>
                <a:gd name="T0" fmla="*/ 0 w 22026"/>
                <a:gd name="T1" fmla="*/ 0 h 21600"/>
                <a:gd name="T2" fmla="*/ 0 w 22026"/>
                <a:gd name="T3" fmla="*/ 0 h 21600"/>
                <a:gd name="T4" fmla="*/ 0 w 22026"/>
                <a:gd name="T5" fmla="*/ 0 h 21600"/>
                <a:gd name="T6" fmla="*/ 0 60000 65536"/>
                <a:gd name="T7" fmla="*/ 0 60000 65536"/>
                <a:gd name="T8" fmla="*/ 0 60000 65536"/>
                <a:gd name="T9" fmla="*/ 0 w 22026"/>
                <a:gd name="T10" fmla="*/ 0 h 21600"/>
                <a:gd name="T11" fmla="*/ 22026 w 2202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26" h="21600" fill="none" extrusionOk="0">
                  <a:moveTo>
                    <a:pt x="0" y="4"/>
                  </a:moveTo>
                  <a:cubicBezTo>
                    <a:pt x="141" y="1"/>
                    <a:pt x="283" y="-1"/>
                    <a:pt x="426" y="0"/>
                  </a:cubicBezTo>
                  <a:cubicBezTo>
                    <a:pt x="12305" y="0"/>
                    <a:pt x="21955" y="9593"/>
                    <a:pt x="22025" y="21473"/>
                  </a:cubicBezTo>
                </a:path>
                <a:path w="22026" h="21600" stroke="0" extrusionOk="0">
                  <a:moveTo>
                    <a:pt x="0" y="4"/>
                  </a:moveTo>
                  <a:cubicBezTo>
                    <a:pt x="141" y="1"/>
                    <a:pt x="283" y="-1"/>
                    <a:pt x="426" y="0"/>
                  </a:cubicBezTo>
                  <a:cubicBezTo>
                    <a:pt x="12305" y="0"/>
                    <a:pt x="21955" y="9593"/>
                    <a:pt x="22025" y="21473"/>
                  </a:cubicBezTo>
                  <a:lnTo>
                    <a:pt x="426" y="21600"/>
                  </a:lnTo>
                  <a:lnTo>
                    <a:pt x="0" y="4"/>
                  </a:lnTo>
                  <a:close/>
                </a:path>
              </a:pathLst>
            </a:custGeom>
            <a:noFill/>
            <a:ln w="19050">
              <a:solidFill>
                <a:srgbClr val="CCE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7" name="Line 105">
              <a:extLst>
                <a:ext uri="{FF2B5EF4-FFF2-40B4-BE49-F238E27FC236}">
                  <a16:creationId xmlns:a16="http://schemas.microsoft.com/office/drawing/2014/main" id="{5307E39A-CCE2-4E35-A17E-9A894C589B5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0860387" flipH="1">
              <a:off x="1022" y="3121"/>
              <a:ext cx="96" cy="107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8" name="Line 106">
              <a:extLst>
                <a:ext uri="{FF2B5EF4-FFF2-40B4-BE49-F238E27FC236}">
                  <a16:creationId xmlns:a16="http://schemas.microsoft.com/office/drawing/2014/main" id="{C132FA53-053C-4006-AD69-A1108EFC17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47" y="3115"/>
              <a:ext cx="852" cy="376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 type="triangle" w="sm" len="lg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9" name="Line 107">
              <a:extLst>
                <a:ext uri="{FF2B5EF4-FFF2-40B4-BE49-F238E27FC236}">
                  <a16:creationId xmlns:a16="http://schemas.microsoft.com/office/drawing/2014/main" id="{6BFFC668-57EE-499A-8278-80F7B0B96CE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0860387" flipH="1">
              <a:off x="1185" y="3187"/>
              <a:ext cx="96" cy="107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0" name="Line 108">
              <a:extLst>
                <a:ext uri="{FF2B5EF4-FFF2-40B4-BE49-F238E27FC236}">
                  <a16:creationId xmlns:a16="http://schemas.microsoft.com/office/drawing/2014/main" id="{08513FB4-DB42-452C-A4D6-D1D92B1020F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0860387" flipH="1">
              <a:off x="1322" y="3250"/>
              <a:ext cx="96" cy="107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1" name="Line 109">
              <a:extLst>
                <a:ext uri="{FF2B5EF4-FFF2-40B4-BE49-F238E27FC236}">
                  <a16:creationId xmlns:a16="http://schemas.microsoft.com/office/drawing/2014/main" id="{E88CB3CA-3E97-4592-8797-4E05599121F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0860387" flipH="1">
              <a:off x="1464" y="3310"/>
              <a:ext cx="96" cy="107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7712" name="Object 22">
              <a:extLst>
                <a:ext uri="{FF2B5EF4-FFF2-40B4-BE49-F238E27FC236}">
                  <a16:creationId xmlns:a16="http://schemas.microsoft.com/office/drawing/2014/main" id="{9F3FE3A0-9B4F-4C01-AA30-CBBFD7FDAB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59" y="3096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61" name="公式" r:id="rId89" imgW="76129" imgH="83993" progId="Equation.3">
                    <p:embed/>
                  </p:oleObj>
                </mc:Choice>
                <mc:Fallback>
                  <p:oleObj name="公式" r:id="rId89" imgW="76129" imgH="83993" progId="Equation.3">
                    <p:embed/>
                    <p:pic>
                      <p:nvPicPr>
                        <p:cNvPr id="27712" name="Object 22">
                          <a:extLst>
                            <a:ext uri="{FF2B5EF4-FFF2-40B4-BE49-F238E27FC236}">
                              <a16:creationId xmlns:a16="http://schemas.microsoft.com/office/drawing/2014/main" id="{9F3FE3A0-9B4F-4C01-AA30-CBBFD7FDAB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9" y="3096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13" name="Object 23">
              <a:extLst>
                <a:ext uri="{FF2B5EF4-FFF2-40B4-BE49-F238E27FC236}">
                  <a16:creationId xmlns:a16="http://schemas.microsoft.com/office/drawing/2014/main" id="{496710DD-081D-4021-B3E5-2F46DF6362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26" y="3172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62" name="公式" r:id="rId91" imgW="76129" imgH="83993" progId="Equation.3">
                    <p:embed/>
                  </p:oleObj>
                </mc:Choice>
                <mc:Fallback>
                  <p:oleObj name="公式" r:id="rId91" imgW="76129" imgH="83993" progId="Equation.3">
                    <p:embed/>
                    <p:pic>
                      <p:nvPicPr>
                        <p:cNvPr id="27713" name="Object 23">
                          <a:extLst>
                            <a:ext uri="{FF2B5EF4-FFF2-40B4-BE49-F238E27FC236}">
                              <a16:creationId xmlns:a16="http://schemas.microsoft.com/office/drawing/2014/main" id="{496710DD-081D-4021-B3E5-2F46DF6362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6" y="3172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FF3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14" name="Object 24">
              <a:extLst>
                <a:ext uri="{FF2B5EF4-FFF2-40B4-BE49-F238E27FC236}">
                  <a16:creationId xmlns:a16="http://schemas.microsoft.com/office/drawing/2014/main" id="{F242F63F-6CD7-4733-9260-8339CE05A5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73" y="3236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63" name="公式" r:id="rId93" imgW="76129" imgH="83993" progId="Equation.3">
                    <p:embed/>
                  </p:oleObj>
                </mc:Choice>
                <mc:Fallback>
                  <p:oleObj name="公式" r:id="rId93" imgW="76129" imgH="83993" progId="Equation.3">
                    <p:embed/>
                    <p:pic>
                      <p:nvPicPr>
                        <p:cNvPr id="27714" name="Object 24">
                          <a:extLst>
                            <a:ext uri="{FF2B5EF4-FFF2-40B4-BE49-F238E27FC236}">
                              <a16:creationId xmlns:a16="http://schemas.microsoft.com/office/drawing/2014/main" id="{F242F63F-6CD7-4733-9260-8339CE05A54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3" y="3236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FF3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15" name="Object 25">
              <a:extLst>
                <a:ext uri="{FF2B5EF4-FFF2-40B4-BE49-F238E27FC236}">
                  <a16:creationId xmlns:a16="http://schemas.microsoft.com/office/drawing/2014/main" id="{EE59BC27-BE79-4C01-B01E-6CE2BB1B29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11" y="3300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64" name="公式" r:id="rId95" imgW="76129" imgH="83993" progId="Equation.3">
                    <p:embed/>
                  </p:oleObj>
                </mc:Choice>
                <mc:Fallback>
                  <p:oleObj name="公式" r:id="rId95" imgW="76129" imgH="83993" progId="Equation.3">
                    <p:embed/>
                    <p:pic>
                      <p:nvPicPr>
                        <p:cNvPr id="27715" name="Object 25">
                          <a:extLst>
                            <a:ext uri="{FF2B5EF4-FFF2-40B4-BE49-F238E27FC236}">
                              <a16:creationId xmlns:a16="http://schemas.microsoft.com/office/drawing/2014/main" id="{EE59BC27-BE79-4C01-B01E-6CE2BB1B299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1" y="3300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16" name="Object 26">
              <a:extLst>
                <a:ext uri="{FF2B5EF4-FFF2-40B4-BE49-F238E27FC236}">
                  <a16:creationId xmlns:a16="http://schemas.microsoft.com/office/drawing/2014/main" id="{CD291750-FB02-4137-8AD8-C45426D8B87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55" y="3506"/>
            <a:ext cx="161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65" name="公式" r:id="rId97" imgW="274320" imgH="380937" progId="Equation.3">
                    <p:embed/>
                  </p:oleObj>
                </mc:Choice>
                <mc:Fallback>
                  <p:oleObj name="公式" r:id="rId97" imgW="274320" imgH="380937" progId="Equation.3">
                    <p:embed/>
                    <p:pic>
                      <p:nvPicPr>
                        <p:cNvPr id="27716" name="Object 26">
                          <a:extLst>
                            <a:ext uri="{FF2B5EF4-FFF2-40B4-BE49-F238E27FC236}">
                              <a16:creationId xmlns:a16="http://schemas.microsoft.com/office/drawing/2014/main" id="{CD291750-FB02-4137-8AD8-C45426D8B87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5" y="3506"/>
                          <a:ext cx="161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17" name="Object 27">
              <a:extLst>
                <a:ext uri="{FF2B5EF4-FFF2-40B4-BE49-F238E27FC236}">
                  <a16:creationId xmlns:a16="http://schemas.microsoft.com/office/drawing/2014/main" id="{0C8FAC2F-6589-4027-A355-EA13DABF4A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30" y="3235"/>
            <a:ext cx="141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66" name="公式" r:id="rId99" imgW="243698" imgH="380937" progId="Equation.3">
                    <p:embed/>
                  </p:oleObj>
                </mc:Choice>
                <mc:Fallback>
                  <p:oleObj name="公式" r:id="rId99" imgW="243698" imgH="380937" progId="Equation.3">
                    <p:embed/>
                    <p:pic>
                      <p:nvPicPr>
                        <p:cNvPr id="27717" name="Object 27">
                          <a:extLst>
                            <a:ext uri="{FF2B5EF4-FFF2-40B4-BE49-F238E27FC236}">
                              <a16:creationId xmlns:a16="http://schemas.microsoft.com/office/drawing/2014/main" id="{0C8FAC2F-6589-4027-A355-EA13DABF4A0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3235"/>
                          <a:ext cx="141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18" name="Object 28">
              <a:extLst>
                <a:ext uri="{FF2B5EF4-FFF2-40B4-BE49-F238E27FC236}">
                  <a16:creationId xmlns:a16="http://schemas.microsoft.com/office/drawing/2014/main" id="{C4C63DCC-D5A9-434F-852D-269C1D9FA38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06" y="3108"/>
            <a:ext cx="135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67" name="公式" r:id="rId101" imgW="228813" imgH="411480" progId="Equation.3">
                    <p:embed/>
                  </p:oleObj>
                </mc:Choice>
                <mc:Fallback>
                  <p:oleObj name="公式" r:id="rId101" imgW="228813" imgH="411480" progId="Equation.3">
                    <p:embed/>
                    <p:pic>
                      <p:nvPicPr>
                        <p:cNvPr id="27718" name="Object 28">
                          <a:extLst>
                            <a:ext uri="{FF2B5EF4-FFF2-40B4-BE49-F238E27FC236}">
                              <a16:creationId xmlns:a16="http://schemas.microsoft.com/office/drawing/2014/main" id="{C4C63DCC-D5A9-434F-852D-269C1D9FA38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6" y="3108"/>
                          <a:ext cx="135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719" name="Line 117">
              <a:extLst>
                <a:ext uri="{FF2B5EF4-FFF2-40B4-BE49-F238E27FC236}">
                  <a16:creationId xmlns:a16="http://schemas.microsoft.com/office/drawing/2014/main" id="{A53DADE1-D004-454E-B870-B40DDB086A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1" y="2950"/>
              <a:ext cx="1" cy="110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5174" name="Object 20">
            <a:extLst>
              <a:ext uri="{FF2B5EF4-FFF2-40B4-BE49-F238E27FC236}">
                <a16:creationId xmlns:a16="http://schemas.microsoft.com/office/drawing/2014/main" id="{D8F91648-21B2-4544-932D-41850D77F3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4988" y="6118225"/>
          <a:ext cx="115887" cy="12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68" name="公式" r:id="rId103" imgW="76129" imgH="83993" progId="Equation.3">
                  <p:embed/>
                </p:oleObj>
              </mc:Choice>
              <mc:Fallback>
                <p:oleObj name="公式" r:id="rId103" imgW="76129" imgH="83993" progId="Equation.3">
                  <p:embed/>
                  <p:pic>
                    <p:nvPicPr>
                      <p:cNvPr id="45174" name="Object 20">
                        <a:extLst>
                          <a:ext uri="{FF2B5EF4-FFF2-40B4-BE49-F238E27FC236}">
                            <a16:creationId xmlns:a16="http://schemas.microsoft.com/office/drawing/2014/main" id="{D8F91648-21B2-4544-932D-41850D77F3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4988" y="6118225"/>
                        <a:ext cx="115887" cy="12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175" name="Line 119">
            <a:extLst>
              <a:ext uri="{FF2B5EF4-FFF2-40B4-BE49-F238E27FC236}">
                <a16:creationId xmlns:a16="http://schemas.microsoft.com/office/drawing/2014/main" id="{5C130A43-F047-47CD-8C6F-C682AABFD5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20988" y="4932363"/>
            <a:ext cx="1352550" cy="5969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76" name="Line 120">
            <a:extLst>
              <a:ext uri="{FF2B5EF4-FFF2-40B4-BE49-F238E27FC236}">
                <a16:creationId xmlns:a16="http://schemas.microsoft.com/office/drawing/2014/main" id="{D3059C14-6017-4AF0-A86F-79C536D9F995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2574925" y="5781676"/>
            <a:ext cx="936625" cy="431800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7702" name="Object 21">
            <a:extLst>
              <a:ext uri="{FF2B5EF4-FFF2-40B4-BE49-F238E27FC236}">
                <a16:creationId xmlns:a16="http://schemas.microsoft.com/office/drawing/2014/main" id="{DA52BCC4-0114-494B-A3C0-489D19FECD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5188" y="4868863"/>
          <a:ext cx="1003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69" name="公式" r:id="rId105" imgW="967563" imgH="411480" progId="Equation.3">
                  <p:embed/>
                </p:oleObj>
              </mc:Choice>
              <mc:Fallback>
                <p:oleObj name="公式" r:id="rId105" imgW="967563" imgH="411480" progId="Equation.3">
                  <p:embed/>
                  <p:pic>
                    <p:nvPicPr>
                      <p:cNvPr id="27702" name="Object 21">
                        <a:extLst>
                          <a:ext uri="{FF2B5EF4-FFF2-40B4-BE49-F238E27FC236}">
                            <a16:creationId xmlns:a16="http://schemas.microsoft.com/office/drawing/2014/main" id="{DA52BCC4-0114-494B-A3C0-489D19FECD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5188" y="4868863"/>
                        <a:ext cx="1003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03" name="Text Box 122">
            <a:extLst>
              <a:ext uri="{FF2B5EF4-FFF2-40B4-BE49-F238E27FC236}">
                <a16:creationId xmlns:a16="http://schemas.microsoft.com/office/drawing/2014/main" id="{B848490F-189F-4D66-B98E-C70E9C793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5038" y="5329238"/>
            <a:ext cx="38608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画出相应的反射光，折射光</a:t>
            </a:r>
          </a:p>
          <a:p>
            <a:pPr eaLnBrk="1" hangingPunct="1">
              <a:lnSpc>
                <a:spcPct val="125000"/>
              </a:lnSpc>
            </a:pPr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的方向及偏振态</a:t>
            </a:r>
          </a:p>
        </p:txBody>
      </p:sp>
      <p:sp>
        <p:nvSpPr>
          <p:cNvPr id="27704" name="灯片编号占位符 1">
            <a:extLst>
              <a:ext uri="{FF2B5EF4-FFF2-40B4-BE49-F238E27FC236}">
                <a16:creationId xmlns:a16="http://schemas.microsoft.com/office/drawing/2014/main" id="{0F9AFDAF-9149-43CB-80A0-43F4A480F820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253AB7E-12A0-479C-8654-45E81D0682ED}" type="slidenum">
              <a:rPr lang="en-US" altLang="zh-CN" b="0">
                <a:solidFill>
                  <a:srgbClr val="FF00FF"/>
                </a:solidFill>
              </a:rPr>
              <a:pPr eaLnBrk="1" hangingPunct="1"/>
              <a:t>17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5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5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5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5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5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5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5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5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45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5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5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4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45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45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4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4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4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4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45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45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4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45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4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4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4" name="Rectangle 4">
            <a:extLst>
              <a:ext uri="{FF2B5EF4-FFF2-40B4-BE49-F238E27FC236}">
                <a16:creationId xmlns:a16="http://schemas.microsoft.com/office/drawing/2014/main" id="{6F5A4948-E7AB-44D4-96C3-896202BB0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4797425"/>
            <a:ext cx="3640138" cy="1584325"/>
          </a:xfrm>
          <a:prstGeom prst="rect">
            <a:avLst/>
          </a:prstGeom>
          <a:solidFill>
            <a:srgbClr val="00FFFF">
              <a:alpha val="1686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537602" name="Line 2">
            <a:extLst>
              <a:ext uri="{FF2B5EF4-FFF2-40B4-BE49-F238E27FC236}">
                <a16:creationId xmlns:a16="http://schemas.microsoft.com/office/drawing/2014/main" id="{4CCFA06C-DB09-473D-8A63-F831BEBA2F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9275" y="4797425"/>
            <a:ext cx="1800225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7603" name="Line 3">
            <a:extLst>
              <a:ext uri="{FF2B5EF4-FFF2-40B4-BE49-F238E27FC236}">
                <a16:creationId xmlns:a16="http://schemas.microsoft.com/office/drawing/2014/main" id="{22766301-2D11-4B00-B988-0881B2440F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5300" y="4786313"/>
            <a:ext cx="2211388" cy="1285875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7605" name="Line 5">
            <a:extLst>
              <a:ext uri="{FF2B5EF4-FFF2-40B4-BE49-F238E27FC236}">
                <a16:creationId xmlns:a16="http://schemas.microsoft.com/office/drawing/2014/main" id="{AE5492E0-BAEE-464B-B875-D1E31E33206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4525" y="659765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7606" name="Line 6">
            <a:extLst>
              <a:ext uri="{FF2B5EF4-FFF2-40B4-BE49-F238E27FC236}">
                <a16:creationId xmlns:a16="http://schemas.microsoft.com/office/drawing/2014/main" id="{BE7D74F0-78C3-4CF4-B65C-C35FD14E54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8488" y="3286125"/>
            <a:ext cx="0" cy="2808288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7607" name="Line 7">
            <a:extLst>
              <a:ext uri="{FF2B5EF4-FFF2-40B4-BE49-F238E27FC236}">
                <a16:creationId xmlns:a16="http://schemas.microsoft.com/office/drawing/2014/main" id="{E432AE01-874C-47D6-9AAC-A0ABC69AFEA9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8488" y="4797425"/>
            <a:ext cx="338137" cy="989013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7608" name="Line 8">
            <a:extLst>
              <a:ext uri="{FF2B5EF4-FFF2-40B4-BE49-F238E27FC236}">
                <a16:creationId xmlns:a16="http://schemas.microsoft.com/office/drawing/2014/main" id="{2D5768CD-3E5D-44B3-B25E-F999B0F749B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7813" y="4214813"/>
            <a:ext cx="1590675" cy="582612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7609" name="Line 9">
            <a:extLst>
              <a:ext uri="{FF2B5EF4-FFF2-40B4-BE49-F238E27FC236}">
                <a16:creationId xmlns:a16="http://schemas.microsoft.com/office/drawing/2014/main" id="{777E0F93-EC45-4B14-A011-B3E7FD7886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48488" y="4071938"/>
            <a:ext cx="1552575" cy="71120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7610" name="Line 10">
            <a:extLst>
              <a:ext uri="{FF2B5EF4-FFF2-40B4-BE49-F238E27FC236}">
                <a16:creationId xmlns:a16="http://schemas.microsoft.com/office/drawing/2014/main" id="{119390CF-9384-41CC-A6E3-CB8F52AF11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86625" y="4572000"/>
            <a:ext cx="714375" cy="1214438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37611" name="Object 2">
            <a:extLst>
              <a:ext uri="{FF2B5EF4-FFF2-40B4-BE49-F238E27FC236}">
                <a16:creationId xmlns:a16="http://schemas.microsoft.com/office/drawing/2014/main" id="{C12D2B4A-9213-4348-859E-D379ECC65D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54725" y="4791075"/>
          <a:ext cx="231775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62" name="公式" r:id="rId4" imgW="167569" imgH="243919" progId="Equation.3">
                  <p:embed/>
                </p:oleObj>
              </mc:Choice>
              <mc:Fallback>
                <p:oleObj name="公式" r:id="rId4" imgW="167569" imgH="243919" progId="Equation.3">
                  <p:embed/>
                  <p:pic>
                    <p:nvPicPr>
                      <p:cNvPr id="537611" name="Object 2">
                        <a:extLst>
                          <a:ext uri="{FF2B5EF4-FFF2-40B4-BE49-F238E27FC236}">
                            <a16:creationId xmlns:a16="http://schemas.microsoft.com/office/drawing/2014/main" id="{C12D2B4A-9213-4348-859E-D379ECC65D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4725" y="4791075"/>
                        <a:ext cx="231775" cy="28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7612" name="Object 3">
            <a:extLst>
              <a:ext uri="{FF2B5EF4-FFF2-40B4-BE49-F238E27FC236}">
                <a16:creationId xmlns:a16="http://schemas.microsoft.com/office/drawing/2014/main" id="{DC16BD0C-7C86-42EB-AD13-F24A1EC7D9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97688" y="5249863"/>
          <a:ext cx="246062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63" name="公式" r:id="rId6" imgW="198191" imgH="274461" progId="Equation.3">
                  <p:embed/>
                </p:oleObj>
              </mc:Choice>
              <mc:Fallback>
                <p:oleObj name="公式" r:id="rId6" imgW="198191" imgH="274461" progId="Equation.3">
                  <p:embed/>
                  <p:pic>
                    <p:nvPicPr>
                      <p:cNvPr id="537612" name="Object 3">
                        <a:extLst>
                          <a:ext uri="{FF2B5EF4-FFF2-40B4-BE49-F238E27FC236}">
                            <a16:creationId xmlns:a16="http://schemas.microsoft.com/office/drawing/2014/main" id="{DC16BD0C-7C86-42EB-AD13-F24A1EC7D9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7688" y="5249863"/>
                        <a:ext cx="246062" cy="32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7613" name="Object 4">
            <a:extLst>
              <a:ext uri="{FF2B5EF4-FFF2-40B4-BE49-F238E27FC236}">
                <a16:creationId xmlns:a16="http://schemas.microsoft.com/office/drawing/2014/main" id="{843F9F04-B082-4544-BCFE-CFA0D9B264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00813" y="4049713"/>
          <a:ext cx="20637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64" name="公式" r:id="rId8" imgW="167569" imgH="411480" progId="Equation.3">
                  <p:embed/>
                </p:oleObj>
              </mc:Choice>
              <mc:Fallback>
                <p:oleObj name="公式" r:id="rId8" imgW="167569" imgH="411480" progId="Equation.3">
                  <p:embed/>
                  <p:pic>
                    <p:nvPicPr>
                      <p:cNvPr id="537613" name="Object 4">
                        <a:extLst>
                          <a:ext uri="{FF2B5EF4-FFF2-40B4-BE49-F238E27FC236}">
                            <a16:creationId xmlns:a16="http://schemas.microsoft.com/office/drawing/2014/main" id="{843F9F04-B082-4544-BCFE-CFA0D9B264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0813" y="4049713"/>
                        <a:ext cx="20637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7614" name="Object 5">
            <a:extLst>
              <a:ext uri="{FF2B5EF4-FFF2-40B4-BE49-F238E27FC236}">
                <a16:creationId xmlns:a16="http://schemas.microsoft.com/office/drawing/2014/main" id="{91B0457C-1AFC-453F-8E83-49926943E8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23125" y="4978400"/>
          <a:ext cx="2476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65" name="公式" r:id="rId10" imgW="198191" imgH="411480" progId="Equation.3">
                  <p:embed/>
                </p:oleObj>
              </mc:Choice>
              <mc:Fallback>
                <p:oleObj name="公式" r:id="rId10" imgW="198191" imgH="411480" progId="Equation.3">
                  <p:embed/>
                  <p:pic>
                    <p:nvPicPr>
                      <p:cNvPr id="537614" name="Object 5">
                        <a:extLst>
                          <a:ext uri="{FF2B5EF4-FFF2-40B4-BE49-F238E27FC236}">
                            <a16:creationId xmlns:a16="http://schemas.microsoft.com/office/drawing/2014/main" id="{91B0457C-1AFC-453F-8E83-49926943E8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125" y="4978400"/>
                        <a:ext cx="24765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7615" name="Text Box 15">
            <a:extLst>
              <a:ext uri="{FF2B5EF4-FFF2-40B4-BE49-F238E27FC236}">
                <a16:creationId xmlns:a16="http://schemas.microsoft.com/office/drawing/2014/main" id="{0D487E4F-9FCA-4B11-87B7-09A498B77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188" y="288925"/>
            <a:ext cx="79771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25000"/>
              </a:lnSpc>
            </a:pP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将一块介质板放在水中，板面与水平面之间的夹角为 </a:t>
            </a:r>
            <a:r>
              <a:rPr lang="el-GR" altLang="zh-CN" i="1">
                <a:solidFill>
                  <a:srgbClr val="00FFFF"/>
                </a:solidFill>
                <a:cs typeface="Times New Roman" panose="02020603050405020304" pitchFamily="18" charset="0"/>
              </a:rPr>
              <a:t>θ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，</a:t>
            </a:r>
            <a:endParaRPr lang="zh-CN" altLang="en-US" baseline="-25000">
              <a:solidFill>
                <a:schemeClr val="bg1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37616" name="Text Box 16">
            <a:extLst>
              <a:ext uri="{FF2B5EF4-FFF2-40B4-BE49-F238E27FC236}">
                <a16:creationId xmlns:a16="http://schemas.microsoft.com/office/drawing/2014/main" id="{0A674BCF-CC6D-40C4-9AE1-7F99FF88A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1355725"/>
            <a:ext cx="7848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25000"/>
              </a:lnSpc>
            </a:pP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欲使从水面和介质板表面反射的光均为线偏振光，介质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ea typeface="仿宋_GB2312"/>
              <a:cs typeface="仿宋_GB2312"/>
            </a:endParaRPr>
          </a:p>
          <a:p>
            <a:pPr algn="just" eaLnBrk="1" fontAlgn="ctr" hangingPunct="1">
              <a:lnSpc>
                <a:spcPct val="125000"/>
              </a:lnSpc>
            </a:pP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板板面与水平面之间的夹角 </a:t>
            </a:r>
            <a:r>
              <a:rPr lang="el-GR" altLang="zh-CN" i="1">
                <a:solidFill>
                  <a:srgbClr val="00FFFF"/>
                </a:solidFill>
                <a:cs typeface="Times New Roman" panose="02020603050405020304" pitchFamily="18" charset="0"/>
              </a:rPr>
              <a:t>θ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37617" name="Text Box 17">
            <a:extLst>
              <a:ext uri="{FF2B5EF4-FFF2-40B4-BE49-F238E27FC236}">
                <a16:creationId xmlns:a16="http://schemas.microsoft.com/office/drawing/2014/main" id="{82DC316C-FBCE-46C4-A2DC-9BE8E8543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38" y="2349500"/>
            <a:ext cx="80200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25000"/>
              </a:lnSpc>
            </a:pPr>
            <a:r>
              <a:rPr lang="en-US" altLang="zh-CN" i="1">
                <a:solidFill>
                  <a:srgbClr val="EDFE4A"/>
                </a:solidFill>
                <a:latin typeface="宋体" panose="02010600030101010101" pitchFamily="2" charset="-122"/>
              </a:rPr>
              <a:t> </a:t>
            </a:r>
            <a:r>
              <a:rPr lang="en-US" altLang="zh-CN" i="1">
                <a:solidFill>
                  <a:srgbClr val="00FFFF"/>
                </a:solidFill>
              </a:rPr>
              <a:t>i</a:t>
            </a:r>
            <a:r>
              <a:rPr lang="en-US" altLang="zh-CN" baseline="-25000">
                <a:solidFill>
                  <a:srgbClr val="00FFFF"/>
                </a:solidFill>
              </a:rPr>
              <a:t>1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和</a:t>
            </a:r>
            <a:r>
              <a:rPr lang="zh-CN" altLang="en-US">
                <a:solidFill>
                  <a:schemeClr val="bg1"/>
                </a:solidFill>
                <a:ea typeface="仿宋_GB2312"/>
                <a:cs typeface="仿宋_GB2312"/>
              </a:rPr>
              <a:t> </a:t>
            </a:r>
            <a:r>
              <a:rPr lang="en-US" altLang="zh-CN" i="1">
                <a:solidFill>
                  <a:srgbClr val="00FFFF"/>
                </a:solidFill>
              </a:rPr>
              <a:t>i</a:t>
            </a:r>
            <a:r>
              <a:rPr lang="en-US" altLang="zh-CN" baseline="-25000">
                <a:solidFill>
                  <a:srgbClr val="00FFFF"/>
                </a:solidFill>
              </a:rPr>
              <a:t>2 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都为布儒斯特角时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， 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两反射光均为线偏振光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</a:endParaRPr>
          </a:p>
          <a:p>
            <a:pPr algn="just" eaLnBrk="1" fontAlgn="ctr" hangingPunct="1">
              <a:lnSpc>
                <a:spcPct val="125000"/>
              </a:lnSpc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由布儒斯特定律</a:t>
            </a:r>
          </a:p>
        </p:txBody>
      </p:sp>
      <p:sp>
        <p:nvSpPr>
          <p:cNvPr id="537618" name="Line 18">
            <a:extLst>
              <a:ext uri="{FF2B5EF4-FFF2-40B4-BE49-F238E27FC236}">
                <a16:creationId xmlns:a16="http://schemas.microsoft.com/office/drawing/2014/main" id="{BDDA4521-E354-4454-91C3-2297617388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86625" y="5572125"/>
            <a:ext cx="1143000" cy="214313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37619" name="Object 6">
            <a:extLst>
              <a:ext uri="{FF2B5EF4-FFF2-40B4-BE49-F238E27FC236}">
                <a16:creationId xmlns:a16="http://schemas.microsoft.com/office/drawing/2014/main" id="{33CF57A6-F671-4005-843D-1737742231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58913" y="3435350"/>
          <a:ext cx="2247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66" name="公式" r:id="rId12" imgW="2209871" imgH="815324" progId="Equation.3">
                  <p:embed/>
                </p:oleObj>
              </mc:Choice>
              <mc:Fallback>
                <p:oleObj name="公式" r:id="rId12" imgW="2209871" imgH="815324" progId="Equation.3">
                  <p:embed/>
                  <p:pic>
                    <p:nvPicPr>
                      <p:cNvPr id="537619" name="Object 6">
                        <a:extLst>
                          <a:ext uri="{FF2B5EF4-FFF2-40B4-BE49-F238E27FC236}">
                            <a16:creationId xmlns:a16="http://schemas.microsoft.com/office/drawing/2014/main" id="{33CF57A6-F671-4005-843D-1737742231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913" y="3435350"/>
                        <a:ext cx="22479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7620" name="Object 7">
            <a:extLst>
              <a:ext uri="{FF2B5EF4-FFF2-40B4-BE49-F238E27FC236}">
                <a16:creationId xmlns:a16="http://schemas.microsoft.com/office/drawing/2014/main" id="{48520A26-9895-43AB-A7FC-D6796CCD34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39863" y="4572000"/>
          <a:ext cx="23098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67" name="公式" r:id="rId14" imgW="2278345" imgH="815324" progId="Equation.3">
                  <p:embed/>
                </p:oleObj>
              </mc:Choice>
              <mc:Fallback>
                <p:oleObj name="公式" r:id="rId14" imgW="2278345" imgH="815324" progId="Equation.3">
                  <p:embed/>
                  <p:pic>
                    <p:nvPicPr>
                      <p:cNvPr id="537620" name="Object 7">
                        <a:extLst>
                          <a:ext uri="{FF2B5EF4-FFF2-40B4-BE49-F238E27FC236}">
                            <a16:creationId xmlns:a16="http://schemas.microsoft.com/office/drawing/2014/main" id="{48520A26-9895-43AB-A7FC-D6796CCD34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863" y="4572000"/>
                        <a:ext cx="2309812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7621" name="Object 8">
            <a:extLst>
              <a:ext uri="{FF2B5EF4-FFF2-40B4-BE49-F238E27FC236}">
                <a16:creationId xmlns:a16="http://schemas.microsoft.com/office/drawing/2014/main" id="{4B05F8B2-B3DD-4570-83C7-5DF86CFE49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2488" y="5643563"/>
          <a:ext cx="1104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68" name="公式" r:id="rId16" imgW="1066658" imgH="685941" progId="Equation.3">
                  <p:embed/>
                </p:oleObj>
              </mc:Choice>
              <mc:Fallback>
                <p:oleObj name="公式" r:id="rId16" imgW="1066658" imgH="685941" progId="Equation.3">
                  <p:embed/>
                  <p:pic>
                    <p:nvPicPr>
                      <p:cNvPr id="537621" name="Object 8">
                        <a:extLst>
                          <a:ext uri="{FF2B5EF4-FFF2-40B4-BE49-F238E27FC236}">
                            <a16:creationId xmlns:a16="http://schemas.microsoft.com/office/drawing/2014/main" id="{4B05F8B2-B3DD-4570-83C7-5DF86CFE49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488" y="5643563"/>
                        <a:ext cx="11049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7622" name="Text Box 22">
            <a:extLst>
              <a:ext uri="{FF2B5EF4-FFF2-40B4-BE49-F238E27FC236}">
                <a16:creationId xmlns:a16="http://schemas.microsoft.com/office/drawing/2014/main" id="{CA8A1F56-A6DC-4112-8A15-4BA61F838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4488" y="4384675"/>
            <a:ext cx="3619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25000"/>
              </a:lnSpc>
            </a:pPr>
            <a:r>
              <a:rPr lang="en-US" altLang="zh-CN" sz="2000" i="1">
                <a:solidFill>
                  <a:schemeClr val="bg1"/>
                </a:solidFill>
              </a:rPr>
              <a:t>A</a:t>
            </a:r>
            <a:endParaRPr lang="en-US" altLang="zh-CN" sz="2000" i="1" baseline="-2500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537623" name="Text Box 23">
            <a:extLst>
              <a:ext uri="{FF2B5EF4-FFF2-40B4-BE49-F238E27FC236}">
                <a16:creationId xmlns:a16="http://schemas.microsoft.com/office/drawing/2014/main" id="{5870C8D2-9119-4AB7-A8F9-0F1F3DEC5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4675" y="4384675"/>
            <a:ext cx="3619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25000"/>
              </a:lnSpc>
            </a:pPr>
            <a:r>
              <a:rPr lang="en-US" altLang="zh-CN" sz="2000" i="1">
                <a:solidFill>
                  <a:schemeClr val="bg1"/>
                </a:solidFill>
              </a:rPr>
              <a:t>B</a:t>
            </a:r>
            <a:endParaRPr lang="en-US" altLang="zh-CN" sz="2000" i="1" baseline="-2500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537624" name="Rectangle 24">
            <a:extLst>
              <a:ext uri="{FF2B5EF4-FFF2-40B4-BE49-F238E27FC236}">
                <a16:creationId xmlns:a16="http://schemas.microsoft.com/office/drawing/2014/main" id="{03645496-2BE1-4194-BEB7-CF8BF2C31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" y="1428750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EDFE4A"/>
                </a:solidFill>
              </a:rPr>
              <a:t>求</a:t>
            </a:r>
          </a:p>
        </p:txBody>
      </p:sp>
      <p:sp>
        <p:nvSpPr>
          <p:cNvPr id="537625" name="Rectangle 25">
            <a:extLst>
              <a:ext uri="{FF2B5EF4-FFF2-40B4-BE49-F238E27FC236}">
                <a16:creationId xmlns:a16="http://schemas.microsoft.com/office/drawing/2014/main" id="{25145254-4601-4673-AA9B-BBE656D32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25" y="2422525"/>
            <a:ext cx="496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EDFE4A"/>
                </a:solidFill>
              </a:rPr>
              <a:t>解</a:t>
            </a:r>
          </a:p>
        </p:txBody>
      </p:sp>
      <p:sp>
        <p:nvSpPr>
          <p:cNvPr id="537626" name="Rectangle 26">
            <a:extLst>
              <a:ext uri="{FF2B5EF4-FFF2-40B4-BE49-F238E27FC236}">
                <a16:creationId xmlns:a16="http://schemas.microsoft.com/office/drawing/2014/main" id="{A6D97727-D7A6-41CB-9625-DF4428CF7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" y="374650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EDFE4A"/>
                </a:solidFill>
              </a:rPr>
              <a:t>例</a:t>
            </a:r>
          </a:p>
        </p:txBody>
      </p:sp>
      <p:sp>
        <p:nvSpPr>
          <p:cNvPr id="537627" name="Arc 27">
            <a:extLst>
              <a:ext uri="{FF2B5EF4-FFF2-40B4-BE49-F238E27FC236}">
                <a16:creationId xmlns:a16="http://schemas.microsoft.com/office/drawing/2014/main" id="{F2C8C640-094F-445A-96CE-C2CC3CB29FCC}"/>
              </a:ext>
            </a:extLst>
          </p:cNvPr>
          <p:cNvSpPr>
            <a:spLocks/>
          </p:cNvSpPr>
          <p:nvPr/>
        </p:nvSpPr>
        <p:spPr bwMode="auto">
          <a:xfrm rot="-5599633">
            <a:off x="6439694" y="4575969"/>
            <a:ext cx="882650" cy="617538"/>
          </a:xfrm>
          <a:custGeom>
            <a:avLst/>
            <a:gdLst>
              <a:gd name="T0" fmla="*/ 2147483646 w 20841"/>
              <a:gd name="T1" fmla="*/ 0 h 14587"/>
              <a:gd name="T2" fmla="*/ 2147483646 w 20841"/>
              <a:gd name="T3" fmla="*/ 2147483646 h 14587"/>
              <a:gd name="T4" fmla="*/ 0 w 20841"/>
              <a:gd name="T5" fmla="*/ 2147483646 h 14587"/>
              <a:gd name="T6" fmla="*/ 0 60000 65536"/>
              <a:gd name="T7" fmla="*/ 0 60000 65536"/>
              <a:gd name="T8" fmla="*/ 0 60000 65536"/>
              <a:gd name="T9" fmla="*/ 0 w 20841"/>
              <a:gd name="T10" fmla="*/ 0 h 14587"/>
              <a:gd name="T11" fmla="*/ 20841 w 20841"/>
              <a:gd name="T12" fmla="*/ 14587 h 14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841" h="14587" fill="none" extrusionOk="0">
                <a:moveTo>
                  <a:pt x="15930" y="-1"/>
                </a:moveTo>
                <a:cubicBezTo>
                  <a:pt x="18253" y="2536"/>
                  <a:pt x="19936" y="5591"/>
                  <a:pt x="20840" y="8911"/>
                </a:cubicBezTo>
              </a:path>
              <a:path w="20841" h="14587" stroke="0" extrusionOk="0">
                <a:moveTo>
                  <a:pt x="15930" y="-1"/>
                </a:moveTo>
                <a:cubicBezTo>
                  <a:pt x="18253" y="2536"/>
                  <a:pt x="19936" y="5591"/>
                  <a:pt x="20840" y="8911"/>
                </a:cubicBezTo>
                <a:lnTo>
                  <a:pt x="0" y="14587"/>
                </a:lnTo>
                <a:lnTo>
                  <a:pt x="15930" y="-1"/>
                </a:lnTo>
                <a:close/>
              </a:path>
            </a:pathLst>
          </a:custGeom>
          <a:noFill/>
          <a:ln w="1905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7628" name="Arc 28">
            <a:extLst>
              <a:ext uri="{FF2B5EF4-FFF2-40B4-BE49-F238E27FC236}">
                <a16:creationId xmlns:a16="http://schemas.microsoft.com/office/drawing/2014/main" id="{4E8171E8-F8A5-4882-9FBF-9CB41EEBAEAC}"/>
              </a:ext>
            </a:extLst>
          </p:cNvPr>
          <p:cNvSpPr>
            <a:spLocks/>
          </p:cNvSpPr>
          <p:nvPr/>
        </p:nvSpPr>
        <p:spPr bwMode="auto">
          <a:xfrm rot="6218860">
            <a:off x="6504782" y="4496594"/>
            <a:ext cx="827087" cy="511175"/>
          </a:xfrm>
          <a:custGeom>
            <a:avLst/>
            <a:gdLst>
              <a:gd name="T0" fmla="*/ 2147483646 w 19540"/>
              <a:gd name="T1" fmla="*/ 0 h 12049"/>
              <a:gd name="T2" fmla="*/ 2147483646 w 19540"/>
              <a:gd name="T3" fmla="*/ 2147483646 h 12049"/>
              <a:gd name="T4" fmla="*/ 0 w 19540"/>
              <a:gd name="T5" fmla="*/ 2147483646 h 12049"/>
              <a:gd name="T6" fmla="*/ 0 60000 65536"/>
              <a:gd name="T7" fmla="*/ 0 60000 65536"/>
              <a:gd name="T8" fmla="*/ 0 60000 65536"/>
              <a:gd name="T9" fmla="*/ 0 w 19540"/>
              <a:gd name="T10" fmla="*/ 0 h 12049"/>
              <a:gd name="T11" fmla="*/ 19540 w 19540"/>
              <a:gd name="T12" fmla="*/ 12049 h 1204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540" h="12049" fill="none" extrusionOk="0">
                <a:moveTo>
                  <a:pt x="17927" y="-1"/>
                </a:moveTo>
                <a:cubicBezTo>
                  <a:pt x="18535" y="905"/>
                  <a:pt x="19074" y="1855"/>
                  <a:pt x="19539" y="2843"/>
                </a:cubicBezTo>
              </a:path>
              <a:path w="19540" h="12049" stroke="0" extrusionOk="0">
                <a:moveTo>
                  <a:pt x="17927" y="-1"/>
                </a:moveTo>
                <a:cubicBezTo>
                  <a:pt x="18535" y="905"/>
                  <a:pt x="19074" y="1855"/>
                  <a:pt x="19539" y="2843"/>
                </a:cubicBezTo>
                <a:lnTo>
                  <a:pt x="0" y="12049"/>
                </a:lnTo>
                <a:lnTo>
                  <a:pt x="17927" y="-1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7629" name="Arc 29">
            <a:extLst>
              <a:ext uri="{FF2B5EF4-FFF2-40B4-BE49-F238E27FC236}">
                <a16:creationId xmlns:a16="http://schemas.microsoft.com/office/drawing/2014/main" id="{32CF687F-F605-44DF-A002-C6D78E69DD97}"/>
              </a:ext>
            </a:extLst>
          </p:cNvPr>
          <p:cNvSpPr>
            <a:spLocks/>
          </p:cNvSpPr>
          <p:nvPr/>
        </p:nvSpPr>
        <p:spPr bwMode="auto">
          <a:xfrm rot="1944473">
            <a:off x="5038725" y="4589463"/>
            <a:ext cx="795338" cy="584200"/>
          </a:xfrm>
          <a:custGeom>
            <a:avLst/>
            <a:gdLst>
              <a:gd name="T0" fmla="*/ 2147483646 w 18796"/>
              <a:gd name="T1" fmla="*/ 0 h 13809"/>
              <a:gd name="T2" fmla="*/ 2147483646 w 18796"/>
              <a:gd name="T3" fmla="*/ 2147483646 h 13809"/>
              <a:gd name="T4" fmla="*/ 0 w 18796"/>
              <a:gd name="T5" fmla="*/ 2147483646 h 13809"/>
              <a:gd name="T6" fmla="*/ 0 60000 65536"/>
              <a:gd name="T7" fmla="*/ 0 60000 65536"/>
              <a:gd name="T8" fmla="*/ 0 60000 65536"/>
              <a:gd name="T9" fmla="*/ 0 w 18796"/>
              <a:gd name="T10" fmla="*/ 0 h 13809"/>
              <a:gd name="T11" fmla="*/ 18796 w 18796"/>
              <a:gd name="T12" fmla="*/ 13809 h 1380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96" h="13809" fill="none" extrusionOk="0">
                <a:moveTo>
                  <a:pt x="16609" y="0"/>
                </a:moveTo>
                <a:cubicBezTo>
                  <a:pt x="17431" y="988"/>
                  <a:pt x="18162" y="2047"/>
                  <a:pt x="18795" y="3166"/>
                </a:cubicBezTo>
              </a:path>
              <a:path w="18796" h="13809" stroke="0" extrusionOk="0">
                <a:moveTo>
                  <a:pt x="16609" y="0"/>
                </a:moveTo>
                <a:cubicBezTo>
                  <a:pt x="17431" y="988"/>
                  <a:pt x="18162" y="2047"/>
                  <a:pt x="18795" y="3166"/>
                </a:cubicBezTo>
                <a:lnTo>
                  <a:pt x="0" y="13809"/>
                </a:lnTo>
                <a:lnTo>
                  <a:pt x="16609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7630" name="Rectangle 30">
            <a:extLst>
              <a:ext uri="{FF2B5EF4-FFF2-40B4-BE49-F238E27FC236}">
                <a16:creationId xmlns:a16="http://schemas.microsoft.com/office/drawing/2014/main" id="{07BB75A4-1E24-4ECE-BC95-D67FBC77BFBA}"/>
              </a:ext>
            </a:extLst>
          </p:cNvPr>
          <p:cNvSpPr>
            <a:spLocks noChangeArrowheads="1"/>
          </p:cNvSpPr>
          <p:nvPr/>
        </p:nvSpPr>
        <p:spPr bwMode="auto">
          <a:xfrm rot="1797855">
            <a:off x="6526213" y="5784850"/>
            <a:ext cx="1441450" cy="190500"/>
          </a:xfrm>
          <a:prstGeom prst="rect">
            <a:avLst/>
          </a:prstGeom>
          <a:solidFill>
            <a:srgbClr val="FF9933">
              <a:alpha val="9097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537631" name="Text Box 31">
            <a:extLst>
              <a:ext uri="{FF2B5EF4-FFF2-40B4-BE49-F238E27FC236}">
                <a16:creationId xmlns:a16="http://schemas.microsoft.com/office/drawing/2014/main" id="{0D288DFE-E3CD-4178-B190-19613A27D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875" y="5643563"/>
            <a:ext cx="3619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25000"/>
              </a:lnSpc>
            </a:pPr>
            <a:r>
              <a:rPr lang="en-US" altLang="zh-CN" sz="2000" i="1">
                <a:solidFill>
                  <a:schemeClr val="bg1"/>
                </a:solidFill>
              </a:rPr>
              <a:t>C</a:t>
            </a:r>
            <a:endParaRPr lang="en-US" altLang="zh-CN" sz="2000" i="1" baseline="-2500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537632" name="Arc 32">
            <a:extLst>
              <a:ext uri="{FF2B5EF4-FFF2-40B4-BE49-F238E27FC236}">
                <a16:creationId xmlns:a16="http://schemas.microsoft.com/office/drawing/2014/main" id="{E26E4CF0-FFF6-4E79-9750-E7A18877EAD0}"/>
              </a:ext>
            </a:extLst>
          </p:cNvPr>
          <p:cNvSpPr>
            <a:spLocks/>
          </p:cNvSpPr>
          <p:nvPr/>
        </p:nvSpPr>
        <p:spPr bwMode="auto">
          <a:xfrm rot="-4431731">
            <a:off x="6900863" y="5603875"/>
            <a:ext cx="889000" cy="511175"/>
          </a:xfrm>
          <a:custGeom>
            <a:avLst/>
            <a:gdLst>
              <a:gd name="T0" fmla="*/ 2147483646 w 20990"/>
              <a:gd name="T1" fmla="*/ 0 h 12049"/>
              <a:gd name="T2" fmla="*/ 2147483646 w 20990"/>
              <a:gd name="T3" fmla="*/ 2147483646 h 12049"/>
              <a:gd name="T4" fmla="*/ 0 w 20990"/>
              <a:gd name="T5" fmla="*/ 2147483646 h 12049"/>
              <a:gd name="T6" fmla="*/ 0 60000 65536"/>
              <a:gd name="T7" fmla="*/ 0 60000 65536"/>
              <a:gd name="T8" fmla="*/ 0 60000 65536"/>
              <a:gd name="T9" fmla="*/ 0 w 20990"/>
              <a:gd name="T10" fmla="*/ 0 h 12049"/>
              <a:gd name="T11" fmla="*/ 20990 w 20990"/>
              <a:gd name="T12" fmla="*/ 12049 h 1204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990" h="12049" fill="none" extrusionOk="0">
                <a:moveTo>
                  <a:pt x="17927" y="-1"/>
                </a:moveTo>
                <a:cubicBezTo>
                  <a:pt x="19350" y="2117"/>
                  <a:pt x="20387" y="4471"/>
                  <a:pt x="20989" y="6951"/>
                </a:cubicBezTo>
              </a:path>
              <a:path w="20990" h="12049" stroke="0" extrusionOk="0">
                <a:moveTo>
                  <a:pt x="17927" y="-1"/>
                </a:moveTo>
                <a:cubicBezTo>
                  <a:pt x="19350" y="2117"/>
                  <a:pt x="20387" y="4471"/>
                  <a:pt x="20989" y="6951"/>
                </a:cubicBezTo>
                <a:lnTo>
                  <a:pt x="0" y="12049"/>
                </a:lnTo>
                <a:lnTo>
                  <a:pt x="17927" y="-1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7633" name="Text Box 33">
            <a:extLst>
              <a:ext uri="{FF2B5EF4-FFF2-40B4-BE49-F238E27FC236}">
                <a16:creationId xmlns:a16="http://schemas.microsoft.com/office/drawing/2014/main" id="{5D3164FC-C661-4F7A-BA2B-B8ABDF491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363" y="908050"/>
            <a:ext cx="7831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水的折射率 </a:t>
            </a:r>
            <a:r>
              <a:rPr kumimoji="0" lang="en-US" altLang="zh-CN">
                <a:solidFill>
                  <a:srgbClr val="00FFFF"/>
                </a:solidFill>
              </a:rPr>
              <a:t>1.33</a:t>
            </a:r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，</a:t>
            </a:r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空气折射率 </a:t>
            </a:r>
            <a:r>
              <a:rPr kumimoji="0" lang="en-US" altLang="zh-CN">
                <a:solidFill>
                  <a:srgbClr val="00FFFF"/>
                </a:solidFill>
              </a:rPr>
              <a:t>1.00</a:t>
            </a:r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，</a:t>
            </a:r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介质板折射率 </a:t>
            </a:r>
            <a:r>
              <a:rPr kumimoji="0" lang="en-US" altLang="zh-CN">
                <a:solidFill>
                  <a:srgbClr val="00FFFF"/>
                </a:solidFill>
              </a:rPr>
              <a:t>1.68</a:t>
            </a:r>
            <a:endParaRPr kumimoji="0" lang="en-US" altLang="zh-CN">
              <a:solidFill>
                <a:schemeClr val="bg1"/>
              </a:solidFill>
            </a:endParaRPr>
          </a:p>
        </p:txBody>
      </p:sp>
      <p:sp>
        <p:nvSpPr>
          <p:cNvPr id="28706" name="灯片编号占位符 1">
            <a:extLst>
              <a:ext uri="{FF2B5EF4-FFF2-40B4-BE49-F238E27FC236}">
                <a16:creationId xmlns:a16="http://schemas.microsoft.com/office/drawing/2014/main" id="{E0C97524-5F6E-4696-85D9-8AD89815FC2A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2A10FAD-9A14-4247-980A-F9626DF0ED31}" type="slidenum">
              <a:rPr lang="en-US" altLang="zh-CN" b="0">
                <a:solidFill>
                  <a:srgbClr val="FF00FF"/>
                </a:solidFill>
              </a:rPr>
              <a:pPr eaLnBrk="1" hangingPunct="1"/>
              <a:t>18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7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7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37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37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37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37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37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37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37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37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37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37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37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37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37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37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37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37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37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37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37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37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537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37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37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537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37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37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37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37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37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37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7615" grpId="0"/>
      <p:bldP spid="537616" grpId="0"/>
      <p:bldP spid="537617" grpId="0"/>
      <p:bldP spid="537622" grpId="0"/>
      <p:bldP spid="537623" grpId="0"/>
      <p:bldP spid="537624" grpId="0"/>
      <p:bldP spid="537625" grpId="0"/>
      <p:bldP spid="537626" grpId="0"/>
      <p:bldP spid="537630" grpId="0" animBg="1"/>
      <p:bldP spid="537631" grpId="0"/>
      <p:bldP spid="53763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8626" name="Object 2">
            <a:extLst>
              <a:ext uri="{FF2B5EF4-FFF2-40B4-BE49-F238E27FC236}">
                <a16:creationId xmlns:a16="http://schemas.microsoft.com/office/drawing/2014/main" id="{81826312-6716-4BE1-B4E9-9E88F8405B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1313" y="1643063"/>
          <a:ext cx="281781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890" name="公式" r:id="rId4" imgW="2781477" imgH="754239" progId="Equation.3">
                  <p:embed/>
                </p:oleObj>
              </mc:Choice>
              <mc:Fallback>
                <p:oleObj name="公式" r:id="rId4" imgW="2781477" imgH="754239" progId="Equation.3">
                  <p:embed/>
                  <p:pic>
                    <p:nvPicPr>
                      <p:cNvPr id="538626" name="Object 2">
                        <a:extLst>
                          <a:ext uri="{FF2B5EF4-FFF2-40B4-BE49-F238E27FC236}">
                            <a16:creationId xmlns:a16="http://schemas.microsoft.com/office/drawing/2014/main" id="{81826312-6716-4BE1-B4E9-9E88F8405B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1313" y="1643063"/>
                        <a:ext cx="2817812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27" name="Object 3">
            <a:extLst>
              <a:ext uri="{FF2B5EF4-FFF2-40B4-BE49-F238E27FC236}">
                <a16:creationId xmlns:a16="http://schemas.microsoft.com/office/drawing/2014/main" id="{C805523C-3386-43BF-9B0F-37A8E76C08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5938" y="2713038"/>
          <a:ext cx="398621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891" name="公式" r:id="rId6" imgW="3954886" imgH="754239" progId="Equation.3">
                  <p:embed/>
                </p:oleObj>
              </mc:Choice>
              <mc:Fallback>
                <p:oleObj name="公式" r:id="rId6" imgW="3954886" imgH="754239" progId="Equation.3">
                  <p:embed/>
                  <p:pic>
                    <p:nvPicPr>
                      <p:cNvPr id="538627" name="Object 3">
                        <a:extLst>
                          <a:ext uri="{FF2B5EF4-FFF2-40B4-BE49-F238E27FC236}">
                            <a16:creationId xmlns:a16="http://schemas.microsoft.com/office/drawing/2014/main" id="{C805523C-3386-43BF-9B0F-37A8E76C08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2713038"/>
                        <a:ext cx="3986212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28" name="Object 4">
            <a:extLst>
              <a:ext uri="{FF2B5EF4-FFF2-40B4-BE49-F238E27FC236}">
                <a16:creationId xmlns:a16="http://schemas.microsoft.com/office/drawing/2014/main" id="{3F76BD3D-CE64-4DFD-8C7C-A4DCE0CA34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5463" y="3786188"/>
          <a:ext cx="990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892" name="公式" r:id="rId8" imgW="952677" imgH="305004" progId="Equation.3">
                  <p:embed/>
                </p:oleObj>
              </mc:Choice>
              <mc:Fallback>
                <p:oleObj name="公式" r:id="rId8" imgW="952677" imgH="305004" progId="Equation.3">
                  <p:embed/>
                  <p:pic>
                    <p:nvPicPr>
                      <p:cNvPr id="538628" name="Object 4">
                        <a:extLst>
                          <a:ext uri="{FF2B5EF4-FFF2-40B4-BE49-F238E27FC236}">
                            <a16:creationId xmlns:a16="http://schemas.microsoft.com/office/drawing/2014/main" id="{3F76BD3D-CE64-4DFD-8C7C-A4DCE0CA34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463" y="3786188"/>
                        <a:ext cx="990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Line 8">
            <a:extLst>
              <a:ext uri="{FF2B5EF4-FFF2-40B4-BE49-F238E27FC236}">
                <a16:creationId xmlns:a16="http://schemas.microsoft.com/office/drawing/2014/main" id="{18B17475-1C98-4F6A-B696-A39F61671B1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4525" y="6669088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8651" name="Text Box 27">
            <a:extLst>
              <a:ext uri="{FF2B5EF4-FFF2-40B4-BE49-F238E27FC236}">
                <a16:creationId xmlns:a16="http://schemas.microsoft.com/office/drawing/2014/main" id="{BFFC4306-50E0-41B4-A6FF-12459038F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13" y="588963"/>
            <a:ext cx="298767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25000"/>
              </a:lnSpc>
            </a:pPr>
            <a:r>
              <a:rPr lang="en-US" altLang="zh-CN">
                <a:solidFill>
                  <a:srgbClr val="EDFE4A"/>
                </a:solidFill>
                <a:latin typeface="宋体" panose="02010600030101010101" pitchFamily="2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在三角形</a:t>
            </a:r>
            <a:r>
              <a:rPr lang="en-US" altLang="zh-CN" i="1">
                <a:solidFill>
                  <a:srgbClr val="00FFFF"/>
                </a:solidFill>
              </a:rPr>
              <a:t>ABC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中</a:t>
            </a:r>
            <a:r>
              <a:rPr lang="zh-CN" altLang="en-US" i="1">
                <a:solidFill>
                  <a:srgbClr val="EDFE4A"/>
                </a:solidFill>
                <a:latin typeface="宋体" panose="02010600030101010101" pitchFamily="2" charset="-122"/>
              </a:rPr>
              <a:t> </a:t>
            </a:r>
            <a:endParaRPr lang="zh-CN" altLang="en-US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538652" name="Object 9">
            <a:extLst>
              <a:ext uri="{FF2B5EF4-FFF2-40B4-BE49-F238E27FC236}">
                <a16:creationId xmlns:a16="http://schemas.microsoft.com/office/drawing/2014/main" id="{E7E63DD5-4676-43A9-9493-7915D59592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1550" y="565150"/>
          <a:ext cx="307181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893" name="公式" r:id="rId10" imgW="3040486" imgH="754239" progId="Equation.3">
                  <p:embed/>
                </p:oleObj>
              </mc:Choice>
              <mc:Fallback>
                <p:oleObj name="公式" r:id="rId10" imgW="3040486" imgH="754239" progId="Equation.3">
                  <p:embed/>
                  <p:pic>
                    <p:nvPicPr>
                      <p:cNvPr id="538652" name="Object 9">
                        <a:extLst>
                          <a:ext uri="{FF2B5EF4-FFF2-40B4-BE49-F238E27FC236}">
                            <a16:creationId xmlns:a16="http://schemas.microsoft.com/office/drawing/2014/main" id="{E7E63DD5-4676-43A9-9493-7915D59592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1550" y="565150"/>
                        <a:ext cx="3071813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49">
            <a:extLst>
              <a:ext uri="{FF2B5EF4-FFF2-40B4-BE49-F238E27FC236}">
                <a16:creationId xmlns:a16="http://schemas.microsoft.com/office/drawing/2014/main" id="{40C58B7B-AFDA-4B21-AD2F-F02439356D03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3286125"/>
            <a:ext cx="3640138" cy="3095625"/>
            <a:chOff x="5003800" y="3286125"/>
            <a:chExt cx="3640166" cy="3095625"/>
          </a:xfrm>
        </p:grpSpPr>
        <p:sp>
          <p:nvSpPr>
            <p:cNvPr id="30730" name="Rectangle 4">
              <a:extLst>
                <a:ext uri="{FF2B5EF4-FFF2-40B4-BE49-F238E27FC236}">
                  <a16:creationId xmlns:a16="http://schemas.microsoft.com/office/drawing/2014/main" id="{5227DAA8-7B84-40E3-9AB2-FAEB238A7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800" y="4797425"/>
              <a:ext cx="3640166" cy="1584325"/>
            </a:xfrm>
            <a:prstGeom prst="rect">
              <a:avLst/>
            </a:prstGeom>
            <a:solidFill>
              <a:srgbClr val="00FFFF">
                <a:alpha val="1686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731" name="Line 2">
              <a:extLst>
                <a:ext uri="{FF2B5EF4-FFF2-40B4-BE49-F238E27FC236}">
                  <a16:creationId xmlns:a16="http://schemas.microsoft.com/office/drawing/2014/main" id="{972E47A0-85F8-4C17-8F83-3320E29981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9520" y="4797425"/>
              <a:ext cx="1800000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2" name="Line 3">
              <a:extLst>
                <a:ext uri="{FF2B5EF4-FFF2-40B4-BE49-F238E27FC236}">
                  <a16:creationId xmlns:a16="http://schemas.microsoft.com/office/drawing/2014/main" id="{100DAF2D-2686-4012-BAAD-3096621334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75304" y="4786322"/>
              <a:ext cx="2211406" cy="1285884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3" name="Line 6">
              <a:extLst>
                <a:ext uri="{FF2B5EF4-FFF2-40B4-BE49-F238E27FC236}">
                  <a16:creationId xmlns:a16="http://schemas.microsoft.com/office/drawing/2014/main" id="{6FE7B541-6607-4ED9-8CA8-15C5578BAA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48488" y="3286125"/>
              <a:ext cx="0" cy="2808288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4" name="Line 7">
              <a:extLst>
                <a:ext uri="{FF2B5EF4-FFF2-40B4-BE49-F238E27FC236}">
                  <a16:creationId xmlns:a16="http://schemas.microsoft.com/office/drawing/2014/main" id="{959ECB0C-BF0B-4CE9-A332-038F3E76E6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48488" y="4797424"/>
              <a:ext cx="338156" cy="98903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5" name="Line 8">
              <a:extLst>
                <a:ext uri="{FF2B5EF4-FFF2-40B4-BE49-F238E27FC236}">
                  <a16:creationId xmlns:a16="http://schemas.microsoft.com/office/drawing/2014/main" id="{14E422B8-9463-4661-B107-C0CB6B4598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57819" y="4214817"/>
              <a:ext cx="1590670" cy="582607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6" name="Line 9">
              <a:extLst>
                <a:ext uri="{FF2B5EF4-FFF2-40B4-BE49-F238E27FC236}">
                  <a16:creationId xmlns:a16="http://schemas.microsoft.com/office/drawing/2014/main" id="{521E409D-7821-4A8C-BDF7-8238E528DE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48488" y="4071941"/>
              <a:ext cx="1552602" cy="711195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7" name="Line 10">
              <a:extLst>
                <a:ext uri="{FF2B5EF4-FFF2-40B4-BE49-F238E27FC236}">
                  <a16:creationId xmlns:a16="http://schemas.microsoft.com/office/drawing/2014/main" id="{C0BB3C8E-F8C3-4240-B10E-CFB277EE7C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86644" y="4572008"/>
              <a:ext cx="714380" cy="121444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38" name="Object 6">
              <a:extLst>
                <a:ext uri="{FF2B5EF4-FFF2-40B4-BE49-F238E27FC236}">
                  <a16:creationId xmlns:a16="http://schemas.microsoft.com/office/drawing/2014/main" id="{7DD1BB11-EADD-40F6-AAB3-A603666311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54737" y="4791086"/>
            <a:ext cx="231775" cy="280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894" name="公式" r:id="rId12" imgW="167569" imgH="243919" progId="Equation.3">
                    <p:embed/>
                  </p:oleObj>
                </mc:Choice>
                <mc:Fallback>
                  <p:oleObj name="公式" r:id="rId12" imgW="167569" imgH="243919" progId="Equation.3">
                    <p:embed/>
                    <p:pic>
                      <p:nvPicPr>
                        <p:cNvPr id="30738" name="Object 6">
                          <a:extLst>
                            <a:ext uri="{FF2B5EF4-FFF2-40B4-BE49-F238E27FC236}">
                              <a16:creationId xmlns:a16="http://schemas.microsoft.com/office/drawing/2014/main" id="{7DD1BB11-EADD-40F6-AAB3-A6036663119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54737" y="4791086"/>
                          <a:ext cx="231775" cy="2809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9" name="Object 7">
              <a:extLst>
                <a:ext uri="{FF2B5EF4-FFF2-40B4-BE49-F238E27FC236}">
                  <a16:creationId xmlns:a16="http://schemas.microsoft.com/office/drawing/2014/main" id="{FA9810CF-8D1A-4A99-8F2A-1D9C3CEEB0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897723" y="5286388"/>
            <a:ext cx="246062" cy="322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895" name="公式" r:id="rId14" imgW="198191" imgH="274461" progId="Equation.3">
                    <p:embed/>
                  </p:oleObj>
                </mc:Choice>
                <mc:Fallback>
                  <p:oleObj name="公式" r:id="rId14" imgW="198191" imgH="274461" progId="Equation.3">
                    <p:embed/>
                    <p:pic>
                      <p:nvPicPr>
                        <p:cNvPr id="30739" name="Object 7">
                          <a:extLst>
                            <a:ext uri="{FF2B5EF4-FFF2-40B4-BE49-F238E27FC236}">
                              <a16:creationId xmlns:a16="http://schemas.microsoft.com/office/drawing/2014/main" id="{FA9810CF-8D1A-4A99-8F2A-1D9C3CEEB0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97723" y="5286388"/>
                          <a:ext cx="246062" cy="322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0" name="Object 8">
              <a:extLst>
                <a:ext uri="{FF2B5EF4-FFF2-40B4-BE49-F238E27FC236}">
                  <a16:creationId xmlns:a16="http://schemas.microsoft.com/office/drawing/2014/main" id="{0CFCB5E8-69AE-43BD-BB9F-F14FC3E189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00826" y="4049720"/>
            <a:ext cx="206375" cy="450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896" name="公式" r:id="rId16" imgW="167569" imgH="411480" progId="Equation.3">
                    <p:embed/>
                  </p:oleObj>
                </mc:Choice>
                <mc:Fallback>
                  <p:oleObj name="公式" r:id="rId16" imgW="167569" imgH="411480" progId="Equation.3">
                    <p:embed/>
                    <p:pic>
                      <p:nvPicPr>
                        <p:cNvPr id="30740" name="Object 8">
                          <a:extLst>
                            <a:ext uri="{FF2B5EF4-FFF2-40B4-BE49-F238E27FC236}">
                              <a16:creationId xmlns:a16="http://schemas.microsoft.com/office/drawing/2014/main" id="{0CFCB5E8-69AE-43BD-BB9F-F14FC3E189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00826" y="4049720"/>
                          <a:ext cx="206375" cy="450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1" name="Object 5">
              <a:extLst>
                <a:ext uri="{FF2B5EF4-FFF2-40B4-BE49-F238E27FC236}">
                  <a16:creationId xmlns:a16="http://schemas.microsoft.com/office/drawing/2014/main" id="{BA438A56-794E-416C-892B-D3D12B79CA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23125" y="4978414"/>
            <a:ext cx="247650" cy="450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897" name="公式" r:id="rId18" imgW="198191" imgH="411480" progId="Equation.3">
                    <p:embed/>
                  </p:oleObj>
                </mc:Choice>
                <mc:Fallback>
                  <p:oleObj name="公式" r:id="rId18" imgW="198191" imgH="411480" progId="Equation.3">
                    <p:embed/>
                    <p:pic>
                      <p:nvPicPr>
                        <p:cNvPr id="30741" name="Object 5">
                          <a:extLst>
                            <a:ext uri="{FF2B5EF4-FFF2-40B4-BE49-F238E27FC236}">
                              <a16:creationId xmlns:a16="http://schemas.microsoft.com/office/drawing/2014/main" id="{BA438A56-794E-416C-892B-D3D12B79CAB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23125" y="4978414"/>
                          <a:ext cx="247650" cy="450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2" name="Line 18">
              <a:extLst>
                <a:ext uri="{FF2B5EF4-FFF2-40B4-BE49-F238E27FC236}">
                  <a16:creationId xmlns:a16="http://schemas.microsoft.com/office/drawing/2014/main" id="{08F09E14-201B-4029-B862-1209D4F2E3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86644" y="5572139"/>
              <a:ext cx="1143007" cy="21431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3" name="Text Box 22">
              <a:extLst>
                <a:ext uri="{FF2B5EF4-FFF2-40B4-BE49-F238E27FC236}">
                  <a16:creationId xmlns:a16="http://schemas.microsoft.com/office/drawing/2014/main" id="{9B796BEF-9184-4C30-A897-4A3186593B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4496" y="4384685"/>
              <a:ext cx="361950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fontAlgn="ctr" hangingPunct="1">
                <a:lnSpc>
                  <a:spcPct val="125000"/>
                </a:lnSpc>
              </a:pPr>
              <a:r>
                <a:rPr lang="en-US" altLang="zh-CN" sz="2000" i="1">
                  <a:solidFill>
                    <a:schemeClr val="bg1"/>
                  </a:solidFill>
                </a:rPr>
                <a:t>A</a:t>
              </a:r>
              <a:endParaRPr lang="en-US" altLang="zh-CN" sz="2000" i="1" baseline="-2500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0744" name="Text Box 23">
              <a:extLst>
                <a:ext uri="{FF2B5EF4-FFF2-40B4-BE49-F238E27FC236}">
                  <a16:creationId xmlns:a16="http://schemas.microsoft.com/office/drawing/2014/main" id="{84A681B6-8A2E-4EB2-808D-97B47A7196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4694" y="4357694"/>
              <a:ext cx="361950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fontAlgn="ctr" hangingPunct="1">
                <a:lnSpc>
                  <a:spcPct val="125000"/>
                </a:lnSpc>
              </a:pPr>
              <a:r>
                <a:rPr lang="en-US" altLang="zh-CN" sz="2000" i="1">
                  <a:solidFill>
                    <a:schemeClr val="bg1"/>
                  </a:solidFill>
                </a:rPr>
                <a:t>B</a:t>
              </a:r>
              <a:endParaRPr lang="en-US" altLang="zh-CN" sz="2000" i="1" baseline="-2500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0745" name="Arc 27">
              <a:extLst>
                <a:ext uri="{FF2B5EF4-FFF2-40B4-BE49-F238E27FC236}">
                  <a16:creationId xmlns:a16="http://schemas.microsoft.com/office/drawing/2014/main" id="{774B9A19-5C3E-4616-BA25-61C9DDAA6E9F}"/>
                </a:ext>
              </a:extLst>
            </p:cNvPr>
            <p:cNvSpPr>
              <a:spLocks/>
            </p:cNvSpPr>
            <p:nvPr/>
          </p:nvSpPr>
          <p:spPr bwMode="auto">
            <a:xfrm rot="-5599633">
              <a:off x="6440018" y="4575350"/>
              <a:ext cx="882650" cy="617538"/>
            </a:xfrm>
            <a:custGeom>
              <a:avLst/>
              <a:gdLst>
                <a:gd name="T0" fmla="*/ 2147483646 w 20841"/>
                <a:gd name="T1" fmla="*/ 0 h 14587"/>
                <a:gd name="T2" fmla="*/ 2147483646 w 20841"/>
                <a:gd name="T3" fmla="*/ 2147483646 h 14587"/>
                <a:gd name="T4" fmla="*/ 0 w 20841"/>
                <a:gd name="T5" fmla="*/ 2147483646 h 14587"/>
                <a:gd name="T6" fmla="*/ 0 60000 65536"/>
                <a:gd name="T7" fmla="*/ 0 60000 65536"/>
                <a:gd name="T8" fmla="*/ 0 60000 65536"/>
                <a:gd name="T9" fmla="*/ 0 w 20841"/>
                <a:gd name="T10" fmla="*/ 0 h 14587"/>
                <a:gd name="T11" fmla="*/ 20841 w 20841"/>
                <a:gd name="T12" fmla="*/ 14587 h 145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841" h="14587" fill="none" extrusionOk="0">
                  <a:moveTo>
                    <a:pt x="15930" y="-1"/>
                  </a:moveTo>
                  <a:cubicBezTo>
                    <a:pt x="18253" y="2536"/>
                    <a:pt x="19936" y="5591"/>
                    <a:pt x="20840" y="8911"/>
                  </a:cubicBezTo>
                </a:path>
                <a:path w="20841" h="14587" stroke="0" extrusionOk="0">
                  <a:moveTo>
                    <a:pt x="15930" y="-1"/>
                  </a:moveTo>
                  <a:cubicBezTo>
                    <a:pt x="18253" y="2536"/>
                    <a:pt x="19936" y="5591"/>
                    <a:pt x="20840" y="8911"/>
                  </a:cubicBezTo>
                  <a:lnTo>
                    <a:pt x="0" y="14587"/>
                  </a:lnTo>
                  <a:lnTo>
                    <a:pt x="15930" y="-1"/>
                  </a:lnTo>
                  <a:close/>
                </a:path>
              </a:pathLst>
            </a:cu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6" name="Arc 28">
              <a:extLst>
                <a:ext uri="{FF2B5EF4-FFF2-40B4-BE49-F238E27FC236}">
                  <a16:creationId xmlns:a16="http://schemas.microsoft.com/office/drawing/2014/main" id="{0A7AE547-54B2-452B-A964-4572838F1AE8}"/>
                </a:ext>
              </a:extLst>
            </p:cNvPr>
            <p:cNvSpPr>
              <a:spLocks/>
            </p:cNvSpPr>
            <p:nvPr/>
          </p:nvSpPr>
          <p:spPr bwMode="auto">
            <a:xfrm rot="6218860">
              <a:off x="6504782" y="4497188"/>
              <a:ext cx="827088" cy="511175"/>
            </a:xfrm>
            <a:custGeom>
              <a:avLst/>
              <a:gdLst>
                <a:gd name="T0" fmla="*/ 2147483646 w 19540"/>
                <a:gd name="T1" fmla="*/ 0 h 12049"/>
                <a:gd name="T2" fmla="*/ 2147483646 w 19540"/>
                <a:gd name="T3" fmla="*/ 2147483646 h 12049"/>
                <a:gd name="T4" fmla="*/ 0 w 19540"/>
                <a:gd name="T5" fmla="*/ 2147483646 h 12049"/>
                <a:gd name="T6" fmla="*/ 0 60000 65536"/>
                <a:gd name="T7" fmla="*/ 0 60000 65536"/>
                <a:gd name="T8" fmla="*/ 0 60000 65536"/>
                <a:gd name="T9" fmla="*/ 0 w 19540"/>
                <a:gd name="T10" fmla="*/ 0 h 12049"/>
                <a:gd name="T11" fmla="*/ 19540 w 19540"/>
                <a:gd name="T12" fmla="*/ 12049 h 120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540" h="12049" fill="none" extrusionOk="0">
                  <a:moveTo>
                    <a:pt x="17927" y="-1"/>
                  </a:moveTo>
                  <a:cubicBezTo>
                    <a:pt x="18535" y="905"/>
                    <a:pt x="19074" y="1855"/>
                    <a:pt x="19539" y="2843"/>
                  </a:cubicBezTo>
                </a:path>
                <a:path w="19540" h="12049" stroke="0" extrusionOk="0">
                  <a:moveTo>
                    <a:pt x="17927" y="-1"/>
                  </a:moveTo>
                  <a:cubicBezTo>
                    <a:pt x="18535" y="905"/>
                    <a:pt x="19074" y="1855"/>
                    <a:pt x="19539" y="2843"/>
                  </a:cubicBezTo>
                  <a:lnTo>
                    <a:pt x="0" y="12049"/>
                  </a:lnTo>
                  <a:lnTo>
                    <a:pt x="17927" y="-1"/>
                  </a:lnTo>
                  <a:close/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7" name="Arc 29">
              <a:extLst>
                <a:ext uri="{FF2B5EF4-FFF2-40B4-BE49-F238E27FC236}">
                  <a16:creationId xmlns:a16="http://schemas.microsoft.com/office/drawing/2014/main" id="{C0CE731C-C562-4A68-B5C0-33D4CDBC1555}"/>
                </a:ext>
              </a:extLst>
            </p:cNvPr>
            <p:cNvSpPr>
              <a:spLocks/>
            </p:cNvSpPr>
            <p:nvPr/>
          </p:nvSpPr>
          <p:spPr bwMode="auto">
            <a:xfrm rot="1944473">
              <a:off x="5039370" y="4589463"/>
              <a:ext cx="795338" cy="584200"/>
            </a:xfrm>
            <a:custGeom>
              <a:avLst/>
              <a:gdLst>
                <a:gd name="T0" fmla="*/ 2147483646 w 18796"/>
                <a:gd name="T1" fmla="*/ 0 h 13809"/>
                <a:gd name="T2" fmla="*/ 2147483646 w 18796"/>
                <a:gd name="T3" fmla="*/ 2147483646 h 13809"/>
                <a:gd name="T4" fmla="*/ 0 w 18796"/>
                <a:gd name="T5" fmla="*/ 2147483646 h 13809"/>
                <a:gd name="T6" fmla="*/ 0 60000 65536"/>
                <a:gd name="T7" fmla="*/ 0 60000 65536"/>
                <a:gd name="T8" fmla="*/ 0 60000 65536"/>
                <a:gd name="T9" fmla="*/ 0 w 18796"/>
                <a:gd name="T10" fmla="*/ 0 h 13809"/>
                <a:gd name="T11" fmla="*/ 18796 w 18796"/>
                <a:gd name="T12" fmla="*/ 13809 h 138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796" h="13809" fill="none" extrusionOk="0">
                  <a:moveTo>
                    <a:pt x="16609" y="0"/>
                  </a:moveTo>
                  <a:cubicBezTo>
                    <a:pt x="17431" y="988"/>
                    <a:pt x="18162" y="2047"/>
                    <a:pt x="18795" y="3166"/>
                  </a:cubicBezTo>
                </a:path>
                <a:path w="18796" h="13809" stroke="0" extrusionOk="0">
                  <a:moveTo>
                    <a:pt x="16609" y="0"/>
                  </a:moveTo>
                  <a:cubicBezTo>
                    <a:pt x="17431" y="988"/>
                    <a:pt x="18162" y="2047"/>
                    <a:pt x="18795" y="3166"/>
                  </a:cubicBezTo>
                  <a:lnTo>
                    <a:pt x="0" y="13809"/>
                  </a:lnTo>
                  <a:lnTo>
                    <a:pt x="16609" y="0"/>
                  </a:lnTo>
                  <a:close/>
                </a:path>
              </a:pathLst>
            </a:cu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8" name="Rectangle 30">
              <a:extLst>
                <a:ext uri="{FF2B5EF4-FFF2-40B4-BE49-F238E27FC236}">
                  <a16:creationId xmlns:a16="http://schemas.microsoft.com/office/drawing/2014/main" id="{96B2ECD9-A415-470F-9867-6DB07C72CA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7855">
              <a:off x="6526074" y="5784643"/>
              <a:ext cx="1441450" cy="190500"/>
            </a:xfrm>
            <a:prstGeom prst="rect">
              <a:avLst/>
            </a:prstGeom>
            <a:solidFill>
              <a:srgbClr val="FF9933">
                <a:alpha val="9097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749" name="Text Box 31">
              <a:extLst>
                <a:ext uri="{FF2B5EF4-FFF2-40B4-BE49-F238E27FC236}">
                  <a16:creationId xmlns:a16="http://schemas.microsoft.com/office/drawing/2014/main" id="{44A8F0AD-5DE9-4AD5-8431-26C1D73F9B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00892" y="5643578"/>
              <a:ext cx="361950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fontAlgn="ctr" hangingPunct="1">
                <a:lnSpc>
                  <a:spcPct val="125000"/>
                </a:lnSpc>
              </a:pPr>
              <a:r>
                <a:rPr lang="en-US" altLang="zh-CN" sz="2000" i="1">
                  <a:solidFill>
                    <a:schemeClr val="bg1"/>
                  </a:solidFill>
                </a:rPr>
                <a:t>C</a:t>
              </a:r>
              <a:endParaRPr lang="en-US" altLang="zh-CN" sz="2000" i="1" baseline="-2500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0750" name="Arc 32">
              <a:extLst>
                <a:ext uri="{FF2B5EF4-FFF2-40B4-BE49-F238E27FC236}">
                  <a16:creationId xmlns:a16="http://schemas.microsoft.com/office/drawing/2014/main" id="{83F11A23-3E0F-4DD0-8FE4-A020A287491E}"/>
                </a:ext>
              </a:extLst>
            </p:cNvPr>
            <p:cNvSpPr>
              <a:spLocks/>
            </p:cNvSpPr>
            <p:nvPr/>
          </p:nvSpPr>
          <p:spPr bwMode="auto">
            <a:xfrm rot="-4431731">
              <a:off x="6900863" y="5604345"/>
              <a:ext cx="889000" cy="511175"/>
            </a:xfrm>
            <a:custGeom>
              <a:avLst/>
              <a:gdLst>
                <a:gd name="T0" fmla="*/ 2147483646 w 20990"/>
                <a:gd name="T1" fmla="*/ 0 h 12049"/>
                <a:gd name="T2" fmla="*/ 2147483646 w 20990"/>
                <a:gd name="T3" fmla="*/ 2147483646 h 12049"/>
                <a:gd name="T4" fmla="*/ 0 w 20990"/>
                <a:gd name="T5" fmla="*/ 2147483646 h 12049"/>
                <a:gd name="T6" fmla="*/ 0 60000 65536"/>
                <a:gd name="T7" fmla="*/ 0 60000 65536"/>
                <a:gd name="T8" fmla="*/ 0 60000 65536"/>
                <a:gd name="T9" fmla="*/ 0 w 20990"/>
                <a:gd name="T10" fmla="*/ 0 h 12049"/>
                <a:gd name="T11" fmla="*/ 20990 w 20990"/>
                <a:gd name="T12" fmla="*/ 12049 h 120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990" h="12049" fill="none" extrusionOk="0">
                  <a:moveTo>
                    <a:pt x="17927" y="-1"/>
                  </a:moveTo>
                  <a:cubicBezTo>
                    <a:pt x="19350" y="2117"/>
                    <a:pt x="20387" y="4471"/>
                    <a:pt x="20989" y="6951"/>
                  </a:cubicBezTo>
                </a:path>
                <a:path w="20990" h="12049" stroke="0" extrusionOk="0">
                  <a:moveTo>
                    <a:pt x="17927" y="-1"/>
                  </a:moveTo>
                  <a:cubicBezTo>
                    <a:pt x="19350" y="2117"/>
                    <a:pt x="20387" y="4471"/>
                    <a:pt x="20989" y="6951"/>
                  </a:cubicBezTo>
                  <a:lnTo>
                    <a:pt x="0" y="12049"/>
                  </a:lnTo>
                  <a:lnTo>
                    <a:pt x="17927" y="-1"/>
                  </a:lnTo>
                  <a:close/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729" name="灯片编号占位符 1">
            <a:extLst>
              <a:ext uri="{FF2B5EF4-FFF2-40B4-BE49-F238E27FC236}">
                <a16:creationId xmlns:a16="http://schemas.microsoft.com/office/drawing/2014/main" id="{7FD0B1DB-53F8-4FDF-A96C-599634D4B457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74D442A-9777-404A-BF1B-72D79D0F86F3}" type="slidenum">
              <a:rPr lang="en-US" altLang="zh-CN" b="0">
                <a:solidFill>
                  <a:srgbClr val="FF00FF"/>
                </a:solidFill>
              </a:rPr>
              <a:pPr eaLnBrk="1" hangingPunct="1"/>
              <a:t>19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8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8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3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3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3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5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7" descr="http://www.135120.com.cn/class/upload/46458.jpg">
            <a:hlinkClick r:id="rId2"/>
            <a:extLst>
              <a:ext uri="{FF2B5EF4-FFF2-40B4-BE49-F238E27FC236}">
                <a16:creationId xmlns:a16="http://schemas.microsoft.com/office/drawing/2014/main" id="{A441BD78-8CD2-4FF6-B925-75A56054C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7738" y="1116013"/>
            <a:ext cx="3600450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7" name="Picture 6" descr="http://www.135120.com.cn/class/upload/46457.jpg">
            <a:hlinkClick r:id="rId4"/>
            <a:extLst>
              <a:ext uri="{FF2B5EF4-FFF2-40B4-BE49-F238E27FC236}">
                <a16:creationId xmlns:a16="http://schemas.microsoft.com/office/drawing/2014/main" id="{81B536EA-D4E7-4269-9A1D-4FB96C465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38" y="1101725"/>
            <a:ext cx="3600450" cy="237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8" name="Picture 9" descr="http://www.cqphoto.net/cqsy_pic/article/20036221529522776.jpg">
            <a:extLst>
              <a:ext uri="{FF2B5EF4-FFF2-40B4-BE49-F238E27FC236}">
                <a16:creationId xmlns:a16="http://schemas.microsoft.com/office/drawing/2014/main" id="{89B3A16A-91ED-4B78-9DBD-9623B6E06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38" y="3744913"/>
            <a:ext cx="3600450" cy="254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Picture 11" descr="http://www.cqphoto.net/cqsy_pic/article/20036221529949165.jpg">
            <a:extLst>
              <a:ext uri="{FF2B5EF4-FFF2-40B4-BE49-F238E27FC236}">
                <a16:creationId xmlns:a16="http://schemas.microsoft.com/office/drawing/2014/main" id="{A2EF597E-BF8E-45B2-A8F4-8F7DB860E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7738" y="3744913"/>
            <a:ext cx="3600450" cy="250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4" name="矩形 5">
            <a:extLst>
              <a:ext uri="{FF2B5EF4-FFF2-40B4-BE49-F238E27FC236}">
                <a16:creationId xmlns:a16="http://schemas.microsoft.com/office/drawing/2014/main" id="{8BDD9624-D0D4-4EB6-BEDB-8E6597218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466725"/>
            <a:ext cx="7072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偏振片的应用</a:t>
            </a:r>
            <a:r>
              <a:rPr lang="zh-CN" altLang="en-US" dirty="0">
                <a:solidFill>
                  <a:schemeClr val="bg1"/>
                </a:solidFill>
                <a:sym typeface="Wingdings" panose="05000000000000000000" pitchFamily="2" charset="2"/>
              </a:rPr>
              <a:t>（单反相机的偏振镜：滤去反射光）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6871" name="矩形 6">
            <a:extLst>
              <a:ext uri="{FF2B5EF4-FFF2-40B4-BE49-F238E27FC236}">
                <a16:creationId xmlns:a16="http://schemas.microsoft.com/office/drawing/2014/main" id="{85ECAF0B-4CCF-4622-8104-D5661C2DD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8813" y="6324600"/>
            <a:ext cx="2571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未使用                            </a:t>
            </a:r>
          </a:p>
        </p:txBody>
      </p:sp>
      <p:sp>
        <p:nvSpPr>
          <p:cNvPr id="8" name="矩形 6">
            <a:extLst>
              <a:ext uri="{FF2B5EF4-FFF2-40B4-BE49-F238E27FC236}">
                <a16:creationId xmlns:a16="http://schemas.microsoft.com/office/drawing/2014/main" id="{116E2E9D-C641-4C77-A566-22CB6AE3E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4588" y="6324600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使用</a:t>
            </a:r>
          </a:p>
        </p:txBody>
      </p:sp>
      <p:sp>
        <p:nvSpPr>
          <p:cNvPr id="32777" name="灯片编号占位符 1">
            <a:extLst>
              <a:ext uri="{FF2B5EF4-FFF2-40B4-BE49-F238E27FC236}">
                <a16:creationId xmlns:a16="http://schemas.microsoft.com/office/drawing/2014/main" id="{9D6103CD-CB3B-4C7F-B78C-F96B9F453EC9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F9FB7DD-62EE-43EE-884C-4A27513C7C6E}" type="slidenum">
              <a:rPr lang="en-US" altLang="zh-CN" b="0">
                <a:solidFill>
                  <a:srgbClr val="FF00FF"/>
                </a:solidFill>
              </a:rPr>
              <a:pPr eaLnBrk="1" hangingPunct="1"/>
              <a:t>20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68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http://www.135120.com.cn/class/upload/46456.jpg">
            <a:hlinkClick r:id="rId2"/>
            <a:extLst>
              <a:ext uri="{FF2B5EF4-FFF2-40B4-BE49-F238E27FC236}">
                <a16:creationId xmlns:a16="http://schemas.microsoft.com/office/drawing/2014/main" id="{D6F6919E-C8F8-42D0-A331-6C757A429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571500"/>
            <a:ext cx="40005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1" name="Picture 4" descr="http://www.135120.com.cn/class/upload/46455.jpg">
            <a:hlinkClick r:id="rId4"/>
            <a:extLst>
              <a:ext uri="{FF2B5EF4-FFF2-40B4-BE49-F238E27FC236}">
                <a16:creationId xmlns:a16="http://schemas.microsoft.com/office/drawing/2014/main" id="{62AFB9CE-8416-4112-97A8-FABF9B60E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571500"/>
            <a:ext cx="40005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5" descr="http://www.cqphoto.net/cqsy_pic/article/200362215274423437.jpg">
            <a:extLst>
              <a:ext uri="{FF2B5EF4-FFF2-40B4-BE49-F238E27FC236}">
                <a16:creationId xmlns:a16="http://schemas.microsoft.com/office/drawing/2014/main" id="{C49C262A-47C6-4C43-B703-F143A9801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50" y="3571875"/>
            <a:ext cx="3998913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7" descr="http://www.cqphoto.net/cqsy_pic/article/20036221528810678.jpg">
            <a:extLst>
              <a:ext uri="{FF2B5EF4-FFF2-40B4-BE49-F238E27FC236}">
                <a16:creationId xmlns:a16="http://schemas.microsoft.com/office/drawing/2014/main" id="{FC2EC836-22EB-4CEB-A089-52C224BD3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3571875"/>
            <a:ext cx="3998912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4" name="矩形 5">
            <a:extLst>
              <a:ext uri="{FF2B5EF4-FFF2-40B4-BE49-F238E27FC236}">
                <a16:creationId xmlns:a16="http://schemas.microsoft.com/office/drawing/2014/main" id="{16DEBE9B-67DF-4978-83A8-CA5435FD1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8813" y="6215063"/>
            <a:ext cx="6000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未使用                                           使用</a:t>
            </a:r>
          </a:p>
        </p:txBody>
      </p:sp>
      <p:sp>
        <p:nvSpPr>
          <p:cNvPr id="33799" name="灯片编号占位符 1">
            <a:extLst>
              <a:ext uri="{FF2B5EF4-FFF2-40B4-BE49-F238E27FC236}">
                <a16:creationId xmlns:a16="http://schemas.microsoft.com/office/drawing/2014/main" id="{C26C8AFD-7B89-4D64-AC7B-156806591A70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9C733C0-7813-4480-934D-6DA436DC84B1}" type="slidenum">
              <a:rPr lang="en-US" altLang="zh-CN" b="0">
                <a:solidFill>
                  <a:srgbClr val="FF00FF"/>
                </a:solidFill>
              </a:rPr>
              <a:pPr eaLnBrk="1" hangingPunct="1"/>
              <a:t>21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kxMDYxZGYxZGIxNjIyZTIxODM5NTE1YTAzNTVjNj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7773</TotalTime>
  <Words>1204</Words>
  <Application>Microsoft Office PowerPoint</Application>
  <PresentationFormat>全屏显示(4:3)</PresentationFormat>
  <Paragraphs>200</Paragraphs>
  <Slides>21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方正书宋简体</vt:lpstr>
      <vt:lpstr>仿宋_GB2312</vt:lpstr>
      <vt:lpstr>黑体</vt:lpstr>
      <vt:lpstr>黑体</vt:lpstr>
      <vt:lpstr>华文仿宋</vt:lpstr>
      <vt:lpstr>华文中宋</vt:lpstr>
      <vt:lpstr>楷体_GB2312</vt:lpstr>
      <vt:lpstr>宋体</vt:lpstr>
      <vt:lpstr>Arial</vt:lpstr>
      <vt:lpstr>Symbol</vt:lpstr>
      <vt:lpstr>Times New Roman</vt:lpstr>
      <vt:lpstr>Wingdings</vt:lpstr>
      <vt:lpstr>默认设计模板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下册-大学物理</dc:title>
  <dc:creator>yzhang</dc:creator>
  <cp:lastModifiedBy>yzhang</cp:lastModifiedBy>
  <cp:revision>1387</cp:revision>
  <cp:lastPrinted>2025-10-22T00:19:28Z</cp:lastPrinted>
  <dcterms:created xsi:type="dcterms:W3CDTF">1998-11-21T01:35:00Z</dcterms:created>
  <dcterms:modified xsi:type="dcterms:W3CDTF">2025-10-28T02:29:36Z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E360166CB073428B8BCB01AE86F8CFCF_12</vt:lpwstr>
  </property>
  <property fmtid="{D5CDD505-2E9C-101B-9397-08002B2CF9AE}" pid="3" name="KSOProductBuildVer">
    <vt:lpwstr>2052-12.1.0.15358</vt:lpwstr>
  </property>
</Properties>
</file>