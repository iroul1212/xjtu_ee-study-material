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ctiveX/activeX1.xml" ContentType="application/vnd.ms-office.activeX+xml"/>
  <Override PartName="/ppt/activeX/activeX1.bin" ContentType="application/vnd.ms-office.activeX"/>
  <Override PartName="/ppt/activeX/activeX2.xml" ContentType="application/vnd.ms-office.activeX+xml"/>
  <Override PartName="/ppt/activeX/activeX2.bin" ContentType="application/vnd.ms-office.activeX"/>
  <Override PartName="/ppt/activeX/activeX3.xml" ContentType="application/vnd.ms-office.activeX+xml"/>
  <Override PartName="/ppt/activeX/activeX3.bin" ContentType="application/vnd.ms-office.activeX"/>
  <Override PartName="/ppt/activeX/activeX4.xml" ContentType="application/vnd.ms-office.activeX+xml"/>
  <Override PartName="/ppt/activeX/activeX4.bin" ContentType="application/vnd.ms-office.activeX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439" r:id="rId2"/>
    <p:sldId id="669" r:id="rId3"/>
    <p:sldId id="670" r:id="rId4"/>
    <p:sldId id="634" r:id="rId5"/>
    <p:sldId id="687" r:id="rId6"/>
    <p:sldId id="636" r:id="rId7"/>
    <p:sldId id="637" r:id="rId8"/>
    <p:sldId id="638" r:id="rId9"/>
    <p:sldId id="685" r:id="rId10"/>
    <p:sldId id="639" r:id="rId11"/>
    <p:sldId id="655" r:id="rId12"/>
    <p:sldId id="656" r:id="rId13"/>
    <p:sldId id="649" r:id="rId14"/>
    <p:sldId id="650" r:id="rId15"/>
    <p:sldId id="651" r:id="rId16"/>
    <p:sldId id="688" r:id="rId17"/>
    <p:sldId id="652" r:id="rId18"/>
    <p:sldId id="653" r:id="rId19"/>
    <p:sldId id="654" r:id="rId20"/>
    <p:sldId id="686" r:id="rId21"/>
  </p:sldIdLst>
  <p:sldSz cx="9144000" cy="6858000" type="screen4x3"/>
  <p:notesSz cx="6797675" cy="9928225"/>
  <p:custDataLst>
    <p:tags r:id="rId24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23" userDrawn="1">
          <p15:clr>
            <a:srgbClr val="A4A3A4"/>
          </p15:clr>
        </p15:guide>
        <p15:guide id="2" pos="50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FF00"/>
    <a:srgbClr val="0000FF"/>
    <a:srgbClr val="800000"/>
    <a:srgbClr val="FFCC99"/>
    <a:srgbClr val="CC6600"/>
    <a:srgbClr val="009999"/>
    <a:srgbClr val="FF0000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32" autoAdjust="0"/>
    <p:restoredTop sz="94830" autoAdjust="0"/>
  </p:normalViewPr>
  <p:slideViewPr>
    <p:cSldViewPr showGuides="1">
      <p:cViewPr varScale="1">
        <p:scale>
          <a:sx n="110" d="100"/>
          <a:sy n="110" d="100"/>
        </p:scale>
        <p:origin x="1482" y="78"/>
      </p:cViewPr>
      <p:guideLst>
        <p:guide orient="horz" pos="2523"/>
        <p:guide pos="50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0" d="100"/>
          <a:sy n="60" d="100"/>
        </p:scale>
        <p:origin x="-1764" y="-84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activeX/_rels/activeX1.xml.rels><?xml version="1.0" encoding="UTF-8" standalone="yes"?>
<Relationships xmlns="http://schemas.openxmlformats.org/package/2006/relationships"><Relationship Id="rId1" Type="http://schemas.microsoft.com/office/2006/relationships/activeXControlBinary" Target="activeX1.bin"/></Relationships>
</file>

<file path=ppt/activeX/_rels/activeX2.xml.rels><?xml version="1.0" encoding="UTF-8" standalone="yes"?>
<Relationships xmlns="http://schemas.openxmlformats.org/package/2006/relationships"><Relationship Id="rId1" Type="http://schemas.microsoft.com/office/2006/relationships/activeXControlBinary" Target="activeX2.bin"/></Relationships>
</file>

<file path=ppt/activeX/_rels/activeX3.xml.rels><?xml version="1.0" encoding="UTF-8" standalone="yes"?>
<Relationships xmlns="http://schemas.openxmlformats.org/package/2006/relationships"><Relationship Id="rId1" Type="http://schemas.microsoft.com/office/2006/relationships/activeXControlBinary" Target="activeX3.bin"/></Relationships>
</file>

<file path=ppt/activeX/_rels/activeX4.xml.rels><?xml version="1.0" encoding="UTF-8" standalone="yes"?>
<Relationships xmlns="http://schemas.openxmlformats.org/package/2006/relationships"><Relationship Id="rId1" Type="http://schemas.microsoft.com/office/2006/relationships/activeXControlBinary" Target="activeX4.bin"/></Relationships>
</file>

<file path=ppt/activeX/activeX1.xml><?xml version="1.0" encoding="utf-8"?>
<ax:ocx xmlns:ax="http://schemas.microsoft.com/office/2006/activeX" xmlns:r="http://schemas.openxmlformats.org/officeDocument/2006/relationships" ax:classid="{D27CDB6E-AE6D-11CF-96B8-444553540000}" ax:persistence="persistStorage" r:id="rId1"/>
</file>

<file path=ppt/activeX/activeX2.xml><?xml version="1.0" encoding="utf-8"?>
<ax:ocx xmlns:ax="http://schemas.microsoft.com/office/2006/activeX" xmlns:r="http://schemas.openxmlformats.org/officeDocument/2006/relationships" ax:classid="{D27CDB6E-AE6D-11CF-96B8-444553540000}" ax:persistence="persistStorage" r:id="rId1"/>
</file>

<file path=ppt/activeX/activeX3.xml><?xml version="1.0" encoding="utf-8"?>
<ax:ocx xmlns:ax="http://schemas.microsoft.com/office/2006/activeX" xmlns:r="http://schemas.openxmlformats.org/officeDocument/2006/relationships" ax:classid="{D27CDB6E-AE6D-11CF-96B8-444553540000}" ax:persistence="persistStorage" r:id="rId1"/>
</file>

<file path=ppt/activeX/activeX4.xml><?xml version="1.0" encoding="utf-8"?>
<ax:ocx xmlns:ax="http://schemas.microsoft.com/office/2006/activeX" xmlns:r="http://schemas.openxmlformats.org/officeDocument/2006/relationships" ax:classid="{D27CDB6E-AE6D-11CF-96B8-444553540000}" ax:persistence="persistStorage" r:id="rId1"/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image" Target="../media/image2.emf"/><Relationship Id="rId5" Type="http://schemas.openxmlformats.org/officeDocument/2006/relationships/image" Target="../media/image6.emf"/><Relationship Id="rId4" Type="http://schemas.openxmlformats.org/officeDocument/2006/relationships/image" Target="../media/image5.e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emf"/><Relationship Id="rId1" Type="http://schemas.openxmlformats.org/officeDocument/2006/relationships/image" Target="../media/image8.e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8.emf"/><Relationship Id="rId3" Type="http://schemas.openxmlformats.org/officeDocument/2006/relationships/image" Target="../media/image13.emf"/><Relationship Id="rId7" Type="http://schemas.openxmlformats.org/officeDocument/2006/relationships/image" Target="../media/image17.emf"/><Relationship Id="rId2" Type="http://schemas.openxmlformats.org/officeDocument/2006/relationships/image" Target="../media/image12.emf"/><Relationship Id="rId1" Type="http://schemas.openxmlformats.org/officeDocument/2006/relationships/image" Target="../media/image11.emf"/><Relationship Id="rId6" Type="http://schemas.openxmlformats.org/officeDocument/2006/relationships/image" Target="../media/image16.emf"/><Relationship Id="rId11" Type="http://schemas.openxmlformats.org/officeDocument/2006/relationships/image" Target="../media/image21.emf"/><Relationship Id="rId5" Type="http://schemas.openxmlformats.org/officeDocument/2006/relationships/image" Target="../media/image15.emf"/><Relationship Id="rId10" Type="http://schemas.openxmlformats.org/officeDocument/2006/relationships/image" Target="../media/image20.emf"/><Relationship Id="rId4" Type="http://schemas.openxmlformats.org/officeDocument/2006/relationships/image" Target="../media/image14.emf"/><Relationship Id="rId9" Type="http://schemas.openxmlformats.org/officeDocument/2006/relationships/image" Target="../media/image19.e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image" Target="../media/image23.emf"/><Relationship Id="rId1" Type="http://schemas.openxmlformats.org/officeDocument/2006/relationships/image" Target="../media/image22.emf"/><Relationship Id="rId4" Type="http://schemas.openxmlformats.org/officeDocument/2006/relationships/image" Target="../media/image25.w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33.emf"/><Relationship Id="rId3" Type="http://schemas.openxmlformats.org/officeDocument/2006/relationships/image" Target="../media/image28.emf"/><Relationship Id="rId7" Type="http://schemas.openxmlformats.org/officeDocument/2006/relationships/image" Target="../media/image32.emf"/><Relationship Id="rId2" Type="http://schemas.openxmlformats.org/officeDocument/2006/relationships/image" Target="../media/image27.emf"/><Relationship Id="rId1" Type="http://schemas.openxmlformats.org/officeDocument/2006/relationships/image" Target="../media/image26.emf"/><Relationship Id="rId6" Type="http://schemas.openxmlformats.org/officeDocument/2006/relationships/image" Target="../media/image31.emf"/><Relationship Id="rId5" Type="http://schemas.openxmlformats.org/officeDocument/2006/relationships/image" Target="../media/image30.emf"/><Relationship Id="rId4" Type="http://schemas.openxmlformats.org/officeDocument/2006/relationships/image" Target="../media/image29.emf"/><Relationship Id="rId9" Type="http://schemas.openxmlformats.org/officeDocument/2006/relationships/image" Target="../media/image34.e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2" Type="http://schemas.openxmlformats.org/officeDocument/2006/relationships/image" Target="../media/image36.emf"/><Relationship Id="rId1" Type="http://schemas.openxmlformats.org/officeDocument/2006/relationships/image" Target="../media/image35.e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2" Type="http://schemas.openxmlformats.org/officeDocument/2006/relationships/image" Target="../media/image39.emf"/><Relationship Id="rId1" Type="http://schemas.openxmlformats.org/officeDocument/2006/relationships/image" Target="../media/image38.emf"/><Relationship Id="rId4" Type="http://schemas.openxmlformats.org/officeDocument/2006/relationships/image" Target="../media/image41.e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44.wmf"/><Relationship Id="rId2" Type="http://schemas.openxmlformats.org/officeDocument/2006/relationships/image" Target="../media/image43.wmf"/><Relationship Id="rId1" Type="http://schemas.openxmlformats.org/officeDocument/2006/relationships/image" Target="../media/image42.wmf"/><Relationship Id="rId4" Type="http://schemas.openxmlformats.org/officeDocument/2006/relationships/image" Target="../media/image45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46.e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49.emf"/><Relationship Id="rId2" Type="http://schemas.openxmlformats.org/officeDocument/2006/relationships/image" Target="../media/image48.emf"/><Relationship Id="rId1" Type="http://schemas.openxmlformats.org/officeDocument/2006/relationships/image" Target="../media/image47.emf"/><Relationship Id="rId4" Type="http://schemas.openxmlformats.org/officeDocument/2006/relationships/image" Target="../media/image50.e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59.emf"/><Relationship Id="rId3" Type="http://schemas.openxmlformats.org/officeDocument/2006/relationships/image" Target="../media/image54.emf"/><Relationship Id="rId7" Type="http://schemas.openxmlformats.org/officeDocument/2006/relationships/image" Target="../media/image58.emf"/><Relationship Id="rId2" Type="http://schemas.openxmlformats.org/officeDocument/2006/relationships/image" Target="../media/image53.emf"/><Relationship Id="rId1" Type="http://schemas.openxmlformats.org/officeDocument/2006/relationships/image" Target="../media/image52.emf"/><Relationship Id="rId6" Type="http://schemas.openxmlformats.org/officeDocument/2006/relationships/image" Target="../media/image57.emf"/><Relationship Id="rId11" Type="http://schemas.openxmlformats.org/officeDocument/2006/relationships/image" Target="../media/image50.emf"/><Relationship Id="rId5" Type="http://schemas.openxmlformats.org/officeDocument/2006/relationships/image" Target="../media/image56.emf"/><Relationship Id="rId10" Type="http://schemas.openxmlformats.org/officeDocument/2006/relationships/image" Target="../media/image61.emf"/><Relationship Id="rId4" Type="http://schemas.openxmlformats.org/officeDocument/2006/relationships/image" Target="../media/image55.emf"/><Relationship Id="rId9" Type="http://schemas.openxmlformats.org/officeDocument/2006/relationships/image" Target="../media/image60.emf"/></Relationships>
</file>

<file path=ppt/drawings/_rels/vmlDrawing12.vml.rels><?xml version="1.0" encoding="UTF-8" standalone="yes"?>
<Relationships xmlns="http://schemas.openxmlformats.org/package/2006/relationships"><Relationship Id="rId8" Type="http://schemas.openxmlformats.org/officeDocument/2006/relationships/image" Target="../media/image69.emf"/><Relationship Id="rId13" Type="http://schemas.openxmlformats.org/officeDocument/2006/relationships/image" Target="../media/image74.emf"/><Relationship Id="rId3" Type="http://schemas.openxmlformats.org/officeDocument/2006/relationships/image" Target="../media/image64.emf"/><Relationship Id="rId7" Type="http://schemas.openxmlformats.org/officeDocument/2006/relationships/image" Target="../media/image68.emf"/><Relationship Id="rId12" Type="http://schemas.openxmlformats.org/officeDocument/2006/relationships/image" Target="../media/image73.emf"/><Relationship Id="rId2" Type="http://schemas.openxmlformats.org/officeDocument/2006/relationships/image" Target="../media/image63.emf"/><Relationship Id="rId16" Type="http://schemas.openxmlformats.org/officeDocument/2006/relationships/image" Target="../media/image77.wmf"/><Relationship Id="rId1" Type="http://schemas.openxmlformats.org/officeDocument/2006/relationships/image" Target="../media/image62.emf"/><Relationship Id="rId6" Type="http://schemas.openxmlformats.org/officeDocument/2006/relationships/image" Target="../media/image67.emf"/><Relationship Id="rId11" Type="http://schemas.openxmlformats.org/officeDocument/2006/relationships/image" Target="../media/image72.emf"/><Relationship Id="rId5" Type="http://schemas.openxmlformats.org/officeDocument/2006/relationships/image" Target="../media/image66.emf"/><Relationship Id="rId15" Type="http://schemas.openxmlformats.org/officeDocument/2006/relationships/image" Target="../media/image76.wmf"/><Relationship Id="rId10" Type="http://schemas.openxmlformats.org/officeDocument/2006/relationships/image" Target="../media/image71.emf"/><Relationship Id="rId4" Type="http://schemas.openxmlformats.org/officeDocument/2006/relationships/image" Target="../media/image65.emf"/><Relationship Id="rId9" Type="http://schemas.openxmlformats.org/officeDocument/2006/relationships/image" Target="../media/image70.emf"/><Relationship Id="rId14" Type="http://schemas.openxmlformats.org/officeDocument/2006/relationships/image" Target="../media/image75.e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83.wmf"/><Relationship Id="rId2" Type="http://schemas.openxmlformats.org/officeDocument/2006/relationships/image" Target="../media/image82.emf"/><Relationship Id="rId1" Type="http://schemas.openxmlformats.org/officeDocument/2006/relationships/image" Target="../media/image81.wmf"/><Relationship Id="rId4" Type="http://schemas.openxmlformats.org/officeDocument/2006/relationships/image" Target="../media/image84.png"/></Relationships>
</file>

<file path=ppt/drawings/_rels/vmlDrawing14.vml.rels><?xml version="1.0" encoding="UTF-8" standalone="yes"?>
<Relationships xmlns="http://schemas.openxmlformats.org/package/2006/relationships"><Relationship Id="rId8" Type="http://schemas.openxmlformats.org/officeDocument/2006/relationships/image" Target="../media/image92.wmf"/><Relationship Id="rId3" Type="http://schemas.openxmlformats.org/officeDocument/2006/relationships/image" Target="../media/image87.wmf"/><Relationship Id="rId7" Type="http://schemas.openxmlformats.org/officeDocument/2006/relationships/image" Target="../media/image91.wmf"/><Relationship Id="rId2" Type="http://schemas.openxmlformats.org/officeDocument/2006/relationships/image" Target="../media/image86.emf"/><Relationship Id="rId1" Type="http://schemas.openxmlformats.org/officeDocument/2006/relationships/image" Target="../media/image85.emf"/><Relationship Id="rId6" Type="http://schemas.openxmlformats.org/officeDocument/2006/relationships/image" Target="../media/image90.wmf"/><Relationship Id="rId5" Type="http://schemas.openxmlformats.org/officeDocument/2006/relationships/image" Target="../media/image89.wmf"/><Relationship Id="rId4" Type="http://schemas.openxmlformats.org/officeDocument/2006/relationships/image" Target="../media/image88.wmf"/></Relationships>
</file>

<file path=ppt/drawings/_rels/vmlDrawing15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emf"/><Relationship Id="rId3" Type="http://schemas.openxmlformats.org/officeDocument/2006/relationships/image" Target="../media/image99.emf"/><Relationship Id="rId7" Type="http://schemas.openxmlformats.org/officeDocument/2006/relationships/image" Target="../media/image103.emf"/><Relationship Id="rId2" Type="http://schemas.openxmlformats.org/officeDocument/2006/relationships/image" Target="../media/image98.emf"/><Relationship Id="rId1" Type="http://schemas.openxmlformats.org/officeDocument/2006/relationships/image" Target="../media/image97.emf"/><Relationship Id="rId6" Type="http://schemas.openxmlformats.org/officeDocument/2006/relationships/image" Target="../media/image102.emf"/><Relationship Id="rId5" Type="http://schemas.openxmlformats.org/officeDocument/2006/relationships/image" Target="../media/image101.emf"/><Relationship Id="rId4" Type="http://schemas.openxmlformats.org/officeDocument/2006/relationships/image" Target="../media/image100.e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image" Target="../media/image108.emf"/><Relationship Id="rId1" Type="http://schemas.openxmlformats.org/officeDocument/2006/relationships/image" Target="../media/image107.w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0.png"/></Relationships>
</file>

<file path=ppt/drawings/_rels/vmlDrawing18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8.emf"/><Relationship Id="rId13" Type="http://schemas.openxmlformats.org/officeDocument/2006/relationships/image" Target="../media/image123.emf"/><Relationship Id="rId3" Type="http://schemas.openxmlformats.org/officeDocument/2006/relationships/image" Target="../media/image113.emf"/><Relationship Id="rId7" Type="http://schemas.openxmlformats.org/officeDocument/2006/relationships/image" Target="../media/image117.emf"/><Relationship Id="rId12" Type="http://schemas.openxmlformats.org/officeDocument/2006/relationships/image" Target="../media/image122.emf"/><Relationship Id="rId2" Type="http://schemas.openxmlformats.org/officeDocument/2006/relationships/image" Target="../media/image112.emf"/><Relationship Id="rId16" Type="http://schemas.openxmlformats.org/officeDocument/2006/relationships/image" Target="../media/image126.emf"/><Relationship Id="rId1" Type="http://schemas.openxmlformats.org/officeDocument/2006/relationships/image" Target="../media/image111.emf"/><Relationship Id="rId6" Type="http://schemas.openxmlformats.org/officeDocument/2006/relationships/image" Target="../media/image116.emf"/><Relationship Id="rId11" Type="http://schemas.openxmlformats.org/officeDocument/2006/relationships/image" Target="../media/image121.emf"/><Relationship Id="rId5" Type="http://schemas.openxmlformats.org/officeDocument/2006/relationships/image" Target="../media/image115.emf"/><Relationship Id="rId15" Type="http://schemas.openxmlformats.org/officeDocument/2006/relationships/image" Target="../media/image125.emf"/><Relationship Id="rId10" Type="http://schemas.openxmlformats.org/officeDocument/2006/relationships/image" Target="../media/image120.emf"/><Relationship Id="rId4" Type="http://schemas.openxmlformats.org/officeDocument/2006/relationships/image" Target="../media/image114.emf"/><Relationship Id="rId9" Type="http://schemas.openxmlformats.org/officeDocument/2006/relationships/image" Target="../media/image119.emf"/><Relationship Id="rId14" Type="http://schemas.openxmlformats.org/officeDocument/2006/relationships/image" Target="../media/image124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20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1275" y="0"/>
            <a:ext cx="294640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21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31338"/>
            <a:ext cx="2946400" cy="4968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21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1275" y="9431338"/>
            <a:ext cx="2946400" cy="4968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37FF4DE6-1985-490C-B7E0-EDBA30F6E0FB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84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275" y="0"/>
            <a:ext cx="294640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7575" y="744538"/>
            <a:ext cx="4962525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84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6463" y="4716463"/>
            <a:ext cx="4984750" cy="44672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1484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1338"/>
            <a:ext cx="2946400" cy="4968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84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275" y="9431338"/>
            <a:ext cx="2946400" cy="4968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16216DFA-5E0B-4E3C-A3A7-5CFDC691FED5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fourObj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182F"/>
            </a:gs>
            <a:gs pos="100000">
              <a:srgbClr val="003366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AutoShape 7"/>
          <p:cNvSpPr>
            <a:spLocks noChangeArrowheads="1"/>
          </p:cNvSpPr>
          <p:nvPr/>
        </p:nvSpPr>
        <p:spPr bwMode="auto">
          <a:xfrm>
            <a:off x="-25400" y="0"/>
            <a:ext cx="9204325" cy="6858000"/>
          </a:xfrm>
          <a:prstGeom prst="bevel">
            <a:avLst>
              <a:gd name="adj" fmla="val 1273"/>
            </a:avLst>
          </a:prstGeom>
          <a:solidFill>
            <a:srgbClr val="006699"/>
          </a:solidFill>
          <a:ln w="9525">
            <a:solidFill>
              <a:srgbClr val="006699"/>
            </a:solidFill>
            <a:miter lim="800000"/>
          </a:ln>
        </p:spPr>
        <p:txBody>
          <a:bodyPr wrap="none" anchor="ctr"/>
          <a:lstStyle>
            <a:lvl1pPr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027" name="Rectangle 8"/>
          <p:cNvSpPr>
            <a:spLocks noChangeArrowheads="1"/>
          </p:cNvSpPr>
          <p:nvPr/>
        </p:nvSpPr>
        <p:spPr bwMode="auto">
          <a:xfrm>
            <a:off x="250825" y="265113"/>
            <a:ext cx="8626475" cy="6330950"/>
          </a:xfrm>
          <a:prstGeom prst="rect">
            <a:avLst/>
          </a:prstGeom>
          <a:noFill/>
          <a:ln w="12700">
            <a:solidFill>
              <a:srgbClr val="FF0000"/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13" Type="http://schemas.openxmlformats.org/officeDocument/2006/relationships/image" Target="../media/image6.emf"/><Relationship Id="rId3" Type="http://schemas.openxmlformats.org/officeDocument/2006/relationships/image" Target="../media/image7.png"/><Relationship Id="rId7" Type="http://schemas.openxmlformats.org/officeDocument/2006/relationships/image" Target="../media/image3.emf"/><Relationship Id="rId12" Type="http://schemas.openxmlformats.org/officeDocument/2006/relationships/oleObject" Target="../embeddings/oleObject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5.emf"/><Relationship Id="rId5" Type="http://schemas.openxmlformats.org/officeDocument/2006/relationships/image" Target="../media/image2.emf"/><Relationship Id="rId10" Type="http://schemas.openxmlformats.org/officeDocument/2006/relationships/oleObject" Target="../embeddings/oleObject4.bin"/><Relationship Id="rId4" Type="http://schemas.openxmlformats.org/officeDocument/2006/relationships/oleObject" Target="../embeddings/oleObject1.bin"/><Relationship Id="rId9" Type="http://schemas.openxmlformats.org/officeDocument/2006/relationships/image" Target="../media/image4.e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emf"/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oleObject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9.e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8.e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emf"/><Relationship Id="rId13" Type="http://schemas.openxmlformats.org/officeDocument/2006/relationships/oleObject" Target="../embeddings/oleObject14.bin"/><Relationship Id="rId18" Type="http://schemas.openxmlformats.org/officeDocument/2006/relationships/image" Target="../media/image18.emf"/><Relationship Id="rId3" Type="http://schemas.openxmlformats.org/officeDocument/2006/relationships/oleObject" Target="../embeddings/oleObject9.bin"/><Relationship Id="rId21" Type="http://schemas.openxmlformats.org/officeDocument/2006/relationships/oleObject" Target="../embeddings/oleObject18.bin"/><Relationship Id="rId7" Type="http://schemas.openxmlformats.org/officeDocument/2006/relationships/oleObject" Target="../embeddings/oleObject11.bin"/><Relationship Id="rId12" Type="http://schemas.openxmlformats.org/officeDocument/2006/relationships/image" Target="../media/image15.emf"/><Relationship Id="rId17" Type="http://schemas.openxmlformats.org/officeDocument/2006/relationships/oleObject" Target="../embeddings/oleObject1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7.emf"/><Relationship Id="rId20" Type="http://schemas.openxmlformats.org/officeDocument/2006/relationships/image" Target="../media/image19.emf"/><Relationship Id="rId1" Type="http://schemas.openxmlformats.org/officeDocument/2006/relationships/vmlDrawing" Target="../drawings/vmlDrawing3.vml"/><Relationship Id="rId6" Type="http://schemas.openxmlformats.org/officeDocument/2006/relationships/image" Target="../media/image12.emf"/><Relationship Id="rId11" Type="http://schemas.openxmlformats.org/officeDocument/2006/relationships/oleObject" Target="../embeddings/oleObject13.bin"/><Relationship Id="rId24" Type="http://schemas.openxmlformats.org/officeDocument/2006/relationships/image" Target="../media/image21.emf"/><Relationship Id="rId5" Type="http://schemas.openxmlformats.org/officeDocument/2006/relationships/oleObject" Target="../embeddings/oleObject10.bin"/><Relationship Id="rId15" Type="http://schemas.openxmlformats.org/officeDocument/2006/relationships/oleObject" Target="../embeddings/oleObject15.bin"/><Relationship Id="rId23" Type="http://schemas.openxmlformats.org/officeDocument/2006/relationships/oleObject" Target="../embeddings/oleObject19.bin"/><Relationship Id="rId10" Type="http://schemas.openxmlformats.org/officeDocument/2006/relationships/image" Target="../media/image14.emf"/><Relationship Id="rId19" Type="http://schemas.openxmlformats.org/officeDocument/2006/relationships/oleObject" Target="../embeddings/oleObject17.bin"/><Relationship Id="rId4" Type="http://schemas.openxmlformats.org/officeDocument/2006/relationships/image" Target="../media/image11.emf"/><Relationship Id="rId9" Type="http://schemas.openxmlformats.org/officeDocument/2006/relationships/oleObject" Target="../embeddings/oleObject12.bin"/><Relationship Id="rId14" Type="http://schemas.openxmlformats.org/officeDocument/2006/relationships/image" Target="../media/image16.emf"/><Relationship Id="rId22" Type="http://schemas.openxmlformats.org/officeDocument/2006/relationships/image" Target="../media/image20.e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.bin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23.emf"/><Relationship Id="rId2" Type="http://schemas.openxmlformats.org/officeDocument/2006/relationships/control" Target="../activeX/activeX1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21.bin"/><Relationship Id="rId5" Type="http://schemas.openxmlformats.org/officeDocument/2006/relationships/image" Target="../media/image22.emf"/><Relationship Id="rId10" Type="http://schemas.openxmlformats.org/officeDocument/2006/relationships/image" Target="../media/image25.wmf"/><Relationship Id="rId4" Type="http://schemas.openxmlformats.org/officeDocument/2006/relationships/oleObject" Target="../embeddings/oleObject20.bin"/><Relationship Id="rId9" Type="http://schemas.openxmlformats.org/officeDocument/2006/relationships/image" Target="../media/image24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emf"/><Relationship Id="rId13" Type="http://schemas.openxmlformats.org/officeDocument/2006/relationships/oleObject" Target="../embeddings/oleObject28.bin"/><Relationship Id="rId18" Type="http://schemas.openxmlformats.org/officeDocument/2006/relationships/image" Target="../media/image33.emf"/><Relationship Id="rId3" Type="http://schemas.openxmlformats.org/officeDocument/2006/relationships/oleObject" Target="../embeddings/oleObject23.bin"/><Relationship Id="rId7" Type="http://schemas.openxmlformats.org/officeDocument/2006/relationships/oleObject" Target="../embeddings/oleObject25.bin"/><Relationship Id="rId12" Type="http://schemas.openxmlformats.org/officeDocument/2006/relationships/image" Target="../media/image30.emf"/><Relationship Id="rId17" Type="http://schemas.openxmlformats.org/officeDocument/2006/relationships/oleObject" Target="../embeddings/oleObject3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2.emf"/><Relationship Id="rId20" Type="http://schemas.openxmlformats.org/officeDocument/2006/relationships/image" Target="../media/image34.emf"/><Relationship Id="rId1" Type="http://schemas.openxmlformats.org/officeDocument/2006/relationships/vmlDrawing" Target="../drawings/vmlDrawing5.vml"/><Relationship Id="rId6" Type="http://schemas.openxmlformats.org/officeDocument/2006/relationships/image" Target="../media/image27.emf"/><Relationship Id="rId11" Type="http://schemas.openxmlformats.org/officeDocument/2006/relationships/oleObject" Target="../embeddings/oleObject27.bin"/><Relationship Id="rId5" Type="http://schemas.openxmlformats.org/officeDocument/2006/relationships/oleObject" Target="../embeddings/oleObject24.bin"/><Relationship Id="rId15" Type="http://schemas.openxmlformats.org/officeDocument/2006/relationships/oleObject" Target="../embeddings/oleObject29.bin"/><Relationship Id="rId10" Type="http://schemas.openxmlformats.org/officeDocument/2006/relationships/image" Target="../media/image29.emf"/><Relationship Id="rId19" Type="http://schemas.openxmlformats.org/officeDocument/2006/relationships/oleObject" Target="../embeddings/oleObject31.bin"/><Relationship Id="rId4" Type="http://schemas.openxmlformats.org/officeDocument/2006/relationships/image" Target="../media/image26.emf"/><Relationship Id="rId9" Type="http://schemas.openxmlformats.org/officeDocument/2006/relationships/oleObject" Target="../embeddings/oleObject26.bin"/><Relationship Id="rId14" Type="http://schemas.openxmlformats.org/officeDocument/2006/relationships/image" Target="../media/image31.e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emf"/><Relationship Id="rId3" Type="http://schemas.openxmlformats.org/officeDocument/2006/relationships/oleObject" Target="../embeddings/oleObject32.bin"/><Relationship Id="rId7" Type="http://schemas.openxmlformats.org/officeDocument/2006/relationships/oleObject" Target="../embeddings/oleObject3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36.emf"/><Relationship Id="rId5" Type="http://schemas.openxmlformats.org/officeDocument/2006/relationships/oleObject" Target="../embeddings/oleObject33.bin"/><Relationship Id="rId4" Type="http://schemas.openxmlformats.org/officeDocument/2006/relationships/image" Target="../media/image35.e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emf"/><Relationship Id="rId3" Type="http://schemas.openxmlformats.org/officeDocument/2006/relationships/oleObject" Target="../embeddings/oleObject35.bin"/><Relationship Id="rId7" Type="http://schemas.openxmlformats.org/officeDocument/2006/relationships/oleObject" Target="../embeddings/oleObject3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39.emf"/><Relationship Id="rId5" Type="http://schemas.openxmlformats.org/officeDocument/2006/relationships/oleObject" Target="../embeddings/oleObject36.bin"/><Relationship Id="rId10" Type="http://schemas.openxmlformats.org/officeDocument/2006/relationships/image" Target="../media/image41.emf"/><Relationship Id="rId4" Type="http://schemas.openxmlformats.org/officeDocument/2006/relationships/image" Target="../media/image38.emf"/><Relationship Id="rId9" Type="http://schemas.openxmlformats.org/officeDocument/2006/relationships/oleObject" Target="../embeddings/oleObject38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2.bin"/><Relationship Id="rId3" Type="http://schemas.openxmlformats.org/officeDocument/2006/relationships/oleObject" Target="../embeddings/oleObject39.bin"/><Relationship Id="rId7" Type="http://schemas.openxmlformats.org/officeDocument/2006/relationships/image" Target="../media/image43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41.bin"/><Relationship Id="rId11" Type="http://schemas.openxmlformats.org/officeDocument/2006/relationships/image" Target="../media/image45.emf"/><Relationship Id="rId5" Type="http://schemas.openxmlformats.org/officeDocument/2006/relationships/oleObject" Target="../embeddings/oleObject40.bin"/><Relationship Id="rId10" Type="http://schemas.openxmlformats.org/officeDocument/2006/relationships/oleObject" Target="../embeddings/oleObject43.bin"/><Relationship Id="rId4" Type="http://schemas.openxmlformats.org/officeDocument/2006/relationships/image" Target="../media/image42.wmf"/><Relationship Id="rId9" Type="http://schemas.openxmlformats.org/officeDocument/2006/relationships/image" Target="../media/image44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46.e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emf"/><Relationship Id="rId3" Type="http://schemas.openxmlformats.org/officeDocument/2006/relationships/oleObject" Target="../embeddings/oleObject45.bin"/><Relationship Id="rId7" Type="http://schemas.openxmlformats.org/officeDocument/2006/relationships/oleObject" Target="../embeddings/oleObject4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48.emf"/><Relationship Id="rId11" Type="http://schemas.openxmlformats.org/officeDocument/2006/relationships/image" Target="../media/image51.png"/><Relationship Id="rId5" Type="http://schemas.openxmlformats.org/officeDocument/2006/relationships/oleObject" Target="../embeddings/oleObject46.bin"/><Relationship Id="rId10" Type="http://schemas.openxmlformats.org/officeDocument/2006/relationships/image" Target="../media/image50.emf"/><Relationship Id="rId4" Type="http://schemas.openxmlformats.org/officeDocument/2006/relationships/image" Target="../media/image47.emf"/><Relationship Id="rId9" Type="http://schemas.openxmlformats.org/officeDocument/2006/relationships/oleObject" Target="../embeddings/oleObject48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emf"/><Relationship Id="rId13" Type="http://schemas.openxmlformats.org/officeDocument/2006/relationships/oleObject" Target="../embeddings/oleObject54.bin"/><Relationship Id="rId18" Type="http://schemas.openxmlformats.org/officeDocument/2006/relationships/image" Target="../media/image59.emf"/><Relationship Id="rId3" Type="http://schemas.openxmlformats.org/officeDocument/2006/relationships/oleObject" Target="../embeddings/oleObject49.bin"/><Relationship Id="rId21" Type="http://schemas.openxmlformats.org/officeDocument/2006/relationships/oleObject" Target="../embeddings/oleObject58.bin"/><Relationship Id="rId7" Type="http://schemas.openxmlformats.org/officeDocument/2006/relationships/oleObject" Target="../embeddings/oleObject51.bin"/><Relationship Id="rId12" Type="http://schemas.openxmlformats.org/officeDocument/2006/relationships/image" Target="../media/image56.emf"/><Relationship Id="rId17" Type="http://schemas.openxmlformats.org/officeDocument/2006/relationships/oleObject" Target="../embeddings/oleObject56.bin"/><Relationship Id="rId25" Type="http://schemas.openxmlformats.org/officeDocument/2006/relationships/image" Target="../media/image51.png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58.emf"/><Relationship Id="rId20" Type="http://schemas.openxmlformats.org/officeDocument/2006/relationships/image" Target="../media/image60.emf"/><Relationship Id="rId1" Type="http://schemas.openxmlformats.org/officeDocument/2006/relationships/vmlDrawing" Target="../drawings/vmlDrawing11.vml"/><Relationship Id="rId6" Type="http://schemas.openxmlformats.org/officeDocument/2006/relationships/image" Target="../media/image53.emf"/><Relationship Id="rId11" Type="http://schemas.openxmlformats.org/officeDocument/2006/relationships/oleObject" Target="../embeddings/oleObject53.bin"/><Relationship Id="rId24" Type="http://schemas.openxmlformats.org/officeDocument/2006/relationships/image" Target="../media/image50.emf"/><Relationship Id="rId5" Type="http://schemas.openxmlformats.org/officeDocument/2006/relationships/oleObject" Target="../embeddings/oleObject50.bin"/><Relationship Id="rId15" Type="http://schemas.openxmlformats.org/officeDocument/2006/relationships/oleObject" Target="../embeddings/oleObject55.bin"/><Relationship Id="rId23" Type="http://schemas.openxmlformats.org/officeDocument/2006/relationships/oleObject" Target="../embeddings/oleObject48.bin"/><Relationship Id="rId10" Type="http://schemas.openxmlformats.org/officeDocument/2006/relationships/image" Target="../media/image55.emf"/><Relationship Id="rId19" Type="http://schemas.openxmlformats.org/officeDocument/2006/relationships/oleObject" Target="../embeddings/oleObject57.bin"/><Relationship Id="rId4" Type="http://schemas.openxmlformats.org/officeDocument/2006/relationships/image" Target="../media/image52.emf"/><Relationship Id="rId9" Type="http://schemas.openxmlformats.org/officeDocument/2006/relationships/oleObject" Target="../embeddings/oleObject52.bin"/><Relationship Id="rId14" Type="http://schemas.openxmlformats.org/officeDocument/2006/relationships/image" Target="../media/image57.emf"/><Relationship Id="rId22" Type="http://schemas.openxmlformats.org/officeDocument/2006/relationships/image" Target="../media/image61.emf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6.emf"/><Relationship Id="rId18" Type="http://schemas.openxmlformats.org/officeDocument/2006/relationships/oleObject" Target="../embeddings/oleObject66.bin"/><Relationship Id="rId26" Type="http://schemas.openxmlformats.org/officeDocument/2006/relationships/oleObject" Target="../embeddings/oleObject69.bin"/><Relationship Id="rId39" Type="http://schemas.openxmlformats.org/officeDocument/2006/relationships/image" Target="../media/image77.wmf"/><Relationship Id="rId21" Type="http://schemas.openxmlformats.org/officeDocument/2006/relationships/image" Target="../media/image70.emf"/><Relationship Id="rId34" Type="http://schemas.openxmlformats.org/officeDocument/2006/relationships/image" Target="../media/image75.emf"/><Relationship Id="rId7" Type="http://schemas.openxmlformats.org/officeDocument/2006/relationships/image" Target="../media/image63.emf"/><Relationship Id="rId12" Type="http://schemas.openxmlformats.org/officeDocument/2006/relationships/oleObject" Target="../embeddings/oleObject63.bin"/><Relationship Id="rId17" Type="http://schemas.openxmlformats.org/officeDocument/2006/relationships/image" Target="../media/image68.emf"/><Relationship Id="rId25" Type="http://schemas.openxmlformats.org/officeDocument/2006/relationships/image" Target="../media/image71.emf"/><Relationship Id="rId33" Type="http://schemas.openxmlformats.org/officeDocument/2006/relationships/oleObject" Target="../embeddings/oleObject72.bin"/><Relationship Id="rId38" Type="http://schemas.openxmlformats.org/officeDocument/2006/relationships/oleObject" Target="../embeddings/oleObject74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65.bin"/><Relationship Id="rId20" Type="http://schemas.openxmlformats.org/officeDocument/2006/relationships/oleObject" Target="../embeddings/oleObject67.bin"/><Relationship Id="rId29" Type="http://schemas.openxmlformats.org/officeDocument/2006/relationships/image" Target="../media/image73.emf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60.bin"/><Relationship Id="rId11" Type="http://schemas.openxmlformats.org/officeDocument/2006/relationships/image" Target="../media/image65.emf"/><Relationship Id="rId24" Type="http://schemas.openxmlformats.org/officeDocument/2006/relationships/oleObject" Target="../embeddings/oleObject68.bin"/><Relationship Id="rId32" Type="http://schemas.openxmlformats.org/officeDocument/2006/relationships/image" Target="../media/image72.png"/><Relationship Id="rId37" Type="http://schemas.openxmlformats.org/officeDocument/2006/relationships/image" Target="../media/image76.wmf"/><Relationship Id="rId5" Type="http://schemas.openxmlformats.org/officeDocument/2006/relationships/image" Target="../media/image62.emf"/><Relationship Id="rId15" Type="http://schemas.openxmlformats.org/officeDocument/2006/relationships/image" Target="../media/image67.emf"/><Relationship Id="rId23" Type="http://schemas.openxmlformats.org/officeDocument/2006/relationships/image" Target="../media/image80.jpeg"/><Relationship Id="rId28" Type="http://schemas.openxmlformats.org/officeDocument/2006/relationships/oleObject" Target="../embeddings/oleObject70.bin"/><Relationship Id="rId36" Type="http://schemas.openxmlformats.org/officeDocument/2006/relationships/oleObject" Target="../embeddings/oleObject73.bin"/><Relationship Id="rId10" Type="http://schemas.openxmlformats.org/officeDocument/2006/relationships/oleObject" Target="../embeddings/oleObject62.bin"/><Relationship Id="rId19" Type="http://schemas.openxmlformats.org/officeDocument/2006/relationships/image" Target="../media/image69.emf"/><Relationship Id="rId31" Type="http://schemas.openxmlformats.org/officeDocument/2006/relationships/image" Target="../media/image74.emf"/><Relationship Id="rId4" Type="http://schemas.openxmlformats.org/officeDocument/2006/relationships/oleObject" Target="../embeddings/oleObject59.bin"/><Relationship Id="rId9" Type="http://schemas.openxmlformats.org/officeDocument/2006/relationships/image" Target="../media/image64.emf"/><Relationship Id="rId14" Type="http://schemas.openxmlformats.org/officeDocument/2006/relationships/oleObject" Target="../embeddings/oleObject64.bin"/><Relationship Id="rId22" Type="http://schemas.openxmlformats.org/officeDocument/2006/relationships/image" Target="../media/image79.jpeg"/><Relationship Id="rId27" Type="http://schemas.openxmlformats.org/officeDocument/2006/relationships/image" Target="../media/image72.emf"/><Relationship Id="rId30" Type="http://schemas.openxmlformats.org/officeDocument/2006/relationships/oleObject" Target="../embeddings/oleObject71.bin"/><Relationship Id="rId35" Type="http://schemas.openxmlformats.org/officeDocument/2006/relationships/image" Target="../media/image73.png"/><Relationship Id="rId8" Type="http://schemas.openxmlformats.org/officeDocument/2006/relationships/oleObject" Target="../embeddings/oleObject61.bin"/><Relationship Id="rId3" Type="http://schemas.openxmlformats.org/officeDocument/2006/relationships/image" Target="../media/image78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7.bin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82.emf"/><Relationship Id="rId2" Type="http://schemas.openxmlformats.org/officeDocument/2006/relationships/control" Target="../activeX/activeX2.xml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76.bin"/><Relationship Id="rId11" Type="http://schemas.openxmlformats.org/officeDocument/2006/relationships/image" Target="../media/image84.png"/><Relationship Id="rId5" Type="http://schemas.openxmlformats.org/officeDocument/2006/relationships/image" Target="../media/image81.wmf"/><Relationship Id="rId10" Type="http://schemas.openxmlformats.org/officeDocument/2006/relationships/hyperlink" Target="file:///H:\2017&#22823;&#23398;&#29289;&#29702;\&#19979;&#20876;\ZHUBO-&#22522;&#39057;.SWF" TargetMode="External"/><Relationship Id="rId4" Type="http://schemas.openxmlformats.org/officeDocument/2006/relationships/oleObject" Target="../embeddings/oleObject75.bin"/><Relationship Id="rId9" Type="http://schemas.openxmlformats.org/officeDocument/2006/relationships/image" Target="../media/image83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0.bin"/><Relationship Id="rId13" Type="http://schemas.openxmlformats.org/officeDocument/2006/relationships/image" Target="../media/image89.wmf"/><Relationship Id="rId18" Type="http://schemas.openxmlformats.org/officeDocument/2006/relationships/image" Target="../media/image91.wmf"/><Relationship Id="rId3" Type="http://schemas.openxmlformats.org/officeDocument/2006/relationships/oleObject" Target="../embeddings/oleObject78.bin"/><Relationship Id="rId7" Type="http://schemas.openxmlformats.org/officeDocument/2006/relationships/image" Target="../media/image93.png"/><Relationship Id="rId12" Type="http://schemas.openxmlformats.org/officeDocument/2006/relationships/oleObject" Target="../embeddings/oleObject82.bin"/><Relationship Id="rId17" Type="http://schemas.openxmlformats.org/officeDocument/2006/relationships/oleObject" Target="../embeddings/oleObject8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90.wmf"/><Relationship Id="rId20" Type="http://schemas.openxmlformats.org/officeDocument/2006/relationships/image" Target="../media/image92.wmf"/><Relationship Id="rId1" Type="http://schemas.openxmlformats.org/officeDocument/2006/relationships/vmlDrawing" Target="../drawings/vmlDrawing14.vml"/><Relationship Id="rId6" Type="http://schemas.openxmlformats.org/officeDocument/2006/relationships/image" Target="../media/image86.emf"/><Relationship Id="rId11" Type="http://schemas.openxmlformats.org/officeDocument/2006/relationships/image" Target="../media/image88.wmf"/><Relationship Id="rId5" Type="http://schemas.openxmlformats.org/officeDocument/2006/relationships/oleObject" Target="../embeddings/oleObject79.bin"/><Relationship Id="rId15" Type="http://schemas.openxmlformats.org/officeDocument/2006/relationships/oleObject" Target="../embeddings/oleObject83.bin"/><Relationship Id="rId10" Type="http://schemas.openxmlformats.org/officeDocument/2006/relationships/oleObject" Target="../embeddings/oleObject81.bin"/><Relationship Id="rId19" Type="http://schemas.openxmlformats.org/officeDocument/2006/relationships/oleObject" Target="../embeddings/oleObject85.bin"/><Relationship Id="rId4" Type="http://schemas.openxmlformats.org/officeDocument/2006/relationships/image" Target="../media/image85.emf"/><Relationship Id="rId9" Type="http://schemas.openxmlformats.org/officeDocument/2006/relationships/image" Target="../media/image87.wmf"/><Relationship Id="rId14" Type="http://schemas.openxmlformats.org/officeDocument/2006/relationships/image" Target="../media/image9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jpeg"/><Relationship Id="rId2" Type="http://schemas.openxmlformats.org/officeDocument/2006/relationships/image" Target="../media/image95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emf"/><Relationship Id="rId13" Type="http://schemas.openxmlformats.org/officeDocument/2006/relationships/oleObject" Target="../embeddings/oleObject91.bin"/><Relationship Id="rId18" Type="http://schemas.openxmlformats.org/officeDocument/2006/relationships/image" Target="../media/image103.emf"/><Relationship Id="rId3" Type="http://schemas.openxmlformats.org/officeDocument/2006/relationships/oleObject" Target="../embeddings/oleObject86.bin"/><Relationship Id="rId7" Type="http://schemas.openxmlformats.org/officeDocument/2006/relationships/oleObject" Target="../embeddings/oleObject88.bin"/><Relationship Id="rId12" Type="http://schemas.openxmlformats.org/officeDocument/2006/relationships/image" Target="../media/image101.emf"/><Relationship Id="rId17" Type="http://schemas.openxmlformats.org/officeDocument/2006/relationships/oleObject" Target="../embeddings/oleObject9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06.gif"/><Relationship Id="rId20" Type="http://schemas.openxmlformats.org/officeDocument/2006/relationships/image" Target="../media/image104.emf"/><Relationship Id="rId1" Type="http://schemas.openxmlformats.org/officeDocument/2006/relationships/vmlDrawing" Target="../drawings/vmlDrawing15.vml"/><Relationship Id="rId6" Type="http://schemas.openxmlformats.org/officeDocument/2006/relationships/image" Target="../media/image98.emf"/><Relationship Id="rId11" Type="http://schemas.openxmlformats.org/officeDocument/2006/relationships/oleObject" Target="../embeddings/oleObject90.bin"/><Relationship Id="rId5" Type="http://schemas.openxmlformats.org/officeDocument/2006/relationships/oleObject" Target="../embeddings/oleObject87.bin"/><Relationship Id="rId15" Type="http://schemas.openxmlformats.org/officeDocument/2006/relationships/image" Target="../media/image105.gif"/><Relationship Id="rId10" Type="http://schemas.openxmlformats.org/officeDocument/2006/relationships/image" Target="../media/image100.emf"/><Relationship Id="rId19" Type="http://schemas.openxmlformats.org/officeDocument/2006/relationships/oleObject" Target="../embeddings/oleObject93.bin"/><Relationship Id="rId4" Type="http://schemas.openxmlformats.org/officeDocument/2006/relationships/image" Target="../media/image97.emf"/><Relationship Id="rId9" Type="http://schemas.openxmlformats.org/officeDocument/2006/relationships/oleObject" Target="../embeddings/oleObject89.bin"/><Relationship Id="rId14" Type="http://schemas.openxmlformats.org/officeDocument/2006/relationships/image" Target="../media/image102.e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hyperlink" Target="file:///H:\2017&#22823;&#23398;&#29289;&#29702;\&#19979;&#20876;\&#27874;&#30095;-&#27874;&#23494;.SWF" TargetMode="External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08.emf"/><Relationship Id="rId2" Type="http://schemas.openxmlformats.org/officeDocument/2006/relationships/control" Target="../activeX/activeX3.xml"/><Relationship Id="rId1" Type="http://schemas.openxmlformats.org/officeDocument/2006/relationships/vmlDrawing" Target="../drawings/vmlDrawing16.vml"/><Relationship Id="rId6" Type="http://schemas.openxmlformats.org/officeDocument/2006/relationships/oleObject" Target="../embeddings/oleObject95.bin"/><Relationship Id="rId5" Type="http://schemas.openxmlformats.org/officeDocument/2006/relationships/image" Target="../media/image107.wmf"/><Relationship Id="rId4" Type="http://schemas.openxmlformats.org/officeDocument/2006/relationships/oleObject" Target="../embeddings/oleObject94.bin"/><Relationship Id="rId9" Type="http://schemas.openxmlformats.org/officeDocument/2006/relationships/image" Target="../media/image10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control" Target="../activeX/activeX4.xml"/><Relationship Id="rId1" Type="http://schemas.openxmlformats.org/officeDocument/2006/relationships/vmlDrawing" Target="../drawings/vmlDrawing17.vml"/><Relationship Id="rId5" Type="http://schemas.openxmlformats.org/officeDocument/2006/relationships/image" Target="../media/image110.png"/><Relationship Id="rId4" Type="http://schemas.openxmlformats.org/officeDocument/2006/relationships/hyperlink" Target="file:///H:\2017&#22823;&#23398;&#29289;&#29702;\&#19979;&#20876;\&#27874;&#23494;-&#27874;&#30095;.SWF" TargetMode="External"/></Relationships>
</file>

<file path=ppt/slides/_rels/slide20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01.bin"/><Relationship Id="rId18" Type="http://schemas.openxmlformats.org/officeDocument/2006/relationships/image" Target="../media/image118.emf"/><Relationship Id="rId26" Type="http://schemas.openxmlformats.org/officeDocument/2006/relationships/image" Target="../media/image122.emf"/><Relationship Id="rId3" Type="http://schemas.openxmlformats.org/officeDocument/2006/relationships/oleObject" Target="../embeddings/oleObject96.bin"/><Relationship Id="rId21" Type="http://schemas.openxmlformats.org/officeDocument/2006/relationships/oleObject" Target="../embeddings/oleObject105.bin"/><Relationship Id="rId34" Type="http://schemas.openxmlformats.org/officeDocument/2006/relationships/image" Target="../media/image126.emf"/><Relationship Id="rId7" Type="http://schemas.openxmlformats.org/officeDocument/2006/relationships/oleObject" Target="../embeddings/oleObject98.bin"/><Relationship Id="rId12" Type="http://schemas.openxmlformats.org/officeDocument/2006/relationships/image" Target="../media/image115.emf"/><Relationship Id="rId17" Type="http://schemas.openxmlformats.org/officeDocument/2006/relationships/oleObject" Target="../embeddings/oleObject103.bin"/><Relationship Id="rId25" Type="http://schemas.openxmlformats.org/officeDocument/2006/relationships/oleObject" Target="../embeddings/oleObject107.bin"/><Relationship Id="rId33" Type="http://schemas.openxmlformats.org/officeDocument/2006/relationships/oleObject" Target="../embeddings/oleObject111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17.emf"/><Relationship Id="rId20" Type="http://schemas.openxmlformats.org/officeDocument/2006/relationships/image" Target="../media/image119.emf"/><Relationship Id="rId29" Type="http://schemas.openxmlformats.org/officeDocument/2006/relationships/oleObject" Target="../embeddings/oleObject109.bin"/><Relationship Id="rId1" Type="http://schemas.openxmlformats.org/officeDocument/2006/relationships/vmlDrawing" Target="../drawings/vmlDrawing18.vml"/><Relationship Id="rId6" Type="http://schemas.openxmlformats.org/officeDocument/2006/relationships/image" Target="../media/image112.emf"/><Relationship Id="rId11" Type="http://schemas.openxmlformats.org/officeDocument/2006/relationships/oleObject" Target="../embeddings/oleObject100.bin"/><Relationship Id="rId24" Type="http://schemas.openxmlformats.org/officeDocument/2006/relationships/image" Target="../media/image121.emf"/><Relationship Id="rId32" Type="http://schemas.openxmlformats.org/officeDocument/2006/relationships/image" Target="../media/image125.emf"/><Relationship Id="rId5" Type="http://schemas.openxmlformats.org/officeDocument/2006/relationships/oleObject" Target="../embeddings/oleObject97.bin"/><Relationship Id="rId15" Type="http://schemas.openxmlformats.org/officeDocument/2006/relationships/oleObject" Target="../embeddings/oleObject102.bin"/><Relationship Id="rId23" Type="http://schemas.openxmlformats.org/officeDocument/2006/relationships/oleObject" Target="../embeddings/oleObject106.bin"/><Relationship Id="rId28" Type="http://schemas.openxmlformats.org/officeDocument/2006/relationships/image" Target="../media/image123.emf"/><Relationship Id="rId10" Type="http://schemas.openxmlformats.org/officeDocument/2006/relationships/image" Target="../media/image114.emf"/><Relationship Id="rId19" Type="http://schemas.openxmlformats.org/officeDocument/2006/relationships/oleObject" Target="../embeddings/oleObject104.bin"/><Relationship Id="rId31" Type="http://schemas.openxmlformats.org/officeDocument/2006/relationships/oleObject" Target="../embeddings/oleObject110.bin"/><Relationship Id="rId4" Type="http://schemas.openxmlformats.org/officeDocument/2006/relationships/image" Target="../media/image111.emf"/><Relationship Id="rId9" Type="http://schemas.openxmlformats.org/officeDocument/2006/relationships/oleObject" Target="../embeddings/oleObject99.bin"/><Relationship Id="rId14" Type="http://schemas.openxmlformats.org/officeDocument/2006/relationships/image" Target="../media/image116.emf"/><Relationship Id="rId22" Type="http://schemas.openxmlformats.org/officeDocument/2006/relationships/image" Target="../media/image120.emf"/><Relationship Id="rId27" Type="http://schemas.openxmlformats.org/officeDocument/2006/relationships/oleObject" Target="../embeddings/oleObject108.bin"/><Relationship Id="rId30" Type="http://schemas.openxmlformats.org/officeDocument/2006/relationships/image" Target="../media/image124.emf"/><Relationship Id="rId35" Type="http://schemas.openxmlformats.org/officeDocument/2006/relationships/image" Target="../media/image127.png"/><Relationship Id="rId8" Type="http://schemas.openxmlformats.org/officeDocument/2006/relationships/image" Target="../media/image11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5">
            <a:extLst>
              <a:ext uri="{FF2B5EF4-FFF2-40B4-BE49-F238E27FC236}">
                <a16:creationId xmlns:a16="http://schemas.microsoft.com/office/drawing/2014/main" id="{07E43EF3-D066-4373-A94E-07BA3884BEF6}"/>
              </a:ext>
            </a:extLst>
          </p:cNvPr>
          <p:cNvGrpSpPr>
            <a:grpSpLocks/>
          </p:cNvGrpSpPr>
          <p:nvPr/>
        </p:nvGrpSpPr>
        <p:grpSpPr bwMode="auto">
          <a:xfrm>
            <a:off x="-571500" y="0"/>
            <a:ext cx="10293350" cy="6858000"/>
            <a:chOff x="-571500" y="0"/>
            <a:chExt cx="10293350" cy="685802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B454AEDA-DF76-464B-B275-DA37D0B06A0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571500" y="0"/>
              <a:ext cx="10293350" cy="685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" name="矩形 4">
              <a:extLst>
                <a:ext uri="{FF2B5EF4-FFF2-40B4-BE49-F238E27FC236}">
                  <a16:creationId xmlns:a16="http://schemas.microsoft.com/office/drawing/2014/main" id="{957412E8-7F55-49AC-9415-861153D003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4208" y="6457914"/>
              <a:ext cx="2619627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b="0" dirty="0">
                  <a:solidFill>
                    <a:srgbClr val="FF0000"/>
                  </a:solidFill>
                </a:rPr>
                <a:t>Yosemite National Park</a:t>
              </a:r>
              <a:endParaRPr lang="zh-CN" altLang="en-US" sz="2000" dirty="0">
                <a:solidFill>
                  <a:srgbClr val="FF0000"/>
                </a:solidFill>
              </a:endParaRPr>
            </a:p>
          </p:txBody>
        </p:sp>
      </p:grpSp>
      <p:sp>
        <p:nvSpPr>
          <p:cNvPr id="7" name="Text Box 1039"/>
          <p:cNvSpPr txBox="1">
            <a:spLocks noChangeArrowheads="1"/>
          </p:cNvSpPr>
          <p:nvPr/>
        </p:nvSpPr>
        <p:spPr bwMode="auto">
          <a:xfrm>
            <a:off x="1295400" y="3705225"/>
            <a:ext cx="6705600" cy="17589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 eaLnBrk="1" hangingPunct="1">
              <a:lnSpc>
                <a:spcPct val="75000"/>
              </a:lnSpc>
              <a:defRPr/>
            </a:pPr>
            <a:r>
              <a:rPr lang="en-US" altLang="zh-CN" sz="40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Xi’an  </a:t>
            </a:r>
            <a:r>
              <a:rPr lang="en-US" altLang="zh-CN" sz="4000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Jiaotong</a:t>
            </a:r>
            <a:r>
              <a:rPr lang="en-US" altLang="zh-CN" sz="40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 University</a:t>
            </a:r>
          </a:p>
          <a:p>
            <a:pPr algn="ctr" eaLnBrk="1" hangingPunct="1">
              <a:lnSpc>
                <a:spcPct val="75000"/>
              </a:lnSpc>
              <a:defRPr/>
            </a:pPr>
            <a:endParaRPr lang="zh-CN" altLang="en-US" sz="4000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楷体_GB2312" pitchFamily="49" charset="-122"/>
            </a:endParaRPr>
          </a:p>
          <a:p>
            <a:pPr algn="ctr" eaLnBrk="1" hangingPunct="1">
              <a:lnSpc>
                <a:spcPct val="75000"/>
              </a:lnSpc>
              <a:defRPr/>
            </a:pPr>
            <a:endParaRPr lang="en-US" altLang="zh-CN" sz="2800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华文仿宋" panose="02010600040101010101" pitchFamily="17" charset="-122"/>
            </a:endParaRPr>
          </a:p>
          <a:p>
            <a:pPr algn="ctr" eaLnBrk="1" hangingPunct="1">
              <a:lnSpc>
                <a:spcPct val="75000"/>
              </a:lnSpc>
              <a:defRPr/>
            </a:pPr>
            <a:r>
              <a:rPr lang="en-US" altLang="zh-CN" sz="36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仿宋" panose="02010600040101010101" pitchFamily="17" charset="-122"/>
              </a:rPr>
              <a:t>Sep. 28, 2025</a:t>
            </a:r>
          </a:p>
        </p:txBody>
      </p:sp>
      <p:sp>
        <p:nvSpPr>
          <p:cNvPr id="4099" name="WordArt 1044"/>
          <p:cNvSpPr>
            <a:spLocks noChangeArrowheads="1" noChangeShapeType="1" noTextEdit="1"/>
          </p:cNvSpPr>
          <p:nvPr/>
        </p:nvSpPr>
        <p:spPr bwMode="auto">
          <a:xfrm>
            <a:off x="539750" y="1268413"/>
            <a:ext cx="8077200" cy="1296987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altLang="zh-CN" sz="4800" i="1" kern="10" dirty="0">
                <a:solidFill>
                  <a:srgbClr val="FF0000"/>
                </a:solidFill>
                <a:effectLst>
                  <a:outerShdw dist="35921" dir="2700000" algn="ctr" rotWithShape="0">
                    <a:srgbClr val="808080"/>
                  </a:outerShdw>
                </a:effectLst>
                <a:cs typeface="Times New Roman" panose="02020603050405020304" pitchFamily="18" charset="0"/>
              </a:rPr>
              <a:t>University Physics</a:t>
            </a:r>
            <a:endParaRPr lang="zh-CN" altLang="en-US" sz="4800" i="1" kern="10" dirty="0">
              <a:solidFill>
                <a:srgbClr val="FF0000"/>
              </a:solidFill>
              <a:effectLst>
                <a:outerShdw dist="35921" dir="2700000" algn="ctr" rotWithShape="0">
                  <a:srgbClr val="808080"/>
                </a:outerShdw>
              </a:effectLst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42">
            <a:extLst>
              <a:ext uri="{FF2B5EF4-FFF2-40B4-BE49-F238E27FC236}">
                <a16:creationId xmlns:a16="http://schemas.microsoft.com/office/drawing/2014/main" id="{1F53F00A-FF0A-4DA6-B976-6D8E9B1484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2120" y="332656"/>
            <a:ext cx="3170943" cy="22145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2034" name="Rectangle 2">
            <a:extLst>
              <a:ext uri="{FF2B5EF4-FFF2-40B4-BE49-F238E27FC236}">
                <a16:creationId xmlns:a16="http://schemas.microsoft.com/office/drawing/2014/main" id="{8ED4657E-9331-4146-8941-B25B73D0A5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552" y="446758"/>
            <a:ext cx="4304166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30000"/>
              </a:spcBef>
            </a:pPr>
            <a:r>
              <a:rPr lang="zh-CN" altLang="en-US" dirty="0">
                <a:solidFill>
                  <a:srgbClr val="FFFF00"/>
                </a:solidFill>
                <a:latin typeface="宋体" panose="02010600030101010101" pitchFamily="2" charset="-122"/>
              </a:rPr>
              <a:t>回顾：波的叠加   干涉条件</a:t>
            </a:r>
          </a:p>
        </p:txBody>
      </p:sp>
      <p:sp>
        <p:nvSpPr>
          <p:cNvPr id="5123" name="灯片编号占位符 1">
            <a:extLst>
              <a:ext uri="{FF2B5EF4-FFF2-40B4-BE49-F238E27FC236}">
                <a16:creationId xmlns:a16="http://schemas.microsoft.com/office/drawing/2014/main" id="{446D3AFD-7142-4C13-8C30-ABF023CD1738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FB6B1237-5C44-4991-8393-732B2BB42A6B}" type="slidenum">
              <a:rPr lang="en-US" altLang="zh-CN" b="0">
                <a:solidFill>
                  <a:srgbClr val="FF00FF"/>
                </a:solidFill>
              </a:rPr>
              <a:pPr eaLnBrk="1" hangingPunct="1"/>
              <a:t>2</a:t>
            </a:fld>
            <a:r>
              <a:rPr lang="en-US" altLang="zh-CN" b="0">
                <a:solidFill>
                  <a:srgbClr val="FF00FF"/>
                </a:solidFill>
              </a:rPr>
              <a:t>/23</a:t>
            </a:r>
          </a:p>
        </p:txBody>
      </p:sp>
      <p:sp>
        <p:nvSpPr>
          <p:cNvPr id="17" name="Rectangle 7">
            <a:extLst>
              <a:ext uri="{FF2B5EF4-FFF2-40B4-BE49-F238E27FC236}">
                <a16:creationId xmlns:a16="http://schemas.microsoft.com/office/drawing/2014/main" id="{3F2582E4-F06D-472A-98D0-334BD061BF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375" y="1045185"/>
            <a:ext cx="4588799" cy="1015663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dirty="0">
                <a:solidFill>
                  <a:schemeClr val="bg1"/>
                </a:solidFill>
              </a:rPr>
              <a:t>1. </a:t>
            </a:r>
            <a:r>
              <a:rPr lang="zh-CN" altLang="en-US" dirty="0">
                <a:solidFill>
                  <a:schemeClr val="bg1"/>
                </a:solidFill>
              </a:rPr>
              <a:t>频率相同；</a:t>
            </a:r>
            <a:r>
              <a:rPr lang="en-US" altLang="zh-CN" dirty="0">
                <a:solidFill>
                  <a:schemeClr val="bg1"/>
                </a:solidFill>
              </a:rPr>
              <a:t>2. </a:t>
            </a:r>
            <a:r>
              <a:rPr lang="zh-CN" altLang="en-US" dirty="0">
                <a:solidFill>
                  <a:schemeClr val="bg1"/>
                </a:solidFill>
              </a:rPr>
              <a:t>振动方向相同；   </a:t>
            </a:r>
            <a:endParaRPr lang="en-US" altLang="zh-CN" dirty="0">
              <a:solidFill>
                <a:schemeClr val="bg1"/>
              </a:solidFill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zh-CN" dirty="0">
                <a:solidFill>
                  <a:schemeClr val="bg1"/>
                </a:solidFill>
              </a:rPr>
              <a:t>3. </a:t>
            </a:r>
            <a:r>
              <a:rPr lang="zh-CN" altLang="en-US" dirty="0">
                <a:solidFill>
                  <a:schemeClr val="bg1"/>
                </a:solidFill>
              </a:rPr>
              <a:t>相位差恒定；</a:t>
            </a:r>
          </a:p>
        </p:txBody>
      </p:sp>
      <p:sp>
        <p:nvSpPr>
          <p:cNvPr id="18" name="Text Box 9">
            <a:extLst>
              <a:ext uri="{FF2B5EF4-FFF2-40B4-BE49-F238E27FC236}">
                <a16:creationId xmlns:a16="http://schemas.microsoft.com/office/drawing/2014/main" id="{2260255B-4471-454F-BC30-9E6047BD28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8050" y="2262560"/>
            <a:ext cx="41703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rgbClr val="66FFFF"/>
                </a:solidFill>
                <a:latin typeface="Bookman Old Style" panose="02050604050505020204" pitchFamily="18" charset="0"/>
              </a:rPr>
              <a:t>干涉相长</a:t>
            </a:r>
            <a:r>
              <a:rPr lang="zh-CN" altLang="en-US" dirty="0">
                <a:solidFill>
                  <a:schemeClr val="bg1"/>
                </a:solidFill>
                <a:latin typeface="Bookman Old Style" panose="02050604050505020204" pitchFamily="18" charset="0"/>
              </a:rPr>
              <a:t>（振动始终加强）</a:t>
            </a:r>
          </a:p>
        </p:txBody>
      </p:sp>
      <p:sp>
        <p:nvSpPr>
          <p:cNvPr id="19" name="Rectangle 11">
            <a:extLst>
              <a:ext uri="{FF2B5EF4-FFF2-40B4-BE49-F238E27FC236}">
                <a16:creationId xmlns:a16="http://schemas.microsoft.com/office/drawing/2014/main" id="{6C198C4E-012C-4B43-ACB9-43113E41AB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8050" y="3403848"/>
            <a:ext cx="43846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rgbClr val="66FFFF"/>
                </a:solidFill>
                <a:latin typeface="Bookman Old Style" panose="02050604050505020204" pitchFamily="18" charset="0"/>
              </a:rPr>
              <a:t>干涉相消</a:t>
            </a:r>
            <a:r>
              <a:rPr lang="zh-CN" altLang="en-US" dirty="0">
                <a:solidFill>
                  <a:schemeClr val="bg1"/>
                </a:solidFill>
                <a:latin typeface="Bookman Old Style" panose="02050604050505020204" pitchFamily="18" charset="0"/>
              </a:rPr>
              <a:t>（振动始终减弱）</a:t>
            </a:r>
            <a:endParaRPr lang="zh-CN" altLang="en-US" dirty="0">
              <a:solidFill>
                <a:srgbClr val="66FFFF"/>
              </a:solidFill>
              <a:latin typeface="Bookman Old Style" panose="02050604050505020204" pitchFamily="18" charset="0"/>
            </a:endParaRPr>
          </a:p>
        </p:txBody>
      </p:sp>
      <p:graphicFrame>
        <p:nvGraphicFramePr>
          <p:cNvPr id="41986" name="Object 2">
            <a:extLst>
              <a:ext uri="{FF2B5EF4-FFF2-40B4-BE49-F238E27FC236}">
                <a16:creationId xmlns:a16="http://schemas.microsoft.com/office/drawing/2014/main" id="{CB93A078-478F-48F1-BF1A-E5EC58EF503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7159982"/>
              </p:ext>
            </p:extLst>
          </p:nvPr>
        </p:nvGraphicFramePr>
        <p:xfrm>
          <a:off x="1928813" y="2683768"/>
          <a:ext cx="554990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36" name="公式" r:id="rId4" imgW="7000818" imgH="752543" progId="Equation.3">
                  <p:embed/>
                </p:oleObj>
              </mc:Choice>
              <mc:Fallback>
                <p:oleObj name="公式" r:id="rId4" imgW="7000818" imgH="752543" progId="Equation.3">
                  <p:embed/>
                  <p:pic>
                    <p:nvPicPr>
                      <p:cNvPr id="41986" name="Object 2">
                        <a:extLst>
                          <a:ext uri="{FF2B5EF4-FFF2-40B4-BE49-F238E27FC236}">
                            <a16:creationId xmlns:a16="http://schemas.microsoft.com/office/drawing/2014/main" id="{CB93A078-478F-48F1-BF1A-E5EC58EF503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8813" y="2683768"/>
                        <a:ext cx="5549900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88" name="Object 4">
            <a:extLst>
              <a:ext uri="{FF2B5EF4-FFF2-40B4-BE49-F238E27FC236}">
                <a16:creationId xmlns:a16="http://schemas.microsoft.com/office/drawing/2014/main" id="{F3994660-4BBE-45F7-ABD6-9A1ED3BB914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5474163"/>
              </p:ext>
            </p:extLst>
          </p:nvPr>
        </p:nvGraphicFramePr>
        <p:xfrm>
          <a:off x="1941513" y="3933428"/>
          <a:ext cx="5859462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37" name="公式" r:id="rId6" imgW="7686771" imgH="752543" progId="Equation.3">
                  <p:embed/>
                </p:oleObj>
              </mc:Choice>
              <mc:Fallback>
                <p:oleObj name="公式" r:id="rId6" imgW="7686771" imgH="752543" progId="Equation.3">
                  <p:embed/>
                  <p:pic>
                    <p:nvPicPr>
                      <p:cNvPr id="41988" name="Object 4">
                        <a:extLst>
                          <a:ext uri="{FF2B5EF4-FFF2-40B4-BE49-F238E27FC236}">
                            <a16:creationId xmlns:a16="http://schemas.microsoft.com/office/drawing/2014/main" id="{F3994660-4BBE-45F7-ABD6-9A1ED3BB914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1513" y="3933428"/>
                        <a:ext cx="5859462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五角星 21">
            <a:extLst>
              <a:ext uri="{FF2B5EF4-FFF2-40B4-BE49-F238E27FC236}">
                <a16:creationId xmlns:a16="http://schemas.microsoft.com/office/drawing/2014/main" id="{39D01D9F-FD8E-4B66-9178-2262865AF9C0}"/>
              </a:ext>
            </a:extLst>
          </p:cNvPr>
          <p:cNvSpPr/>
          <p:nvPr/>
        </p:nvSpPr>
        <p:spPr bwMode="auto">
          <a:xfrm>
            <a:off x="4683435" y="399919"/>
            <a:ext cx="571500" cy="571500"/>
          </a:xfrm>
          <a:prstGeom prst="star5">
            <a:avLst/>
          </a:prstGeom>
          <a:solidFill>
            <a:srgbClr val="FF0000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4" name="左大括号 23">
            <a:extLst>
              <a:ext uri="{FF2B5EF4-FFF2-40B4-BE49-F238E27FC236}">
                <a16:creationId xmlns:a16="http://schemas.microsoft.com/office/drawing/2014/main" id="{097011D4-D184-4734-AAE5-01E7DC773B34}"/>
              </a:ext>
            </a:extLst>
          </p:cNvPr>
          <p:cNvSpPr>
            <a:spLocks/>
          </p:cNvSpPr>
          <p:nvPr/>
        </p:nvSpPr>
        <p:spPr bwMode="auto">
          <a:xfrm>
            <a:off x="642348" y="2564904"/>
            <a:ext cx="285750" cy="1081088"/>
          </a:xfrm>
          <a:prstGeom prst="leftBrace">
            <a:avLst>
              <a:gd name="adj1" fmla="val 45680"/>
              <a:gd name="adj2" fmla="val 50000"/>
            </a:avLst>
          </a:prstGeom>
          <a:noFill/>
          <a:ln w="254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25" name="Text Box 9">
            <a:extLst>
              <a:ext uri="{FF2B5EF4-FFF2-40B4-BE49-F238E27FC236}">
                <a16:creationId xmlns:a16="http://schemas.microsoft.com/office/drawing/2014/main" id="{D6A8C2DA-ECE0-457D-9D09-64FC9112CE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1700" y="4627984"/>
            <a:ext cx="41703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chemeClr val="bg1"/>
                </a:solidFill>
                <a:latin typeface="Bookman Old Style" panose="02050604050505020204" pitchFamily="18" charset="0"/>
              </a:rPr>
              <a:t>波源初相差为零，</a:t>
            </a:r>
          </a:p>
        </p:txBody>
      </p:sp>
      <p:graphicFrame>
        <p:nvGraphicFramePr>
          <p:cNvPr id="43012" name="Object 3">
            <a:extLst>
              <a:ext uri="{FF2B5EF4-FFF2-40B4-BE49-F238E27FC236}">
                <a16:creationId xmlns:a16="http://schemas.microsoft.com/office/drawing/2014/main" id="{930E13C7-9866-42A7-A9DD-7E6DEF8326B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26316516"/>
              </p:ext>
            </p:extLst>
          </p:nvPr>
        </p:nvGraphicFramePr>
        <p:xfrm>
          <a:off x="3365500" y="4627984"/>
          <a:ext cx="1033463" cy="417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38" name="公式" r:id="rId8" imgW="952627" imgH="342900" progId="Equation.3">
                  <p:embed/>
                </p:oleObj>
              </mc:Choice>
              <mc:Fallback>
                <p:oleObj name="公式" r:id="rId8" imgW="952627" imgH="342900" progId="Equation.3">
                  <p:embed/>
                  <p:pic>
                    <p:nvPicPr>
                      <p:cNvPr id="43012" name="Object 3">
                        <a:extLst>
                          <a:ext uri="{FF2B5EF4-FFF2-40B4-BE49-F238E27FC236}">
                            <a16:creationId xmlns:a16="http://schemas.microsoft.com/office/drawing/2014/main" id="{930E13C7-9866-42A7-A9DD-7E6DEF8326B2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65500" y="4627984"/>
                        <a:ext cx="1033463" cy="417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20">
            <a:extLst>
              <a:ext uri="{FF2B5EF4-FFF2-40B4-BE49-F238E27FC236}">
                <a16:creationId xmlns:a16="http://schemas.microsoft.com/office/drawing/2014/main" id="{8C6585F1-CDA6-4439-9FC2-4EC926B3776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0928996"/>
              </p:ext>
            </p:extLst>
          </p:nvPr>
        </p:nvGraphicFramePr>
        <p:xfrm>
          <a:off x="1441450" y="5266085"/>
          <a:ext cx="4084638" cy="360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39" name="公式" r:id="rId10" imgW="4657629" imgH="342900" progId="Equation.3">
                  <p:embed/>
                </p:oleObj>
              </mc:Choice>
              <mc:Fallback>
                <p:oleObj name="公式" r:id="rId10" imgW="4657629" imgH="342900" progId="Equation.3">
                  <p:embed/>
                  <p:pic>
                    <p:nvPicPr>
                      <p:cNvPr id="26" name="Object 20">
                        <a:extLst>
                          <a:ext uri="{FF2B5EF4-FFF2-40B4-BE49-F238E27FC236}">
                            <a16:creationId xmlns:a16="http://schemas.microsoft.com/office/drawing/2014/main" id="{8C6585F1-CDA6-4439-9FC2-4EC926B3776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1450" y="5266085"/>
                        <a:ext cx="4084638" cy="360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Rectangle 5">
            <a:extLst>
              <a:ext uri="{FF2B5EF4-FFF2-40B4-BE49-F238E27FC236}">
                <a16:creationId xmlns:a16="http://schemas.microsoft.com/office/drawing/2014/main" id="{EF3564AA-041B-4B16-8642-213B0E33FE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2588" y="5193060"/>
            <a:ext cx="16922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干涉相长</a:t>
            </a:r>
          </a:p>
        </p:txBody>
      </p:sp>
      <p:graphicFrame>
        <p:nvGraphicFramePr>
          <p:cNvPr id="28" name="Object 5">
            <a:extLst>
              <a:ext uri="{FF2B5EF4-FFF2-40B4-BE49-F238E27FC236}">
                <a16:creationId xmlns:a16="http://schemas.microsoft.com/office/drawing/2014/main" id="{8ADE17BD-94CC-46D9-9297-51904F5CD34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648169"/>
              </p:ext>
            </p:extLst>
          </p:nvPr>
        </p:nvGraphicFramePr>
        <p:xfrm>
          <a:off x="1425575" y="5625108"/>
          <a:ext cx="4721225" cy="684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40" name="公式" r:id="rId12" imgW="5638698" imgH="752543" progId="Equation.3">
                  <p:embed/>
                </p:oleObj>
              </mc:Choice>
              <mc:Fallback>
                <p:oleObj name="公式" r:id="rId12" imgW="5638698" imgH="752543" progId="Equation.3">
                  <p:embed/>
                  <p:pic>
                    <p:nvPicPr>
                      <p:cNvPr id="28" name="Object 5">
                        <a:extLst>
                          <a:ext uri="{FF2B5EF4-FFF2-40B4-BE49-F238E27FC236}">
                            <a16:creationId xmlns:a16="http://schemas.microsoft.com/office/drawing/2014/main" id="{8ADE17BD-94CC-46D9-9297-51904F5CD34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5575" y="5625108"/>
                        <a:ext cx="4721225" cy="684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Rectangle 10">
            <a:extLst>
              <a:ext uri="{FF2B5EF4-FFF2-40B4-BE49-F238E27FC236}">
                <a16:creationId xmlns:a16="http://schemas.microsoft.com/office/drawing/2014/main" id="{76FABB9B-97F0-41C8-9D2D-A8588BA13F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2588" y="5769124"/>
            <a:ext cx="16922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干涉相消</a:t>
            </a:r>
          </a:p>
        </p:txBody>
      </p:sp>
      <p:sp>
        <p:nvSpPr>
          <p:cNvPr id="30" name="左大括号 29">
            <a:extLst>
              <a:ext uri="{FF2B5EF4-FFF2-40B4-BE49-F238E27FC236}">
                <a16:creationId xmlns:a16="http://schemas.microsoft.com/office/drawing/2014/main" id="{A97906FB-B075-41E4-8C3E-D88158D89952}"/>
              </a:ext>
            </a:extLst>
          </p:cNvPr>
          <p:cNvSpPr>
            <a:spLocks/>
          </p:cNvSpPr>
          <p:nvPr/>
        </p:nvSpPr>
        <p:spPr bwMode="auto">
          <a:xfrm>
            <a:off x="1071563" y="5378921"/>
            <a:ext cx="187325" cy="714375"/>
          </a:xfrm>
          <a:prstGeom prst="leftBrace">
            <a:avLst>
              <a:gd name="adj1" fmla="val 66843"/>
              <a:gd name="adj2" fmla="val 50000"/>
            </a:avLst>
          </a:prstGeom>
          <a:noFill/>
          <a:ln w="254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72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1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41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3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2034" grpId="0" autoUpdateAnimBg="0"/>
      <p:bldP spid="17" grpId="0" animBg="1" autoUpdateAnimBg="0"/>
      <p:bldP spid="18" grpId="0" autoUpdateAnimBg="0"/>
      <p:bldP spid="19" grpId="0" autoUpdateAnimBg="0"/>
      <p:bldP spid="24" grpId="0" animBg="1"/>
      <p:bldP spid="25" grpId="0" autoUpdateAnimBg="0"/>
      <p:bldP spid="27" grpId="0" autoUpdateAnimBg="0"/>
      <p:bldP spid="29" grpId="0" autoUpdateAnimBg="0"/>
      <p:bldP spid="3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2">
            <a:extLst>
              <a:ext uri="{FF2B5EF4-FFF2-40B4-BE49-F238E27FC236}">
                <a16:creationId xmlns:a16="http://schemas.microsoft.com/office/drawing/2014/main" id="{B049EA46-CEFE-45C6-BE53-57850F6D2B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0763" y="571869"/>
            <a:ext cx="14795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30000"/>
              </a:spcBef>
            </a:pPr>
            <a:r>
              <a:rPr lang="zh-CN" altLang="en-US" dirty="0">
                <a:solidFill>
                  <a:srgbClr val="FFFF00"/>
                </a:solidFill>
                <a:latin typeface="宋体" panose="02010600030101010101" pitchFamily="2" charset="-122"/>
              </a:rPr>
              <a:t>驻波</a:t>
            </a:r>
          </a:p>
        </p:txBody>
      </p:sp>
      <p:sp>
        <p:nvSpPr>
          <p:cNvPr id="5123" name="灯片编号占位符 1">
            <a:extLst>
              <a:ext uri="{FF2B5EF4-FFF2-40B4-BE49-F238E27FC236}">
                <a16:creationId xmlns:a16="http://schemas.microsoft.com/office/drawing/2014/main" id="{7E3C1798-A858-4F1B-B801-29CD37C4D9A9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D8FC3DCE-6694-4564-995E-F7BDC3190138}" type="slidenum">
              <a:rPr lang="en-US" altLang="zh-CN" b="0">
                <a:solidFill>
                  <a:srgbClr val="FF00FF"/>
                </a:solidFill>
              </a:rPr>
              <a:pPr eaLnBrk="1" hangingPunct="1"/>
              <a:t>3</a:t>
            </a:fld>
            <a:r>
              <a:rPr lang="en-US" altLang="zh-CN" b="0">
                <a:solidFill>
                  <a:srgbClr val="FF00FF"/>
                </a:solidFill>
              </a:rPr>
              <a:t>/23</a:t>
            </a:r>
          </a:p>
        </p:txBody>
      </p:sp>
      <p:sp>
        <p:nvSpPr>
          <p:cNvPr id="17" name="Rectangle 7">
            <a:extLst>
              <a:ext uri="{FF2B5EF4-FFF2-40B4-BE49-F238E27FC236}">
                <a16:creationId xmlns:a16="http://schemas.microsoft.com/office/drawing/2014/main" id="{377F9C6F-B628-4D34-ADCA-E237FEFC4A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8175" y="597843"/>
            <a:ext cx="6215062" cy="46166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chemeClr val="bg1"/>
                </a:solidFill>
              </a:rPr>
              <a:t>等振幅、传播方向相反的两列相干波的叠加</a:t>
            </a:r>
          </a:p>
        </p:txBody>
      </p:sp>
      <p:sp>
        <p:nvSpPr>
          <p:cNvPr id="22" name="五角星 21">
            <a:extLst>
              <a:ext uri="{FF2B5EF4-FFF2-40B4-BE49-F238E27FC236}">
                <a16:creationId xmlns:a16="http://schemas.microsoft.com/office/drawing/2014/main" id="{E5828E80-C6D4-4C64-84DB-FF0326C78087}"/>
              </a:ext>
            </a:extLst>
          </p:cNvPr>
          <p:cNvSpPr/>
          <p:nvPr/>
        </p:nvSpPr>
        <p:spPr bwMode="auto">
          <a:xfrm>
            <a:off x="571500" y="565149"/>
            <a:ext cx="428625" cy="428625"/>
          </a:xfrm>
          <a:prstGeom prst="star5">
            <a:avLst/>
          </a:prstGeom>
          <a:solidFill>
            <a:srgbClr val="FF0000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graphicFrame>
        <p:nvGraphicFramePr>
          <p:cNvPr id="521231" name="Object 7">
            <a:extLst>
              <a:ext uri="{FF2B5EF4-FFF2-40B4-BE49-F238E27FC236}">
                <a16:creationId xmlns:a16="http://schemas.microsoft.com/office/drawing/2014/main" id="{F4EEEAE7-BCD0-4B54-9EB9-C337E3732D3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20813" y="1293813"/>
          <a:ext cx="2595562" cy="719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456" name="公式" r:id="rId3" imgW="1295451" imgH="361882" progId="Equation.3">
                  <p:embed/>
                </p:oleObj>
              </mc:Choice>
              <mc:Fallback>
                <p:oleObj name="公式" r:id="rId3" imgW="1295451" imgH="361882" progId="Equation.3">
                  <p:embed/>
                  <p:pic>
                    <p:nvPicPr>
                      <p:cNvPr id="521231" name="Object 7">
                        <a:extLst>
                          <a:ext uri="{FF2B5EF4-FFF2-40B4-BE49-F238E27FC236}">
                            <a16:creationId xmlns:a16="http://schemas.microsoft.com/office/drawing/2014/main" id="{F4EEEAE7-BCD0-4B54-9EB9-C337E3732D3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0813" y="1293813"/>
                        <a:ext cx="2595562" cy="719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1232" name="Object 8">
            <a:extLst>
              <a:ext uri="{FF2B5EF4-FFF2-40B4-BE49-F238E27FC236}">
                <a16:creationId xmlns:a16="http://schemas.microsoft.com/office/drawing/2014/main" id="{5C5DF8F8-4966-4AC3-9487-BD6E2CDFA75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64063" y="1285875"/>
          <a:ext cx="2508250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457" name="公式" r:id="rId5" imgW="1304931" imgH="361882" progId="Equation.3">
                  <p:embed/>
                </p:oleObj>
              </mc:Choice>
              <mc:Fallback>
                <p:oleObj name="公式" r:id="rId5" imgW="1304931" imgH="361882" progId="Equation.3">
                  <p:embed/>
                  <p:pic>
                    <p:nvPicPr>
                      <p:cNvPr id="521232" name="Object 8">
                        <a:extLst>
                          <a:ext uri="{FF2B5EF4-FFF2-40B4-BE49-F238E27FC236}">
                            <a16:creationId xmlns:a16="http://schemas.microsoft.com/office/drawing/2014/main" id="{5C5DF8F8-4966-4AC3-9487-BD6E2CDFA75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64063" y="1285875"/>
                        <a:ext cx="2508250" cy="720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9">
            <a:extLst>
              <a:ext uri="{FF2B5EF4-FFF2-40B4-BE49-F238E27FC236}">
                <a16:creationId xmlns:a16="http://schemas.microsoft.com/office/drawing/2014/main" id="{9C1628B4-F440-4861-9F6A-4142A2710920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482726" y="1995487"/>
          <a:ext cx="4335462" cy="1152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458" name="公式" r:id="rId7" imgW="2267039" imgH="581093" progId="Equation.3">
                  <p:embed/>
                </p:oleObj>
              </mc:Choice>
              <mc:Fallback>
                <p:oleObj name="公式" r:id="rId7" imgW="2267039" imgH="581093" progId="Equation.3">
                  <p:embed/>
                  <p:pic>
                    <p:nvPicPr>
                      <p:cNvPr id="2" name="Object 9">
                        <a:extLst>
                          <a:ext uri="{FF2B5EF4-FFF2-40B4-BE49-F238E27FC236}">
                            <a16:creationId xmlns:a16="http://schemas.microsoft.com/office/drawing/2014/main" id="{9C1628B4-F440-4861-9F6A-4142A271092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2726" y="1995487"/>
                        <a:ext cx="4335462" cy="1152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Rectangle 7">
            <a:extLst>
              <a:ext uri="{FF2B5EF4-FFF2-40B4-BE49-F238E27FC236}">
                <a16:creationId xmlns:a16="http://schemas.microsoft.com/office/drawing/2014/main" id="{4969066B-1D26-4D3A-86DB-549288CD22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82726" y="3451700"/>
            <a:ext cx="3340100" cy="442912"/>
          </a:xfrm>
          <a:prstGeom prst="rect">
            <a:avLst/>
          </a:prstGeom>
          <a:noFill/>
          <a:ln w="1587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200" dirty="0">
                <a:solidFill>
                  <a:schemeClr val="bg1"/>
                </a:solidFill>
              </a:rPr>
              <a:t>驻波是振动，不是行波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2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21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21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5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2034" grpId="0" autoUpdateAnimBg="0"/>
      <p:bldP spid="17" grpId="0" animBg="1" autoUpdateAnimBg="0"/>
      <p:bldP spid="20" grpId="0" animBg="1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0">
            <a:extLst>
              <a:ext uri="{FF2B5EF4-FFF2-40B4-BE49-F238E27FC236}">
                <a16:creationId xmlns:a16="http://schemas.microsoft.com/office/drawing/2014/main" id="{11FC1DF0-22FC-48CD-99ED-B0D137A90D45}"/>
              </a:ext>
            </a:extLst>
          </p:cNvPr>
          <p:cNvGrpSpPr>
            <a:grpSpLocks/>
          </p:cNvGrpSpPr>
          <p:nvPr/>
        </p:nvGrpSpPr>
        <p:grpSpPr bwMode="auto">
          <a:xfrm>
            <a:off x="357188" y="214313"/>
            <a:ext cx="954087" cy="838200"/>
            <a:chOff x="240" y="1776"/>
            <a:chExt cx="720" cy="528"/>
          </a:xfrm>
        </p:grpSpPr>
        <p:sp>
          <p:nvSpPr>
            <p:cNvPr id="9248" name="AutoShape 11">
              <a:extLst>
                <a:ext uri="{FF2B5EF4-FFF2-40B4-BE49-F238E27FC236}">
                  <a16:creationId xmlns:a16="http://schemas.microsoft.com/office/drawing/2014/main" id="{FCFCBB6F-6D35-4D36-B8BE-34C2473998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" y="1776"/>
              <a:ext cx="720" cy="528"/>
            </a:xfrm>
            <a:prstGeom prst="horizontalScroll">
              <a:avLst>
                <a:gd name="adj" fmla="val 12500"/>
              </a:avLst>
            </a:prstGeom>
            <a:solidFill>
              <a:srgbClr val="FFFF99"/>
            </a:solidFill>
            <a:ln w="22225">
              <a:solidFill>
                <a:srgbClr val="80008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249" name="Rectangle 12">
              <a:extLst>
                <a:ext uri="{FF2B5EF4-FFF2-40B4-BE49-F238E27FC236}">
                  <a16:creationId xmlns:a16="http://schemas.microsoft.com/office/drawing/2014/main" id="{8D65F893-42F1-4CA6-9BA8-2DEF911FE4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" y="1906"/>
              <a:ext cx="576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200">
                  <a:solidFill>
                    <a:srgbClr val="FF0000"/>
                  </a:solidFill>
                </a:rPr>
                <a:t>分析</a:t>
              </a:r>
            </a:p>
          </p:txBody>
        </p:sp>
      </p:grpSp>
      <p:sp>
        <p:nvSpPr>
          <p:cNvPr id="7" name="Text Box 13">
            <a:extLst>
              <a:ext uri="{FF2B5EF4-FFF2-40B4-BE49-F238E27FC236}">
                <a16:creationId xmlns:a16="http://schemas.microsoft.com/office/drawing/2014/main" id="{1F2DD8C6-EC1C-47BA-AE03-E4973745B0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9063" y="403225"/>
            <a:ext cx="6858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200">
                <a:solidFill>
                  <a:schemeClr val="bg1"/>
                </a:solidFill>
              </a:rPr>
              <a:t>①</a:t>
            </a:r>
          </a:p>
        </p:txBody>
      </p:sp>
      <p:graphicFrame>
        <p:nvGraphicFramePr>
          <p:cNvPr id="8" name="Object 5">
            <a:extLst>
              <a:ext uri="{FF2B5EF4-FFF2-40B4-BE49-F238E27FC236}">
                <a16:creationId xmlns:a16="http://schemas.microsoft.com/office/drawing/2014/main" id="{1F4C5AD5-E413-493A-8788-3B7CDC89C42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24250" y="225425"/>
          <a:ext cx="3976688" cy="827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298" name="公式" r:id="rId3" imgW="1609833" imgH="352391" progId="Equation.3">
                  <p:embed/>
                </p:oleObj>
              </mc:Choice>
              <mc:Fallback>
                <p:oleObj name="公式" r:id="rId3" imgW="1609833" imgH="352391" progId="Equation.3">
                  <p:embed/>
                  <p:pic>
                    <p:nvPicPr>
                      <p:cNvPr id="8" name="Object 5">
                        <a:extLst>
                          <a:ext uri="{FF2B5EF4-FFF2-40B4-BE49-F238E27FC236}">
                            <a16:creationId xmlns:a16="http://schemas.microsoft.com/office/drawing/2014/main" id="{1F4C5AD5-E413-493A-8788-3B7CDC89C42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24250" y="225425"/>
                        <a:ext cx="3976688" cy="827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15">
            <a:extLst>
              <a:ext uri="{FF2B5EF4-FFF2-40B4-BE49-F238E27FC236}">
                <a16:creationId xmlns:a16="http://schemas.microsoft.com/office/drawing/2014/main" id="{AB5C2EE8-E206-4978-B566-4C2FF6DAAF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3238" y="403225"/>
            <a:ext cx="35052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200">
                <a:solidFill>
                  <a:schemeClr val="bg1"/>
                </a:solidFill>
              </a:rPr>
              <a:t>驻波波函数：</a:t>
            </a:r>
          </a:p>
        </p:txBody>
      </p:sp>
      <p:graphicFrame>
        <p:nvGraphicFramePr>
          <p:cNvPr id="10" name="Object 6">
            <a:extLst>
              <a:ext uri="{FF2B5EF4-FFF2-40B4-BE49-F238E27FC236}">
                <a16:creationId xmlns:a16="http://schemas.microsoft.com/office/drawing/2014/main" id="{A90467C3-27FC-4295-B97B-03CBC69700F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5813" y="1000125"/>
          <a:ext cx="1928812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299" name="公式" r:id="rId5" imgW="847731" imgH="390661" progId="Equation.3">
                  <p:embed/>
                </p:oleObj>
              </mc:Choice>
              <mc:Fallback>
                <p:oleObj name="公式" r:id="rId5" imgW="847731" imgH="390661" progId="Equation.3">
                  <p:embed/>
                  <p:pic>
                    <p:nvPicPr>
                      <p:cNvPr id="10" name="Object 6">
                        <a:extLst>
                          <a:ext uri="{FF2B5EF4-FFF2-40B4-BE49-F238E27FC236}">
                            <a16:creationId xmlns:a16="http://schemas.microsoft.com/office/drawing/2014/main" id="{A90467C3-27FC-4295-B97B-03CBC69700F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5813" y="1000125"/>
                        <a:ext cx="1928812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AutoShape 17">
            <a:extLst>
              <a:ext uri="{FF2B5EF4-FFF2-40B4-BE49-F238E27FC236}">
                <a16:creationId xmlns:a16="http://schemas.microsoft.com/office/drawing/2014/main" id="{2CA2584E-172A-44E5-995A-34108FB773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5625" y="1285875"/>
            <a:ext cx="762000" cy="285750"/>
          </a:xfrm>
          <a:prstGeom prst="rightArrow">
            <a:avLst>
              <a:gd name="adj1" fmla="val 50000"/>
              <a:gd name="adj2" fmla="val 62210"/>
            </a:avLst>
          </a:prstGeom>
          <a:solidFill>
            <a:srgbClr val="FF0000"/>
          </a:solidFill>
          <a:ln w="222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2" name="Object 7">
            <a:extLst>
              <a:ext uri="{FF2B5EF4-FFF2-40B4-BE49-F238E27FC236}">
                <a16:creationId xmlns:a16="http://schemas.microsoft.com/office/drawing/2014/main" id="{35093512-5076-4FE8-9F83-DC996437714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0063" y="2071688"/>
          <a:ext cx="2357437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300" name="公式" r:id="rId7" imgW="1057218" imgH="190432" progId="Equation.3">
                  <p:embed/>
                </p:oleObj>
              </mc:Choice>
              <mc:Fallback>
                <p:oleObj name="公式" r:id="rId7" imgW="1057218" imgH="190432" progId="Equation.3">
                  <p:embed/>
                  <p:pic>
                    <p:nvPicPr>
                      <p:cNvPr id="12" name="Object 7">
                        <a:extLst>
                          <a:ext uri="{FF2B5EF4-FFF2-40B4-BE49-F238E27FC236}">
                            <a16:creationId xmlns:a16="http://schemas.microsoft.com/office/drawing/2014/main" id="{35093512-5076-4FE8-9F83-DC996437714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063" y="2071688"/>
                        <a:ext cx="2357437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19">
            <a:extLst>
              <a:ext uri="{FF2B5EF4-FFF2-40B4-BE49-F238E27FC236}">
                <a16:creationId xmlns:a16="http://schemas.microsoft.com/office/drawing/2014/main" id="{3C1256E0-9702-42CC-A894-D5C966B53A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00350" y="2071688"/>
            <a:ext cx="1985963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200">
                <a:solidFill>
                  <a:schemeClr val="bg1"/>
                </a:solidFill>
              </a:rPr>
              <a:t>——</a:t>
            </a:r>
            <a:r>
              <a:rPr lang="zh-CN" altLang="en-US" sz="2200">
                <a:solidFill>
                  <a:schemeClr val="bg1"/>
                </a:solidFill>
              </a:rPr>
              <a:t>波腹</a:t>
            </a:r>
            <a:endParaRPr lang="en-US" altLang="zh-CN" sz="2200">
              <a:solidFill>
                <a:schemeClr val="bg1"/>
              </a:solidFill>
            </a:endParaRPr>
          </a:p>
        </p:txBody>
      </p:sp>
      <p:graphicFrame>
        <p:nvGraphicFramePr>
          <p:cNvPr id="14" name="Object 8">
            <a:extLst>
              <a:ext uri="{FF2B5EF4-FFF2-40B4-BE49-F238E27FC236}">
                <a16:creationId xmlns:a16="http://schemas.microsoft.com/office/drawing/2014/main" id="{A395ED03-2D8B-45B3-9C44-BB2599622B1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40200" y="981075"/>
          <a:ext cx="4049713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301" name="公式" r:id="rId9" imgW="1533378" imgH="352391" progId="Equation.3">
                  <p:embed/>
                </p:oleObj>
              </mc:Choice>
              <mc:Fallback>
                <p:oleObj name="公式" r:id="rId9" imgW="1533378" imgH="352391" progId="Equation.3">
                  <p:embed/>
                  <p:pic>
                    <p:nvPicPr>
                      <p:cNvPr id="14" name="Object 8">
                        <a:extLst>
                          <a:ext uri="{FF2B5EF4-FFF2-40B4-BE49-F238E27FC236}">
                            <a16:creationId xmlns:a16="http://schemas.microsoft.com/office/drawing/2014/main" id="{A395ED03-2D8B-45B3-9C44-BB2599622B1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0200" y="981075"/>
                        <a:ext cx="4049713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260" name="Object 6">
            <a:extLst>
              <a:ext uri="{FF2B5EF4-FFF2-40B4-BE49-F238E27FC236}">
                <a16:creationId xmlns:a16="http://schemas.microsoft.com/office/drawing/2014/main" id="{6666A2F3-A12C-42D3-854D-B14799327E0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57750" y="1857375"/>
          <a:ext cx="3424238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302" name="公式" r:id="rId11" imgW="1362120" imgH="352391" progId="Equation.3">
                  <p:embed/>
                </p:oleObj>
              </mc:Choice>
              <mc:Fallback>
                <p:oleObj name="公式" r:id="rId11" imgW="1362120" imgH="352391" progId="Equation.3">
                  <p:embed/>
                  <p:pic>
                    <p:nvPicPr>
                      <p:cNvPr id="522260" name="Object 6">
                        <a:extLst>
                          <a:ext uri="{FF2B5EF4-FFF2-40B4-BE49-F238E27FC236}">
                            <a16:creationId xmlns:a16="http://schemas.microsoft.com/office/drawing/2014/main" id="{6666A2F3-A12C-42D3-854D-B14799327E0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7750" y="1857375"/>
                        <a:ext cx="3424238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9">
            <a:extLst>
              <a:ext uri="{FF2B5EF4-FFF2-40B4-BE49-F238E27FC236}">
                <a16:creationId xmlns:a16="http://schemas.microsoft.com/office/drawing/2014/main" id="{4A5B5319-22D8-494A-8172-C2299A036CD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4538" y="2828925"/>
          <a:ext cx="2041525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303" name="公式" r:id="rId13" imgW="876173" imgH="390661" progId="Equation.3">
                  <p:embed/>
                </p:oleObj>
              </mc:Choice>
              <mc:Fallback>
                <p:oleObj name="公式" r:id="rId13" imgW="876173" imgH="390661" progId="Equation.3">
                  <p:embed/>
                  <p:pic>
                    <p:nvPicPr>
                      <p:cNvPr id="16" name="Object 9">
                        <a:extLst>
                          <a:ext uri="{FF2B5EF4-FFF2-40B4-BE49-F238E27FC236}">
                            <a16:creationId xmlns:a16="http://schemas.microsoft.com/office/drawing/2014/main" id="{4A5B5319-22D8-494A-8172-C2299A036CD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4538" y="2828925"/>
                        <a:ext cx="2041525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AutoShape 22">
            <a:extLst>
              <a:ext uri="{FF2B5EF4-FFF2-40B4-BE49-F238E27FC236}">
                <a16:creationId xmlns:a16="http://schemas.microsoft.com/office/drawing/2014/main" id="{EA99FDBE-C18F-4338-BCAE-CF442EAD10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3250" y="3071813"/>
            <a:ext cx="762000" cy="285750"/>
          </a:xfrm>
          <a:prstGeom prst="rightArrow">
            <a:avLst>
              <a:gd name="adj1" fmla="val 50000"/>
              <a:gd name="adj2" fmla="val 52679"/>
            </a:avLst>
          </a:prstGeom>
          <a:solidFill>
            <a:srgbClr val="FF0000"/>
          </a:solidFill>
          <a:ln w="222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8" name="Object 10">
            <a:extLst>
              <a:ext uri="{FF2B5EF4-FFF2-40B4-BE49-F238E27FC236}">
                <a16:creationId xmlns:a16="http://schemas.microsoft.com/office/drawing/2014/main" id="{12A98C08-3837-4C1B-A32D-1A573FC3F61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43375" y="2786063"/>
          <a:ext cx="4386263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304" name="公式" r:id="rId15" imgW="1971618" imgH="352391" progId="Equation.3">
                  <p:embed/>
                </p:oleObj>
              </mc:Choice>
              <mc:Fallback>
                <p:oleObj name="公式" r:id="rId15" imgW="1971618" imgH="352391" progId="Equation.3">
                  <p:embed/>
                  <p:pic>
                    <p:nvPicPr>
                      <p:cNvPr id="18" name="Object 10">
                        <a:extLst>
                          <a:ext uri="{FF2B5EF4-FFF2-40B4-BE49-F238E27FC236}">
                            <a16:creationId xmlns:a16="http://schemas.microsoft.com/office/drawing/2014/main" id="{12A98C08-3837-4C1B-A32D-1A573FC3F61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3375" y="2786063"/>
                        <a:ext cx="4386263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1">
            <a:extLst>
              <a:ext uri="{FF2B5EF4-FFF2-40B4-BE49-F238E27FC236}">
                <a16:creationId xmlns:a16="http://schemas.microsoft.com/office/drawing/2014/main" id="{DE0A8DC0-6CFE-4F6B-AF41-84B45A42AF9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0063" y="3984625"/>
          <a:ext cx="2171700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305" name="公式" r:id="rId17" imgW="923880" imgH="180941" progId="Equation.3">
                  <p:embed/>
                </p:oleObj>
              </mc:Choice>
              <mc:Fallback>
                <p:oleObj name="公式" r:id="rId17" imgW="923880" imgH="180941" progId="Equation.3">
                  <p:embed/>
                  <p:pic>
                    <p:nvPicPr>
                      <p:cNvPr id="19" name="Object 11">
                        <a:extLst>
                          <a:ext uri="{FF2B5EF4-FFF2-40B4-BE49-F238E27FC236}">
                            <a16:creationId xmlns:a16="http://schemas.microsoft.com/office/drawing/2014/main" id="{DE0A8DC0-6CFE-4F6B-AF41-84B45A42AF9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063" y="3984625"/>
                        <a:ext cx="2171700" cy="503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Rectangle 25">
            <a:extLst>
              <a:ext uri="{FF2B5EF4-FFF2-40B4-BE49-F238E27FC236}">
                <a16:creationId xmlns:a16="http://schemas.microsoft.com/office/drawing/2014/main" id="{4F7EC1A5-E514-40A3-8CFA-C9842776EA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3188" y="3994150"/>
            <a:ext cx="1779587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200">
                <a:solidFill>
                  <a:schemeClr val="bg1"/>
                </a:solidFill>
              </a:rPr>
              <a:t>——</a:t>
            </a:r>
            <a:r>
              <a:rPr lang="zh-CN" altLang="en-US" sz="2200">
                <a:solidFill>
                  <a:schemeClr val="bg1"/>
                </a:solidFill>
              </a:rPr>
              <a:t>波节</a:t>
            </a:r>
            <a:endParaRPr lang="en-US" altLang="zh-CN" sz="2200">
              <a:solidFill>
                <a:schemeClr val="bg1"/>
              </a:solidFill>
            </a:endParaRPr>
          </a:p>
        </p:txBody>
      </p:sp>
      <p:graphicFrame>
        <p:nvGraphicFramePr>
          <p:cNvPr id="15" name="Object 10">
            <a:extLst>
              <a:ext uri="{FF2B5EF4-FFF2-40B4-BE49-F238E27FC236}">
                <a16:creationId xmlns:a16="http://schemas.microsoft.com/office/drawing/2014/main" id="{1C372096-ED84-45FD-83C6-1638B8287D7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00563" y="3779838"/>
          <a:ext cx="4256087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306" name="公式" r:id="rId19" imgW="1723904" imgH="352391" progId="Equation.3">
                  <p:embed/>
                </p:oleObj>
              </mc:Choice>
              <mc:Fallback>
                <p:oleObj name="公式" r:id="rId19" imgW="1723904" imgH="352391" progId="Equation.3">
                  <p:embed/>
                  <p:pic>
                    <p:nvPicPr>
                      <p:cNvPr id="15" name="Object 10">
                        <a:extLst>
                          <a:ext uri="{FF2B5EF4-FFF2-40B4-BE49-F238E27FC236}">
                            <a16:creationId xmlns:a16="http://schemas.microsoft.com/office/drawing/2014/main" id="{1C372096-ED84-45FD-83C6-1638B8287D7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0563" y="3779838"/>
                        <a:ext cx="4256087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 Box 9">
            <a:extLst>
              <a:ext uri="{FF2B5EF4-FFF2-40B4-BE49-F238E27FC236}">
                <a16:creationId xmlns:a16="http://schemas.microsoft.com/office/drawing/2014/main" id="{DD3AE3FF-CBB6-4316-B29C-C576A0FBF3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063" y="4937125"/>
            <a:ext cx="34290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200">
                <a:solidFill>
                  <a:srgbClr val="FFFF00"/>
                </a:solidFill>
              </a:rPr>
              <a:t>相邻波腹间的距离：</a:t>
            </a:r>
          </a:p>
        </p:txBody>
      </p:sp>
      <p:graphicFrame>
        <p:nvGraphicFramePr>
          <p:cNvPr id="23" name="Object 11">
            <a:extLst>
              <a:ext uri="{FF2B5EF4-FFF2-40B4-BE49-F238E27FC236}">
                <a16:creationId xmlns:a16="http://schemas.microsoft.com/office/drawing/2014/main" id="{0A95FCF3-97DB-42FC-9A72-DC22B854288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43250" y="5708650"/>
          <a:ext cx="5722938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307" name="公式" r:id="rId21" imgW="2504967" imgH="352391" progId="Equation.3">
                  <p:embed/>
                </p:oleObj>
              </mc:Choice>
              <mc:Fallback>
                <p:oleObj name="公式" r:id="rId21" imgW="2504967" imgH="352391" progId="Equation.3">
                  <p:embed/>
                  <p:pic>
                    <p:nvPicPr>
                      <p:cNvPr id="23" name="Object 11">
                        <a:extLst>
                          <a:ext uri="{FF2B5EF4-FFF2-40B4-BE49-F238E27FC236}">
                            <a16:creationId xmlns:a16="http://schemas.microsoft.com/office/drawing/2014/main" id="{0A95FCF3-97DB-42FC-9A72-DC22B854288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3250" y="5708650"/>
                        <a:ext cx="5722938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12">
            <a:extLst>
              <a:ext uri="{FF2B5EF4-FFF2-40B4-BE49-F238E27FC236}">
                <a16:creationId xmlns:a16="http://schemas.microsoft.com/office/drawing/2014/main" id="{4D9E1F5C-4FED-40E1-B4AE-91917A93BCD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43250" y="4714875"/>
          <a:ext cx="3979863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308" name="公式" r:id="rId23" imgW="1790573" imgH="352391" progId="Equation.3">
                  <p:embed/>
                </p:oleObj>
              </mc:Choice>
              <mc:Fallback>
                <p:oleObj name="公式" r:id="rId23" imgW="1790573" imgH="352391" progId="Equation.3">
                  <p:embed/>
                  <p:pic>
                    <p:nvPicPr>
                      <p:cNvPr id="24" name="Object 12">
                        <a:extLst>
                          <a:ext uri="{FF2B5EF4-FFF2-40B4-BE49-F238E27FC236}">
                            <a16:creationId xmlns:a16="http://schemas.microsoft.com/office/drawing/2014/main" id="{4D9E1F5C-4FED-40E1-B4AE-91917A93BCD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3250" y="4714875"/>
                        <a:ext cx="3979863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Rectangle 12">
            <a:extLst>
              <a:ext uri="{FF2B5EF4-FFF2-40B4-BE49-F238E27FC236}">
                <a16:creationId xmlns:a16="http://schemas.microsoft.com/office/drawing/2014/main" id="{89065D23-B80B-42E6-8E36-733A32FBF8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650" y="5930900"/>
            <a:ext cx="5999163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200">
                <a:solidFill>
                  <a:srgbClr val="FFFF00"/>
                </a:solidFill>
              </a:rPr>
              <a:t>相邻波节间的距离：</a:t>
            </a:r>
          </a:p>
        </p:txBody>
      </p:sp>
      <p:sp>
        <p:nvSpPr>
          <p:cNvPr id="26" name="右弧形箭头 25">
            <a:extLst>
              <a:ext uri="{FF2B5EF4-FFF2-40B4-BE49-F238E27FC236}">
                <a16:creationId xmlns:a16="http://schemas.microsoft.com/office/drawing/2014/main" id="{41F28C43-AD4E-4582-AFB3-39ADC96311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58188" y="1428750"/>
            <a:ext cx="428625" cy="1071563"/>
          </a:xfrm>
          <a:prstGeom prst="curvedLeftArrow">
            <a:avLst>
              <a:gd name="adj1" fmla="val 25012"/>
              <a:gd name="adj2" fmla="val 69734"/>
              <a:gd name="adj3" fmla="val 36741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27" name="右弧形箭头 26">
            <a:extLst>
              <a:ext uri="{FF2B5EF4-FFF2-40B4-BE49-F238E27FC236}">
                <a16:creationId xmlns:a16="http://schemas.microsoft.com/office/drawing/2014/main" id="{16A5F1C3-D97C-4CF1-BC3A-9C751FC91D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72500" y="3214688"/>
            <a:ext cx="428625" cy="1071562"/>
          </a:xfrm>
          <a:prstGeom prst="curvedLeftArrow">
            <a:avLst>
              <a:gd name="adj1" fmla="val 25012"/>
              <a:gd name="adj2" fmla="val 69734"/>
              <a:gd name="adj3" fmla="val 36741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28" name="左箭头 27">
            <a:extLst>
              <a:ext uri="{FF2B5EF4-FFF2-40B4-BE49-F238E27FC236}">
                <a16:creationId xmlns:a16="http://schemas.microsoft.com/office/drawing/2014/main" id="{8A55EDCF-A74F-4634-A706-8C76031D0B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4813" y="2143125"/>
            <a:ext cx="571500" cy="285750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29" name="左箭头 28">
            <a:extLst>
              <a:ext uri="{FF2B5EF4-FFF2-40B4-BE49-F238E27FC236}">
                <a16:creationId xmlns:a16="http://schemas.microsoft.com/office/drawing/2014/main" id="{4836E3A5-E18F-4763-9773-67430A0BB6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9063" y="4071938"/>
            <a:ext cx="571500" cy="285750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4625F564-8DED-4192-BD54-A46160772B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43688" y="4643438"/>
            <a:ext cx="642937" cy="1071562"/>
          </a:xfrm>
          <a:prstGeom prst="ellipse">
            <a:avLst/>
          </a:prstGeom>
          <a:noFill/>
          <a:ln w="127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03F1F1D4-4E6E-4102-8537-B2E339E1A2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66125" y="5643563"/>
            <a:ext cx="642938" cy="1071562"/>
          </a:xfrm>
          <a:prstGeom prst="ellipse">
            <a:avLst/>
          </a:prstGeom>
          <a:noFill/>
          <a:ln w="127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grpSp>
        <p:nvGrpSpPr>
          <p:cNvPr id="3" name="组合 37">
            <a:extLst>
              <a:ext uri="{FF2B5EF4-FFF2-40B4-BE49-F238E27FC236}">
                <a16:creationId xmlns:a16="http://schemas.microsoft.com/office/drawing/2014/main" id="{A2E08B46-F1ED-442C-85FD-77163C3FCE2C}"/>
              </a:ext>
            </a:extLst>
          </p:cNvPr>
          <p:cNvGrpSpPr>
            <a:grpSpLocks/>
          </p:cNvGrpSpPr>
          <p:nvPr/>
        </p:nvGrpSpPr>
        <p:grpSpPr bwMode="auto">
          <a:xfrm>
            <a:off x="7358063" y="5143500"/>
            <a:ext cx="1000125" cy="652463"/>
            <a:chOff x="7429520" y="5143512"/>
            <a:chExt cx="1000132" cy="652466"/>
          </a:xfrm>
        </p:grpSpPr>
        <p:cxnSp>
          <p:nvCxnSpPr>
            <p:cNvPr id="9246" name="直接连接符 32">
              <a:extLst>
                <a:ext uri="{FF2B5EF4-FFF2-40B4-BE49-F238E27FC236}">
                  <a16:creationId xmlns:a16="http://schemas.microsoft.com/office/drawing/2014/main" id="{E9DF605F-2B80-4C41-8820-B9AF82A862B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429520" y="5143512"/>
              <a:ext cx="1000132" cy="500066"/>
            </a:xfrm>
            <a:prstGeom prst="line">
              <a:avLst/>
            </a:prstGeom>
            <a:noFill/>
            <a:ln w="1270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247" name="直接连接符 36">
              <a:extLst>
                <a:ext uri="{FF2B5EF4-FFF2-40B4-BE49-F238E27FC236}">
                  <a16:creationId xmlns:a16="http://schemas.microsoft.com/office/drawing/2014/main" id="{DF5DFDEA-F6C6-4404-9FF4-DB7061EFA21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429520" y="5295912"/>
              <a:ext cx="1000132" cy="500066"/>
            </a:xfrm>
            <a:prstGeom prst="line">
              <a:avLst/>
            </a:prstGeom>
            <a:noFill/>
            <a:ln w="1270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9245" name="灯片编号占位符 1">
            <a:extLst>
              <a:ext uri="{FF2B5EF4-FFF2-40B4-BE49-F238E27FC236}">
                <a16:creationId xmlns:a16="http://schemas.microsoft.com/office/drawing/2014/main" id="{0E3B8B6D-432A-4AD1-9D65-E67102A58325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C8FE1FF2-7786-409A-99C8-C94EF610C15E}" type="slidenum">
              <a:rPr lang="en-US" altLang="zh-CN" b="0">
                <a:solidFill>
                  <a:srgbClr val="FF00FF"/>
                </a:solidFill>
              </a:rPr>
              <a:pPr eaLnBrk="1" hangingPunct="1"/>
              <a:t>4</a:t>
            </a:fld>
            <a:r>
              <a:rPr lang="en-US" altLang="zh-CN" b="0">
                <a:solidFill>
                  <a:srgbClr val="FF00FF"/>
                </a:solidFill>
              </a:rPr>
              <a:t>/23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522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2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1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utoUpdateAnimBg="0"/>
      <p:bldP spid="9" grpId="0" autoUpdateAnimBg="0"/>
      <p:bldP spid="11" grpId="0" animBg="1"/>
      <p:bldP spid="13" grpId="0" autoUpdateAnimBg="0"/>
      <p:bldP spid="17" grpId="0" animBg="1"/>
      <p:bldP spid="20" grpId="0" autoUpdateAnimBg="0"/>
      <p:bldP spid="22" grpId="0" autoUpdateAnimBg="0"/>
      <p:bldP spid="25" grpId="0" autoUpdateAnimBg="0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532" name="Rectangle 4"/>
          <p:cNvSpPr>
            <a:spLocks noChangeArrowheads="1"/>
          </p:cNvSpPr>
          <p:nvPr/>
        </p:nvSpPr>
        <p:spPr bwMode="auto">
          <a:xfrm>
            <a:off x="857250" y="887413"/>
            <a:ext cx="2786063" cy="469900"/>
          </a:xfrm>
          <a:prstGeom prst="rect">
            <a:avLst/>
          </a:prstGeom>
          <a:gradFill rotWithShape="0">
            <a:gsLst>
              <a:gs pos="0">
                <a:schemeClr val="accent1"/>
              </a:gs>
              <a:gs pos="50000">
                <a:srgbClr val="FFFFFF"/>
              </a:gs>
              <a:gs pos="100000">
                <a:schemeClr val="accent1"/>
              </a:gs>
            </a:gsLst>
            <a:lin ang="5400000" scaled="1"/>
          </a:gradFill>
          <a:ln w="12700">
            <a:solidFill>
              <a:schemeClr val="tx2"/>
            </a:solidFill>
            <a:miter lim="800000"/>
          </a:ln>
          <a:effectLst/>
        </p:spPr>
        <p:txBody>
          <a:bodyPr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驻 波 的 形 成</a:t>
            </a:r>
          </a:p>
        </p:txBody>
      </p:sp>
      <p:sp>
        <p:nvSpPr>
          <p:cNvPr id="10243" name="灯片编号占位符 1"/>
          <p:cNvSpPr txBox="1"/>
          <p:nvPr/>
        </p:nvSpPr>
        <p:spPr>
          <a:xfrm>
            <a:off x="0" y="6381750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eaLnBrk="1" hangingPunct="1"/>
            <a:fld id="{9A0DB2DC-4C9A-4742-B13C-FB6460FD3503}" type="slidenum">
              <a:rPr lang="en-US" altLang="zh-CN" b="0" dirty="0">
                <a:solidFill>
                  <a:srgbClr val="FF00FF"/>
                </a:solidFill>
                <a:latin typeface="Times New Roman" panose="02020603050405020304" pitchFamily="18" charset="0"/>
              </a:rPr>
              <a:t>5</a:t>
            </a:fld>
            <a:r>
              <a:rPr lang="en-US" altLang="zh-CN" b="0" dirty="0">
                <a:solidFill>
                  <a:srgbClr val="FF00FF"/>
                </a:solidFill>
                <a:latin typeface="Times New Roman" panose="02020603050405020304" pitchFamily="18" charset="0"/>
              </a:rPr>
              <a:t>/26</a:t>
            </a:r>
          </a:p>
        </p:txBody>
      </p:sp>
      <p:graphicFrame>
        <p:nvGraphicFramePr>
          <p:cNvPr id="10244" name="Object 2"/>
          <p:cNvGraphicFramePr>
            <a:graphicFrameLocks noChangeAspect="1"/>
          </p:cNvGraphicFramePr>
          <p:nvPr/>
        </p:nvGraphicFramePr>
        <p:xfrm>
          <a:off x="1227138" y="0"/>
          <a:ext cx="2987675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266" r:id="rId4" imgW="1516380" imgH="423545" progId="Equation.3">
                  <p:embed/>
                </p:oleObj>
              </mc:Choice>
              <mc:Fallback>
                <p:oleObj r:id="rId4" imgW="1516380" imgH="423545" progId="Equation.3">
                  <p:embed/>
                  <p:pic>
                    <p:nvPicPr>
                      <p:cNvPr id="10244" name="Object 2"/>
                      <p:cNvPicPr/>
                      <p:nvPr/>
                    </p:nvPicPr>
                    <p:blipFill>
                      <a:blip r:embed="rId5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227138" y="0"/>
                        <a:ext cx="2987675" cy="8286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5" name="Object 3"/>
          <p:cNvGraphicFramePr>
            <a:graphicFrameLocks noChangeAspect="1"/>
          </p:cNvGraphicFramePr>
          <p:nvPr/>
        </p:nvGraphicFramePr>
        <p:xfrm>
          <a:off x="4832350" y="0"/>
          <a:ext cx="2882900" cy="827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267" r:id="rId6" imgW="1527810" imgH="423545" progId="Equation.3">
                  <p:embed/>
                </p:oleObj>
              </mc:Choice>
              <mc:Fallback>
                <p:oleObj r:id="rId6" imgW="1527810" imgH="423545" progId="Equation.3">
                  <p:embed/>
                  <p:pic>
                    <p:nvPicPr>
                      <p:cNvPr id="10245" name="Object 3"/>
                      <p:cNvPicPr/>
                      <p:nvPr/>
                    </p:nvPicPr>
                    <p:blipFill>
                      <a:blip r:embed="rId7">
                        <a:clrChange>
                          <a:clrFrom>
                            <a:srgbClr val="000000"/>
                          </a:clrFrom>
                          <a:clrTo>
                            <a:srgbClr val="FFFF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832350" y="0"/>
                        <a:ext cx="2882900" cy="8270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6" name="Object 5"/>
          <p:cNvGraphicFramePr>
            <a:graphicFrameLocks noChangeAspect="1"/>
          </p:cNvGraphicFramePr>
          <p:nvPr/>
        </p:nvGraphicFramePr>
        <p:xfrm>
          <a:off x="3786188" y="714375"/>
          <a:ext cx="4745037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268" r:id="rId8" imgW="2609215" imgH="423545" progId="Equation.3">
                  <p:embed/>
                </p:oleObj>
              </mc:Choice>
              <mc:Fallback>
                <p:oleObj r:id="rId8" imgW="2609215" imgH="423545" progId="Equation.3">
                  <p:embed/>
                  <p:pic>
                    <p:nvPicPr>
                      <p:cNvPr id="10246" name="Object 5"/>
                      <p:cNvPicPr/>
                      <p:nvPr/>
                    </p:nvPicPr>
                    <p:blipFill>
                      <a:blip r:embed="rId9">
                        <a:clrChange>
                          <a:clrFrom>
                            <a:srgbClr val="000000"/>
                          </a:clrFrom>
                          <a:clrTo>
                            <a:srgbClr val="FFFF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786188" y="714375"/>
                        <a:ext cx="4745037" cy="7921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  <p:controls>
      <mc:AlternateContent xmlns:mc="http://schemas.openxmlformats.org/markup-compatibility/2006">
        <mc:Choice xmlns:v="urn:schemas-microsoft-com:vml" Requires="v">
          <p:control spid="95269" r:id="rId2" imgW="8458200" imgH="4967287"/>
        </mc:Choice>
        <mc:Fallback>
          <p:control r:id="rId2" imgW="8458200" imgH="4967287">
            <p:pic>
              <p:nvPicPr>
                <p:cNvPr id="2" name="ShockwaveFlash1"/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323850" y="1484313"/>
                  <a:ext cx="8458200" cy="4967287"/>
                </a:xfrm>
                <a:prstGeom prst="rect">
                  <a:avLst/>
                </a:prstGeom>
              </p:spPr>
            </p:pic>
          </p:control>
        </mc:Fallback>
      </mc:AlternateContent>
    </p:controls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278" name="Rectangle 14">
            <a:extLst>
              <a:ext uri="{FF2B5EF4-FFF2-40B4-BE49-F238E27FC236}">
                <a16:creationId xmlns:a16="http://schemas.microsoft.com/office/drawing/2014/main" id="{946A7DC9-5A0B-449D-A8C0-B5CB7759A5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188" y="290513"/>
            <a:ext cx="510540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200">
                <a:solidFill>
                  <a:schemeClr val="bg1"/>
                </a:solidFill>
              </a:rPr>
              <a:t>    </a:t>
            </a:r>
            <a:r>
              <a:rPr lang="zh-CN" altLang="en-US" sz="2200">
                <a:solidFill>
                  <a:schemeClr val="bg1"/>
                </a:solidFill>
              </a:rPr>
              <a:t>所有波节点将媒质划分为长</a:t>
            </a:r>
          </a:p>
        </p:txBody>
      </p:sp>
      <p:sp>
        <p:nvSpPr>
          <p:cNvPr id="523279" name="Rectangle 15">
            <a:extLst>
              <a:ext uri="{FF2B5EF4-FFF2-40B4-BE49-F238E27FC236}">
                <a16:creationId xmlns:a16="http://schemas.microsoft.com/office/drawing/2014/main" id="{8B075856-86AA-46F1-AB6D-61AD00B6C8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750" y="290513"/>
            <a:ext cx="468313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200">
                <a:solidFill>
                  <a:schemeClr val="bg1"/>
                </a:solidFill>
              </a:rPr>
              <a:t>②</a:t>
            </a:r>
          </a:p>
        </p:txBody>
      </p:sp>
      <p:sp>
        <p:nvSpPr>
          <p:cNvPr id="523280" name="Rectangle 16">
            <a:extLst>
              <a:ext uri="{FF2B5EF4-FFF2-40B4-BE49-F238E27FC236}">
                <a16:creationId xmlns:a16="http://schemas.microsoft.com/office/drawing/2014/main" id="{0E82F4C6-495D-4CC5-A52D-E7D228D458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6313" y="290513"/>
            <a:ext cx="4238625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200" dirty="0">
                <a:solidFill>
                  <a:schemeClr val="bg1"/>
                </a:solidFill>
              </a:rPr>
              <a:t>的许多段，</a:t>
            </a:r>
            <a:r>
              <a:rPr lang="zh-CN" altLang="en-US" sz="2200" u="sng" dirty="0">
                <a:solidFill>
                  <a:srgbClr val="FF0000"/>
                </a:solidFill>
              </a:rPr>
              <a:t>同一段内各质点振动</a:t>
            </a:r>
          </a:p>
        </p:txBody>
      </p:sp>
      <p:graphicFrame>
        <p:nvGraphicFramePr>
          <p:cNvPr id="523281" name="Object 9">
            <a:extLst>
              <a:ext uri="{FF2B5EF4-FFF2-40B4-BE49-F238E27FC236}">
                <a16:creationId xmlns:a16="http://schemas.microsoft.com/office/drawing/2014/main" id="{41F65E93-C9EE-4380-8ABA-B5EF8F7A2FE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43375" y="319088"/>
          <a:ext cx="690563" cy="39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339" name="公式" r:id="rId3" imgW="266675" imgH="142977" progId="Equation.3">
                  <p:embed/>
                </p:oleObj>
              </mc:Choice>
              <mc:Fallback>
                <p:oleObj name="公式" r:id="rId3" imgW="266675" imgH="142977" progId="Equation.3">
                  <p:embed/>
                  <p:pic>
                    <p:nvPicPr>
                      <p:cNvPr id="523281" name="Object 9">
                        <a:extLst>
                          <a:ext uri="{FF2B5EF4-FFF2-40B4-BE49-F238E27FC236}">
                            <a16:creationId xmlns:a16="http://schemas.microsoft.com/office/drawing/2014/main" id="{41F65E93-C9EE-4380-8ABA-B5EF8F7A2FE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3375" y="319088"/>
                        <a:ext cx="690563" cy="395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3282" name="Rectangle 18">
            <a:extLst>
              <a:ext uri="{FF2B5EF4-FFF2-40B4-BE49-F238E27FC236}">
                <a16:creationId xmlns:a16="http://schemas.microsoft.com/office/drawing/2014/main" id="{7EF3C07F-C552-42CD-AB00-A82C08849F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938" y="706438"/>
            <a:ext cx="3429000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200" u="sng" dirty="0">
                <a:solidFill>
                  <a:srgbClr val="FF0000"/>
                </a:solidFill>
              </a:rPr>
              <a:t>振幅不同，相位相同</a:t>
            </a:r>
            <a:r>
              <a:rPr lang="zh-CN" altLang="en-US" sz="2200" dirty="0">
                <a:solidFill>
                  <a:schemeClr val="bg1"/>
                </a:solidFill>
              </a:rPr>
              <a:t>；而</a:t>
            </a:r>
            <a:r>
              <a:rPr lang="zh-CN" altLang="en-US" sz="2200" u="sng" dirty="0">
                <a:solidFill>
                  <a:srgbClr val="FF0000"/>
                </a:solidFill>
              </a:rPr>
              <a:t>分别位于相邻两段内的各质点，振动相位相反</a:t>
            </a:r>
            <a:r>
              <a:rPr lang="zh-CN" altLang="en-US" sz="2200" dirty="0">
                <a:solidFill>
                  <a:schemeClr val="bg1"/>
                </a:solidFill>
              </a:rPr>
              <a:t>。</a:t>
            </a:r>
          </a:p>
        </p:txBody>
      </p:sp>
      <p:sp>
        <p:nvSpPr>
          <p:cNvPr id="523284" name="Line 20">
            <a:extLst>
              <a:ext uri="{FF2B5EF4-FFF2-40B4-BE49-F238E27FC236}">
                <a16:creationId xmlns:a16="http://schemas.microsoft.com/office/drawing/2014/main" id="{93F1180E-81A4-4412-B873-C426F3445A8E}"/>
              </a:ext>
            </a:extLst>
          </p:cNvPr>
          <p:cNvSpPr>
            <a:spLocks noChangeShapeType="1"/>
          </p:cNvSpPr>
          <p:nvPr/>
        </p:nvSpPr>
        <p:spPr bwMode="auto">
          <a:xfrm>
            <a:off x="4305300" y="1319213"/>
            <a:ext cx="4267200" cy="0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3285" name="Line 21">
            <a:extLst>
              <a:ext uri="{FF2B5EF4-FFF2-40B4-BE49-F238E27FC236}">
                <a16:creationId xmlns:a16="http://schemas.microsoft.com/office/drawing/2014/main" id="{EB6D3F9A-AAAA-48B8-AE02-2EA9916015E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534025" y="785813"/>
            <a:ext cx="0" cy="533400"/>
          </a:xfrm>
          <a:prstGeom prst="line">
            <a:avLst/>
          </a:prstGeom>
          <a:noFill/>
          <a:ln w="9525">
            <a:solidFill>
              <a:srgbClr val="00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3286" name="Line 22">
            <a:extLst>
              <a:ext uri="{FF2B5EF4-FFF2-40B4-BE49-F238E27FC236}">
                <a16:creationId xmlns:a16="http://schemas.microsoft.com/office/drawing/2014/main" id="{CA543793-D64B-492A-8924-9F567AF576F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153025" y="938213"/>
            <a:ext cx="0" cy="381000"/>
          </a:xfrm>
          <a:prstGeom prst="line">
            <a:avLst/>
          </a:prstGeom>
          <a:noFill/>
          <a:ln w="9525">
            <a:solidFill>
              <a:srgbClr val="00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3287" name="Line 23">
            <a:extLst>
              <a:ext uri="{FF2B5EF4-FFF2-40B4-BE49-F238E27FC236}">
                <a16:creationId xmlns:a16="http://schemas.microsoft.com/office/drawing/2014/main" id="{FFB37502-62DB-4F1F-9161-9F4A2FDF943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915025" y="938213"/>
            <a:ext cx="0" cy="381000"/>
          </a:xfrm>
          <a:prstGeom prst="line">
            <a:avLst/>
          </a:prstGeom>
          <a:noFill/>
          <a:ln w="9525">
            <a:solidFill>
              <a:srgbClr val="00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3288" name="Line 24">
            <a:extLst>
              <a:ext uri="{FF2B5EF4-FFF2-40B4-BE49-F238E27FC236}">
                <a16:creationId xmlns:a16="http://schemas.microsoft.com/office/drawing/2014/main" id="{C2FA4C71-05B6-460B-8438-AADB6055A240}"/>
              </a:ext>
            </a:extLst>
          </p:cNvPr>
          <p:cNvSpPr>
            <a:spLocks noChangeShapeType="1"/>
          </p:cNvSpPr>
          <p:nvPr/>
        </p:nvSpPr>
        <p:spPr bwMode="auto">
          <a:xfrm>
            <a:off x="7210425" y="1319213"/>
            <a:ext cx="0" cy="533400"/>
          </a:xfrm>
          <a:prstGeom prst="line">
            <a:avLst/>
          </a:prstGeom>
          <a:noFill/>
          <a:ln w="9525">
            <a:solidFill>
              <a:srgbClr val="00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3289" name="Line 25">
            <a:extLst>
              <a:ext uri="{FF2B5EF4-FFF2-40B4-BE49-F238E27FC236}">
                <a16:creationId xmlns:a16="http://schemas.microsoft.com/office/drawing/2014/main" id="{0FF7B87E-43E7-4D78-865C-089D0DC46A60}"/>
              </a:ext>
            </a:extLst>
          </p:cNvPr>
          <p:cNvSpPr>
            <a:spLocks noChangeShapeType="1"/>
          </p:cNvSpPr>
          <p:nvPr/>
        </p:nvSpPr>
        <p:spPr bwMode="auto">
          <a:xfrm>
            <a:off x="6829425" y="1319213"/>
            <a:ext cx="0" cy="381000"/>
          </a:xfrm>
          <a:prstGeom prst="line">
            <a:avLst/>
          </a:prstGeom>
          <a:noFill/>
          <a:ln w="9525">
            <a:solidFill>
              <a:srgbClr val="00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3290" name="Line 26">
            <a:extLst>
              <a:ext uri="{FF2B5EF4-FFF2-40B4-BE49-F238E27FC236}">
                <a16:creationId xmlns:a16="http://schemas.microsoft.com/office/drawing/2014/main" id="{341D3BDF-436B-4231-8048-ECD4B52F368E}"/>
              </a:ext>
            </a:extLst>
          </p:cNvPr>
          <p:cNvSpPr>
            <a:spLocks noChangeShapeType="1"/>
          </p:cNvSpPr>
          <p:nvPr/>
        </p:nvSpPr>
        <p:spPr bwMode="auto">
          <a:xfrm>
            <a:off x="7591425" y="1319213"/>
            <a:ext cx="0" cy="381000"/>
          </a:xfrm>
          <a:prstGeom prst="line">
            <a:avLst/>
          </a:prstGeom>
          <a:noFill/>
          <a:ln w="9525">
            <a:solidFill>
              <a:srgbClr val="00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3291" name="Freeform 27">
            <a:extLst>
              <a:ext uri="{FF2B5EF4-FFF2-40B4-BE49-F238E27FC236}">
                <a16:creationId xmlns:a16="http://schemas.microsoft.com/office/drawing/2014/main" id="{893CA24D-4E4C-4A91-AEC1-72A8443FCBDC}"/>
              </a:ext>
            </a:extLst>
          </p:cNvPr>
          <p:cNvSpPr>
            <a:spLocks/>
          </p:cNvSpPr>
          <p:nvPr/>
        </p:nvSpPr>
        <p:spPr bwMode="auto">
          <a:xfrm>
            <a:off x="4772025" y="785813"/>
            <a:ext cx="1600200" cy="533400"/>
          </a:xfrm>
          <a:custGeom>
            <a:avLst/>
            <a:gdLst>
              <a:gd name="T0" fmla="*/ 0 w 1008"/>
              <a:gd name="T1" fmla="*/ 2147483646 h 336"/>
              <a:gd name="T2" fmla="*/ 2147483646 w 1008"/>
              <a:gd name="T3" fmla="*/ 2147483646 h 336"/>
              <a:gd name="T4" fmla="*/ 2147483646 w 1008"/>
              <a:gd name="T5" fmla="*/ 2147483646 h 336"/>
              <a:gd name="T6" fmla="*/ 2147483646 w 1008"/>
              <a:gd name="T7" fmla="*/ 0 h 336"/>
              <a:gd name="T8" fmla="*/ 2147483646 w 1008"/>
              <a:gd name="T9" fmla="*/ 2147483646 h 336"/>
              <a:gd name="T10" fmla="*/ 2147483646 w 1008"/>
              <a:gd name="T11" fmla="*/ 2147483646 h 336"/>
              <a:gd name="T12" fmla="*/ 2147483646 w 1008"/>
              <a:gd name="T13" fmla="*/ 2147483646 h 33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008"/>
              <a:gd name="T22" fmla="*/ 0 h 336"/>
              <a:gd name="T23" fmla="*/ 1008 w 1008"/>
              <a:gd name="T24" fmla="*/ 336 h 3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008" h="336">
                <a:moveTo>
                  <a:pt x="0" y="336"/>
                </a:moveTo>
                <a:cubicBezTo>
                  <a:pt x="44" y="288"/>
                  <a:pt x="88" y="240"/>
                  <a:pt x="144" y="192"/>
                </a:cubicBezTo>
                <a:cubicBezTo>
                  <a:pt x="200" y="144"/>
                  <a:pt x="280" y="80"/>
                  <a:pt x="336" y="48"/>
                </a:cubicBezTo>
                <a:cubicBezTo>
                  <a:pt x="392" y="16"/>
                  <a:pt x="424" y="0"/>
                  <a:pt x="480" y="0"/>
                </a:cubicBezTo>
                <a:cubicBezTo>
                  <a:pt x="536" y="0"/>
                  <a:pt x="600" y="8"/>
                  <a:pt x="672" y="48"/>
                </a:cubicBezTo>
                <a:cubicBezTo>
                  <a:pt x="744" y="88"/>
                  <a:pt x="856" y="192"/>
                  <a:pt x="912" y="240"/>
                </a:cubicBezTo>
                <a:cubicBezTo>
                  <a:pt x="968" y="288"/>
                  <a:pt x="988" y="312"/>
                  <a:pt x="1008" y="336"/>
                </a:cubicBezTo>
              </a:path>
            </a:pathLst>
          </a:custGeom>
          <a:noFill/>
          <a:ln w="22225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3292" name="Freeform 28">
            <a:extLst>
              <a:ext uri="{FF2B5EF4-FFF2-40B4-BE49-F238E27FC236}">
                <a16:creationId xmlns:a16="http://schemas.microsoft.com/office/drawing/2014/main" id="{BB6041F2-7CF5-4796-81E2-B11E7C69264B}"/>
              </a:ext>
            </a:extLst>
          </p:cNvPr>
          <p:cNvSpPr>
            <a:spLocks/>
          </p:cNvSpPr>
          <p:nvPr/>
        </p:nvSpPr>
        <p:spPr bwMode="auto">
          <a:xfrm flipV="1">
            <a:off x="6372225" y="1319213"/>
            <a:ext cx="1600200" cy="533400"/>
          </a:xfrm>
          <a:custGeom>
            <a:avLst/>
            <a:gdLst>
              <a:gd name="T0" fmla="*/ 0 w 1008"/>
              <a:gd name="T1" fmla="*/ 2147483646 h 336"/>
              <a:gd name="T2" fmla="*/ 2147483646 w 1008"/>
              <a:gd name="T3" fmla="*/ 2147483646 h 336"/>
              <a:gd name="T4" fmla="*/ 2147483646 w 1008"/>
              <a:gd name="T5" fmla="*/ 2147483646 h 336"/>
              <a:gd name="T6" fmla="*/ 2147483646 w 1008"/>
              <a:gd name="T7" fmla="*/ 0 h 336"/>
              <a:gd name="T8" fmla="*/ 2147483646 w 1008"/>
              <a:gd name="T9" fmla="*/ 2147483646 h 336"/>
              <a:gd name="T10" fmla="*/ 2147483646 w 1008"/>
              <a:gd name="T11" fmla="*/ 2147483646 h 336"/>
              <a:gd name="T12" fmla="*/ 2147483646 w 1008"/>
              <a:gd name="T13" fmla="*/ 2147483646 h 33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008"/>
              <a:gd name="T22" fmla="*/ 0 h 336"/>
              <a:gd name="T23" fmla="*/ 1008 w 1008"/>
              <a:gd name="T24" fmla="*/ 336 h 3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008" h="336">
                <a:moveTo>
                  <a:pt x="0" y="336"/>
                </a:moveTo>
                <a:cubicBezTo>
                  <a:pt x="44" y="288"/>
                  <a:pt x="88" y="240"/>
                  <a:pt x="144" y="192"/>
                </a:cubicBezTo>
                <a:cubicBezTo>
                  <a:pt x="200" y="144"/>
                  <a:pt x="280" y="80"/>
                  <a:pt x="336" y="48"/>
                </a:cubicBezTo>
                <a:cubicBezTo>
                  <a:pt x="392" y="16"/>
                  <a:pt x="424" y="0"/>
                  <a:pt x="480" y="0"/>
                </a:cubicBezTo>
                <a:cubicBezTo>
                  <a:pt x="536" y="0"/>
                  <a:pt x="600" y="8"/>
                  <a:pt x="672" y="48"/>
                </a:cubicBezTo>
                <a:cubicBezTo>
                  <a:pt x="744" y="88"/>
                  <a:pt x="856" y="192"/>
                  <a:pt x="912" y="240"/>
                </a:cubicBezTo>
                <a:cubicBezTo>
                  <a:pt x="968" y="288"/>
                  <a:pt x="988" y="312"/>
                  <a:pt x="1008" y="336"/>
                </a:cubicBezTo>
              </a:path>
            </a:pathLst>
          </a:custGeom>
          <a:noFill/>
          <a:ln w="22225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3293" name="Oval 29">
            <a:extLst>
              <a:ext uri="{FF2B5EF4-FFF2-40B4-BE49-F238E27FC236}">
                <a16:creationId xmlns:a16="http://schemas.microsoft.com/office/drawing/2014/main" id="{BB613DFC-E3AC-42D6-B6DC-407D814504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96025" y="1243013"/>
            <a:ext cx="152400" cy="152400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23294" name="Oval 30">
            <a:extLst>
              <a:ext uri="{FF2B5EF4-FFF2-40B4-BE49-F238E27FC236}">
                <a16:creationId xmlns:a16="http://schemas.microsoft.com/office/drawing/2014/main" id="{A12DE43D-3BDE-4693-A1D4-C660D00953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95825" y="1243013"/>
            <a:ext cx="152400" cy="152400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23295" name="Oval 31">
            <a:extLst>
              <a:ext uri="{FF2B5EF4-FFF2-40B4-BE49-F238E27FC236}">
                <a16:creationId xmlns:a16="http://schemas.microsoft.com/office/drawing/2014/main" id="{CFE4238C-C4A8-4A66-8DC7-2998E40BFA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96225" y="1243013"/>
            <a:ext cx="152400" cy="152400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00CB2F29-35E5-465B-8962-6003AB9782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938" y="1990725"/>
            <a:ext cx="7161212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2200">
                <a:solidFill>
                  <a:srgbClr val="FFFF00"/>
                </a:solidFill>
                <a:latin typeface="宋体" panose="02010600030101010101" pitchFamily="2" charset="-122"/>
              </a:rPr>
              <a:t>驻波中不存在相位的传播，</a:t>
            </a:r>
            <a:r>
              <a:rPr lang="zh-CN" altLang="en-US" sz="2200">
                <a:solidFill>
                  <a:schemeClr val="bg1"/>
                </a:solidFill>
                <a:latin typeface="宋体" panose="02010600030101010101" pitchFamily="2" charset="-122"/>
              </a:rPr>
              <a:t>这是</a:t>
            </a:r>
            <a:r>
              <a:rPr lang="en-US" altLang="zh-CN" sz="2200">
                <a:solidFill>
                  <a:schemeClr val="bg1"/>
                </a:solidFill>
                <a:latin typeface="宋体" panose="02010600030101010101" pitchFamily="2" charset="-122"/>
              </a:rPr>
              <a:t>“</a:t>
            </a:r>
            <a:r>
              <a:rPr lang="zh-CN" altLang="en-US" sz="2200">
                <a:solidFill>
                  <a:schemeClr val="bg1"/>
                </a:solidFill>
                <a:latin typeface="宋体" panose="02010600030101010101" pitchFamily="2" charset="-122"/>
              </a:rPr>
              <a:t>驻”的一层含义</a:t>
            </a:r>
          </a:p>
        </p:txBody>
      </p:sp>
      <p:sp>
        <p:nvSpPr>
          <p:cNvPr id="35" name="Text Box 4">
            <a:extLst>
              <a:ext uri="{FF2B5EF4-FFF2-40B4-BE49-F238E27FC236}">
                <a16:creationId xmlns:a16="http://schemas.microsoft.com/office/drawing/2014/main" id="{B88656A2-7651-4D5F-AE8B-0DE11C679E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938" y="2428875"/>
            <a:ext cx="5205412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2200" dirty="0">
                <a:solidFill>
                  <a:schemeClr val="bg1"/>
                </a:solidFill>
                <a:latin typeface="宋体" panose="02010600030101010101" pitchFamily="2" charset="-122"/>
              </a:rPr>
              <a:t>为何会有这种现象呢？</a:t>
            </a:r>
          </a:p>
        </p:txBody>
      </p:sp>
      <p:sp>
        <p:nvSpPr>
          <p:cNvPr id="36" name="Rectangle 29">
            <a:extLst>
              <a:ext uri="{FF2B5EF4-FFF2-40B4-BE49-F238E27FC236}">
                <a16:creationId xmlns:a16="http://schemas.microsoft.com/office/drawing/2014/main" id="{AE9EF0C0-FA52-4772-B46A-688A005099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4750" y="2428875"/>
            <a:ext cx="4752975" cy="430213"/>
          </a:xfrm>
          <a:prstGeom prst="rect">
            <a:avLst/>
          </a:prstGeom>
          <a:noFill/>
          <a:ln w="9525">
            <a:solidFill>
              <a:srgbClr val="00FF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200">
                <a:solidFill>
                  <a:schemeClr val="bg1"/>
                </a:solidFill>
                <a:latin typeface="宋体" panose="02010600030101010101" pitchFamily="2" charset="-122"/>
              </a:rPr>
              <a:t>相邻段内的质点的振动相位相反</a:t>
            </a:r>
          </a:p>
        </p:txBody>
      </p:sp>
      <p:graphicFrame>
        <p:nvGraphicFramePr>
          <p:cNvPr id="522254" name="Object 5">
            <a:extLst>
              <a:ext uri="{FF2B5EF4-FFF2-40B4-BE49-F238E27FC236}">
                <a16:creationId xmlns:a16="http://schemas.microsoft.com/office/drawing/2014/main" id="{79AA8571-5E6A-4ECF-AB31-E47734C81B7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31938" y="2887663"/>
          <a:ext cx="3683000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340" name="公式" r:id="rId5" imgW="1667022" imgH="352391" progId="Equation.3">
                  <p:embed/>
                </p:oleObj>
              </mc:Choice>
              <mc:Fallback>
                <p:oleObj name="公式" r:id="rId5" imgW="1667022" imgH="352391" progId="Equation.3">
                  <p:embed/>
                  <p:pic>
                    <p:nvPicPr>
                      <p:cNvPr id="522254" name="Object 5">
                        <a:extLst>
                          <a:ext uri="{FF2B5EF4-FFF2-40B4-BE49-F238E27FC236}">
                            <a16:creationId xmlns:a16="http://schemas.microsoft.com/office/drawing/2014/main" id="{79AA8571-5E6A-4ECF-AB31-E47734C81B7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31938" y="2887663"/>
                        <a:ext cx="3683000" cy="755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44" name="Text Box 5">
            <a:extLst>
              <a:ext uri="{FF2B5EF4-FFF2-40B4-BE49-F238E27FC236}">
                <a16:creationId xmlns:a16="http://schemas.microsoft.com/office/drawing/2014/main" id="{25AFE687-D545-4ABF-945C-013C081680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938" y="3043238"/>
            <a:ext cx="15335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>
                <a:solidFill>
                  <a:srgbClr val="FFFF00"/>
                </a:solidFill>
                <a:ea typeface="楷体_GB2312" pitchFamily="49" charset="-122"/>
              </a:rPr>
              <a:t>解释：</a:t>
            </a:r>
          </a:p>
        </p:txBody>
      </p:sp>
      <p:sp>
        <p:nvSpPr>
          <p:cNvPr id="39" name="Text Box 6">
            <a:extLst>
              <a:ext uri="{FF2B5EF4-FFF2-40B4-BE49-F238E27FC236}">
                <a16:creationId xmlns:a16="http://schemas.microsoft.com/office/drawing/2014/main" id="{F6870A9F-C741-4D06-A4FD-3E8438C80A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86375" y="3000375"/>
            <a:ext cx="18573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>
                <a:solidFill>
                  <a:schemeClr val="bg1"/>
                </a:solidFill>
              </a:rPr>
              <a:t>设 </a:t>
            </a:r>
            <a:r>
              <a:rPr kumimoji="0" lang="en-US" altLang="zh-CN" i="1">
                <a:solidFill>
                  <a:srgbClr val="FFFF00"/>
                </a:solidFill>
              </a:rPr>
              <a:t>t</a:t>
            </a:r>
            <a:r>
              <a:rPr kumimoji="0" lang="en-US" altLang="zh-CN" i="1">
                <a:solidFill>
                  <a:schemeClr val="bg1"/>
                </a:solidFill>
              </a:rPr>
              <a:t> </a:t>
            </a:r>
            <a:r>
              <a:rPr kumimoji="0" lang="zh-CN" altLang="en-US">
                <a:solidFill>
                  <a:schemeClr val="bg1"/>
                </a:solidFill>
              </a:rPr>
              <a:t>时刻</a:t>
            </a:r>
          </a:p>
        </p:txBody>
      </p:sp>
      <p:graphicFrame>
        <p:nvGraphicFramePr>
          <p:cNvPr id="40" name="Object 2">
            <a:extLst>
              <a:ext uri="{FF2B5EF4-FFF2-40B4-BE49-F238E27FC236}">
                <a16:creationId xmlns:a16="http://schemas.microsoft.com/office/drawing/2014/main" id="{1B104527-2817-40ED-A75C-D052433ECBF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75425" y="3000375"/>
          <a:ext cx="1987550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341" name="公式" r:id="rId7" imgW="790543" imgH="142977" progId="Equation.3">
                  <p:embed/>
                </p:oleObj>
              </mc:Choice>
              <mc:Fallback>
                <p:oleObj name="公式" r:id="rId7" imgW="790543" imgH="142977" progId="Equation.3">
                  <p:embed/>
                  <p:pic>
                    <p:nvPicPr>
                      <p:cNvPr id="40" name="Object 2">
                        <a:extLst>
                          <a:ext uri="{FF2B5EF4-FFF2-40B4-BE49-F238E27FC236}">
                            <a16:creationId xmlns:a16="http://schemas.microsoft.com/office/drawing/2014/main" id="{1B104527-2817-40ED-A75C-D052433ECBF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75425" y="3000375"/>
                        <a:ext cx="1987550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54">
            <a:extLst>
              <a:ext uri="{FF2B5EF4-FFF2-40B4-BE49-F238E27FC236}">
                <a16:creationId xmlns:a16="http://schemas.microsoft.com/office/drawing/2014/main" id="{B2DD689C-3825-49AB-B163-98E8B91885FB}"/>
              </a:ext>
            </a:extLst>
          </p:cNvPr>
          <p:cNvGrpSpPr>
            <a:grpSpLocks/>
          </p:cNvGrpSpPr>
          <p:nvPr/>
        </p:nvGrpSpPr>
        <p:grpSpPr bwMode="auto">
          <a:xfrm>
            <a:off x="642938" y="3684588"/>
            <a:ext cx="4527550" cy="430212"/>
            <a:chOff x="571472" y="3929066"/>
            <a:chExt cx="4527556" cy="430887"/>
          </a:xfrm>
        </p:grpSpPr>
        <p:sp>
          <p:nvSpPr>
            <p:cNvPr id="11308" name="Text Box 8">
              <a:extLst>
                <a:ext uri="{FF2B5EF4-FFF2-40B4-BE49-F238E27FC236}">
                  <a16:creationId xmlns:a16="http://schemas.microsoft.com/office/drawing/2014/main" id="{F8450340-1048-467A-846B-9699A80E63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1472" y="3929066"/>
              <a:ext cx="4527556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0" lang="zh-CN" altLang="en-US" sz="2200">
                  <a:solidFill>
                    <a:schemeClr val="bg1"/>
                  </a:solidFill>
                </a:rPr>
                <a:t>在            两侧的两个波节之间</a:t>
              </a:r>
              <a:endParaRPr kumimoji="0" lang="en-US" altLang="zh-CN" sz="2200">
                <a:solidFill>
                  <a:schemeClr val="bg1"/>
                </a:solidFill>
              </a:endParaRPr>
            </a:p>
          </p:txBody>
        </p:sp>
        <p:graphicFrame>
          <p:nvGraphicFramePr>
            <p:cNvPr id="11309" name="Object 3">
              <a:extLst>
                <a:ext uri="{FF2B5EF4-FFF2-40B4-BE49-F238E27FC236}">
                  <a16:creationId xmlns:a16="http://schemas.microsoft.com/office/drawing/2014/main" id="{525E53E5-9163-4655-8C36-FD996E19F27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93756" y="3960819"/>
            <a:ext cx="792162" cy="3968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6342" name="公式" r:id="rId9" imgW="314382" imgH="142977" progId="Equation.3">
                    <p:embed/>
                  </p:oleObj>
                </mc:Choice>
                <mc:Fallback>
                  <p:oleObj name="公式" r:id="rId9" imgW="314382" imgH="142977" progId="Equation.3">
                    <p:embed/>
                    <p:pic>
                      <p:nvPicPr>
                        <p:cNvPr id="11309" name="Object 3">
                          <a:extLst>
                            <a:ext uri="{FF2B5EF4-FFF2-40B4-BE49-F238E27FC236}">
                              <a16:creationId xmlns:a16="http://schemas.microsoft.com/office/drawing/2014/main" id="{525E53E5-9163-4655-8C36-FD996E19F27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93756" y="3960819"/>
                          <a:ext cx="792162" cy="3968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FF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5" name="Object 37">
            <a:extLst>
              <a:ext uri="{FF2B5EF4-FFF2-40B4-BE49-F238E27FC236}">
                <a16:creationId xmlns:a16="http://schemas.microsoft.com/office/drawing/2014/main" id="{C0F72EF2-119C-4867-B1B9-52D2E5EB8FB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29125" y="3500438"/>
          <a:ext cx="1655763" cy="827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343" name="公式" r:id="rId11" imgW="752622" imgH="352391" progId="Equation.3">
                  <p:embed/>
                </p:oleObj>
              </mc:Choice>
              <mc:Fallback>
                <p:oleObj name="公式" r:id="rId11" imgW="752622" imgH="352391" progId="Equation.3">
                  <p:embed/>
                  <p:pic>
                    <p:nvPicPr>
                      <p:cNvPr id="45" name="Object 37">
                        <a:extLst>
                          <a:ext uri="{FF2B5EF4-FFF2-40B4-BE49-F238E27FC236}">
                            <a16:creationId xmlns:a16="http://schemas.microsoft.com/office/drawing/2014/main" id="{C0F72EF2-119C-4867-B1B9-52D2E5EB8FB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9125" y="3500438"/>
                        <a:ext cx="1655763" cy="827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" name="Object 6">
            <a:extLst>
              <a:ext uri="{FF2B5EF4-FFF2-40B4-BE49-F238E27FC236}">
                <a16:creationId xmlns:a16="http://schemas.microsoft.com/office/drawing/2014/main" id="{E3FFA3AA-8306-4E8F-BCAB-AEAE2D058CB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23075" y="3494088"/>
          <a:ext cx="1749425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344" name="公式" r:id="rId13" imgW="762102" imgH="352391" progId="Equation.3">
                  <p:embed/>
                </p:oleObj>
              </mc:Choice>
              <mc:Fallback>
                <p:oleObj name="公式" r:id="rId13" imgW="762102" imgH="352391" progId="Equation.3">
                  <p:embed/>
                  <p:pic>
                    <p:nvPicPr>
                      <p:cNvPr id="46" name="Object 6">
                        <a:extLst>
                          <a:ext uri="{FF2B5EF4-FFF2-40B4-BE49-F238E27FC236}">
                            <a16:creationId xmlns:a16="http://schemas.microsoft.com/office/drawing/2014/main" id="{E3FFA3AA-8306-4E8F-BCAB-AEAE2D058CB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23075" y="3494088"/>
                        <a:ext cx="1749425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" name="Text Box 16">
            <a:extLst>
              <a:ext uri="{FF2B5EF4-FFF2-40B4-BE49-F238E27FC236}">
                <a16:creationId xmlns:a16="http://schemas.microsoft.com/office/drawing/2014/main" id="{02B75EAD-C8B7-4D7E-9FAD-427A6D1FEC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937" y="4366939"/>
            <a:ext cx="8143875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2200" dirty="0">
                <a:solidFill>
                  <a:schemeClr val="bg1"/>
                </a:solidFill>
                <a:latin typeface="宋体" panose="02010600030101010101" pitchFamily="2" charset="-122"/>
              </a:rPr>
              <a:t>表明：这两波节间的所有点均在平衡位置的上方（相位</a:t>
            </a:r>
            <a:r>
              <a:rPr kumimoji="0" lang="en-US" altLang="zh-CN" sz="2200" dirty="0">
                <a:solidFill>
                  <a:schemeClr val="bg1"/>
                </a:solidFill>
                <a:latin typeface="宋体" panose="02010600030101010101" pitchFamily="2" charset="-122"/>
              </a:rPr>
              <a:t>:</a:t>
            </a:r>
            <a:r>
              <a:rPr kumimoji="0" lang="zh-CN" altLang="en-US" sz="2200" dirty="0">
                <a:solidFill>
                  <a:schemeClr val="bg1"/>
                </a:solidFill>
                <a:latin typeface="宋体" panose="02010600030101010101" pitchFamily="2" charset="-122"/>
              </a:rPr>
              <a:t> </a:t>
            </a:r>
            <a:r>
              <a:rPr kumimoji="0" lang="en-US" altLang="zh-CN" sz="2200" dirty="0">
                <a:solidFill>
                  <a:srgbClr val="FFFF00"/>
                </a:solidFill>
                <a:latin typeface="宋体" panose="02010600030101010101" pitchFamily="2" charset="-122"/>
              </a:rPr>
              <a:t>2</a:t>
            </a:r>
            <a:r>
              <a:rPr kumimoji="0" lang="el-GR" altLang="zh-CN" sz="2200" i="1" dirty="0">
                <a:solidFill>
                  <a:srgbClr val="FFFF00"/>
                </a:solidFill>
                <a:cs typeface="Times New Roman" panose="02020603050405020304" pitchFamily="18" charset="0"/>
              </a:rPr>
              <a:t>πν</a:t>
            </a:r>
            <a:r>
              <a:rPr kumimoji="0" lang="en-US" altLang="zh-CN" sz="2200" i="1" dirty="0">
                <a:solidFill>
                  <a:srgbClr val="FFFF00"/>
                </a:solidFill>
                <a:cs typeface="Times New Roman" panose="02020603050405020304" pitchFamily="18" charset="0"/>
              </a:rPr>
              <a:t>t</a:t>
            </a:r>
            <a:r>
              <a:rPr kumimoji="0" lang="zh-CN" altLang="en-US" sz="2200" dirty="0">
                <a:solidFill>
                  <a:schemeClr val="bg1"/>
                </a:solidFill>
                <a:latin typeface="宋体" panose="02010600030101010101" pitchFamily="2" charset="-122"/>
              </a:rPr>
              <a:t>）</a:t>
            </a:r>
          </a:p>
        </p:txBody>
      </p:sp>
      <p:grpSp>
        <p:nvGrpSpPr>
          <p:cNvPr id="3" name="组合 55">
            <a:extLst>
              <a:ext uri="{FF2B5EF4-FFF2-40B4-BE49-F238E27FC236}">
                <a16:creationId xmlns:a16="http://schemas.microsoft.com/office/drawing/2014/main" id="{B211B8D4-948E-46BD-BD05-2A8B2749CDAF}"/>
              </a:ext>
            </a:extLst>
          </p:cNvPr>
          <p:cNvGrpSpPr>
            <a:grpSpLocks/>
          </p:cNvGrpSpPr>
          <p:nvPr/>
        </p:nvGrpSpPr>
        <p:grpSpPr bwMode="auto">
          <a:xfrm>
            <a:off x="642938" y="5042768"/>
            <a:ext cx="4357687" cy="755650"/>
            <a:chOff x="571472" y="5551488"/>
            <a:chExt cx="4357718" cy="755650"/>
          </a:xfrm>
        </p:grpSpPr>
        <p:sp>
          <p:nvSpPr>
            <p:cNvPr id="11306" name="Text Box 17">
              <a:extLst>
                <a:ext uri="{FF2B5EF4-FFF2-40B4-BE49-F238E27FC236}">
                  <a16:creationId xmlns:a16="http://schemas.microsoft.com/office/drawing/2014/main" id="{7B3727A4-2B98-4944-A5C6-4E97A517CE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1472" y="5681663"/>
              <a:ext cx="4357718" cy="431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0" lang="zh-CN" altLang="en-US" sz="2200">
                  <a:solidFill>
                    <a:schemeClr val="bg1"/>
                  </a:solidFill>
                  <a:latin typeface="宋体" panose="02010600030101010101" pitchFamily="2" charset="-122"/>
                </a:rPr>
                <a:t>在      与其右侧的波节之间</a:t>
              </a:r>
              <a:endParaRPr kumimoji="0" lang="en-US" altLang="zh-CN" sz="2200">
                <a:solidFill>
                  <a:schemeClr val="bg1"/>
                </a:solidFill>
                <a:latin typeface="宋体" panose="02010600030101010101" pitchFamily="2" charset="-122"/>
              </a:endParaRPr>
            </a:p>
          </p:txBody>
        </p:sp>
        <p:graphicFrame>
          <p:nvGraphicFramePr>
            <p:cNvPr id="11307" name="Object 8">
              <a:extLst>
                <a:ext uri="{FF2B5EF4-FFF2-40B4-BE49-F238E27FC236}">
                  <a16:creationId xmlns:a16="http://schemas.microsoft.com/office/drawing/2014/main" id="{F1F0F0E4-D75D-4464-9510-02D0CBCE335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58850" y="5551488"/>
            <a:ext cx="755650" cy="7556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6345" name="公式" r:id="rId15" imgW="352304" imgH="352391" progId="Equation.3">
                    <p:embed/>
                  </p:oleObj>
                </mc:Choice>
                <mc:Fallback>
                  <p:oleObj name="公式" r:id="rId15" imgW="352304" imgH="352391" progId="Equation.3">
                    <p:embed/>
                    <p:pic>
                      <p:nvPicPr>
                        <p:cNvPr id="11307" name="Object 8">
                          <a:extLst>
                            <a:ext uri="{FF2B5EF4-FFF2-40B4-BE49-F238E27FC236}">
                              <a16:creationId xmlns:a16="http://schemas.microsoft.com/office/drawing/2014/main" id="{F1F0F0E4-D75D-4464-9510-02D0CBCE335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58850" y="5551488"/>
                          <a:ext cx="755650" cy="7556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FF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6332" name="Object 41">
            <a:extLst>
              <a:ext uri="{FF2B5EF4-FFF2-40B4-BE49-F238E27FC236}">
                <a16:creationId xmlns:a16="http://schemas.microsoft.com/office/drawing/2014/main" id="{485A02F4-FC51-457E-9C0E-294C1DCFDA83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4425950" y="4971331"/>
          <a:ext cx="1574800" cy="827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346" name="公式" r:id="rId17" imgW="714394" imgH="352391" progId="Equation.3">
                  <p:embed/>
                </p:oleObj>
              </mc:Choice>
              <mc:Fallback>
                <p:oleObj name="公式" r:id="rId17" imgW="714394" imgH="352391" progId="Equation.3">
                  <p:embed/>
                  <p:pic>
                    <p:nvPicPr>
                      <p:cNvPr id="56332" name="Object 41">
                        <a:extLst>
                          <a:ext uri="{FF2B5EF4-FFF2-40B4-BE49-F238E27FC236}">
                            <a16:creationId xmlns:a16="http://schemas.microsoft.com/office/drawing/2014/main" id="{485A02F4-FC51-457E-9C0E-294C1DCFDA8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5950" y="4971331"/>
                        <a:ext cx="1574800" cy="827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46" name="Object 13">
            <a:extLst>
              <a:ext uri="{FF2B5EF4-FFF2-40B4-BE49-F238E27FC236}">
                <a16:creationId xmlns:a16="http://schemas.microsoft.com/office/drawing/2014/main" id="{3466923F-8CB7-4940-802D-B52E1467B21B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6851650" y="4941168"/>
          <a:ext cx="1720850" cy="865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347" name="公式" r:id="rId19" imgW="752622" imgH="352391" progId="Equation.3">
                  <p:embed/>
                </p:oleObj>
              </mc:Choice>
              <mc:Fallback>
                <p:oleObj name="公式" r:id="rId19" imgW="752622" imgH="352391" progId="Equation.3">
                  <p:embed/>
                  <p:pic>
                    <p:nvPicPr>
                      <p:cNvPr id="56346" name="Object 13">
                        <a:extLst>
                          <a:ext uri="{FF2B5EF4-FFF2-40B4-BE49-F238E27FC236}">
                            <a16:creationId xmlns:a16="http://schemas.microsoft.com/office/drawing/2014/main" id="{3466923F-8CB7-4940-802D-B52E1467B21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1650" y="4941168"/>
                        <a:ext cx="1720850" cy="865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" name="Text Box 16">
            <a:extLst>
              <a:ext uri="{FF2B5EF4-FFF2-40B4-BE49-F238E27FC236}">
                <a16:creationId xmlns:a16="http://schemas.microsoft.com/office/drawing/2014/main" id="{AE49155C-96D3-45A3-9F63-17F4683627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938" y="5949280"/>
            <a:ext cx="8382000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2200" dirty="0">
                <a:solidFill>
                  <a:schemeClr val="bg1"/>
                </a:solidFill>
                <a:latin typeface="宋体" panose="02010600030101010101" pitchFamily="2" charset="-122"/>
              </a:rPr>
              <a:t>表明：这两波节间的所有点均在平衡位置的下方（相位</a:t>
            </a:r>
            <a:r>
              <a:rPr kumimoji="0" lang="en-US" altLang="zh-CN" sz="2200" dirty="0">
                <a:solidFill>
                  <a:schemeClr val="bg1"/>
                </a:solidFill>
                <a:latin typeface="宋体" panose="02010600030101010101" pitchFamily="2" charset="-122"/>
              </a:rPr>
              <a:t>:</a:t>
            </a:r>
            <a:r>
              <a:rPr kumimoji="0" lang="zh-CN" altLang="en-US" sz="2200" dirty="0">
                <a:solidFill>
                  <a:schemeClr val="bg1"/>
                </a:solidFill>
                <a:latin typeface="宋体" panose="02010600030101010101" pitchFamily="2" charset="-122"/>
              </a:rPr>
              <a:t> </a:t>
            </a:r>
            <a:r>
              <a:rPr kumimoji="0" lang="en-US" altLang="zh-CN" sz="2200" dirty="0">
                <a:solidFill>
                  <a:srgbClr val="FFFF00"/>
                </a:solidFill>
                <a:latin typeface="宋体" panose="02010600030101010101" pitchFamily="2" charset="-122"/>
              </a:rPr>
              <a:t>2</a:t>
            </a:r>
            <a:r>
              <a:rPr kumimoji="0" lang="el-GR" altLang="zh-CN" sz="2200" i="1" dirty="0">
                <a:solidFill>
                  <a:srgbClr val="FFFF00"/>
                </a:solidFill>
                <a:cs typeface="Times New Roman" panose="02020603050405020304" pitchFamily="18" charset="0"/>
              </a:rPr>
              <a:t>πν</a:t>
            </a:r>
            <a:r>
              <a:rPr kumimoji="0" lang="en-US" altLang="zh-CN" sz="2200" i="1" dirty="0">
                <a:solidFill>
                  <a:srgbClr val="FFFF00"/>
                </a:solidFill>
                <a:cs typeface="Times New Roman" panose="02020603050405020304" pitchFamily="18" charset="0"/>
              </a:rPr>
              <a:t>t + </a:t>
            </a:r>
            <a:r>
              <a:rPr kumimoji="0" lang="el-GR" altLang="zh-CN" sz="2200" i="1" dirty="0">
                <a:solidFill>
                  <a:srgbClr val="FFFF00"/>
                </a:solidFill>
                <a:cs typeface="Times New Roman" panose="02020603050405020304" pitchFamily="18" charset="0"/>
              </a:rPr>
              <a:t>π</a:t>
            </a:r>
            <a:r>
              <a:rPr kumimoji="0" lang="zh-CN" altLang="en-US" sz="2200" dirty="0">
                <a:solidFill>
                  <a:schemeClr val="bg1"/>
                </a:solidFill>
                <a:latin typeface="宋体" panose="02010600030101010101" pitchFamily="2" charset="-122"/>
              </a:rPr>
              <a:t>）</a:t>
            </a:r>
          </a:p>
        </p:txBody>
      </p:sp>
      <p:sp>
        <p:nvSpPr>
          <p:cNvPr id="41" name="AutoShape 17">
            <a:extLst>
              <a:ext uri="{FF2B5EF4-FFF2-40B4-BE49-F238E27FC236}">
                <a16:creationId xmlns:a16="http://schemas.microsoft.com/office/drawing/2014/main" id="{23521890-ACE9-4B35-85A5-6A1B4626E1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75" y="3857625"/>
            <a:ext cx="547688" cy="214313"/>
          </a:xfrm>
          <a:prstGeom prst="rightArrow">
            <a:avLst>
              <a:gd name="adj1" fmla="val 50000"/>
              <a:gd name="adj2" fmla="val 62221"/>
            </a:avLst>
          </a:prstGeom>
          <a:solidFill>
            <a:srgbClr val="FF0000"/>
          </a:solidFill>
          <a:ln w="222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2" name="AutoShape 17">
            <a:extLst>
              <a:ext uri="{FF2B5EF4-FFF2-40B4-BE49-F238E27FC236}">
                <a16:creationId xmlns:a16="http://schemas.microsoft.com/office/drawing/2014/main" id="{3B001082-48EB-45AC-BACF-B37A0D764D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15063" y="5306293"/>
            <a:ext cx="547687" cy="214313"/>
          </a:xfrm>
          <a:prstGeom prst="rightArrow">
            <a:avLst>
              <a:gd name="adj1" fmla="val 50000"/>
              <a:gd name="adj2" fmla="val 62220"/>
            </a:avLst>
          </a:prstGeom>
          <a:solidFill>
            <a:srgbClr val="FF0000"/>
          </a:solidFill>
          <a:ln w="222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1302" name="灯片编号占位符 1">
            <a:extLst>
              <a:ext uri="{FF2B5EF4-FFF2-40B4-BE49-F238E27FC236}">
                <a16:creationId xmlns:a16="http://schemas.microsoft.com/office/drawing/2014/main" id="{9AC106E3-7487-4CA7-B661-0033B82D7FB1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EF460823-AC02-4530-B73C-A84E32162C79}" type="slidenum">
              <a:rPr lang="en-US" altLang="zh-CN" b="0">
                <a:solidFill>
                  <a:srgbClr val="FF00FF"/>
                </a:solidFill>
              </a:rPr>
              <a:pPr eaLnBrk="1" hangingPunct="1"/>
              <a:t>6</a:t>
            </a:fld>
            <a:r>
              <a:rPr lang="en-US" altLang="zh-CN" b="0">
                <a:solidFill>
                  <a:srgbClr val="FF00FF"/>
                </a:solidFill>
              </a:rPr>
              <a:t>/23</a:t>
            </a:r>
          </a:p>
        </p:txBody>
      </p:sp>
      <p:sp>
        <p:nvSpPr>
          <p:cNvPr id="43" name="Text Box 41">
            <a:extLst>
              <a:ext uri="{FF2B5EF4-FFF2-40B4-BE49-F238E27FC236}">
                <a16:creationId xmlns:a16="http://schemas.microsoft.com/office/drawing/2014/main" id="{06C1DC4E-93C9-4465-88BF-7F13157A29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86375" y="1328738"/>
            <a:ext cx="500063" cy="430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2200" i="1" dirty="0">
                <a:solidFill>
                  <a:schemeClr val="bg1"/>
                </a:solidFill>
                <a:latin typeface="+mn-lt"/>
                <a:ea typeface="楷体_GB2312" pitchFamily="49" charset="-122"/>
              </a:rPr>
              <a:t> O</a:t>
            </a:r>
            <a:endParaRPr lang="zh-CN" altLang="en-US" sz="2200" i="1" dirty="0">
              <a:solidFill>
                <a:schemeClr val="bg1"/>
              </a:solidFill>
              <a:latin typeface="+mn-lt"/>
              <a:ea typeface="楷体_GB2312" pitchFamily="49" charset="-122"/>
            </a:endParaRPr>
          </a:p>
        </p:txBody>
      </p:sp>
      <p:sp>
        <p:nvSpPr>
          <p:cNvPr id="44" name="Oval 30">
            <a:extLst>
              <a:ext uri="{FF2B5EF4-FFF2-40B4-BE49-F238E27FC236}">
                <a16:creationId xmlns:a16="http://schemas.microsoft.com/office/drawing/2014/main" id="{5CEED9D1-D2F3-4BFC-B0F6-26378FF6B5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0688" y="1285875"/>
            <a:ext cx="71437" cy="71438"/>
          </a:xfrm>
          <a:prstGeom prst="ellipse">
            <a:avLst/>
          </a:prstGeom>
          <a:solidFill>
            <a:srgbClr val="00FF00"/>
          </a:solidFill>
          <a:ln w="9525">
            <a:solidFill>
              <a:srgbClr val="00FF00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1" name="Text Box 41">
            <a:extLst>
              <a:ext uri="{FF2B5EF4-FFF2-40B4-BE49-F238E27FC236}">
                <a16:creationId xmlns:a16="http://schemas.microsoft.com/office/drawing/2014/main" id="{9E09D29D-1725-4E43-88AC-A0F6E52A57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6750" y="1285875"/>
            <a:ext cx="500063" cy="430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2200" i="1" dirty="0">
                <a:solidFill>
                  <a:schemeClr val="bg1"/>
                </a:solidFill>
                <a:latin typeface="+mn-lt"/>
                <a:ea typeface="楷体_GB2312" pitchFamily="49" charset="-122"/>
              </a:rPr>
              <a:t> x</a:t>
            </a:r>
            <a:endParaRPr lang="zh-CN" altLang="en-US" sz="2200" i="1" dirty="0">
              <a:solidFill>
                <a:schemeClr val="bg1"/>
              </a:solidFill>
              <a:latin typeface="+mn-lt"/>
              <a:ea typeface="楷体_GB2312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23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23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523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523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523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523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23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523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523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523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523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523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523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523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523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523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523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133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133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522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 nodeType="clickPar">
                      <p:stCondLst>
                        <p:cond delay="indefinite"/>
                      </p:stCondLst>
                      <p:childTnLst>
                        <p:par>
                          <p:cTn id="1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 nodeType="clickPar">
                      <p:stCondLst>
                        <p:cond delay="indefinite"/>
                      </p:stCondLst>
                      <p:childTnLst>
                        <p:par>
                          <p:cTn id="1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56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 nodeType="clickPar">
                      <p:stCondLst>
                        <p:cond delay="indefinite"/>
                      </p:stCondLst>
                      <p:childTnLst>
                        <p:par>
                          <p:cTn id="1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56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 nodeType="clickPar">
                      <p:stCondLst>
                        <p:cond delay="indefinite"/>
                      </p:stCondLst>
                      <p:childTnLst>
                        <p:par>
                          <p:cTn id="1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3278" grpId="0" autoUpdateAnimBg="0"/>
      <p:bldP spid="523279" grpId="0" autoUpdateAnimBg="0"/>
      <p:bldP spid="523280" grpId="0" autoUpdateAnimBg="0"/>
      <p:bldP spid="523282" grpId="0" autoUpdateAnimBg="0"/>
      <p:bldP spid="523293" grpId="0" animBg="1"/>
      <p:bldP spid="523294" grpId="0" animBg="1"/>
      <p:bldP spid="523295" grpId="0" animBg="1"/>
      <p:bldP spid="34" grpId="0"/>
      <p:bldP spid="35" grpId="0"/>
      <p:bldP spid="13344" grpId="0"/>
      <p:bldP spid="39" grpId="0"/>
      <p:bldP spid="47" grpId="0"/>
      <p:bldP spid="54" grpId="0"/>
      <p:bldP spid="41" grpId="0" animBg="1"/>
      <p:bldP spid="42" grpId="0" animBg="1"/>
      <p:bldP spid="43" grpId="0"/>
      <p:bldP spid="44" grpId="0" animBg="1"/>
      <p:bldP spid="5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29FB9C49-1096-42A9-9343-DE0220575E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357188"/>
            <a:ext cx="8062913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76250" indent="-3810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 dirty="0">
                <a:solidFill>
                  <a:srgbClr val="FFFF00"/>
                </a:solidFill>
                <a:latin typeface="Bookman Old Style" panose="02050604050505020204" pitchFamily="18" charset="0"/>
                <a:ea typeface="楷体_GB2312" pitchFamily="49" charset="-122"/>
              </a:rPr>
              <a:t>没有能量的定向传播，</a:t>
            </a:r>
            <a:r>
              <a:rPr lang="zh-CN" altLang="en-US" dirty="0">
                <a:solidFill>
                  <a:schemeClr val="bg1"/>
                </a:solidFill>
                <a:latin typeface="Bookman Old Style" panose="02050604050505020204" pitchFamily="18" charset="0"/>
                <a:ea typeface="楷体_GB2312" pitchFamily="49" charset="-122"/>
              </a:rPr>
              <a:t>能量只是在</a:t>
            </a:r>
            <a:r>
              <a:rPr lang="zh-CN" altLang="en-US" i="1" u="sng" dirty="0">
                <a:solidFill>
                  <a:schemeClr val="bg1"/>
                </a:solidFill>
                <a:latin typeface="Bookman Old Style" panose="02050604050505020204" pitchFamily="18" charset="0"/>
                <a:ea typeface="楷体_GB2312" pitchFamily="49" charset="-122"/>
              </a:rPr>
              <a:t>波节和波腹之间进行势能和动能的转化</a:t>
            </a:r>
            <a:r>
              <a:rPr lang="zh-CN" altLang="en-US" dirty="0">
                <a:solidFill>
                  <a:schemeClr val="bg1"/>
                </a:solidFill>
                <a:latin typeface="Bookman Old Style" panose="02050604050505020204" pitchFamily="18" charset="0"/>
                <a:ea typeface="楷体_GB2312" pitchFamily="49" charset="-122"/>
              </a:rPr>
              <a:t>。</a:t>
            </a:r>
            <a:r>
              <a:rPr lang="zh-CN" altLang="en-US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这是</a:t>
            </a:r>
            <a:r>
              <a:rPr lang="zh-CN" altLang="en-US" dirty="0">
                <a:solidFill>
                  <a:schemeClr val="bg1"/>
                </a:solidFill>
                <a:latin typeface="Bookman Old Style" panose="02050604050505020204" pitchFamily="18" charset="0"/>
                <a:ea typeface="楷体_GB2312" pitchFamily="49" charset="-122"/>
              </a:rPr>
              <a:t>“</a:t>
            </a:r>
            <a:r>
              <a:rPr lang="zh-CN" altLang="en-US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驻</a:t>
            </a:r>
            <a:r>
              <a:rPr lang="zh-CN" altLang="en-US" dirty="0">
                <a:solidFill>
                  <a:schemeClr val="bg1"/>
                </a:solidFill>
                <a:latin typeface="Bookman Old Style" panose="02050604050505020204" pitchFamily="18" charset="0"/>
                <a:ea typeface="楷体_GB2312" pitchFamily="49" charset="-122"/>
              </a:rPr>
              <a:t>”</a:t>
            </a:r>
            <a:r>
              <a:rPr lang="zh-CN" altLang="en-US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的另一层含义</a:t>
            </a:r>
            <a:endParaRPr lang="zh-CN" altLang="en-US" dirty="0">
              <a:solidFill>
                <a:schemeClr val="bg1"/>
              </a:solidFill>
              <a:latin typeface="Bookman Old Style" panose="02050604050505020204" pitchFamily="18" charset="0"/>
              <a:ea typeface="楷体_GB2312" pitchFamily="49" charset="-122"/>
            </a:endParaRP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B3B32628-A85D-4779-8226-ED92E1B429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375" y="3714750"/>
            <a:ext cx="8143875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76250" indent="-4762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>
                <a:solidFill>
                  <a:schemeClr val="bg1"/>
                </a:solidFill>
                <a:latin typeface="Bookman Old Style" panose="02050604050505020204" pitchFamily="18" charset="0"/>
                <a:ea typeface="楷体_GB2312" pitchFamily="49" charset="-122"/>
              </a:rPr>
              <a:t>各质点都同时达到各自振动的最大值时，</a:t>
            </a:r>
          </a:p>
        </p:txBody>
      </p:sp>
      <p:graphicFrame>
        <p:nvGraphicFramePr>
          <p:cNvPr id="38929" name="Object 2">
            <a:extLst>
              <a:ext uri="{FF2B5EF4-FFF2-40B4-BE49-F238E27FC236}">
                <a16:creationId xmlns:a16="http://schemas.microsoft.com/office/drawing/2014/main" id="{702E7A47-4621-4698-9F7C-CCC87C98025A}"/>
              </a:ext>
            </a:extLst>
          </p:cNvPr>
          <p:cNvGraphicFramePr>
            <a:graphicFrameLocks/>
          </p:cNvGraphicFramePr>
          <p:nvPr/>
        </p:nvGraphicFramePr>
        <p:xfrm>
          <a:off x="2143125" y="2711450"/>
          <a:ext cx="792163" cy="360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309" name="公式" r:id="rId3" imgW="638245" imgH="276157" progId="Equation.3">
                  <p:embed/>
                </p:oleObj>
              </mc:Choice>
              <mc:Fallback>
                <p:oleObj name="公式" r:id="rId3" imgW="638245" imgH="276157" progId="Equation.3">
                  <p:embed/>
                  <p:pic>
                    <p:nvPicPr>
                      <p:cNvPr id="38929" name="Object 2">
                        <a:extLst>
                          <a:ext uri="{FF2B5EF4-FFF2-40B4-BE49-F238E27FC236}">
                            <a16:creationId xmlns:a16="http://schemas.microsoft.com/office/drawing/2014/main" id="{702E7A47-4621-4698-9F7C-CCC87C98025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3125" y="2711450"/>
                        <a:ext cx="792163" cy="360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51" name="AutoShape 39">
            <a:extLst>
              <a:ext uri="{FF2B5EF4-FFF2-40B4-BE49-F238E27FC236}">
                <a16:creationId xmlns:a16="http://schemas.microsoft.com/office/drawing/2014/main" id="{CF1C8D23-09CC-4F40-A68F-B513A5FCB2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6013" y="2605088"/>
            <a:ext cx="762000" cy="609600"/>
          </a:xfrm>
          <a:prstGeom prst="wedgeEllipseCallout">
            <a:avLst>
              <a:gd name="adj1" fmla="val -80704"/>
              <a:gd name="adj2" fmla="val 71148"/>
            </a:avLst>
          </a:prstGeom>
          <a:noFill/>
          <a:ln w="22225">
            <a:solidFill>
              <a:srgbClr val="00FF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zh-CN">
              <a:solidFill>
                <a:srgbClr val="FFFF0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38953" name="Text Box 41">
            <a:extLst>
              <a:ext uri="{FF2B5EF4-FFF2-40B4-BE49-F238E27FC236}">
                <a16:creationId xmlns:a16="http://schemas.microsoft.com/office/drawing/2014/main" id="{35C560A5-30E1-4196-B4E3-25CC29F544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28875" y="3286125"/>
            <a:ext cx="3286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rgbClr val="FFFF00"/>
                </a:solidFill>
                <a:latin typeface="Bookman Old Style" panose="02050604050505020204" pitchFamily="18" charset="0"/>
                <a:ea typeface="楷体_GB2312" pitchFamily="49" charset="-122"/>
              </a:rPr>
              <a:t>波节：势能最大</a:t>
            </a:r>
          </a:p>
        </p:txBody>
      </p:sp>
      <p:sp>
        <p:nvSpPr>
          <p:cNvPr id="38968" name="Rectangle 56">
            <a:extLst>
              <a:ext uri="{FF2B5EF4-FFF2-40B4-BE49-F238E27FC236}">
                <a16:creationId xmlns:a16="http://schemas.microsoft.com/office/drawing/2014/main" id="{A3BF685A-5DD5-4143-A323-87B434094E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72250" y="3714750"/>
            <a:ext cx="2643188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76250" indent="-4762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>
                <a:solidFill>
                  <a:schemeClr val="bg1"/>
                </a:solidFill>
                <a:latin typeface="Bookman Old Style" panose="02050604050505020204" pitchFamily="18" charset="0"/>
                <a:ea typeface="楷体_GB2312" pitchFamily="49" charset="-122"/>
              </a:rPr>
              <a:t>动能均为零，</a:t>
            </a:r>
          </a:p>
        </p:txBody>
      </p:sp>
      <p:sp>
        <p:nvSpPr>
          <p:cNvPr id="38970" name="Rectangle 58">
            <a:extLst>
              <a:ext uri="{FF2B5EF4-FFF2-40B4-BE49-F238E27FC236}">
                <a16:creationId xmlns:a16="http://schemas.microsoft.com/office/drawing/2014/main" id="{EEECBF29-6675-4D31-A852-D77961F750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250" y="4191000"/>
            <a:ext cx="42481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76250" indent="-4762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>
                <a:solidFill>
                  <a:schemeClr val="bg1"/>
                </a:solidFill>
                <a:latin typeface="Bookman Old Style" panose="02050604050505020204" pitchFamily="18" charset="0"/>
                <a:ea typeface="楷体_GB2312" pitchFamily="49" charset="-122"/>
              </a:rPr>
              <a:t>全部能量是势能。</a:t>
            </a:r>
          </a:p>
        </p:txBody>
      </p:sp>
      <p:sp>
        <p:nvSpPr>
          <p:cNvPr id="38972" name="Rectangle 60">
            <a:extLst>
              <a:ext uri="{FF2B5EF4-FFF2-40B4-BE49-F238E27FC236}">
                <a16:creationId xmlns:a16="http://schemas.microsoft.com/office/drawing/2014/main" id="{815C4AC3-032B-42D6-9382-1363211926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250" y="4794250"/>
            <a:ext cx="7056438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76250" indent="-4762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>
                <a:solidFill>
                  <a:schemeClr val="bg1"/>
                </a:solidFill>
                <a:latin typeface="Bookman Old Style" panose="02050604050505020204" pitchFamily="18" charset="0"/>
                <a:ea typeface="楷体_GB2312" pitchFamily="49" charset="-122"/>
              </a:rPr>
              <a:t>但波节处的质元形变最大，弹性势能最大。</a:t>
            </a:r>
          </a:p>
        </p:txBody>
      </p:sp>
      <p:sp>
        <p:nvSpPr>
          <p:cNvPr id="38974" name="Rectangle 62">
            <a:extLst>
              <a:ext uri="{FF2B5EF4-FFF2-40B4-BE49-F238E27FC236}">
                <a16:creationId xmlns:a16="http://schemas.microsoft.com/office/drawing/2014/main" id="{32A792D5-CE5A-4065-99E1-AF4080F0FE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7075" y="5372100"/>
            <a:ext cx="7058025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76250" indent="-4762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>
                <a:solidFill>
                  <a:schemeClr val="bg1"/>
                </a:solidFill>
                <a:latin typeface="Bookman Old Style" panose="02050604050505020204" pitchFamily="18" charset="0"/>
                <a:ea typeface="楷体_GB2312" pitchFamily="49" charset="-122"/>
              </a:rPr>
              <a:t>波腹处的质元形变为零，势能为零。</a:t>
            </a:r>
          </a:p>
        </p:txBody>
      </p:sp>
      <p:sp>
        <p:nvSpPr>
          <p:cNvPr id="12299" name="Text Box 63">
            <a:extLst>
              <a:ext uri="{FF2B5EF4-FFF2-40B4-BE49-F238E27FC236}">
                <a16:creationId xmlns:a16="http://schemas.microsoft.com/office/drawing/2014/main" id="{0C6B15F8-A3B7-475E-92C8-CC86A1AFFB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43300" y="5732463"/>
            <a:ext cx="18415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en-US" altLang="zh-CN">
              <a:solidFill>
                <a:schemeClr val="bg1"/>
              </a:solidFill>
            </a:endParaRPr>
          </a:p>
          <a:p>
            <a:pPr eaLnBrk="1" hangingPunct="1"/>
            <a:endParaRPr kumimoji="0" lang="en-US" altLang="zh-CN">
              <a:solidFill>
                <a:schemeClr val="bg1"/>
              </a:solidFill>
            </a:endParaRPr>
          </a:p>
        </p:txBody>
      </p:sp>
      <p:sp>
        <p:nvSpPr>
          <p:cNvPr id="38976" name="Rectangle 64">
            <a:extLst>
              <a:ext uri="{FF2B5EF4-FFF2-40B4-BE49-F238E27FC236}">
                <a16:creationId xmlns:a16="http://schemas.microsoft.com/office/drawing/2014/main" id="{CF0ADDEB-8CEB-4981-97F4-2E89AE4B18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200" y="5946775"/>
            <a:ext cx="7432675" cy="5117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76250" indent="-4762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 dirty="0">
                <a:solidFill>
                  <a:schemeClr val="bg1"/>
                </a:solidFill>
                <a:latin typeface="Bookman Old Style" panose="02050604050505020204" pitchFamily="18" charset="0"/>
                <a:ea typeface="楷体_GB2312" pitchFamily="49" charset="-122"/>
              </a:rPr>
              <a:t>因此，</a:t>
            </a:r>
            <a:r>
              <a:rPr lang="zh-CN" altLang="en-US" i="1" u="sng" dirty="0">
                <a:solidFill>
                  <a:schemeClr val="bg1"/>
                </a:solidFill>
                <a:latin typeface="Bookman Old Style" panose="02050604050505020204" pitchFamily="18" charset="0"/>
                <a:ea typeface="楷体_GB2312" pitchFamily="49" charset="-122"/>
              </a:rPr>
              <a:t>能量以势能的形式主要集中波节附近</a:t>
            </a:r>
          </a:p>
        </p:txBody>
      </p:sp>
      <p:sp>
        <p:nvSpPr>
          <p:cNvPr id="27" name="Rectangle 15">
            <a:extLst>
              <a:ext uri="{FF2B5EF4-FFF2-40B4-BE49-F238E27FC236}">
                <a16:creationId xmlns:a16="http://schemas.microsoft.com/office/drawing/2014/main" id="{5212486B-B696-4949-8E1F-755CE7D425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188" y="425450"/>
            <a:ext cx="468312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200">
                <a:solidFill>
                  <a:schemeClr val="bg1"/>
                </a:solidFill>
              </a:rPr>
              <a:t>③</a:t>
            </a:r>
          </a:p>
        </p:txBody>
      </p:sp>
      <p:grpSp>
        <p:nvGrpSpPr>
          <p:cNvPr id="2" name="组合 30">
            <a:extLst>
              <a:ext uri="{FF2B5EF4-FFF2-40B4-BE49-F238E27FC236}">
                <a16:creationId xmlns:a16="http://schemas.microsoft.com/office/drawing/2014/main" id="{053F0460-D6FD-4489-B9DB-6FFE469FAC24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2362200"/>
            <a:ext cx="4354513" cy="1066800"/>
            <a:chOff x="4503766" y="1933572"/>
            <a:chExt cx="4354514" cy="1066800"/>
          </a:xfrm>
        </p:grpSpPr>
        <p:grpSp>
          <p:nvGrpSpPr>
            <p:cNvPr id="12307" name="Group 4">
              <a:extLst>
                <a:ext uri="{FF2B5EF4-FFF2-40B4-BE49-F238E27FC236}">
                  <a16:creationId xmlns:a16="http://schemas.microsoft.com/office/drawing/2014/main" id="{1867B87E-9AE4-49AF-963A-D3910885E7D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03766" y="1933572"/>
              <a:ext cx="4140200" cy="1066800"/>
              <a:chOff x="3216" y="144"/>
              <a:chExt cx="2608" cy="672"/>
            </a:xfrm>
          </p:grpSpPr>
          <p:sp>
            <p:nvSpPr>
              <p:cNvPr id="12311" name="Line 5">
                <a:extLst>
                  <a:ext uri="{FF2B5EF4-FFF2-40B4-BE49-F238E27FC236}">
                    <a16:creationId xmlns:a16="http://schemas.microsoft.com/office/drawing/2014/main" id="{3CC8591C-1A9F-4CAC-9DD5-CB34E091F2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16" y="480"/>
                <a:ext cx="2608" cy="0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12" name="Line 6">
                <a:extLst>
                  <a:ext uri="{FF2B5EF4-FFF2-40B4-BE49-F238E27FC236}">
                    <a16:creationId xmlns:a16="http://schemas.microsoft.com/office/drawing/2014/main" id="{40C87621-01FF-40FE-97C5-F76DDE2CEBD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888" y="144"/>
                <a:ext cx="0" cy="336"/>
              </a:xfrm>
              <a:prstGeom prst="line">
                <a:avLst/>
              </a:prstGeom>
              <a:noFill/>
              <a:ln w="9525">
                <a:solidFill>
                  <a:srgbClr val="00FF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13" name="Line 7">
                <a:extLst>
                  <a:ext uri="{FF2B5EF4-FFF2-40B4-BE49-F238E27FC236}">
                    <a16:creationId xmlns:a16="http://schemas.microsoft.com/office/drawing/2014/main" id="{6EF002A8-A8E6-4D8A-9263-A1416C3A39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48" y="240"/>
                <a:ext cx="0" cy="240"/>
              </a:xfrm>
              <a:prstGeom prst="line">
                <a:avLst/>
              </a:prstGeom>
              <a:noFill/>
              <a:ln w="9525">
                <a:solidFill>
                  <a:srgbClr val="00FF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14" name="Line 8">
                <a:extLst>
                  <a:ext uri="{FF2B5EF4-FFF2-40B4-BE49-F238E27FC236}">
                    <a16:creationId xmlns:a16="http://schemas.microsoft.com/office/drawing/2014/main" id="{EF77C230-F4FC-4694-B30B-0CCD7BBF48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128" y="240"/>
                <a:ext cx="0" cy="240"/>
              </a:xfrm>
              <a:prstGeom prst="line">
                <a:avLst/>
              </a:prstGeom>
              <a:noFill/>
              <a:ln w="9525">
                <a:solidFill>
                  <a:srgbClr val="00FF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15" name="Line 9">
                <a:extLst>
                  <a:ext uri="{FF2B5EF4-FFF2-40B4-BE49-F238E27FC236}">
                    <a16:creationId xmlns:a16="http://schemas.microsoft.com/office/drawing/2014/main" id="{F65AF250-8386-4A3C-B6ED-975BD1F8A86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44" y="480"/>
                <a:ext cx="0" cy="336"/>
              </a:xfrm>
              <a:prstGeom prst="line">
                <a:avLst/>
              </a:prstGeom>
              <a:noFill/>
              <a:ln w="9525">
                <a:solidFill>
                  <a:srgbClr val="00FF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16" name="Line 10">
                <a:extLst>
                  <a:ext uri="{FF2B5EF4-FFF2-40B4-BE49-F238E27FC236}">
                    <a16:creationId xmlns:a16="http://schemas.microsoft.com/office/drawing/2014/main" id="{318BB4CE-FBB6-407F-A919-EB2FC6D06FE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480"/>
                <a:ext cx="0" cy="240"/>
              </a:xfrm>
              <a:prstGeom prst="line">
                <a:avLst/>
              </a:prstGeom>
              <a:noFill/>
              <a:ln w="9525">
                <a:solidFill>
                  <a:srgbClr val="00FF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17" name="Line 11">
                <a:extLst>
                  <a:ext uri="{FF2B5EF4-FFF2-40B4-BE49-F238E27FC236}">
                    <a16:creationId xmlns:a16="http://schemas.microsoft.com/office/drawing/2014/main" id="{F67584E4-6B83-4AC2-B178-9C6DFD9BD4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84" y="480"/>
                <a:ext cx="0" cy="240"/>
              </a:xfrm>
              <a:prstGeom prst="line">
                <a:avLst/>
              </a:prstGeom>
              <a:noFill/>
              <a:ln w="9525">
                <a:solidFill>
                  <a:srgbClr val="00FF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18" name="Freeform 12">
                <a:extLst>
                  <a:ext uri="{FF2B5EF4-FFF2-40B4-BE49-F238E27FC236}">
                    <a16:creationId xmlns:a16="http://schemas.microsoft.com/office/drawing/2014/main" id="{49DE000B-F6E8-4456-B1E7-8A482410EE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08" y="144"/>
                <a:ext cx="1008" cy="336"/>
              </a:xfrm>
              <a:custGeom>
                <a:avLst/>
                <a:gdLst>
                  <a:gd name="T0" fmla="*/ 0 w 1008"/>
                  <a:gd name="T1" fmla="*/ 336 h 336"/>
                  <a:gd name="T2" fmla="*/ 144 w 1008"/>
                  <a:gd name="T3" fmla="*/ 192 h 336"/>
                  <a:gd name="T4" fmla="*/ 336 w 1008"/>
                  <a:gd name="T5" fmla="*/ 48 h 336"/>
                  <a:gd name="T6" fmla="*/ 480 w 1008"/>
                  <a:gd name="T7" fmla="*/ 0 h 336"/>
                  <a:gd name="T8" fmla="*/ 672 w 1008"/>
                  <a:gd name="T9" fmla="*/ 48 h 336"/>
                  <a:gd name="T10" fmla="*/ 912 w 1008"/>
                  <a:gd name="T11" fmla="*/ 240 h 336"/>
                  <a:gd name="T12" fmla="*/ 1008 w 1008"/>
                  <a:gd name="T13" fmla="*/ 336 h 3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008"/>
                  <a:gd name="T22" fmla="*/ 0 h 336"/>
                  <a:gd name="T23" fmla="*/ 1008 w 1008"/>
                  <a:gd name="T24" fmla="*/ 336 h 3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008" h="336">
                    <a:moveTo>
                      <a:pt x="0" y="336"/>
                    </a:moveTo>
                    <a:cubicBezTo>
                      <a:pt x="44" y="288"/>
                      <a:pt x="88" y="240"/>
                      <a:pt x="144" y="192"/>
                    </a:cubicBezTo>
                    <a:cubicBezTo>
                      <a:pt x="200" y="144"/>
                      <a:pt x="280" y="80"/>
                      <a:pt x="336" y="48"/>
                    </a:cubicBezTo>
                    <a:cubicBezTo>
                      <a:pt x="392" y="16"/>
                      <a:pt x="424" y="0"/>
                      <a:pt x="480" y="0"/>
                    </a:cubicBezTo>
                    <a:cubicBezTo>
                      <a:pt x="536" y="0"/>
                      <a:pt x="600" y="8"/>
                      <a:pt x="672" y="48"/>
                    </a:cubicBezTo>
                    <a:cubicBezTo>
                      <a:pt x="744" y="88"/>
                      <a:pt x="856" y="192"/>
                      <a:pt x="912" y="240"/>
                    </a:cubicBezTo>
                    <a:cubicBezTo>
                      <a:pt x="968" y="288"/>
                      <a:pt x="988" y="312"/>
                      <a:pt x="1008" y="336"/>
                    </a:cubicBezTo>
                  </a:path>
                </a:pathLst>
              </a:custGeom>
              <a:noFill/>
              <a:ln w="22225">
                <a:solidFill>
                  <a:srgbClr val="FFF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19" name="Freeform 13">
                <a:extLst>
                  <a:ext uri="{FF2B5EF4-FFF2-40B4-BE49-F238E27FC236}">
                    <a16:creationId xmlns:a16="http://schemas.microsoft.com/office/drawing/2014/main" id="{D753C387-D0DA-4A88-8299-59EED9F9C2D1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4416" y="480"/>
                <a:ext cx="1008" cy="336"/>
              </a:xfrm>
              <a:custGeom>
                <a:avLst/>
                <a:gdLst>
                  <a:gd name="T0" fmla="*/ 0 w 1008"/>
                  <a:gd name="T1" fmla="*/ 336 h 336"/>
                  <a:gd name="T2" fmla="*/ 144 w 1008"/>
                  <a:gd name="T3" fmla="*/ 192 h 336"/>
                  <a:gd name="T4" fmla="*/ 336 w 1008"/>
                  <a:gd name="T5" fmla="*/ 48 h 336"/>
                  <a:gd name="T6" fmla="*/ 480 w 1008"/>
                  <a:gd name="T7" fmla="*/ 0 h 336"/>
                  <a:gd name="T8" fmla="*/ 672 w 1008"/>
                  <a:gd name="T9" fmla="*/ 48 h 336"/>
                  <a:gd name="T10" fmla="*/ 912 w 1008"/>
                  <a:gd name="T11" fmla="*/ 240 h 336"/>
                  <a:gd name="T12" fmla="*/ 1008 w 1008"/>
                  <a:gd name="T13" fmla="*/ 336 h 3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008"/>
                  <a:gd name="T22" fmla="*/ 0 h 336"/>
                  <a:gd name="T23" fmla="*/ 1008 w 1008"/>
                  <a:gd name="T24" fmla="*/ 336 h 3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008" h="336">
                    <a:moveTo>
                      <a:pt x="0" y="336"/>
                    </a:moveTo>
                    <a:cubicBezTo>
                      <a:pt x="44" y="288"/>
                      <a:pt x="88" y="240"/>
                      <a:pt x="144" y="192"/>
                    </a:cubicBezTo>
                    <a:cubicBezTo>
                      <a:pt x="200" y="144"/>
                      <a:pt x="280" y="80"/>
                      <a:pt x="336" y="48"/>
                    </a:cubicBezTo>
                    <a:cubicBezTo>
                      <a:pt x="392" y="16"/>
                      <a:pt x="424" y="0"/>
                      <a:pt x="480" y="0"/>
                    </a:cubicBezTo>
                    <a:cubicBezTo>
                      <a:pt x="536" y="0"/>
                      <a:pt x="600" y="8"/>
                      <a:pt x="672" y="48"/>
                    </a:cubicBezTo>
                    <a:cubicBezTo>
                      <a:pt x="744" y="88"/>
                      <a:pt x="856" y="192"/>
                      <a:pt x="912" y="240"/>
                    </a:cubicBezTo>
                    <a:cubicBezTo>
                      <a:pt x="968" y="288"/>
                      <a:pt x="988" y="312"/>
                      <a:pt x="1008" y="336"/>
                    </a:cubicBezTo>
                  </a:path>
                </a:pathLst>
              </a:custGeom>
              <a:noFill/>
              <a:ln w="22225">
                <a:solidFill>
                  <a:srgbClr val="FFF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20" name="Oval 14">
                <a:extLst>
                  <a:ext uri="{FF2B5EF4-FFF2-40B4-BE49-F238E27FC236}">
                    <a16:creationId xmlns:a16="http://schemas.microsoft.com/office/drawing/2014/main" id="{72EDB40E-B3F7-4C86-A4AD-72D7689937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68" y="432"/>
                <a:ext cx="96" cy="96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kumimoji="0"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2321" name="Oval 15">
                <a:extLst>
                  <a:ext uri="{FF2B5EF4-FFF2-40B4-BE49-F238E27FC236}">
                    <a16:creationId xmlns:a16="http://schemas.microsoft.com/office/drawing/2014/main" id="{23345B08-E327-4866-851D-33D713E908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0" y="432"/>
                <a:ext cx="96" cy="96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kumimoji="0"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2322" name="Oval 16">
                <a:extLst>
                  <a:ext uri="{FF2B5EF4-FFF2-40B4-BE49-F238E27FC236}">
                    <a16:creationId xmlns:a16="http://schemas.microsoft.com/office/drawing/2014/main" id="{E6943B2A-FC3F-4CF3-B69B-6C92E75C35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76" y="432"/>
                <a:ext cx="96" cy="96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kumimoji="0" lang="zh-CN" altLang="en-US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28" name="Text Box 41">
              <a:extLst>
                <a:ext uri="{FF2B5EF4-FFF2-40B4-BE49-F238E27FC236}">
                  <a16:creationId xmlns:a16="http://schemas.microsoft.com/office/drawing/2014/main" id="{CB72496C-F6AE-461C-A430-BCF7F394E1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58217" y="2400297"/>
              <a:ext cx="500063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zh-CN" i="1" dirty="0">
                  <a:solidFill>
                    <a:schemeClr val="bg1"/>
                  </a:solidFill>
                  <a:latin typeface="+mn-lt"/>
                  <a:ea typeface="楷体_GB2312" pitchFamily="49" charset="-122"/>
                </a:rPr>
                <a:t>x</a:t>
              </a:r>
              <a:endParaRPr lang="zh-CN" altLang="en-US" i="1" dirty="0">
                <a:solidFill>
                  <a:schemeClr val="bg1"/>
                </a:solidFill>
                <a:latin typeface="+mn-lt"/>
                <a:ea typeface="楷体_GB2312" pitchFamily="49" charset="-122"/>
              </a:endParaRPr>
            </a:p>
          </p:txBody>
        </p:sp>
        <p:sp>
          <p:nvSpPr>
            <p:cNvPr id="29" name="Text Box 41">
              <a:extLst>
                <a:ext uri="{FF2B5EF4-FFF2-40B4-BE49-F238E27FC236}">
                  <a16:creationId xmlns:a16="http://schemas.microsoft.com/office/drawing/2014/main" id="{928166B4-B9F1-4D07-9F48-854D242914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57841" y="2428872"/>
              <a:ext cx="500063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zh-CN" i="1" dirty="0">
                  <a:solidFill>
                    <a:schemeClr val="bg1"/>
                  </a:solidFill>
                  <a:latin typeface="+mn-lt"/>
                  <a:ea typeface="楷体_GB2312" pitchFamily="49" charset="-122"/>
                </a:rPr>
                <a:t>O</a:t>
              </a:r>
              <a:endParaRPr lang="zh-CN" altLang="en-US" i="1" dirty="0">
                <a:solidFill>
                  <a:schemeClr val="bg1"/>
                </a:solidFill>
                <a:latin typeface="+mn-lt"/>
                <a:ea typeface="楷体_GB2312" pitchFamily="49" charset="-122"/>
              </a:endParaRPr>
            </a:p>
          </p:txBody>
        </p:sp>
        <p:sp>
          <p:nvSpPr>
            <p:cNvPr id="12310" name="椭圆 29">
              <a:extLst>
                <a:ext uri="{FF2B5EF4-FFF2-40B4-BE49-F238E27FC236}">
                  <a16:creationId xmlns:a16="http://schemas.microsoft.com/office/drawing/2014/main" id="{94F21457-8A14-4586-8C80-DE5B83E02D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6000" y="2428868"/>
              <a:ext cx="71438" cy="71438"/>
            </a:xfrm>
            <a:prstGeom prst="ellipse">
              <a:avLst/>
            </a:prstGeom>
            <a:solidFill>
              <a:srgbClr val="00FF00"/>
            </a:solidFill>
            <a:ln w="9525" algn="ctr">
              <a:solidFill>
                <a:srgbClr val="00FF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</p:grpSp>
      <p:graphicFrame>
        <p:nvGraphicFramePr>
          <p:cNvPr id="32" name="Object 5">
            <a:extLst>
              <a:ext uri="{FF2B5EF4-FFF2-40B4-BE49-F238E27FC236}">
                <a16:creationId xmlns:a16="http://schemas.microsoft.com/office/drawing/2014/main" id="{51D11DFA-F534-4735-B43F-3C60F3A3086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1500" y="1458913"/>
          <a:ext cx="3214688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310" name="公式" r:id="rId5" imgW="1609833" imgH="352391" progId="Equation.3">
                  <p:embed/>
                </p:oleObj>
              </mc:Choice>
              <mc:Fallback>
                <p:oleObj name="公式" r:id="rId5" imgW="1609833" imgH="352391" progId="Equation.3">
                  <p:embed/>
                  <p:pic>
                    <p:nvPicPr>
                      <p:cNvPr id="32" name="Object 5">
                        <a:extLst>
                          <a:ext uri="{FF2B5EF4-FFF2-40B4-BE49-F238E27FC236}">
                            <a16:creationId xmlns:a16="http://schemas.microsoft.com/office/drawing/2014/main" id="{51D11DFA-F534-4735-B43F-3C60F3A3086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" y="1458913"/>
                        <a:ext cx="3214688" cy="755650"/>
                      </a:xfrm>
                      <a:prstGeom prst="rect">
                        <a:avLst/>
                      </a:prstGeom>
                      <a:noFill/>
                      <a:ln w="1270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右箭头 32">
            <a:extLst>
              <a:ext uri="{FF2B5EF4-FFF2-40B4-BE49-F238E27FC236}">
                <a16:creationId xmlns:a16="http://schemas.microsoft.com/office/drawing/2014/main" id="{43FDAF63-B0AE-43F3-869C-D18C63C3D1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9063" y="1673225"/>
            <a:ext cx="500062" cy="285750"/>
          </a:xfrm>
          <a:prstGeom prst="rightArrow">
            <a:avLst>
              <a:gd name="adj1" fmla="val 50000"/>
              <a:gd name="adj2" fmla="val 49996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graphicFrame>
        <p:nvGraphicFramePr>
          <p:cNvPr id="34" name="Object 28">
            <a:extLst>
              <a:ext uri="{FF2B5EF4-FFF2-40B4-BE49-F238E27FC236}">
                <a16:creationId xmlns:a16="http://schemas.microsoft.com/office/drawing/2014/main" id="{820A2996-4083-4C2F-BA2F-E56EDF02329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30725" y="1458913"/>
          <a:ext cx="4184650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311" name="公式" r:id="rId7" imgW="2238292" imgH="352391" progId="Equation.3">
                  <p:embed/>
                </p:oleObj>
              </mc:Choice>
              <mc:Fallback>
                <p:oleObj name="公式" r:id="rId7" imgW="2238292" imgH="352391" progId="Equation.3">
                  <p:embed/>
                  <p:pic>
                    <p:nvPicPr>
                      <p:cNvPr id="34" name="Object 28">
                        <a:extLst>
                          <a:ext uri="{FF2B5EF4-FFF2-40B4-BE49-F238E27FC236}">
                            <a16:creationId xmlns:a16="http://schemas.microsoft.com/office/drawing/2014/main" id="{820A2996-4083-4C2F-BA2F-E56EDF02329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30725" y="1458913"/>
                        <a:ext cx="4184650" cy="755650"/>
                      </a:xfrm>
                      <a:prstGeom prst="rect">
                        <a:avLst/>
                      </a:prstGeom>
                      <a:noFill/>
                      <a:ln w="1270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06" name="灯片编号占位符 1">
            <a:extLst>
              <a:ext uri="{FF2B5EF4-FFF2-40B4-BE49-F238E27FC236}">
                <a16:creationId xmlns:a16="http://schemas.microsoft.com/office/drawing/2014/main" id="{4B6C09B1-C88E-4EB2-846A-95A87CD8CA35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202D151-9CB0-4E38-B30A-37BAC539631D}" type="slidenum">
              <a:rPr lang="en-US" altLang="zh-CN" b="0">
                <a:solidFill>
                  <a:srgbClr val="FF00FF"/>
                </a:solidFill>
              </a:rPr>
              <a:pPr eaLnBrk="1" hangingPunct="1"/>
              <a:t>7</a:t>
            </a:fld>
            <a:r>
              <a:rPr lang="en-US" altLang="zh-CN" b="0">
                <a:solidFill>
                  <a:srgbClr val="FF00FF"/>
                </a:solidFill>
              </a:rPr>
              <a:t>/23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8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89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38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38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38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38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6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38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38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38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4" grpId="0" autoUpdateAnimBg="0"/>
      <p:bldP spid="38915" grpId="0" autoUpdateAnimBg="0"/>
      <p:bldP spid="38951" grpId="0" animBg="1" autoUpdateAnimBg="0"/>
      <p:bldP spid="38953" grpId="0" autoUpdateAnimBg="0"/>
      <p:bldP spid="38968" grpId="0" autoUpdateAnimBg="0"/>
      <p:bldP spid="38970" grpId="0" autoUpdateAnimBg="0"/>
      <p:bldP spid="38972" grpId="0" autoUpdateAnimBg="0"/>
      <p:bldP spid="38974" grpId="0" autoUpdateAnimBg="0"/>
      <p:bldP spid="38976" grpId="0" autoUpdateAnimBg="0"/>
      <p:bldP spid="27" grpId="0" autoUpdateAnimBg="0"/>
      <p:bldP spid="3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7349" name="Object 2">
            <a:extLst>
              <a:ext uri="{FF2B5EF4-FFF2-40B4-BE49-F238E27FC236}">
                <a16:creationId xmlns:a16="http://schemas.microsoft.com/office/drawing/2014/main" id="{3D62D397-3291-4A2E-89AD-EB82FF58CA0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00188" y="1816100"/>
          <a:ext cx="809625" cy="827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342" name="公式" r:id="rId3" imgW="723875" imgH="790507" progId="Equation.3">
                  <p:embed/>
                </p:oleObj>
              </mc:Choice>
              <mc:Fallback>
                <p:oleObj name="公式" r:id="rId3" imgW="723875" imgH="790507" progId="Equation.3">
                  <p:embed/>
                  <p:pic>
                    <p:nvPicPr>
                      <p:cNvPr id="57349" name="Object 2">
                        <a:extLst>
                          <a:ext uri="{FF2B5EF4-FFF2-40B4-BE49-F238E27FC236}">
                            <a16:creationId xmlns:a16="http://schemas.microsoft.com/office/drawing/2014/main" id="{3D62D397-3291-4A2E-89AD-EB82FF58CA0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0188" y="1816100"/>
                        <a:ext cx="809625" cy="827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370" name="AutoShape 26">
            <a:extLst>
              <a:ext uri="{FF2B5EF4-FFF2-40B4-BE49-F238E27FC236}">
                <a16:creationId xmlns:a16="http://schemas.microsoft.com/office/drawing/2014/main" id="{E315F45A-DEB6-4882-8E2F-F7C3E50E3D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0563" y="1709738"/>
            <a:ext cx="609600" cy="679450"/>
          </a:xfrm>
          <a:prstGeom prst="wedgeEllipseCallout">
            <a:avLst>
              <a:gd name="adj1" fmla="val 94856"/>
              <a:gd name="adj2" fmla="val 59014"/>
            </a:avLst>
          </a:prstGeom>
          <a:noFill/>
          <a:ln w="22225">
            <a:solidFill>
              <a:srgbClr val="00FF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zh-CN">
              <a:solidFill>
                <a:srgbClr val="FFFF0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57371" name="Text Box 27">
            <a:extLst>
              <a:ext uri="{FF2B5EF4-FFF2-40B4-BE49-F238E27FC236}">
                <a16:creationId xmlns:a16="http://schemas.microsoft.com/office/drawing/2014/main" id="{C4596764-5680-48F0-B61F-033B4677EA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57813" y="2428875"/>
            <a:ext cx="30718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rgbClr val="FFFF00"/>
                </a:solidFill>
                <a:latin typeface="Bookman Old Style" panose="02050604050505020204" pitchFamily="18" charset="0"/>
                <a:ea typeface="楷体_GB2312" pitchFamily="49" charset="-122"/>
              </a:rPr>
              <a:t>波腹：动能最大</a:t>
            </a:r>
          </a:p>
        </p:txBody>
      </p:sp>
      <p:sp>
        <p:nvSpPr>
          <p:cNvPr id="57381" name="Rectangle 37">
            <a:extLst>
              <a:ext uri="{FF2B5EF4-FFF2-40B4-BE49-F238E27FC236}">
                <a16:creationId xmlns:a16="http://schemas.microsoft.com/office/drawing/2014/main" id="{72CCA1AD-262B-479C-823B-D0FA999CB8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6450" y="2878138"/>
            <a:ext cx="460851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76250" indent="-4762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>
                <a:solidFill>
                  <a:schemeClr val="bg1"/>
                </a:solidFill>
                <a:latin typeface="Bookman Old Style" panose="02050604050505020204" pitchFamily="18" charset="0"/>
                <a:ea typeface="楷体_GB2312" pitchFamily="49" charset="-122"/>
              </a:rPr>
              <a:t>当各质元同时通过平衡位置时，</a:t>
            </a:r>
          </a:p>
        </p:txBody>
      </p:sp>
      <p:sp>
        <p:nvSpPr>
          <p:cNvPr id="57382" name="Rectangle 38">
            <a:extLst>
              <a:ext uri="{FF2B5EF4-FFF2-40B4-BE49-F238E27FC236}">
                <a16:creationId xmlns:a16="http://schemas.microsoft.com/office/drawing/2014/main" id="{92C3BFBA-1B9C-4418-BF4D-1161CCF4ED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8263" y="2870200"/>
            <a:ext cx="3424237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76250" indent="-4762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>
                <a:solidFill>
                  <a:schemeClr val="bg1"/>
                </a:solidFill>
                <a:latin typeface="Bookman Old Style" panose="02050604050505020204" pitchFamily="18" charset="0"/>
                <a:ea typeface="楷体_GB2312" pitchFamily="49" charset="-122"/>
              </a:rPr>
              <a:t>各质元均无形变，</a:t>
            </a:r>
          </a:p>
        </p:txBody>
      </p:sp>
      <p:sp>
        <p:nvSpPr>
          <p:cNvPr id="57383" name="Rectangle 39">
            <a:extLst>
              <a:ext uri="{FF2B5EF4-FFF2-40B4-BE49-F238E27FC236}">
                <a16:creationId xmlns:a16="http://schemas.microsoft.com/office/drawing/2014/main" id="{7A05D2F5-FCE6-4AB2-9902-28CE7D87EB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6450" y="3409950"/>
            <a:ext cx="237490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76250" indent="-4762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>
                <a:solidFill>
                  <a:schemeClr val="bg1"/>
                </a:solidFill>
                <a:latin typeface="Bookman Old Style" panose="02050604050505020204" pitchFamily="18" charset="0"/>
                <a:ea typeface="楷体_GB2312" pitchFamily="49" charset="-122"/>
              </a:rPr>
              <a:t>势能为零，</a:t>
            </a:r>
          </a:p>
        </p:txBody>
      </p:sp>
      <p:sp>
        <p:nvSpPr>
          <p:cNvPr id="57384" name="Rectangle 40">
            <a:extLst>
              <a:ext uri="{FF2B5EF4-FFF2-40B4-BE49-F238E27FC236}">
                <a16:creationId xmlns:a16="http://schemas.microsoft.com/office/drawing/2014/main" id="{088EAA63-D06F-4C7E-8B58-DF901DDDEB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8875" y="3409950"/>
            <a:ext cx="42481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76250" indent="-4762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>
                <a:solidFill>
                  <a:schemeClr val="bg1"/>
                </a:solidFill>
                <a:latin typeface="Bookman Old Style" panose="02050604050505020204" pitchFamily="18" charset="0"/>
                <a:ea typeface="楷体_GB2312" pitchFamily="49" charset="-122"/>
              </a:rPr>
              <a:t>能量全部是动能</a:t>
            </a:r>
          </a:p>
        </p:txBody>
      </p:sp>
      <p:sp>
        <p:nvSpPr>
          <p:cNvPr id="57385" name="Rectangle 41">
            <a:extLst>
              <a:ext uri="{FF2B5EF4-FFF2-40B4-BE49-F238E27FC236}">
                <a16:creationId xmlns:a16="http://schemas.microsoft.com/office/drawing/2014/main" id="{813AEAE4-A142-4775-BCD0-41BEEE9A9C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5813" y="3959225"/>
            <a:ext cx="7840662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76250" indent="-4762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>
                <a:solidFill>
                  <a:schemeClr val="bg1"/>
                </a:solidFill>
                <a:latin typeface="Bookman Old Style" panose="02050604050505020204" pitchFamily="18" charset="0"/>
                <a:ea typeface="楷体_GB2312" pitchFamily="49" charset="-122"/>
              </a:rPr>
              <a:t>波腹处的质元速率最大，动能最大</a:t>
            </a:r>
          </a:p>
        </p:txBody>
      </p:sp>
      <p:graphicFrame>
        <p:nvGraphicFramePr>
          <p:cNvPr id="57388" name="Object 3">
            <a:extLst>
              <a:ext uri="{FF2B5EF4-FFF2-40B4-BE49-F238E27FC236}">
                <a16:creationId xmlns:a16="http://schemas.microsoft.com/office/drawing/2014/main" id="{3C6369F2-473E-4D3C-9672-801875C0135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79550" y="5345113"/>
          <a:ext cx="806450" cy="823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343" name="公式" r:id="rId5" imgW="723875" imgH="790507" progId="Equation.3">
                  <p:embed/>
                </p:oleObj>
              </mc:Choice>
              <mc:Fallback>
                <p:oleObj name="公式" r:id="rId5" imgW="723875" imgH="790507" progId="Equation.3">
                  <p:embed/>
                  <p:pic>
                    <p:nvPicPr>
                      <p:cNvPr id="57388" name="Object 3">
                        <a:extLst>
                          <a:ext uri="{FF2B5EF4-FFF2-40B4-BE49-F238E27FC236}">
                            <a16:creationId xmlns:a16="http://schemas.microsoft.com/office/drawing/2014/main" id="{3C6369F2-473E-4D3C-9672-801875C0135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9550" y="5345113"/>
                        <a:ext cx="806450" cy="823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402" name="AutoShape 58">
            <a:extLst>
              <a:ext uri="{FF2B5EF4-FFF2-40B4-BE49-F238E27FC236}">
                <a16:creationId xmlns:a16="http://schemas.microsoft.com/office/drawing/2014/main" id="{764F5923-D97D-46E2-AFDB-E31548DBFD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91075" y="5427663"/>
            <a:ext cx="609600" cy="609600"/>
          </a:xfrm>
          <a:prstGeom prst="wedgeEllipseCallout">
            <a:avLst>
              <a:gd name="adj1" fmla="val 82051"/>
              <a:gd name="adj2" fmla="val 74444"/>
            </a:avLst>
          </a:prstGeom>
          <a:noFill/>
          <a:ln w="22225">
            <a:solidFill>
              <a:srgbClr val="00FF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zh-CN">
              <a:solidFill>
                <a:srgbClr val="FFFF0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57403" name="Text Box 59">
            <a:extLst>
              <a:ext uri="{FF2B5EF4-FFF2-40B4-BE49-F238E27FC236}">
                <a16:creationId xmlns:a16="http://schemas.microsoft.com/office/drawing/2014/main" id="{4C093118-1E00-40AA-8300-A278B85AEA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62588" y="6143625"/>
            <a:ext cx="27527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rgbClr val="FFFF00"/>
                </a:solidFill>
                <a:latin typeface="Bookman Old Style" panose="02050604050505020204" pitchFamily="18" charset="0"/>
                <a:ea typeface="楷体_GB2312" pitchFamily="49" charset="-122"/>
              </a:rPr>
              <a:t>波节：势能最大</a:t>
            </a:r>
          </a:p>
        </p:txBody>
      </p:sp>
      <p:graphicFrame>
        <p:nvGraphicFramePr>
          <p:cNvPr id="522254" name="Object 5">
            <a:extLst>
              <a:ext uri="{FF2B5EF4-FFF2-40B4-BE49-F238E27FC236}">
                <a16:creationId xmlns:a16="http://schemas.microsoft.com/office/drawing/2014/main" id="{B0C4F125-081A-4A1F-8C6A-802DEFE2325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0063" y="571500"/>
          <a:ext cx="3214687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344" name="公式" r:id="rId7" imgW="1609833" imgH="352391" progId="Equation.3">
                  <p:embed/>
                </p:oleObj>
              </mc:Choice>
              <mc:Fallback>
                <p:oleObj name="公式" r:id="rId7" imgW="1609833" imgH="352391" progId="Equation.3">
                  <p:embed/>
                  <p:pic>
                    <p:nvPicPr>
                      <p:cNvPr id="522254" name="Object 5">
                        <a:extLst>
                          <a:ext uri="{FF2B5EF4-FFF2-40B4-BE49-F238E27FC236}">
                            <a16:creationId xmlns:a16="http://schemas.microsoft.com/office/drawing/2014/main" id="{B0C4F125-081A-4A1F-8C6A-802DEFE2325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063" y="571500"/>
                        <a:ext cx="3214687" cy="755650"/>
                      </a:xfrm>
                      <a:prstGeom prst="rect">
                        <a:avLst/>
                      </a:prstGeom>
                      <a:noFill/>
                      <a:ln w="1270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36">
            <a:extLst>
              <a:ext uri="{FF2B5EF4-FFF2-40B4-BE49-F238E27FC236}">
                <a16:creationId xmlns:a16="http://schemas.microsoft.com/office/drawing/2014/main" id="{D66DB64D-03B2-449F-8FEC-C794F4FCA8BB}"/>
              </a:ext>
            </a:extLst>
          </p:cNvPr>
          <p:cNvGrpSpPr>
            <a:grpSpLocks/>
          </p:cNvGrpSpPr>
          <p:nvPr/>
        </p:nvGrpSpPr>
        <p:grpSpPr bwMode="auto">
          <a:xfrm>
            <a:off x="3657600" y="1928813"/>
            <a:ext cx="4343400" cy="517525"/>
            <a:chOff x="3657600" y="1111241"/>
            <a:chExt cx="4343424" cy="517515"/>
          </a:xfrm>
        </p:grpSpPr>
        <p:grpSp>
          <p:nvGrpSpPr>
            <p:cNvPr id="13348" name="Group 6">
              <a:extLst>
                <a:ext uri="{FF2B5EF4-FFF2-40B4-BE49-F238E27FC236}">
                  <a16:creationId xmlns:a16="http://schemas.microsoft.com/office/drawing/2014/main" id="{FDB7C22E-DDE6-4317-B054-9B3B6F3C8F1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57600" y="1120775"/>
              <a:ext cx="3962400" cy="152400"/>
              <a:chOff x="3216" y="1200"/>
              <a:chExt cx="2496" cy="96"/>
            </a:xfrm>
          </p:grpSpPr>
          <p:sp>
            <p:nvSpPr>
              <p:cNvPr id="13352" name="Line 7">
                <a:extLst>
                  <a:ext uri="{FF2B5EF4-FFF2-40B4-BE49-F238E27FC236}">
                    <a16:creationId xmlns:a16="http://schemas.microsoft.com/office/drawing/2014/main" id="{CF50B793-C869-4810-85CF-42C05888417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16" y="1248"/>
                <a:ext cx="2496" cy="0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53" name="Line 8">
                <a:extLst>
                  <a:ext uri="{FF2B5EF4-FFF2-40B4-BE49-F238E27FC236}">
                    <a16:creationId xmlns:a16="http://schemas.microsoft.com/office/drawing/2014/main" id="{7F0008D7-41CC-4FD2-81AC-2047A1EF9C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1248"/>
                <a:ext cx="2064" cy="0"/>
              </a:xfrm>
              <a:prstGeom prst="line">
                <a:avLst/>
              </a:prstGeom>
              <a:noFill/>
              <a:ln w="22225">
                <a:solidFill>
                  <a:srgbClr val="FFF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54" name="Oval 9">
                <a:extLst>
                  <a:ext uri="{FF2B5EF4-FFF2-40B4-BE49-F238E27FC236}">
                    <a16:creationId xmlns:a16="http://schemas.microsoft.com/office/drawing/2014/main" id="{D22C9FF0-E589-47FE-A147-052B970F0F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0" y="1200"/>
                <a:ext cx="96" cy="96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kumimoji="0"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3355" name="Oval 10">
                <a:extLst>
                  <a:ext uri="{FF2B5EF4-FFF2-40B4-BE49-F238E27FC236}">
                    <a16:creationId xmlns:a16="http://schemas.microsoft.com/office/drawing/2014/main" id="{710043F8-FD0A-4D1F-8A17-60A02CA6A6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76" y="1200"/>
                <a:ext cx="96" cy="96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kumimoji="0"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3356" name="Oval 11">
                <a:extLst>
                  <a:ext uri="{FF2B5EF4-FFF2-40B4-BE49-F238E27FC236}">
                    <a16:creationId xmlns:a16="http://schemas.microsoft.com/office/drawing/2014/main" id="{1E2F0912-F5CE-4005-A81B-11D9E1C26C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68" y="1200"/>
                <a:ext cx="96" cy="96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kumimoji="0" lang="zh-CN" altLang="en-US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34" name="Text Box 41">
              <a:extLst>
                <a:ext uri="{FF2B5EF4-FFF2-40B4-BE49-F238E27FC236}">
                  <a16:creationId xmlns:a16="http://schemas.microsoft.com/office/drawing/2014/main" id="{B7C135B7-D25D-4022-8C96-29448E22B0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00959" y="1142990"/>
              <a:ext cx="500065" cy="4571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zh-CN" i="1" dirty="0">
                  <a:solidFill>
                    <a:schemeClr val="bg1"/>
                  </a:solidFill>
                  <a:latin typeface="+mn-lt"/>
                  <a:ea typeface="楷体_GB2312" pitchFamily="49" charset="-122"/>
                </a:rPr>
                <a:t>x</a:t>
              </a:r>
              <a:endParaRPr lang="zh-CN" altLang="en-US" i="1" dirty="0">
                <a:solidFill>
                  <a:schemeClr val="bg1"/>
                </a:solidFill>
                <a:latin typeface="+mn-lt"/>
                <a:ea typeface="楷体_GB2312" pitchFamily="49" charset="-122"/>
              </a:endParaRPr>
            </a:p>
          </p:txBody>
        </p:sp>
        <p:sp>
          <p:nvSpPr>
            <p:cNvPr id="35" name="Text Box 41">
              <a:extLst>
                <a:ext uri="{FF2B5EF4-FFF2-40B4-BE49-F238E27FC236}">
                  <a16:creationId xmlns:a16="http://schemas.microsoft.com/office/drawing/2014/main" id="{F1B49017-61FD-493E-B58A-6A95C7C909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72005" y="1171565"/>
              <a:ext cx="500066" cy="4571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zh-CN" i="1" dirty="0">
                  <a:solidFill>
                    <a:schemeClr val="bg1"/>
                  </a:solidFill>
                  <a:latin typeface="+mn-lt"/>
                  <a:ea typeface="楷体_GB2312" pitchFamily="49" charset="-122"/>
                </a:rPr>
                <a:t>O</a:t>
              </a:r>
              <a:endParaRPr lang="zh-CN" altLang="en-US" i="1" dirty="0">
                <a:solidFill>
                  <a:schemeClr val="bg1"/>
                </a:solidFill>
                <a:latin typeface="+mn-lt"/>
                <a:ea typeface="楷体_GB2312" pitchFamily="49" charset="-122"/>
              </a:endParaRPr>
            </a:p>
          </p:txBody>
        </p:sp>
        <p:sp>
          <p:nvSpPr>
            <p:cNvPr id="13351" name="椭圆 35">
              <a:extLst>
                <a:ext uri="{FF2B5EF4-FFF2-40B4-BE49-F238E27FC236}">
                  <a16:creationId xmlns:a16="http://schemas.microsoft.com/office/drawing/2014/main" id="{0A09501A-38B3-4266-8271-55B95925FA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14882" y="1111241"/>
              <a:ext cx="142877" cy="142870"/>
            </a:xfrm>
            <a:prstGeom prst="ellipse">
              <a:avLst/>
            </a:prstGeom>
            <a:solidFill>
              <a:srgbClr val="00FF00"/>
            </a:solidFill>
            <a:ln w="9525" algn="ctr">
              <a:solidFill>
                <a:srgbClr val="00FF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</p:grpSp>
      <p:sp>
        <p:nvSpPr>
          <p:cNvPr id="38" name="矩形 37">
            <a:extLst>
              <a:ext uri="{FF2B5EF4-FFF2-40B4-BE49-F238E27FC236}">
                <a16:creationId xmlns:a16="http://schemas.microsoft.com/office/drawing/2014/main" id="{81D07F94-4B62-43D2-B632-5DAE9F26CF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5813" y="4538663"/>
            <a:ext cx="75723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chemeClr val="bg1"/>
                </a:solidFill>
                <a:latin typeface="Bookman Old Style" panose="02050604050505020204" pitchFamily="18" charset="0"/>
                <a:ea typeface="楷体_GB2312" pitchFamily="49" charset="-122"/>
              </a:rPr>
              <a:t>因而，</a:t>
            </a:r>
            <a:r>
              <a:rPr lang="zh-CN" altLang="en-US" i="1" u="sng" dirty="0">
                <a:solidFill>
                  <a:schemeClr val="bg1"/>
                </a:solidFill>
                <a:latin typeface="Bookman Old Style" panose="02050604050505020204" pitchFamily="18" charset="0"/>
                <a:ea typeface="楷体_GB2312" pitchFamily="49" charset="-122"/>
              </a:rPr>
              <a:t>能量以动能的形式主要集中于波腹附近</a:t>
            </a:r>
            <a:endParaRPr lang="zh-CN" altLang="en-US" i="1" u="sng" dirty="0"/>
          </a:p>
        </p:txBody>
      </p:sp>
      <p:sp>
        <p:nvSpPr>
          <p:cNvPr id="39" name="右箭头 38">
            <a:extLst>
              <a:ext uri="{FF2B5EF4-FFF2-40B4-BE49-F238E27FC236}">
                <a16:creationId xmlns:a16="http://schemas.microsoft.com/office/drawing/2014/main" id="{378BD90C-965F-456B-9657-8565E9F0A5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7625" y="785813"/>
            <a:ext cx="500063" cy="285750"/>
          </a:xfrm>
          <a:prstGeom prst="rightArrow">
            <a:avLst>
              <a:gd name="adj1" fmla="val 50000"/>
              <a:gd name="adj2" fmla="val 49997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graphicFrame>
        <p:nvGraphicFramePr>
          <p:cNvPr id="4" name="Object 34">
            <a:extLst>
              <a:ext uri="{FF2B5EF4-FFF2-40B4-BE49-F238E27FC236}">
                <a16:creationId xmlns:a16="http://schemas.microsoft.com/office/drawing/2014/main" id="{523A9A95-ABAC-49C3-A7D4-32655C34573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59288" y="571500"/>
          <a:ext cx="4184650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345" name="公式" r:id="rId9" imgW="2238292" imgH="352391" progId="Equation.3">
                  <p:embed/>
                </p:oleObj>
              </mc:Choice>
              <mc:Fallback>
                <p:oleObj name="公式" r:id="rId9" imgW="2238292" imgH="352391" progId="Equation.3">
                  <p:embed/>
                  <p:pic>
                    <p:nvPicPr>
                      <p:cNvPr id="4" name="Object 34">
                        <a:extLst>
                          <a:ext uri="{FF2B5EF4-FFF2-40B4-BE49-F238E27FC236}">
                            <a16:creationId xmlns:a16="http://schemas.microsoft.com/office/drawing/2014/main" id="{523A9A95-ABAC-49C3-A7D4-32655C34573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59288" y="571500"/>
                        <a:ext cx="4184650" cy="755650"/>
                      </a:xfrm>
                      <a:prstGeom prst="rect">
                        <a:avLst/>
                      </a:prstGeom>
                      <a:noFill/>
                      <a:ln w="1270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组合 43">
            <a:extLst>
              <a:ext uri="{FF2B5EF4-FFF2-40B4-BE49-F238E27FC236}">
                <a16:creationId xmlns:a16="http://schemas.microsoft.com/office/drawing/2014/main" id="{060ABF29-3395-4832-98A0-9FCF5A7022D9}"/>
              </a:ext>
            </a:extLst>
          </p:cNvPr>
          <p:cNvGrpSpPr>
            <a:grpSpLocks/>
          </p:cNvGrpSpPr>
          <p:nvPr/>
        </p:nvGrpSpPr>
        <p:grpSpPr bwMode="auto">
          <a:xfrm>
            <a:off x="3190875" y="5199063"/>
            <a:ext cx="4343400" cy="1066800"/>
            <a:chOff x="3657600" y="4870450"/>
            <a:chExt cx="4343424" cy="1066800"/>
          </a:xfrm>
        </p:grpSpPr>
        <p:grpSp>
          <p:nvGrpSpPr>
            <p:cNvPr id="13332" name="Group 45">
              <a:extLst>
                <a:ext uri="{FF2B5EF4-FFF2-40B4-BE49-F238E27FC236}">
                  <a16:creationId xmlns:a16="http://schemas.microsoft.com/office/drawing/2014/main" id="{F4B0C7FD-7BE8-496E-A705-67CCEEAB262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57600" y="4870450"/>
              <a:ext cx="3962400" cy="1066800"/>
              <a:chOff x="3216" y="1680"/>
              <a:chExt cx="2496" cy="672"/>
            </a:xfrm>
          </p:grpSpPr>
          <p:sp>
            <p:nvSpPr>
              <p:cNvPr id="13336" name="Line 46">
                <a:extLst>
                  <a:ext uri="{FF2B5EF4-FFF2-40B4-BE49-F238E27FC236}">
                    <a16:creationId xmlns:a16="http://schemas.microsoft.com/office/drawing/2014/main" id="{0FF28D1E-1948-4676-B62F-41F6571B49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16" y="2016"/>
                <a:ext cx="2496" cy="0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37" name="Line 47">
                <a:extLst>
                  <a:ext uri="{FF2B5EF4-FFF2-40B4-BE49-F238E27FC236}">
                    <a16:creationId xmlns:a16="http://schemas.microsoft.com/office/drawing/2014/main" id="{17A6EAFA-5290-4DFB-BDA1-7779C29139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936" y="2016"/>
                <a:ext cx="0" cy="336"/>
              </a:xfrm>
              <a:prstGeom prst="line">
                <a:avLst/>
              </a:prstGeom>
              <a:noFill/>
              <a:ln w="9525">
                <a:solidFill>
                  <a:srgbClr val="00FF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38" name="Line 48">
                <a:extLst>
                  <a:ext uri="{FF2B5EF4-FFF2-40B4-BE49-F238E27FC236}">
                    <a16:creationId xmlns:a16="http://schemas.microsoft.com/office/drawing/2014/main" id="{BDA40642-9D12-4809-8B39-5384E9C45B3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696" y="2016"/>
                <a:ext cx="0" cy="240"/>
              </a:xfrm>
              <a:prstGeom prst="line">
                <a:avLst/>
              </a:prstGeom>
              <a:noFill/>
              <a:ln w="9525">
                <a:solidFill>
                  <a:srgbClr val="00FF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39" name="Line 49">
                <a:extLst>
                  <a:ext uri="{FF2B5EF4-FFF2-40B4-BE49-F238E27FC236}">
                    <a16:creationId xmlns:a16="http://schemas.microsoft.com/office/drawing/2014/main" id="{73AF829D-5916-4FED-94B9-064184FA207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176" y="2016"/>
                <a:ext cx="0" cy="240"/>
              </a:xfrm>
              <a:prstGeom prst="line">
                <a:avLst/>
              </a:prstGeom>
              <a:noFill/>
              <a:ln w="9525">
                <a:solidFill>
                  <a:srgbClr val="00FF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40" name="Line 50">
                <a:extLst>
                  <a:ext uri="{FF2B5EF4-FFF2-40B4-BE49-F238E27FC236}">
                    <a16:creationId xmlns:a16="http://schemas.microsoft.com/office/drawing/2014/main" id="{5841E3E5-767C-476E-8C4A-125DC903454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4944" y="1680"/>
                <a:ext cx="0" cy="336"/>
              </a:xfrm>
              <a:prstGeom prst="line">
                <a:avLst/>
              </a:prstGeom>
              <a:noFill/>
              <a:ln w="9525">
                <a:solidFill>
                  <a:srgbClr val="00FF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41" name="Line 51">
                <a:extLst>
                  <a:ext uri="{FF2B5EF4-FFF2-40B4-BE49-F238E27FC236}">
                    <a16:creationId xmlns:a16="http://schemas.microsoft.com/office/drawing/2014/main" id="{D52632FE-B03E-4335-93EA-F3297E84A73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4704" y="1776"/>
                <a:ext cx="0" cy="240"/>
              </a:xfrm>
              <a:prstGeom prst="line">
                <a:avLst/>
              </a:prstGeom>
              <a:noFill/>
              <a:ln w="9525">
                <a:solidFill>
                  <a:srgbClr val="00FF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42" name="Line 52">
                <a:extLst>
                  <a:ext uri="{FF2B5EF4-FFF2-40B4-BE49-F238E27FC236}">
                    <a16:creationId xmlns:a16="http://schemas.microsoft.com/office/drawing/2014/main" id="{167A98E6-5E42-48EF-9775-659CF4E9B80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5184" y="1776"/>
                <a:ext cx="0" cy="240"/>
              </a:xfrm>
              <a:prstGeom prst="line">
                <a:avLst/>
              </a:prstGeom>
              <a:noFill/>
              <a:ln w="9525">
                <a:solidFill>
                  <a:srgbClr val="00FF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43" name="Freeform 53">
                <a:extLst>
                  <a:ext uri="{FF2B5EF4-FFF2-40B4-BE49-F238E27FC236}">
                    <a16:creationId xmlns:a16="http://schemas.microsoft.com/office/drawing/2014/main" id="{B3BB95E5-CDCE-4381-A3A9-2E6ECBAFC5DF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4416" y="1680"/>
                <a:ext cx="1008" cy="336"/>
              </a:xfrm>
              <a:custGeom>
                <a:avLst/>
                <a:gdLst>
                  <a:gd name="T0" fmla="*/ 0 w 1008"/>
                  <a:gd name="T1" fmla="*/ 336 h 336"/>
                  <a:gd name="T2" fmla="*/ 144 w 1008"/>
                  <a:gd name="T3" fmla="*/ 192 h 336"/>
                  <a:gd name="T4" fmla="*/ 336 w 1008"/>
                  <a:gd name="T5" fmla="*/ 48 h 336"/>
                  <a:gd name="T6" fmla="*/ 480 w 1008"/>
                  <a:gd name="T7" fmla="*/ 0 h 336"/>
                  <a:gd name="T8" fmla="*/ 672 w 1008"/>
                  <a:gd name="T9" fmla="*/ 48 h 336"/>
                  <a:gd name="T10" fmla="*/ 912 w 1008"/>
                  <a:gd name="T11" fmla="*/ 240 h 336"/>
                  <a:gd name="T12" fmla="*/ 1008 w 1008"/>
                  <a:gd name="T13" fmla="*/ 336 h 3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008"/>
                  <a:gd name="T22" fmla="*/ 0 h 336"/>
                  <a:gd name="T23" fmla="*/ 1008 w 1008"/>
                  <a:gd name="T24" fmla="*/ 336 h 3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008" h="336">
                    <a:moveTo>
                      <a:pt x="0" y="336"/>
                    </a:moveTo>
                    <a:cubicBezTo>
                      <a:pt x="44" y="288"/>
                      <a:pt x="88" y="240"/>
                      <a:pt x="144" y="192"/>
                    </a:cubicBezTo>
                    <a:cubicBezTo>
                      <a:pt x="200" y="144"/>
                      <a:pt x="280" y="80"/>
                      <a:pt x="336" y="48"/>
                    </a:cubicBezTo>
                    <a:cubicBezTo>
                      <a:pt x="392" y="16"/>
                      <a:pt x="424" y="0"/>
                      <a:pt x="480" y="0"/>
                    </a:cubicBezTo>
                    <a:cubicBezTo>
                      <a:pt x="536" y="0"/>
                      <a:pt x="600" y="8"/>
                      <a:pt x="672" y="48"/>
                    </a:cubicBezTo>
                    <a:cubicBezTo>
                      <a:pt x="744" y="88"/>
                      <a:pt x="856" y="192"/>
                      <a:pt x="912" y="240"/>
                    </a:cubicBezTo>
                    <a:cubicBezTo>
                      <a:pt x="968" y="288"/>
                      <a:pt x="988" y="312"/>
                      <a:pt x="1008" y="336"/>
                    </a:cubicBezTo>
                  </a:path>
                </a:pathLst>
              </a:custGeom>
              <a:noFill/>
              <a:ln w="22225">
                <a:solidFill>
                  <a:srgbClr val="FFF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44" name="Freeform 54">
                <a:extLst>
                  <a:ext uri="{FF2B5EF4-FFF2-40B4-BE49-F238E27FC236}">
                    <a16:creationId xmlns:a16="http://schemas.microsoft.com/office/drawing/2014/main" id="{DEDA538A-744B-47AE-AE0C-B43C0BA2F9F4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 flipV="1">
                <a:off x="3408" y="2016"/>
                <a:ext cx="1008" cy="336"/>
              </a:xfrm>
              <a:custGeom>
                <a:avLst/>
                <a:gdLst>
                  <a:gd name="T0" fmla="*/ 0 w 1008"/>
                  <a:gd name="T1" fmla="*/ 336 h 336"/>
                  <a:gd name="T2" fmla="*/ 144 w 1008"/>
                  <a:gd name="T3" fmla="*/ 192 h 336"/>
                  <a:gd name="T4" fmla="*/ 336 w 1008"/>
                  <a:gd name="T5" fmla="*/ 48 h 336"/>
                  <a:gd name="T6" fmla="*/ 480 w 1008"/>
                  <a:gd name="T7" fmla="*/ 0 h 336"/>
                  <a:gd name="T8" fmla="*/ 672 w 1008"/>
                  <a:gd name="T9" fmla="*/ 48 h 336"/>
                  <a:gd name="T10" fmla="*/ 912 w 1008"/>
                  <a:gd name="T11" fmla="*/ 240 h 336"/>
                  <a:gd name="T12" fmla="*/ 1008 w 1008"/>
                  <a:gd name="T13" fmla="*/ 336 h 3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008"/>
                  <a:gd name="T22" fmla="*/ 0 h 336"/>
                  <a:gd name="T23" fmla="*/ 1008 w 1008"/>
                  <a:gd name="T24" fmla="*/ 336 h 3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008" h="336">
                    <a:moveTo>
                      <a:pt x="0" y="336"/>
                    </a:moveTo>
                    <a:cubicBezTo>
                      <a:pt x="44" y="288"/>
                      <a:pt x="88" y="240"/>
                      <a:pt x="144" y="192"/>
                    </a:cubicBezTo>
                    <a:cubicBezTo>
                      <a:pt x="200" y="144"/>
                      <a:pt x="280" y="80"/>
                      <a:pt x="336" y="48"/>
                    </a:cubicBezTo>
                    <a:cubicBezTo>
                      <a:pt x="392" y="16"/>
                      <a:pt x="424" y="0"/>
                      <a:pt x="480" y="0"/>
                    </a:cubicBezTo>
                    <a:cubicBezTo>
                      <a:pt x="536" y="0"/>
                      <a:pt x="600" y="8"/>
                      <a:pt x="672" y="48"/>
                    </a:cubicBezTo>
                    <a:cubicBezTo>
                      <a:pt x="744" y="88"/>
                      <a:pt x="856" y="192"/>
                      <a:pt x="912" y="240"/>
                    </a:cubicBezTo>
                    <a:cubicBezTo>
                      <a:pt x="968" y="288"/>
                      <a:pt x="988" y="312"/>
                      <a:pt x="1008" y="336"/>
                    </a:cubicBezTo>
                  </a:path>
                </a:pathLst>
              </a:custGeom>
              <a:noFill/>
              <a:ln w="22225">
                <a:solidFill>
                  <a:srgbClr val="FFF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45" name="Oval 55">
                <a:extLst>
                  <a:ext uri="{FF2B5EF4-FFF2-40B4-BE49-F238E27FC236}">
                    <a16:creationId xmlns:a16="http://schemas.microsoft.com/office/drawing/2014/main" id="{32A26607-B751-409E-A8EE-1A95941CF2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>
                <a:off x="4368" y="1968"/>
                <a:ext cx="96" cy="96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kumimoji="0"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3346" name="Oval 56">
                <a:extLst>
                  <a:ext uri="{FF2B5EF4-FFF2-40B4-BE49-F238E27FC236}">
                    <a16:creationId xmlns:a16="http://schemas.microsoft.com/office/drawing/2014/main" id="{D7244557-67E5-464D-983F-A0D044EF0C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>
                <a:off x="3360" y="1968"/>
                <a:ext cx="96" cy="96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kumimoji="0"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3347" name="Oval 57">
                <a:extLst>
                  <a:ext uri="{FF2B5EF4-FFF2-40B4-BE49-F238E27FC236}">
                    <a16:creationId xmlns:a16="http://schemas.microsoft.com/office/drawing/2014/main" id="{5471EC58-F687-4948-AC41-644370CCED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>
                <a:off x="5376" y="1968"/>
                <a:ext cx="96" cy="96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kumimoji="0" lang="zh-CN" altLang="en-US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41" name="Text Box 41">
              <a:extLst>
                <a:ext uri="{FF2B5EF4-FFF2-40B4-BE49-F238E27FC236}">
                  <a16:creationId xmlns:a16="http://schemas.microsoft.com/office/drawing/2014/main" id="{9EE42BEE-3326-4B89-8BED-BA93B5CA8E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00959" y="5372100"/>
              <a:ext cx="500065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zh-CN" i="1" dirty="0">
                  <a:solidFill>
                    <a:schemeClr val="bg1"/>
                  </a:solidFill>
                  <a:latin typeface="+mn-lt"/>
                  <a:ea typeface="楷体_GB2312" pitchFamily="49" charset="-122"/>
                </a:rPr>
                <a:t>x</a:t>
              </a:r>
              <a:endParaRPr lang="zh-CN" altLang="en-US" i="1" dirty="0">
                <a:solidFill>
                  <a:schemeClr val="bg1"/>
                </a:solidFill>
                <a:latin typeface="+mn-lt"/>
                <a:ea typeface="楷体_GB2312" pitchFamily="49" charset="-122"/>
              </a:endParaRPr>
            </a:p>
          </p:txBody>
        </p:sp>
        <p:sp>
          <p:nvSpPr>
            <p:cNvPr id="42" name="Text Box 41">
              <a:extLst>
                <a:ext uri="{FF2B5EF4-FFF2-40B4-BE49-F238E27FC236}">
                  <a16:creationId xmlns:a16="http://schemas.microsoft.com/office/drawing/2014/main" id="{EA5A1225-4716-498D-9F83-B6A0F0EB26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72005" y="4929187"/>
              <a:ext cx="500066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zh-CN" i="1" dirty="0">
                  <a:solidFill>
                    <a:schemeClr val="bg1"/>
                  </a:solidFill>
                  <a:latin typeface="+mn-lt"/>
                  <a:ea typeface="楷体_GB2312" pitchFamily="49" charset="-122"/>
                </a:rPr>
                <a:t>O</a:t>
              </a:r>
              <a:endParaRPr lang="zh-CN" altLang="en-US" i="1" dirty="0">
                <a:solidFill>
                  <a:schemeClr val="bg1"/>
                </a:solidFill>
                <a:latin typeface="+mn-lt"/>
                <a:ea typeface="楷体_GB2312" pitchFamily="49" charset="-122"/>
              </a:endParaRPr>
            </a:p>
          </p:txBody>
        </p:sp>
        <p:sp>
          <p:nvSpPr>
            <p:cNvPr id="13335" name="椭圆 42">
              <a:extLst>
                <a:ext uri="{FF2B5EF4-FFF2-40B4-BE49-F238E27FC236}">
                  <a16:creationId xmlns:a16="http://schemas.microsoft.com/office/drawing/2014/main" id="{5EBDD920-14DE-4AEF-93A5-2456CF87A4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40182" y="5357826"/>
              <a:ext cx="71438" cy="71438"/>
            </a:xfrm>
            <a:prstGeom prst="ellipse">
              <a:avLst/>
            </a:prstGeom>
            <a:solidFill>
              <a:srgbClr val="00FF00"/>
            </a:solidFill>
            <a:ln w="9525" algn="ctr">
              <a:solidFill>
                <a:srgbClr val="00FF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</p:grpSp>
      <p:sp>
        <p:nvSpPr>
          <p:cNvPr id="13331" name="灯片编号占位符 1">
            <a:extLst>
              <a:ext uri="{FF2B5EF4-FFF2-40B4-BE49-F238E27FC236}">
                <a16:creationId xmlns:a16="http://schemas.microsoft.com/office/drawing/2014/main" id="{9761A031-F9FB-41DA-8035-FC9EB38230D1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874EBF4B-038E-4203-AFFA-F5300E5B50B0}" type="slidenum">
              <a:rPr lang="en-US" altLang="zh-CN" b="0">
                <a:solidFill>
                  <a:srgbClr val="FF00FF"/>
                </a:solidFill>
              </a:rPr>
              <a:pPr eaLnBrk="1" hangingPunct="1"/>
              <a:t>8</a:t>
            </a:fld>
            <a:r>
              <a:rPr lang="en-US" altLang="zh-CN" b="0">
                <a:solidFill>
                  <a:srgbClr val="FF00FF"/>
                </a:solidFill>
              </a:rPr>
              <a:t>/23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22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7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57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7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57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57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57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57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57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57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57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57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70" grpId="0" animBg="1" autoUpdateAnimBg="0"/>
      <p:bldP spid="57371" grpId="0" autoUpdateAnimBg="0"/>
      <p:bldP spid="57381" grpId="0" autoUpdateAnimBg="0"/>
      <p:bldP spid="57382" grpId="0" autoUpdateAnimBg="0"/>
      <p:bldP spid="57383" grpId="0" autoUpdateAnimBg="0"/>
      <p:bldP spid="57384" grpId="0" autoUpdateAnimBg="0"/>
      <p:bldP spid="57385" grpId="0" autoUpdateAnimBg="0"/>
      <p:bldP spid="57402" grpId="0" animBg="1" autoUpdateAnimBg="0"/>
      <p:bldP spid="57403" grpId="0" autoUpdateAnimBg="0"/>
      <p:bldP spid="38" grpId="0"/>
      <p:bldP spid="3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8FEC2CB5-756E-41F5-AA38-E210A336F52F}"/>
              </a:ext>
            </a:extLst>
          </p:cNvPr>
          <p:cNvGrpSpPr/>
          <p:nvPr/>
        </p:nvGrpSpPr>
        <p:grpSpPr>
          <a:xfrm>
            <a:off x="539552" y="1447931"/>
            <a:ext cx="6402288" cy="4123284"/>
            <a:chOff x="747713" y="1143000"/>
            <a:chExt cx="5561012" cy="3471863"/>
          </a:xfrm>
        </p:grpSpPr>
        <p:sp>
          <p:nvSpPr>
            <p:cNvPr id="6149" name="Rectangle 29">
              <a:extLst>
                <a:ext uri="{FF2B5EF4-FFF2-40B4-BE49-F238E27FC236}">
                  <a16:creationId xmlns:a16="http://schemas.microsoft.com/office/drawing/2014/main" id="{A330C5E0-DED4-4C4C-B41D-4131176FF8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2000" y="1143000"/>
              <a:ext cx="5486400" cy="347186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6150" name="Line 40">
              <a:extLst>
                <a:ext uri="{FF2B5EF4-FFF2-40B4-BE49-F238E27FC236}">
                  <a16:creationId xmlns:a16="http://schemas.microsoft.com/office/drawing/2014/main" id="{449C1828-ABDB-4126-8C48-884128209C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00400" y="1293813"/>
              <a:ext cx="0" cy="3244850"/>
            </a:xfrm>
            <a:prstGeom prst="line">
              <a:avLst/>
            </a:prstGeom>
            <a:noFill/>
            <a:ln w="38100">
              <a:solidFill>
                <a:srgbClr val="0099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51" name="Line 37">
              <a:extLst>
                <a:ext uri="{FF2B5EF4-FFF2-40B4-BE49-F238E27FC236}">
                  <a16:creationId xmlns:a16="http://schemas.microsoft.com/office/drawing/2014/main" id="{40505952-D2E6-4A4F-8F3F-D69FC5B2DF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62038" y="3935413"/>
              <a:ext cx="434657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52" name="Freeform 3">
              <a:extLst>
                <a:ext uri="{FF2B5EF4-FFF2-40B4-BE49-F238E27FC236}">
                  <a16:creationId xmlns:a16="http://schemas.microsoft.com/office/drawing/2014/main" id="{C08A4B8A-6350-40D9-AEA8-A385B091C89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7463" y="1595438"/>
              <a:ext cx="3802062" cy="2038350"/>
            </a:xfrm>
            <a:custGeom>
              <a:avLst/>
              <a:gdLst>
                <a:gd name="T0" fmla="*/ 0 w 2435"/>
                <a:gd name="T1" fmla="*/ 2147483646 h 1296"/>
                <a:gd name="T2" fmla="*/ 2147483646 w 2435"/>
                <a:gd name="T3" fmla="*/ 2147483646 h 1296"/>
                <a:gd name="T4" fmla="*/ 2147483646 w 2435"/>
                <a:gd name="T5" fmla="*/ 2147483646 h 1296"/>
                <a:gd name="T6" fmla="*/ 2147483646 w 2435"/>
                <a:gd name="T7" fmla="*/ 2147483646 h 1296"/>
                <a:gd name="T8" fmla="*/ 2147483646 w 2435"/>
                <a:gd name="T9" fmla="*/ 2147483646 h 1296"/>
                <a:gd name="T10" fmla="*/ 2147483646 w 2435"/>
                <a:gd name="T11" fmla="*/ 2147483646 h 1296"/>
                <a:gd name="T12" fmla="*/ 2147483646 w 2435"/>
                <a:gd name="T13" fmla="*/ 2147483646 h 1296"/>
                <a:gd name="T14" fmla="*/ 2147483646 w 2435"/>
                <a:gd name="T15" fmla="*/ 2147483646 h 1296"/>
                <a:gd name="T16" fmla="*/ 2147483646 w 2435"/>
                <a:gd name="T17" fmla="*/ 2147483646 h 1296"/>
                <a:gd name="T18" fmla="*/ 2147483646 w 2435"/>
                <a:gd name="T19" fmla="*/ 2147483646 h 129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2435"/>
                <a:gd name="T31" fmla="*/ 0 h 1296"/>
                <a:gd name="T32" fmla="*/ 2435 w 2435"/>
                <a:gd name="T33" fmla="*/ 1296 h 129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435" h="1296">
                  <a:moveTo>
                    <a:pt x="0" y="646"/>
                  </a:moveTo>
                  <a:cubicBezTo>
                    <a:pt x="52" y="564"/>
                    <a:pt x="214" y="259"/>
                    <a:pt x="315" y="152"/>
                  </a:cubicBezTo>
                  <a:cubicBezTo>
                    <a:pt x="416" y="45"/>
                    <a:pt x="513" y="2"/>
                    <a:pt x="609" y="1"/>
                  </a:cubicBezTo>
                  <a:cubicBezTo>
                    <a:pt x="705" y="0"/>
                    <a:pt x="810" y="72"/>
                    <a:pt x="891" y="145"/>
                  </a:cubicBezTo>
                  <a:cubicBezTo>
                    <a:pt x="972" y="218"/>
                    <a:pt x="1040" y="356"/>
                    <a:pt x="1095" y="440"/>
                  </a:cubicBezTo>
                  <a:cubicBezTo>
                    <a:pt x="1150" y="524"/>
                    <a:pt x="1148" y="531"/>
                    <a:pt x="1218" y="646"/>
                  </a:cubicBezTo>
                  <a:cubicBezTo>
                    <a:pt x="1288" y="761"/>
                    <a:pt x="1413" y="1021"/>
                    <a:pt x="1514" y="1128"/>
                  </a:cubicBezTo>
                  <a:cubicBezTo>
                    <a:pt x="1615" y="1235"/>
                    <a:pt x="1721" y="1286"/>
                    <a:pt x="1826" y="1291"/>
                  </a:cubicBezTo>
                  <a:cubicBezTo>
                    <a:pt x="1931" y="1296"/>
                    <a:pt x="2041" y="1265"/>
                    <a:pt x="2142" y="1158"/>
                  </a:cubicBezTo>
                  <a:cubicBezTo>
                    <a:pt x="2243" y="1051"/>
                    <a:pt x="2374" y="753"/>
                    <a:pt x="2435" y="646"/>
                  </a:cubicBezTo>
                </a:path>
              </a:pathLst>
            </a:custGeom>
            <a:noFill/>
            <a:ln w="381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53" name="Line 4">
              <a:extLst>
                <a:ext uri="{FF2B5EF4-FFF2-40B4-BE49-F238E27FC236}">
                  <a16:creationId xmlns:a16="http://schemas.microsoft.com/office/drawing/2014/main" id="{B61C660F-A550-4A3B-A4A4-AF439C3C7D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11263" y="3935413"/>
              <a:ext cx="3898900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54" name="Line 5">
              <a:extLst>
                <a:ext uri="{FF2B5EF4-FFF2-40B4-BE49-F238E27FC236}">
                  <a16:creationId xmlns:a16="http://schemas.microsoft.com/office/drawing/2014/main" id="{0A5FBF7C-223E-41FD-A55A-ED427FCB1E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35288" y="2176463"/>
              <a:ext cx="0" cy="17383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55" name="Line 6">
              <a:extLst>
                <a:ext uri="{FF2B5EF4-FFF2-40B4-BE49-F238E27FC236}">
                  <a16:creationId xmlns:a16="http://schemas.microsoft.com/office/drawing/2014/main" id="{998EF021-300E-489C-A19D-53CC915905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6063" y="1982788"/>
              <a:ext cx="0" cy="19526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56" name="Line 7">
              <a:extLst>
                <a:ext uri="{FF2B5EF4-FFF2-40B4-BE49-F238E27FC236}">
                  <a16:creationId xmlns:a16="http://schemas.microsoft.com/office/drawing/2014/main" id="{FBEF32E8-834F-46D2-AD4A-9E65688FAA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1715" y="2465388"/>
              <a:ext cx="0" cy="14493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57" name="Line 8">
              <a:extLst>
                <a:ext uri="{FF2B5EF4-FFF2-40B4-BE49-F238E27FC236}">
                  <a16:creationId xmlns:a16="http://schemas.microsoft.com/office/drawing/2014/main" id="{3B39F700-B3C9-42FB-8D0E-F01B4619218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273425" y="2727325"/>
              <a:ext cx="0" cy="12080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58" name="Line 9">
              <a:extLst>
                <a:ext uri="{FF2B5EF4-FFF2-40B4-BE49-F238E27FC236}">
                  <a16:creationId xmlns:a16="http://schemas.microsoft.com/office/drawing/2014/main" id="{903AC03E-63BC-454E-BA9D-30CCCA2AF5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85988" y="1595438"/>
              <a:ext cx="0" cy="23193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59" name="Line 10">
              <a:extLst>
                <a:ext uri="{FF2B5EF4-FFF2-40B4-BE49-F238E27FC236}">
                  <a16:creationId xmlns:a16="http://schemas.microsoft.com/office/drawing/2014/main" id="{75E54AC8-50EE-43FB-9DA8-EB73DD8F0B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33625" y="1595438"/>
              <a:ext cx="0" cy="23193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60" name="Line 11">
              <a:extLst>
                <a:ext uri="{FF2B5EF4-FFF2-40B4-BE49-F238E27FC236}">
                  <a16:creationId xmlns:a16="http://schemas.microsoft.com/office/drawing/2014/main" id="{2AEF54D5-B2AD-4A9E-AB8F-1575FE5214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85988" y="1595438"/>
              <a:ext cx="150812" cy="0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61" name="Line 12">
              <a:extLst>
                <a:ext uri="{FF2B5EF4-FFF2-40B4-BE49-F238E27FC236}">
                  <a16:creationId xmlns:a16="http://schemas.microsoft.com/office/drawing/2014/main" id="{976D9778-5227-4935-BA7A-89400CD5EE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6063" y="1973263"/>
              <a:ext cx="149225" cy="227012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62" name="Line 13">
              <a:extLst>
                <a:ext uri="{FF2B5EF4-FFF2-40B4-BE49-F238E27FC236}">
                  <a16:creationId xmlns:a16="http://schemas.microsoft.com/office/drawing/2014/main" id="{834E53E2-3DEB-4DD3-9AA0-53BD370DFE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7374" y="2507929"/>
              <a:ext cx="180768" cy="320579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63" name="Line 14">
              <a:extLst>
                <a:ext uri="{FF2B5EF4-FFF2-40B4-BE49-F238E27FC236}">
                  <a16:creationId xmlns:a16="http://schemas.microsoft.com/office/drawing/2014/main" id="{1575DCF1-2447-4BE5-B42A-F2326FB795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85988" y="3935413"/>
              <a:ext cx="150812" cy="0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64" name="Line 15">
              <a:extLst>
                <a:ext uri="{FF2B5EF4-FFF2-40B4-BE49-F238E27FC236}">
                  <a16:creationId xmlns:a16="http://schemas.microsoft.com/office/drawing/2014/main" id="{C470D9DD-4DFB-4F45-8122-2BBCDC48F8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6063" y="3935413"/>
              <a:ext cx="149225" cy="0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65" name="Line 16">
              <a:extLst>
                <a:ext uri="{FF2B5EF4-FFF2-40B4-BE49-F238E27FC236}">
                  <a16:creationId xmlns:a16="http://schemas.microsoft.com/office/drawing/2014/main" id="{8D7A99D2-7D6D-46C0-9BD2-B628D36A81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7375" y="3935412"/>
              <a:ext cx="156348" cy="1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66" name="Text Box 19">
              <a:extLst>
                <a:ext uri="{FF2B5EF4-FFF2-40B4-BE49-F238E27FC236}">
                  <a16:creationId xmlns:a16="http://schemas.microsoft.com/office/drawing/2014/main" id="{649B15AC-6EB6-4FB6-A5E0-EA23DF926E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60563" y="3935413"/>
              <a:ext cx="401637" cy="519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0" i="1"/>
                <a:t>A</a:t>
              </a:r>
            </a:p>
          </p:txBody>
        </p:sp>
        <p:sp>
          <p:nvSpPr>
            <p:cNvPr id="6167" name="Text Box 20">
              <a:extLst>
                <a:ext uri="{FF2B5EF4-FFF2-40B4-BE49-F238E27FC236}">
                  <a16:creationId xmlns:a16="http://schemas.microsoft.com/office/drawing/2014/main" id="{84817E08-0588-49CD-A282-B83308FB58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35250" y="3935413"/>
              <a:ext cx="401638" cy="519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0" i="1"/>
                <a:t>B</a:t>
              </a:r>
            </a:p>
          </p:txBody>
        </p:sp>
        <p:sp>
          <p:nvSpPr>
            <p:cNvPr id="6168" name="Text Box 21">
              <a:extLst>
                <a:ext uri="{FF2B5EF4-FFF2-40B4-BE49-F238E27FC236}">
                  <a16:creationId xmlns:a16="http://schemas.microsoft.com/office/drawing/2014/main" id="{F078EDF3-B0C0-4501-BA42-2534B88BD5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1025" y="3949700"/>
              <a:ext cx="420688" cy="519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0" i="1"/>
                <a:t>C</a:t>
              </a:r>
            </a:p>
          </p:txBody>
        </p:sp>
        <p:sp>
          <p:nvSpPr>
            <p:cNvPr id="6169" name="Line 23">
              <a:extLst>
                <a:ext uri="{FF2B5EF4-FFF2-40B4-BE49-F238E27FC236}">
                  <a16:creationId xmlns:a16="http://schemas.microsoft.com/office/drawing/2014/main" id="{EB6C33F0-AEC9-40F8-AC42-405CADD05F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62038" y="2616200"/>
              <a:ext cx="434657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70" name="Line 25">
              <a:extLst>
                <a:ext uri="{FF2B5EF4-FFF2-40B4-BE49-F238E27FC236}">
                  <a16:creationId xmlns:a16="http://schemas.microsoft.com/office/drawing/2014/main" id="{D1BD0962-1A93-4C56-8A51-0C36593B58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60600" y="1293813"/>
              <a:ext cx="0" cy="3244850"/>
            </a:xfrm>
            <a:prstGeom prst="line">
              <a:avLst/>
            </a:prstGeom>
            <a:noFill/>
            <a:ln w="38100">
              <a:solidFill>
                <a:srgbClr val="CC0099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71" name="Text Box 26">
              <a:extLst>
                <a:ext uri="{FF2B5EF4-FFF2-40B4-BE49-F238E27FC236}">
                  <a16:creationId xmlns:a16="http://schemas.microsoft.com/office/drawing/2014/main" id="{32DDB440-3E70-46E5-AF99-5EEC08E359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52940" y="1616075"/>
              <a:ext cx="525463" cy="955675"/>
            </a:xfrm>
            <a:prstGeom prst="rect">
              <a:avLst/>
            </a:prstGeom>
            <a:gradFill rotWithShape="0">
              <a:gsLst>
                <a:gs pos="0">
                  <a:srgbClr val="FDE9FC"/>
                </a:gs>
                <a:gs pos="50000">
                  <a:srgbClr val="FFFFFF"/>
                </a:gs>
                <a:gs pos="100000">
                  <a:srgbClr val="FDE9FC"/>
                </a:gs>
              </a:gsLst>
              <a:lin ang="0" scaled="1"/>
            </a:gradFill>
            <a:ln w="9525">
              <a:solidFill>
                <a:srgbClr val="CC00CC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dirty="0"/>
                <a:t>波节</a:t>
              </a:r>
            </a:p>
          </p:txBody>
        </p:sp>
        <p:sp>
          <p:nvSpPr>
            <p:cNvPr id="345115" name="Text Box 27">
              <a:extLst>
                <a:ext uri="{FF2B5EF4-FFF2-40B4-BE49-F238E27FC236}">
                  <a16:creationId xmlns:a16="http://schemas.microsoft.com/office/drawing/2014/main" id="{3A1F34C2-108E-4DAF-B2E5-F29A8DC032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51840" y="2652713"/>
              <a:ext cx="525462" cy="955675"/>
            </a:xfrm>
            <a:prstGeom prst="rect">
              <a:avLst/>
            </a:prstGeom>
            <a:gradFill rotWithShape="0">
              <a:gsLst>
                <a:gs pos="0">
                  <a:schemeClr val="accent1"/>
                </a:gs>
                <a:gs pos="50000">
                  <a:srgbClr val="FFFFFF"/>
                </a:gs>
                <a:gs pos="100000">
                  <a:schemeClr val="accent1"/>
                </a:gs>
              </a:gsLst>
              <a:lin ang="0" scaled="1"/>
            </a:gradFill>
            <a:ln w="9525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zh-CN" altLang="en-US" dirty="0"/>
                <a:t>波腹</a:t>
              </a:r>
            </a:p>
          </p:txBody>
        </p:sp>
        <p:graphicFrame>
          <p:nvGraphicFramePr>
            <p:cNvPr id="6173" name="Object 4">
              <a:extLst>
                <a:ext uri="{FF2B5EF4-FFF2-40B4-BE49-F238E27FC236}">
                  <a16:creationId xmlns:a16="http://schemas.microsoft.com/office/drawing/2014/main" id="{87875664-234E-4610-9C4C-61DE82EA5E87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5033963" y="2200275"/>
            <a:ext cx="304800" cy="3270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9370" name="Equation" r:id="rId3" imgW="190417" imgH="203112" progId="Equation.3">
                    <p:embed/>
                  </p:oleObj>
                </mc:Choice>
                <mc:Fallback>
                  <p:oleObj name="Equation" r:id="rId3" imgW="190417" imgH="203112" progId="Equation.3">
                    <p:embed/>
                    <p:pic>
                      <p:nvPicPr>
                        <p:cNvPr id="6173" name="Object 4">
                          <a:extLst>
                            <a:ext uri="{FF2B5EF4-FFF2-40B4-BE49-F238E27FC236}">
                              <a16:creationId xmlns:a16="http://schemas.microsoft.com/office/drawing/2014/main" id="{87875664-234E-4610-9C4C-61DE82EA5E8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33963" y="2200275"/>
                          <a:ext cx="304800" cy="3270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74" name="Object 5">
              <a:extLst>
                <a:ext uri="{FF2B5EF4-FFF2-40B4-BE49-F238E27FC236}">
                  <a16:creationId xmlns:a16="http://schemas.microsoft.com/office/drawing/2014/main" id="{E2F4A396-6A4D-4CF2-90BC-B33255934A30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5110163" y="3557588"/>
            <a:ext cx="303212" cy="3270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9371" name="Equation" r:id="rId5" imgW="190417" imgH="203112" progId="Equation.3">
                    <p:embed/>
                  </p:oleObj>
                </mc:Choice>
                <mc:Fallback>
                  <p:oleObj name="Equation" r:id="rId5" imgW="190417" imgH="203112" progId="Equation.3">
                    <p:embed/>
                    <p:pic>
                      <p:nvPicPr>
                        <p:cNvPr id="6174" name="Object 5">
                          <a:extLst>
                            <a:ext uri="{FF2B5EF4-FFF2-40B4-BE49-F238E27FC236}">
                              <a16:creationId xmlns:a16="http://schemas.microsoft.com/office/drawing/2014/main" id="{E2F4A396-6A4D-4CF2-90BC-B33255934A3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10163" y="3557588"/>
                          <a:ext cx="303212" cy="3270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175" name="Text Box 41">
              <a:extLst>
                <a:ext uri="{FF2B5EF4-FFF2-40B4-BE49-F238E27FC236}">
                  <a16:creationId xmlns:a16="http://schemas.microsoft.com/office/drawing/2014/main" id="{8CA53409-3D00-4EBA-B8F4-80424BC2D6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4625" y="1231900"/>
              <a:ext cx="2324100" cy="523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>
                  <a:solidFill>
                    <a:srgbClr val="FF0000"/>
                  </a:solidFill>
                </a:rPr>
                <a:t>位移最大时</a:t>
              </a:r>
            </a:p>
          </p:txBody>
        </p:sp>
        <p:sp>
          <p:nvSpPr>
            <p:cNvPr id="6176" name="Text Box 42">
              <a:extLst>
                <a:ext uri="{FF2B5EF4-FFF2-40B4-BE49-F238E27FC236}">
                  <a16:creationId xmlns:a16="http://schemas.microsoft.com/office/drawing/2014/main" id="{AC3B91B8-C2EC-4901-8328-34B1FCB42D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62400" y="4071938"/>
              <a:ext cx="2324100" cy="523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 dirty="0">
                  <a:solidFill>
                    <a:srgbClr val="FF0000"/>
                  </a:solidFill>
                </a:rPr>
                <a:t>平衡位置时</a:t>
              </a:r>
            </a:p>
          </p:txBody>
        </p:sp>
        <p:sp>
          <p:nvSpPr>
            <p:cNvPr id="6177" name="Text Box 41">
              <a:extLst>
                <a:ext uri="{FF2B5EF4-FFF2-40B4-BE49-F238E27FC236}">
                  <a16:creationId xmlns:a16="http://schemas.microsoft.com/office/drawing/2014/main" id="{357FFDDA-EC18-43E6-9EFA-D42ADF2DD7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7713" y="1206500"/>
              <a:ext cx="2324100" cy="523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>
                  <a:solidFill>
                    <a:srgbClr val="FF0000"/>
                  </a:solidFill>
                </a:rPr>
                <a:t>t=0:</a:t>
              </a:r>
              <a:endParaRPr lang="zh-CN" altLang="en-US" sz="2800">
                <a:solidFill>
                  <a:srgbClr val="FF0000"/>
                </a:solidFill>
              </a:endParaRPr>
            </a:p>
          </p:txBody>
        </p:sp>
        <p:sp>
          <p:nvSpPr>
            <p:cNvPr id="6178" name="Text Box 41">
              <a:extLst>
                <a:ext uri="{FF2B5EF4-FFF2-40B4-BE49-F238E27FC236}">
                  <a16:creationId xmlns:a16="http://schemas.microsoft.com/office/drawing/2014/main" id="{0E0460EE-7DD3-4953-B1BB-B1C37638AE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7713" y="4071938"/>
              <a:ext cx="2324100" cy="523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>
                  <a:solidFill>
                    <a:srgbClr val="FF0000"/>
                  </a:solidFill>
                </a:rPr>
                <a:t>t=T/4:</a:t>
              </a:r>
              <a:endParaRPr lang="zh-CN" altLang="en-US" sz="2800">
                <a:solidFill>
                  <a:srgbClr val="FF0000"/>
                </a:solidFill>
              </a:endParaRPr>
            </a:p>
          </p:txBody>
        </p:sp>
      </p:grpSp>
      <p:sp>
        <p:nvSpPr>
          <p:cNvPr id="6146" name="Text Box 2">
            <a:extLst>
              <a:ext uri="{FF2B5EF4-FFF2-40B4-BE49-F238E27FC236}">
                <a16:creationId xmlns:a16="http://schemas.microsoft.com/office/drawing/2014/main" id="{BA976854-81A1-417C-ADCB-5879258FEF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692126"/>
            <a:ext cx="41402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dirty="0">
                <a:solidFill>
                  <a:srgbClr val="FFFF00"/>
                </a:solidFill>
                <a:latin typeface="宋体" panose="02010600030101010101" pitchFamily="2" charset="-122"/>
              </a:rPr>
              <a:t>驻波没有能量的传递</a:t>
            </a:r>
          </a:p>
        </p:txBody>
      </p:sp>
      <p:graphicFrame>
        <p:nvGraphicFramePr>
          <p:cNvPr id="6147" name="Object 2">
            <a:extLst>
              <a:ext uri="{FF2B5EF4-FFF2-40B4-BE49-F238E27FC236}">
                <a16:creationId xmlns:a16="http://schemas.microsoft.com/office/drawing/2014/main" id="{337CAACB-4500-4489-8F1A-D5B6D3536C05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7020272" y="4289713"/>
          <a:ext cx="1860550" cy="900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372" name="Equation" r:id="rId6" imgW="812447" imgH="393529" progId="Equation.3">
                  <p:embed/>
                </p:oleObj>
              </mc:Choice>
              <mc:Fallback>
                <p:oleObj name="Equation" r:id="rId6" imgW="812447" imgH="393529" progId="Equation.3">
                  <p:embed/>
                  <p:pic>
                    <p:nvPicPr>
                      <p:cNvPr id="6147" name="Object 2">
                        <a:extLst>
                          <a:ext uri="{FF2B5EF4-FFF2-40B4-BE49-F238E27FC236}">
                            <a16:creationId xmlns:a16="http://schemas.microsoft.com/office/drawing/2014/main" id="{337CAACB-4500-4489-8F1A-D5B6D3536C0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20272" y="4289713"/>
                        <a:ext cx="1860550" cy="90011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8" name="Object 3">
            <a:extLst>
              <a:ext uri="{FF2B5EF4-FFF2-40B4-BE49-F238E27FC236}">
                <a16:creationId xmlns:a16="http://schemas.microsoft.com/office/drawing/2014/main" id="{A970B0F4-8D04-465F-864B-7F6EB6F3496C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6983701" y="2675301"/>
          <a:ext cx="1860550" cy="900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373" name="Equation" r:id="rId8" imgW="812447" imgH="393529" progId="Equation.3">
                  <p:embed/>
                </p:oleObj>
              </mc:Choice>
              <mc:Fallback>
                <p:oleObj name="Equation" r:id="rId8" imgW="812447" imgH="393529" progId="Equation.3">
                  <p:embed/>
                  <p:pic>
                    <p:nvPicPr>
                      <p:cNvPr id="6148" name="Object 3">
                        <a:extLst>
                          <a:ext uri="{FF2B5EF4-FFF2-40B4-BE49-F238E27FC236}">
                            <a16:creationId xmlns:a16="http://schemas.microsoft.com/office/drawing/2014/main" id="{A970B0F4-8D04-465F-864B-7F6EB6F3496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83701" y="2675301"/>
                        <a:ext cx="1860550" cy="90011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79" name="Object 6">
            <a:extLst>
              <a:ext uri="{FF2B5EF4-FFF2-40B4-BE49-F238E27FC236}">
                <a16:creationId xmlns:a16="http://schemas.microsoft.com/office/drawing/2014/main" id="{E6EFC3E6-B6CB-47DE-A974-39C004A9EBE4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4471988" y="620688"/>
          <a:ext cx="3386137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374" name="公式" r:id="rId10" imgW="1676502" imgH="361882" progId="Equation.3">
                  <p:embed/>
                </p:oleObj>
              </mc:Choice>
              <mc:Fallback>
                <p:oleObj name="公式" r:id="rId10" imgW="1676502" imgH="361882" progId="Equation.3">
                  <p:embed/>
                  <p:pic>
                    <p:nvPicPr>
                      <p:cNvPr id="6179" name="Object 6">
                        <a:extLst>
                          <a:ext uri="{FF2B5EF4-FFF2-40B4-BE49-F238E27FC236}">
                            <a16:creationId xmlns:a16="http://schemas.microsoft.com/office/drawing/2014/main" id="{E6EFC3E6-B6CB-47DE-A974-39C004A9EBE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71988" y="620688"/>
                        <a:ext cx="3386137" cy="720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84" name="灯片编号占位符 1">
            <a:extLst>
              <a:ext uri="{FF2B5EF4-FFF2-40B4-BE49-F238E27FC236}">
                <a16:creationId xmlns:a16="http://schemas.microsoft.com/office/drawing/2014/main" id="{36E72D65-F0B7-4FBB-AE92-31B91BC0DE8C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F707D681-41A3-4F82-B85B-C77C45ABD459}" type="slidenum">
              <a:rPr lang="en-US" altLang="zh-CN" b="0">
                <a:solidFill>
                  <a:srgbClr val="FF00FF"/>
                </a:solidFill>
              </a:rPr>
              <a:pPr eaLnBrk="1" hangingPunct="1"/>
              <a:t>9</a:t>
            </a:fld>
            <a:r>
              <a:rPr lang="en-US" altLang="zh-CN" b="0">
                <a:solidFill>
                  <a:srgbClr val="FF00FF"/>
                </a:solidFill>
              </a:rPr>
              <a:t>/23</a:t>
            </a:r>
          </a:p>
        </p:txBody>
      </p:sp>
    </p:spTree>
  </p:cSld>
  <p:clrMapOvr>
    <a:masterClrMapping/>
  </p:clrMapOvr>
  <p:transition>
    <p:strips dir="r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6" name="Rectangle 4">
            <a:extLst>
              <a:ext uri="{FF2B5EF4-FFF2-40B4-BE49-F238E27FC236}">
                <a16:creationId xmlns:a16="http://schemas.microsoft.com/office/drawing/2014/main" id="{991142EC-D1B7-4C6C-BEEA-21483512C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8525" y="496888"/>
            <a:ext cx="176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>
                <a:solidFill>
                  <a:srgbClr val="FFFF00"/>
                </a:solidFill>
                <a:ea typeface="楷体_GB2312" pitchFamily="49" charset="-122"/>
              </a:rPr>
              <a:t>结论</a:t>
            </a:r>
          </a:p>
        </p:txBody>
      </p:sp>
      <p:sp>
        <p:nvSpPr>
          <p:cNvPr id="59397" name="AutoShape 5">
            <a:extLst>
              <a:ext uri="{FF2B5EF4-FFF2-40B4-BE49-F238E27FC236}">
                <a16:creationId xmlns:a16="http://schemas.microsoft.com/office/drawing/2014/main" id="{F1FDCBA0-D7EC-41DC-AF57-291A277185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" y="428625"/>
            <a:ext cx="360363" cy="576263"/>
          </a:xfrm>
          <a:prstGeom prst="star4">
            <a:avLst>
              <a:gd name="adj" fmla="val 18519"/>
            </a:avLst>
          </a:prstGeom>
          <a:gradFill rotWithShape="0">
            <a:gsLst>
              <a:gs pos="0">
                <a:srgbClr val="99FF99"/>
              </a:gs>
              <a:gs pos="100000">
                <a:srgbClr val="477647"/>
              </a:gs>
            </a:gsLst>
            <a:path path="shape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sp>
        <p:nvSpPr>
          <p:cNvPr id="59398" name="Rectangle 6">
            <a:extLst>
              <a:ext uri="{FF2B5EF4-FFF2-40B4-BE49-F238E27FC236}">
                <a16:creationId xmlns:a16="http://schemas.microsoft.com/office/drawing/2014/main" id="{AB90332A-6F59-4F4C-84F6-952656EF33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9350" y="942975"/>
            <a:ext cx="7423150" cy="1477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76250" indent="-4762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>
                <a:solidFill>
                  <a:schemeClr val="bg1"/>
                </a:solidFill>
                <a:latin typeface="Bookman Old Style" panose="02050604050505020204" pitchFamily="18" charset="0"/>
                <a:ea typeface="楷体_GB2312" pitchFamily="49" charset="-122"/>
              </a:rPr>
              <a:t>驻波，没有能量传播；能量仅在相邻的波腹、波节之</a:t>
            </a:r>
            <a:endParaRPr lang="en-US" altLang="zh-CN">
              <a:solidFill>
                <a:schemeClr val="bg1"/>
              </a:solidFill>
              <a:latin typeface="Bookman Old Style" panose="02050604050505020204" pitchFamily="18" charset="0"/>
              <a:ea typeface="楷体_GB2312" pitchFamily="49" charset="-122"/>
            </a:endParaRPr>
          </a:p>
          <a:p>
            <a:pPr eaLnBrk="1" hangingPunct="1">
              <a:lnSpc>
                <a:spcPct val="125000"/>
              </a:lnSpc>
            </a:pPr>
            <a:r>
              <a:rPr lang="zh-CN" altLang="en-US">
                <a:solidFill>
                  <a:schemeClr val="bg1"/>
                </a:solidFill>
                <a:latin typeface="Bookman Old Style" panose="02050604050505020204" pitchFamily="18" charset="0"/>
                <a:ea typeface="楷体_GB2312" pitchFamily="49" charset="-122"/>
              </a:rPr>
              <a:t>间来回转换，限制在以相邻的波腹和波节为边界的长</a:t>
            </a:r>
            <a:endParaRPr lang="en-US" altLang="zh-CN">
              <a:solidFill>
                <a:schemeClr val="bg1"/>
              </a:solidFill>
              <a:latin typeface="Bookman Old Style" panose="02050604050505020204" pitchFamily="18" charset="0"/>
              <a:ea typeface="楷体_GB2312" pitchFamily="49" charset="-122"/>
            </a:endParaRPr>
          </a:p>
          <a:p>
            <a:pPr eaLnBrk="1" hangingPunct="1">
              <a:lnSpc>
                <a:spcPct val="125000"/>
              </a:lnSpc>
            </a:pPr>
            <a:r>
              <a:rPr lang="zh-CN" altLang="en-US">
                <a:solidFill>
                  <a:schemeClr val="bg1"/>
                </a:solidFill>
                <a:latin typeface="Bookman Old Style" panose="02050604050505020204" pitchFamily="18" charset="0"/>
                <a:ea typeface="楷体_GB2312" pitchFamily="49" charset="-122"/>
              </a:rPr>
              <a:t>为     的区段内</a:t>
            </a:r>
          </a:p>
        </p:txBody>
      </p:sp>
      <p:sp>
        <p:nvSpPr>
          <p:cNvPr id="59403" name="Text Box 11">
            <a:extLst>
              <a:ext uri="{FF2B5EF4-FFF2-40B4-BE49-F238E27FC236}">
                <a16:creationId xmlns:a16="http://schemas.microsoft.com/office/drawing/2014/main" id="{F94EBD15-5631-4EDE-BBEC-322AEC36E1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4588" y="2565400"/>
            <a:ext cx="7285037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kumimoji="0" lang="zh-CN" altLang="en-US">
                <a:solidFill>
                  <a:schemeClr val="bg1"/>
                </a:solidFill>
                <a:ea typeface="楷体_GB2312" pitchFamily="49" charset="-122"/>
              </a:rPr>
              <a:t>波节两侧的媒质互不交换能量，波腹两侧的媒质也互</a:t>
            </a:r>
            <a:endParaRPr kumimoji="0" lang="en-US" altLang="zh-CN">
              <a:solidFill>
                <a:schemeClr val="bg1"/>
              </a:solidFill>
              <a:ea typeface="楷体_GB2312" pitchFamily="49" charset="-122"/>
            </a:endParaRPr>
          </a:p>
          <a:p>
            <a:pPr eaLnBrk="1" hangingPunct="1">
              <a:lnSpc>
                <a:spcPct val="125000"/>
              </a:lnSpc>
            </a:pPr>
            <a:r>
              <a:rPr kumimoji="0" lang="zh-CN" altLang="en-US">
                <a:solidFill>
                  <a:schemeClr val="bg1"/>
                </a:solidFill>
                <a:ea typeface="楷体_GB2312" pitchFamily="49" charset="-122"/>
              </a:rPr>
              <a:t>不交换能量。</a:t>
            </a:r>
          </a:p>
        </p:txBody>
      </p:sp>
      <p:graphicFrame>
        <p:nvGraphicFramePr>
          <p:cNvPr id="59404" name="Object 2">
            <a:extLst>
              <a:ext uri="{FF2B5EF4-FFF2-40B4-BE49-F238E27FC236}">
                <a16:creationId xmlns:a16="http://schemas.microsoft.com/office/drawing/2014/main" id="{C274F34B-73D1-455E-9191-B4430D172F3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43063" y="1785938"/>
          <a:ext cx="298450" cy="715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362" name="公式" r:id="rId3" imgW="123857" imgH="352391" progId="Equation.3">
                  <p:embed/>
                </p:oleObj>
              </mc:Choice>
              <mc:Fallback>
                <p:oleObj name="公式" r:id="rId3" imgW="123857" imgH="352391" progId="Equation.3">
                  <p:embed/>
                  <p:pic>
                    <p:nvPicPr>
                      <p:cNvPr id="59404" name="Object 2">
                        <a:extLst>
                          <a:ext uri="{FF2B5EF4-FFF2-40B4-BE49-F238E27FC236}">
                            <a16:creationId xmlns:a16="http://schemas.microsoft.com/office/drawing/2014/main" id="{C274F34B-73D1-455E-9191-B4430D172F3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3063" y="1785938"/>
                        <a:ext cx="298450" cy="715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406" name="Rectangle 14">
            <a:extLst>
              <a:ext uri="{FF2B5EF4-FFF2-40B4-BE49-F238E27FC236}">
                <a16:creationId xmlns:a16="http://schemas.microsoft.com/office/drawing/2014/main" id="{8CFC8CFC-1D73-4B9B-B3C1-2D304031A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7250" y="3757613"/>
            <a:ext cx="176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>
                <a:solidFill>
                  <a:srgbClr val="FFFF00"/>
                </a:solidFill>
                <a:ea typeface="楷体_GB2312" pitchFamily="49" charset="-122"/>
              </a:rPr>
              <a:t>问题</a:t>
            </a:r>
          </a:p>
        </p:txBody>
      </p:sp>
      <p:sp>
        <p:nvSpPr>
          <p:cNvPr id="59407" name="AutoShape 15">
            <a:extLst>
              <a:ext uri="{FF2B5EF4-FFF2-40B4-BE49-F238E27FC236}">
                <a16:creationId xmlns:a16="http://schemas.microsoft.com/office/drawing/2014/main" id="{476801EB-4B54-43BF-9D74-05DE759555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038" y="3714750"/>
            <a:ext cx="360362" cy="576263"/>
          </a:xfrm>
          <a:prstGeom prst="star4">
            <a:avLst>
              <a:gd name="adj" fmla="val 18519"/>
            </a:avLst>
          </a:prstGeom>
          <a:gradFill rotWithShape="0">
            <a:gsLst>
              <a:gs pos="0">
                <a:srgbClr val="99FF99"/>
              </a:gs>
              <a:gs pos="100000">
                <a:srgbClr val="477647"/>
              </a:gs>
            </a:gsLst>
            <a:path path="shape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sp>
        <p:nvSpPr>
          <p:cNvPr id="59408" name="Text Box 16">
            <a:extLst>
              <a:ext uri="{FF2B5EF4-FFF2-40B4-BE49-F238E27FC236}">
                <a16:creationId xmlns:a16="http://schemas.microsoft.com/office/drawing/2014/main" id="{0DA79404-D388-464E-A948-883AB7905B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4500" y="3716338"/>
            <a:ext cx="4643438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kumimoji="0" lang="zh-CN" altLang="en-US">
                <a:solidFill>
                  <a:schemeClr val="bg1"/>
                </a:solidFill>
                <a:ea typeface="楷体_GB2312" pitchFamily="49" charset="-122"/>
              </a:rPr>
              <a:t>驻波中波的能量都去哪了？</a:t>
            </a:r>
          </a:p>
        </p:txBody>
      </p:sp>
      <p:sp>
        <p:nvSpPr>
          <p:cNvPr id="59409" name="Text Box 17">
            <a:extLst>
              <a:ext uri="{FF2B5EF4-FFF2-40B4-BE49-F238E27FC236}">
                <a16:creationId xmlns:a16="http://schemas.microsoft.com/office/drawing/2014/main" id="{F068DE14-26E1-4B2B-9920-DC6FB0EDAD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5850" y="4322763"/>
            <a:ext cx="7486650" cy="18966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kumimoji="0" lang="zh-CN" altLang="en-US" dirty="0">
                <a:solidFill>
                  <a:srgbClr val="FFFF00"/>
                </a:solidFill>
                <a:ea typeface="楷体_GB2312" pitchFamily="49" charset="-122"/>
              </a:rPr>
              <a:t>能流密度</a:t>
            </a:r>
            <a:r>
              <a:rPr kumimoji="0" lang="zh-CN" altLang="en-US" dirty="0">
                <a:solidFill>
                  <a:schemeClr val="bg1"/>
                </a:solidFill>
                <a:ea typeface="楷体_GB2312" pitchFamily="49" charset="-122"/>
              </a:rPr>
              <a:t>（波的强度）：两列波的强度相等，但是方向相反，故叠加后的波强等于零。</a:t>
            </a:r>
            <a:endParaRPr kumimoji="0" lang="en-US" altLang="zh-CN" dirty="0">
              <a:solidFill>
                <a:schemeClr val="bg1"/>
              </a:solidFill>
              <a:ea typeface="楷体_GB2312" pitchFamily="49" charset="-122"/>
            </a:endParaRPr>
          </a:p>
          <a:p>
            <a:pPr eaLnBrk="1" hangingPunct="1">
              <a:lnSpc>
                <a:spcPct val="125000"/>
              </a:lnSpc>
            </a:pPr>
            <a:r>
              <a:rPr kumimoji="0" lang="zh-CN" altLang="en-US" dirty="0">
                <a:solidFill>
                  <a:schemeClr val="bg1"/>
                </a:solidFill>
                <a:ea typeface="楷体_GB2312" pitchFamily="49" charset="-122"/>
              </a:rPr>
              <a:t>因此，</a:t>
            </a:r>
            <a:r>
              <a:rPr kumimoji="0" lang="zh-CN" altLang="en-US" u="sng" dirty="0">
                <a:solidFill>
                  <a:srgbClr val="FFFF00"/>
                </a:solidFill>
                <a:ea typeface="楷体_GB2312" pitchFamily="49" charset="-122"/>
              </a:rPr>
              <a:t>能量仅在相邻的波腹和波节之间来回运行，驻波不能传播能量</a:t>
            </a:r>
            <a:r>
              <a:rPr kumimoji="0" lang="zh-CN" altLang="en-US" dirty="0">
                <a:solidFill>
                  <a:schemeClr val="bg1"/>
                </a:solidFill>
                <a:ea typeface="楷体_GB2312" pitchFamily="49" charset="-122"/>
              </a:rPr>
              <a:t>。</a:t>
            </a:r>
          </a:p>
        </p:txBody>
      </p:sp>
      <p:sp>
        <p:nvSpPr>
          <p:cNvPr id="14347" name="灯片编号占位符 1">
            <a:extLst>
              <a:ext uri="{FF2B5EF4-FFF2-40B4-BE49-F238E27FC236}">
                <a16:creationId xmlns:a16="http://schemas.microsoft.com/office/drawing/2014/main" id="{04677FA0-8D21-447B-8B01-CE9B5104F12E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A3148DA4-8174-415B-A8E1-B160E905F28E}" type="slidenum">
              <a:rPr lang="en-US" altLang="zh-CN" b="0">
                <a:solidFill>
                  <a:srgbClr val="FF00FF"/>
                </a:solidFill>
              </a:rPr>
              <a:pPr eaLnBrk="1" hangingPunct="1"/>
              <a:t>10</a:t>
            </a:fld>
            <a:r>
              <a:rPr lang="en-US" altLang="zh-CN" b="0">
                <a:solidFill>
                  <a:srgbClr val="FF00FF"/>
                </a:solidFill>
              </a:rPr>
              <a:t>/23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9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9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59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59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9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59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59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59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59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396" grpId="0"/>
      <p:bldP spid="59397" grpId="0" animBg="1"/>
      <p:bldP spid="59398" grpId="0"/>
      <p:bldP spid="59403" grpId="0"/>
      <p:bldP spid="59406" grpId="0"/>
      <p:bldP spid="59407" grpId="0" animBg="1"/>
      <p:bldP spid="59408" grpId="0"/>
      <p:bldP spid="5940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062" name="Text Box 6">
            <a:extLst>
              <a:ext uri="{FF2B5EF4-FFF2-40B4-BE49-F238E27FC236}">
                <a16:creationId xmlns:a16="http://schemas.microsoft.com/office/drawing/2014/main" id="{720DEA80-E0D7-4A80-9EC7-1E898B5E01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375" y="3043238"/>
            <a:ext cx="8143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>
                <a:solidFill>
                  <a:schemeClr val="bg1"/>
                </a:solidFill>
                <a:ea typeface="仿宋_GB2312" pitchFamily="49" charset="-122"/>
              </a:rPr>
              <a:t>(3) </a:t>
            </a:r>
            <a:r>
              <a:rPr kumimoji="0" lang="zh-CN" altLang="en-US">
                <a:solidFill>
                  <a:schemeClr val="bg1"/>
                </a:solidFill>
                <a:ea typeface="仿宋_GB2312" pitchFamily="49" charset="-122"/>
              </a:rPr>
              <a:t>以</a:t>
            </a:r>
            <a:r>
              <a:rPr kumimoji="0" lang="en-US" altLang="zh-CN" i="1">
                <a:solidFill>
                  <a:srgbClr val="59E2FD"/>
                </a:solidFill>
                <a:ea typeface="仿宋_GB2312" pitchFamily="49" charset="-122"/>
              </a:rPr>
              <a:t>B</a:t>
            </a:r>
            <a:r>
              <a:rPr kumimoji="0" lang="zh-CN" altLang="en-US">
                <a:solidFill>
                  <a:schemeClr val="bg1"/>
                </a:solidFill>
                <a:ea typeface="仿宋_GB2312" pitchFamily="49" charset="-122"/>
              </a:rPr>
              <a:t>为坐标原点求合成波，求波节，波腹的位置坐标</a:t>
            </a:r>
            <a:endParaRPr kumimoji="0" lang="en-US" altLang="zh-CN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557063" name="Rectangle 7">
            <a:extLst>
              <a:ext uri="{FF2B5EF4-FFF2-40B4-BE49-F238E27FC236}">
                <a16:creationId xmlns:a16="http://schemas.microsoft.com/office/drawing/2014/main" id="{1F308088-D5D2-448D-A399-EBD2ADAF70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550" y="1557338"/>
            <a:ext cx="494188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0" lang="en-US" altLang="zh-CN">
                <a:solidFill>
                  <a:schemeClr val="bg1"/>
                </a:solidFill>
                <a:ea typeface="仿宋_GB2312" pitchFamily="49" charset="-122"/>
              </a:rPr>
              <a:t>(1) </a:t>
            </a:r>
            <a:r>
              <a:rPr kumimoji="0" lang="zh-CN" altLang="en-US">
                <a:solidFill>
                  <a:schemeClr val="bg1"/>
                </a:solidFill>
                <a:ea typeface="仿宋_GB2312" pitchFamily="49" charset="-122"/>
              </a:rPr>
              <a:t>以</a:t>
            </a:r>
            <a:r>
              <a:rPr kumimoji="0" lang="en-US" altLang="zh-CN" i="1">
                <a:solidFill>
                  <a:srgbClr val="00FFFF"/>
                </a:solidFill>
                <a:ea typeface="仿宋_GB2312" pitchFamily="49" charset="-122"/>
              </a:rPr>
              <a:t>D</a:t>
            </a:r>
            <a:r>
              <a:rPr kumimoji="0" lang="en-US" altLang="zh-CN" i="1">
                <a:solidFill>
                  <a:schemeClr val="bg1"/>
                </a:solidFill>
                <a:ea typeface="仿宋_GB2312" pitchFamily="49" charset="-122"/>
              </a:rPr>
              <a:t> </a:t>
            </a:r>
            <a:r>
              <a:rPr kumimoji="0" lang="zh-CN" altLang="en-US">
                <a:solidFill>
                  <a:schemeClr val="bg1"/>
                </a:solidFill>
                <a:ea typeface="仿宋_GB2312" pitchFamily="49" charset="-122"/>
              </a:rPr>
              <a:t>为坐标原点，写出波函数；</a:t>
            </a:r>
          </a:p>
        </p:txBody>
      </p:sp>
      <p:sp>
        <p:nvSpPr>
          <p:cNvPr id="557064" name="Rectangle 8">
            <a:extLst>
              <a:ext uri="{FF2B5EF4-FFF2-40B4-BE49-F238E27FC236}">
                <a16:creationId xmlns:a16="http://schemas.microsoft.com/office/drawing/2014/main" id="{E1A3BDDD-FB21-408D-B960-3137196B11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9925" y="473075"/>
            <a:ext cx="7974013" cy="884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dirty="0">
                <a:solidFill>
                  <a:schemeClr val="bg1"/>
                </a:solidFill>
                <a:ea typeface="仿宋_GB2312" pitchFamily="49" charset="-122"/>
              </a:rPr>
              <a:t>平面简谐波</a:t>
            </a:r>
            <a:r>
              <a:rPr kumimoji="0" lang="zh-CN" altLang="en-US" dirty="0">
                <a:solidFill>
                  <a:srgbClr val="00FFFF"/>
                </a:solidFill>
                <a:ea typeface="仿宋_GB2312" pitchFamily="49" charset="-122"/>
              </a:rPr>
              <a:t> </a:t>
            </a:r>
            <a:r>
              <a:rPr kumimoji="0" lang="en-US" altLang="zh-CN" i="1" dirty="0">
                <a:solidFill>
                  <a:srgbClr val="00FFFF"/>
                </a:solidFill>
                <a:ea typeface="仿宋_GB2312" pitchFamily="49" charset="-122"/>
              </a:rPr>
              <a:t>t = </a:t>
            </a:r>
            <a:r>
              <a:rPr kumimoji="0" lang="en-US" altLang="zh-CN" dirty="0">
                <a:solidFill>
                  <a:srgbClr val="00FFFF"/>
                </a:solidFill>
                <a:ea typeface="仿宋_GB2312" pitchFamily="49" charset="-122"/>
              </a:rPr>
              <a:t>0</a:t>
            </a:r>
            <a:r>
              <a:rPr kumimoji="0" lang="en-US" altLang="zh-CN" i="1" dirty="0">
                <a:solidFill>
                  <a:srgbClr val="00FFFF"/>
                </a:solidFill>
                <a:ea typeface="仿宋_GB2312" pitchFamily="49" charset="-122"/>
              </a:rPr>
              <a:t> </a:t>
            </a:r>
            <a:r>
              <a:rPr kumimoji="0" lang="zh-CN" altLang="en-US" dirty="0">
                <a:solidFill>
                  <a:schemeClr val="bg1"/>
                </a:solidFill>
                <a:ea typeface="仿宋_GB2312" pitchFamily="49" charset="-122"/>
              </a:rPr>
              <a:t>时刻的波形如图，此波波速为</a:t>
            </a:r>
            <a:r>
              <a:rPr kumimoji="0" lang="zh-CN" altLang="en-US" dirty="0">
                <a:solidFill>
                  <a:srgbClr val="00FFFF"/>
                </a:solidFill>
                <a:ea typeface="仿宋_GB2312" pitchFamily="49" charset="-122"/>
              </a:rPr>
              <a:t> </a:t>
            </a:r>
            <a:r>
              <a:rPr kumimoji="0" lang="en-US" altLang="zh-CN" i="1" dirty="0">
                <a:solidFill>
                  <a:srgbClr val="00FFFF"/>
                </a:solidFill>
                <a:ea typeface="仿宋_GB2312" pitchFamily="49" charset="-122"/>
              </a:rPr>
              <a:t>u </a:t>
            </a:r>
            <a:r>
              <a:rPr kumimoji="0" lang="zh-CN" altLang="en-US" dirty="0">
                <a:solidFill>
                  <a:schemeClr val="bg1"/>
                </a:solidFill>
                <a:ea typeface="仿宋_GB2312" pitchFamily="49" charset="-122"/>
              </a:rPr>
              <a:t>，沿 </a:t>
            </a:r>
            <a:r>
              <a:rPr kumimoji="0" lang="en-US" altLang="zh-CN" i="1" dirty="0">
                <a:solidFill>
                  <a:srgbClr val="00FFFF"/>
                </a:solidFill>
                <a:ea typeface="仿宋_GB2312" pitchFamily="49" charset="-122"/>
              </a:rPr>
              <a:t>x</a:t>
            </a:r>
            <a:r>
              <a:rPr kumimoji="0" lang="en-US" altLang="zh-CN" i="1" dirty="0">
                <a:solidFill>
                  <a:schemeClr val="bg1"/>
                </a:solidFill>
                <a:ea typeface="仿宋_GB2312" pitchFamily="49" charset="-122"/>
              </a:rPr>
              <a:t> </a:t>
            </a:r>
            <a:r>
              <a:rPr kumimoji="0" lang="zh-CN" altLang="en-US" dirty="0">
                <a:solidFill>
                  <a:schemeClr val="bg1"/>
                </a:solidFill>
                <a:ea typeface="仿宋_GB2312" pitchFamily="49" charset="-122"/>
              </a:rPr>
              <a:t>正向传播，振幅为</a:t>
            </a:r>
            <a:r>
              <a:rPr kumimoji="0" lang="en-US" altLang="zh-CN" i="1" dirty="0">
                <a:solidFill>
                  <a:srgbClr val="00FFFF"/>
                </a:solidFill>
                <a:ea typeface="仿宋_GB2312" pitchFamily="49" charset="-122"/>
              </a:rPr>
              <a:t>A</a:t>
            </a:r>
            <a:r>
              <a:rPr kumimoji="0" lang="zh-CN" altLang="en-US" dirty="0">
                <a:solidFill>
                  <a:schemeClr val="bg1"/>
                </a:solidFill>
                <a:ea typeface="仿宋_GB2312" pitchFamily="49" charset="-122"/>
              </a:rPr>
              <a:t>，频率为</a:t>
            </a:r>
            <a:r>
              <a:rPr kumimoji="0" lang="zh-CN" altLang="en-US" dirty="0">
                <a:solidFill>
                  <a:srgbClr val="00FFFF"/>
                </a:solidFill>
                <a:ea typeface="仿宋_GB2312" pitchFamily="49" charset="-122"/>
              </a:rPr>
              <a:t> </a:t>
            </a:r>
            <a:r>
              <a:rPr kumimoji="0" lang="en-US" altLang="zh-CN" sz="2800" i="1" dirty="0">
                <a:solidFill>
                  <a:srgbClr val="00FFFF"/>
                </a:solidFill>
                <a:ea typeface="仿宋_GB2312" pitchFamily="49" charset="-122"/>
              </a:rPr>
              <a:t>v</a:t>
            </a:r>
            <a:r>
              <a:rPr kumimoji="0" lang="en-US" altLang="zh-CN" sz="2800" i="1" dirty="0">
                <a:solidFill>
                  <a:schemeClr val="bg1"/>
                </a:solidFill>
                <a:ea typeface="仿宋_GB2312" pitchFamily="49" charset="-122"/>
              </a:rPr>
              <a:t> </a:t>
            </a:r>
            <a:endParaRPr kumimoji="0" lang="en-US" altLang="zh-CN" dirty="0">
              <a:solidFill>
                <a:schemeClr val="bg1"/>
              </a:solidFill>
              <a:ea typeface="仿宋_GB2312" pitchFamily="49" charset="-122"/>
            </a:endParaRPr>
          </a:p>
        </p:txBody>
      </p:sp>
      <p:sp>
        <p:nvSpPr>
          <p:cNvPr id="557065" name="Rectangle 9">
            <a:extLst>
              <a:ext uri="{FF2B5EF4-FFF2-40B4-BE49-F238E27FC236}">
                <a16:creationId xmlns:a16="http://schemas.microsoft.com/office/drawing/2014/main" id="{126BAD6B-E430-482E-8903-076AACD184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375" y="2071688"/>
            <a:ext cx="7843838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44500" indent="-4445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400"/>
              </a:lnSpc>
            </a:pPr>
            <a:r>
              <a:rPr kumimoji="0" lang="en-US" altLang="zh-CN">
                <a:solidFill>
                  <a:schemeClr val="bg1"/>
                </a:solidFill>
                <a:ea typeface="仿宋_GB2312" pitchFamily="49" charset="-122"/>
              </a:rPr>
              <a:t>(2) </a:t>
            </a:r>
            <a:r>
              <a:rPr kumimoji="0" lang="zh-CN" altLang="en-US">
                <a:solidFill>
                  <a:schemeClr val="bg1"/>
                </a:solidFill>
                <a:ea typeface="仿宋_GB2312" pitchFamily="49" charset="-122"/>
              </a:rPr>
              <a:t>以 </a:t>
            </a:r>
            <a:r>
              <a:rPr kumimoji="0" lang="en-US" altLang="zh-CN" i="1">
                <a:solidFill>
                  <a:srgbClr val="00FFFF"/>
                </a:solidFill>
                <a:ea typeface="仿宋_GB2312" pitchFamily="49" charset="-122"/>
              </a:rPr>
              <a:t>B</a:t>
            </a:r>
            <a:r>
              <a:rPr kumimoji="0" lang="en-US" altLang="zh-CN" i="1">
                <a:solidFill>
                  <a:schemeClr val="bg1"/>
                </a:solidFill>
                <a:ea typeface="仿宋_GB2312" pitchFamily="49" charset="-122"/>
              </a:rPr>
              <a:t> </a:t>
            </a:r>
            <a:r>
              <a:rPr kumimoji="0" lang="zh-CN" altLang="en-US">
                <a:solidFill>
                  <a:schemeClr val="bg1"/>
                </a:solidFill>
                <a:ea typeface="仿宋_GB2312" pitchFamily="49" charset="-122"/>
              </a:rPr>
              <a:t>为反射点，且为波节，若以 </a:t>
            </a:r>
            <a:r>
              <a:rPr kumimoji="0" lang="en-US" altLang="zh-CN" i="1">
                <a:solidFill>
                  <a:srgbClr val="00FFFF"/>
                </a:solidFill>
                <a:ea typeface="仿宋_GB2312" pitchFamily="49" charset="-122"/>
              </a:rPr>
              <a:t>B </a:t>
            </a:r>
            <a:r>
              <a:rPr kumimoji="0" lang="en-US" altLang="zh-CN" i="1">
                <a:solidFill>
                  <a:schemeClr val="bg1"/>
                </a:solidFill>
                <a:ea typeface="仿宋_GB2312" pitchFamily="49" charset="-122"/>
              </a:rPr>
              <a:t> </a:t>
            </a:r>
            <a:r>
              <a:rPr kumimoji="0" lang="zh-CN" altLang="en-US">
                <a:solidFill>
                  <a:schemeClr val="bg1"/>
                </a:solidFill>
                <a:ea typeface="仿宋_GB2312" pitchFamily="49" charset="-122"/>
              </a:rPr>
              <a:t>为</a:t>
            </a:r>
            <a:r>
              <a:rPr kumimoji="0" lang="zh-CN" altLang="en-US">
                <a:solidFill>
                  <a:srgbClr val="00FFFF"/>
                </a:solidFill>
                <a:ea typeface="仿宋_GB2312" pitchFamily="49" charset="-122"/>
              </a:rPr>
              <a:t> </a:t>
            </a:r>
            <a:r>
              <a:rPr kumimoji="0" lang="en-US" altLang="zh-CN" i="1">
                <a:solidFill>
                  <a:srgbClr val="00FFFF"/>
                </a:solidFill>
                <a:ea typeface="仿宋_GB2312" pitchFamily="49" charset="-122"/>
              </a:rPr>
              <a:t>x</a:t>
            </a:r>
            <a:r>
              <a:rPr kumimoji="0" lang="en-US" altLang="zh-CN" i="1">
                <a:solidFill>
                  <a:schemeClr val="bg1"/>
                </a:solidFill>
                <a:ea typeface="仿宋_GB2312" pitchFamily="49" charset="-122"/>
              </a:rPr>
              <a:t> </a:t>
            </a:r>
            <a:r>
              <a:rPr kumimoji="0" lang="zh-CN" altLang="en-US">
                <a:solidFill>
                  <a:schemeClr val="bg1"/>
                </a:solidFill>
                <a:ea typeface="仿宋_GB2312" pitchFamily="49" charset="-122"/>
              </a:rPr>
              <a:t>轴坐标原点，写出入射波，反射波函数；</a:t>
            </a:r>
          </a:p>
        </p:txBody>
      </p:sp>
      <p:sp>
        <p:nvSpPr>
          <p:cNvPr id="557066" name="Text Box 10">
            <a:extLst>
              <a:ext uri="{FF2B5EF4-FFF2-40B4-BE49-F238E27FC236}">
                <a16:creationId xmlns:a16="http://schemas.microsoft.com/office/drawing/2014/main" id="{B9FDC080-5C84-4892-8101-2F31391C4F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563" y="471488"/>
            <a:ext cx="6032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0" lang="zh-CN" altLang="en-US">
                <a:solidFill>
                  <a:srgbClr val="FFCC00"/>
                </a:solidFill>
                <a:ea typeface="仿宋_GB2312" pitchFamily="49" charset="-122"/>
              </a:rPr>
              <a:t>例</a:t>
            </a:r>
          </a:p>
        </p:txBody>
      </p:sp>
      <p:sp>
        <p:nvSpPr>
          <p:cNvPr id="557067" name="Rectangle 11">
            <a:extLst>
              <a:ext uri="{FF2B5EF4-FFF2-40B4-BE49-F238E27FC236}">
                <a16:creationId xmlns:a16="http://schemas.microsoft.com/office/drawing/2014/main" id="{CB35F8DC-9CA8-4F7E-B050-2D53DF2448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1571625"/>
            <a:ext cx="4905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0" lang="zh-CN" altLang="en-US">
                <a:solidFill>
                  <a:srgbClr val="FFCC00"/>
                </a:solidFill>
                <a:ea typeface="仿宋_GB2312" pitchFamily="49" charset="-122"/>
              </a:rPr>
              <a:t>求</a:t>
            </a:r>
          </a:p>
        </p:txBody>
      </p:sp>
      <p:sp>
        <p:nvSpPr>
          <p:cNvPr id="557068" name="Line 12">
            <a:extLst>
              <a:ext uri="{FF2B5EF4-FFF2-40B4-BE49-F238E27FC236}">
                <a16:creationId xmlns:a16="http://schemas.microsoft.com/office/drawing/2014/main" id="{A466C4EB-B755-4537-BFA7-714E55405A4E}"/>
              </a:ext>
            </a:extLst>
          </p:cNvPr>
          <p:cNvSpPr>
            <a:spLocks noChangeShapeType="1"/>
          </p:cNvSpPr>
          <p:nvPr/>
        </p:nvSpPr>
        <p:spPr bwMode="auto">
          <a:xfrm>
            <a:off x="8012113" y="4429125"/>
            <a:ext cx="0" cy="1879600"/>
          </a:xfrm>
          <a:prstGeom prst="line">
            <a:avLst/>
          </a:prstGeom>
          <a:noFill/>
          <a:ln w="28575">
            <a:solidFill>
              <a:srgbClr val="66FF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57069" name="Line 13">
            <a:extLst>
              <a:ext uri="{FF2B5EF4-FFF2-40B4-BE49-F238E27FC236}">
                <a16:creationId xmlns:a16="http://schemas.microsoft.com/office/drawing/2014/main" id="{76F39E8E-E6C8-4498-AC94-446F4B3A80A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012113" y="4511675"/>
            <a:ext cx="117475" cy="244475"/>
          </a:xfrm>
          <a:prstGeom prst="line">
            <a:avLst/>
          </a:prstGeom>
          <a:noFill/>
          <a:ln w="28575">
            <a:solidFill>
              <a:srgbClr val="66FF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57070" name="Line 14">
            <a:extLst>
              <a:ext uri="{FF2B5EF4-FFF2-40B4-BE49-F238E27FC236}">
                <a16:creationId xmlns:a16="http://schemas.microsoft.com/office/drawing/2014/main" id="{FFF65165-E5D4-445F-8E3F-66EC8D9F563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012113" y="4756150"/>
            <a:ext cx="117475" cy="246063"/>
          </a:xfrm>
          <a:prstGeom prst="line">
            <a:avLst/>
          </a:prstGeom>
          <a:noFill/>
          <a:ln w="28575">
            <a:solidFill>
              <a:srgbClr val="66FF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57071" name="Line 15">
            <a:extLst>
              <a:ext uri="{FF2B5EF4-FFF2-40B4-BE49-F238E27FC236}">
                <a16:creationId xmlns:a16="http://schemas.microsoft.com/office/drawing/2014/main" id="{E2792BDE-E7AB-4E3B-B173-C4EAEBC0426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012113" y="5002213"/>
            <a:ext cx="117475" cy="244475"/>
          </a:xfrm>
          <a:prstGeom prst="line">
            <a:avLst/>
          </a:prstGeom>
          <a:noFill/>
          <a:ln w="28575">
            <a:solidFill>
              <a:srgbClr val="66FF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57072" name="Line 16">
            <a:extLst>
              <a:ext uri="{FF2B5EF4-FFF2-40B4-BE49-F238E27FC236}">
                <a16:creationId xmlns:a16="http://schemas.microsoft.com/office/drawing/2014/main" id="{8EB9C122-5E91-46B3-9E45-608EEE6AF72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012113" y="5246688"/>
            <a:ext cx="117475" cy="244475"/>
          </a:xfrm>
          <a:prstGeom prst="line">
            <a:avLst/>
          </a:prstGeom>
          <a:noFill/>
          <a:ln w="28575">
            <a:solidFill>
              <a:srgbClr val="66FF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57073" name="Line 17">
            <a:extLst>
              <a:ext uri="{FF2B5EF4-FFF2-40B4-BE49-F238E27FC236}">
                <a16:creationId xmlns:a16="http://schemas.microsoft.com/office/drawing/2014/main" id="{76D0CC63-6F62-484C-8280-1585ABBEDEB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012113" y="5491163"/>
            <a:ext cx="117475" cy="246062"/>
          </a:xfrm>
          <a:prstGeom prst="line">
            <a:avLst/>
          </a:prstGeom>
          <a:noFill/>
          <a:ln w="28575">
            <a:solidFill>
              <a:srgbClr val="66FF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57074" name="Line 18">
            <a:extLst>
              <a:ext uri="{FF2B5EF4-FFF2-40B4-BE49-F238E27FC236}">
                <a16:creationId xmlns:a16="http://schemas.microsoft.com/office/drawing/2014/main" id="{C92DA6C7-A2B6-4FB5-AA41-65FA51DABAE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012113" y="5981700"/>
            <a:ext cx="117475" cy="244475"/>
          </a:xfrm>
          <a:prstGeom prst="line">
            <a:avLst/>
          </a:prstGeom>
          <a:noFill/>
          <a:ln w="28575">
            <a:solidFill>
              <a:srgbClr val="66FF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57075" name="Line 19">
            <a:extLst>
              <a:ext uri="{FF2B5EF4-FFF2-40B4-BE49-F238E27FC236}">
                <a16:creationId xmlns:a16="http://schemas.microsoft.com/office/drawing/2014/main" id="{09CD7F40-C307-41C7-98E4-24FF0364342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012113" y="4184650"/>
            <a:ext cx="117475" cy="244475"/>
          </a:xfrm>
          <a:prstGeom prst="line">
            <a:avLst/>
          </a:prstGeom>
          <a:noFill/>
          <a:ln w="28575">
            <a:solidFill>
              <a:srgbClr val="66FF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57076" name="Line 20">
            <a:extLst>
              <a:ext uri="{FF2B5EF4-FFF2-40B4-BE49-F238E27FC236}">
                <a16:creationId xmlns:a16="http://schemas.microsoft.com/office/drawing/2014/main" id="{3EED9D6F-1168-4A3D-B615-90CF2CF3A51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012113" y="5737225"/>
            <a:ext cx="117475" cy="244475"/>
          </a:xfrm>
          <a:prstGeom prst="line">
            <a:avLst/>
          </a:prstGeom>
          <a:noFill/>
          <a:ln w="28575">
            <a:solidFill>
              <a:srgbClr val="66FF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57077" name="Line 21">
            <a:extLst>
              <a:ext uri="{FF2B5EF4-FFF2-40B4-BE49-F238E27FC236}">
                <a16:creationId xmlns:a16="http://schemas.microsoft.com/office/drawing/2014/main" id="{BCD17CF2-47A8-4DBE-9FD1-78FF85757A13}"/>
              </a:ext>
            </a:extLst>
          </p:cNvPr>
          <p:cNvSpPr>
            <a:spLocks noChangeShapeType="1"/>
          </p:cNvSpPr>
          <p:nvPr/>
        </p:nvSpPr>
        <p:spPr bwMode="auto">
          <a:xfrm>
            <a:off x="5651500" y="5287963"/>
            <a:ext cx="2765425" cy="0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557078" name="Object 2">
            <a:extLst>
              <a:ext uri="{FF2B5EF4-FFF2-40B4-BE49-F238E27FC236}">
                <a16:creationId xmlns:a16="http://schemas.microsoft.com/office/drawing/2014/main" id="{4AC57936-6637-49FD-AD65-33C672E19B9A}"/>
              </a:ext>
            </a:extLst>
          </p:cNvPr>
          <p:cNvGraphicFramePr>
            <a:graphicFrameLocks/>
          </p:cNvGraphicFramePr>
          <p:nvPr/>
        </p:nvGraphicFramePr>
        <p:xfrm>
          <a:off x="1322388" y="3714750"/>
          <a:ext cx="36068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410" name="公式" r:id="rId3" imgW="3552704" imgH="685800" progId="Equation.3">
                  <p:embed/>
                </p:oleObj>
              </mc:Choice>
              <mc:Fallback>
                <p:oleObj name="公式" r:id="rId3" imgW="3552704" imgH="685800" progId="Equation.3">
                  <p:embed/>
                  <p:pic>
                    <p:nvPicPr>
                      <p:cNvPr id="557078" name="Object 2">
                        <a:extLst>
                          <a:ext uri="{FF2B5EF4-FFF2-40B4-BE49-F238E27FC236}">
                            <a16:creationId xmlns:a16="http://schemas.microsoft.com/office/drawing/2014/main" id="{4AC57936-6637-49FD-AD65-33C672E19B9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2388" y="3714750"/>
                        <a:ext cx="36068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7079" name="Object 3">
            <a:extLst>
              <a:ext uri="{FF2B5EF4-FFF2-40B4-BE49-F238E27FC236}">
                <a16:creationId xmlns:a16="http://schemas.microsoft.com/office/drawing/2014/main" id="{8356E909-DB9B-4905-8F55-C4D249C3E4D6}"/>
              </a:ext>
            </a:extLst>
          </p:cNvPr>
          <p:cNvGraphicFramePr>
            <a:graphicFrameLocks/>
          </p:cNvGraphicFramePr>
          <p:nvPr/>
        </p:nvGraphicFramePr>
        <p:xfrm>
          <a:off x="1285875" y="4562475"/>
          <a:ext cx="3836988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411" name="公式" r:id="rId5" imgW="3781457" imgH="685800" progId="Equation.3">
                  <p:embed/>
                </p:oleObj>
              </mc:Choice>
              <mc:Fallback>
                <p:oleObj name="公式" r:id="rId5" imgW="3781457" imgH="685800" progId="Equation.3">
                  <p:embed/>
                  <p:pic>
                    <p:nvPicPr>
                      <p:cNvPr id="557079" name="Object 3">
                        <a:extLst>
                          <a:ext uri="{FF2B5EF4-FFF2-40B4-BE49-F238E27FC236}">
                            <a16:creationId xmlns:a16="http://schemas.microsoft.com/office/drawing/2014/main" id="{8356E909-DB9B-4905-8F55-C4D249C3E4D6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5875" y="4562475"/>
                        <a:ext cx="3836988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7080" name="Object 4">
            <a:extLst>
              <a:ext uri="{FF2B5EF4-FFF2-40B4-BE49-F238E27FC236}">
                <a16:creationId xmlns:a16="http://schemas.microsoft.com/office/drawing/2014/main" id="{BE1CB1E7-00A8-4B8C-B31B-3564A7B6E888}"/>
              </a:ext>
            </a:extLst>
          </p:cNvPr>
          <p:cNvGraphicFramePr>
            <a:graphicFrameLocks/>
          </p:cNvGraphicFramePr>
          <p:nvPr/>
        </p:nvGraphicFramePr>
        <p:xfrm>
          <a:off x="1285875" y="5586413"/>
          <a:ext cx="3848100" cy="722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412" name="公式" r:id="rId7" imgW="3800418" imgH="685800" progId="Equation.3">
                  <p:embed/>
                </p:oleObj>
              </mc:Choice>
              <mc:Fallback>
                <p:oleObj name="公式" r:id="rId7" imgW="3800418" imgH="685800" progId="Equation.3">
                  <p:embed/>
                  <p:pic>
                    <p:nvPicPr>
                      <p:cNvPr id="557080" name="Object 4">
                        <a:extLst>
                          <a:ext uri="{FF2B5EF4-FFF2-40B4-BE49-F238E27FC236}">
                            <a16:creationId xmlns:a16="http://schemas.microsoft.com/office/drawing/2014/main" id="{BE1CB1E7-00A8-4B8C-B31B-3564A7B6E888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5875" y="5586413"/>
                        <a:ext cx="3848100" cy="722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7081" name="Text Box 25">
            <a:extLst>
              <a:ext uri="{FF2B5EF4-FFF2-40B4-BE49-F238E27FC236}">
                <a16:creationId xmlns:a16="http://schemas.microsoft.com/office/drawing/2014/main" id="{BA127D89-2BCE-4517-B8C7-A0A0EF807E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875" y="3852863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0" lang="zh-CN" altLang="en-US">
                <a:solidFill>
                  <a:srgbClr val="FFCC00"/>
                </a:solidFill>
              </a:rPr>
              <a:t>解</a:t>
            </a:r>
          </a:p>
        </p:txBody>
      </p:sp>
      <p:sp>
        <p:nvSpPr>
          <p:cNvPr id="557082" name="Rectangle 26">
            <a:extLst>
              <a:ext uri="{FF2B5EF4-FFF2-40B4-BE49-F238E27FC236}">
                <a16:creationId xmlns:a16="http://schemas.microsoft.com/office/drawing/2014/main" id="{811E459C-B3E5-4FFB-895D-6275DDA8AC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3833813"/>
            <a:ext cx="539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0" lang="en-US" altLang="zh-CN">
                <a:solidFill>
                  <a:schemeClr val="bg1"/>
                </a:solidFill>
              </a:rPr>
              <a:t>(1)</a:t>
            </a:r>
          </a:p>
        </p:txBody>
      </p:sp>
      <p:sp>
        <p:nvSpPr>
          <p:cNvPr id="557083" name="Rectangle 27">
            <a:extLst>
              <a:ext uri="{FF2B5EF4-FFF2-40B4-BE49-F238E27FC236}">
                <a16:creationId xmlns:a16="http://schemas.microsoft.com/office/drawing/2014/main" id="{3F124E23-DF45-4EB1-9FC8-FEE6B1080D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938" y="4684713"/>
            <a:ext cx="539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0" lang="en-US" altLang="zh-CN">
                <a:solidFill>
                  <a:schemeClr val="bg1"/>
                </a:solidFill>
              </a:rPr>
              <a:t>(2)</a:t>
            </a:r>
          </a:p>
        </p:txBody>
      </p:sp>
      <p:sp>
        <p:nvSpPr>
          <p:cNvPr id="557084" name="Rectangle 28">
            <a:extLst>
              <a:ext uri="{FF2B5EF4-FFF2-40B4-BE49-F238E27FC236}">
                <a16:creationId xmlns:a16="http://schemas.microsoft.com/office/drawing/2014/main" id="{3D2EDADC-F0CB-4DFE-A7EB-8DD9905076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86675" y="5287963"/>
            <a:ext cx="387350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0" lang="en-US" altLang="zh-CN" i="1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557085" name="Rectangle 29">
            <a:extLst>
              <a:ext uri="{FF2B5EF4-FFF2-40B4-BE49-F238E27FC236}">
                <a16:creationId xmlns:a16="http://schemas.microsoft.com/office/drawing/2014/main" id="{1A14960C-17A3-4413-8A88-EFC4E2DA92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16650" y="4859338"/>
            <a:ext cx="404813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0" lang="en-US" altLang="zh-CN" i="1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557086" name="Line 30">
            <a:extLst>
              <a:ext uri="{FF2B5EF4-FFF2-40B4-BE49-F238E27FC236}">
                <a16:creationId xmlns:a16="http://schemas.microsoft.com/office/drawing/2014/main" id="{4A94A4D6-E548-4AE9-83BA-606A8A1F928C}"/>
              </a:ext>
            </a:extLst>
          </p:cNvPr>
          <p:cNvSpPr>
            <a:spLocks noChangeShapeType="1"/>
          </p:cNvSpPr>
          <p:nvPr/>
        </p:nvSpPr>
        <p:spPr bwMode="auto">
          <a:xfrm>
            <a:off x="6376988" y="5349875"/>
            <a:ext cx="0" cy="482600"/>
          </a:xfrm>
          <a:prstGeom prst="line">
            <a:avLst/>
          </a:prstGeom>
          <a:noFill/>
          <a:ln w="28575">
            <a:solidFill>
              <a:srgbClr val="66FF33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557087" name="Object 5">
            <a:extLst>
              <a:ext uri="{FF2B5EF4-FFF2-40B4-BE49-F238E27FC236}">
                <a16:creationId xmlns:a16="http://schemas.microsoft.com/office/drawing/2014/main" id="{3A08F825-9062-408D-A8E3-572C3F72778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46875" y="4175125"/>
          <a:ext cx="301625" cy="45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413" name="Equation" r:id="rId9" imgW="85629" imgH="123689" progId="Equation.3">
                  <p:embed/>
                </p:oleObj>
              </mc:Choice>
              <mc:Fallback>
                <p:oleObj name="Equation" r:id="rId9" imgW="85629" imgH="123689" progId="Equation.3">
                  <p:embed/>
                  <p:pic>
                    <p:nvPicPr>
                      <p:cNvPr id="557087" name="Object 5">
                        <a:extLst>
                          <a:ext uri="{FF2B5EF4-FFF2-40B4-BE49-F238E27FC236}">
                            <a16:creationId xmlns:a16="http://schemas.microsoft.com/office/drawing/2014/main" id="{3A08F825-9062-408D-A8E3-572C3F72778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46875" y="4175125"/>
                        <a:ext cx="301625" cy="458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7088" name="Line 32">
            <a:extLst>
              <a:ext uri="{FF2B5EF4-FFF2-40B4-BE49-F238E27FC236}">
                <a16:creationId xmlns:a16="http://schemas.microsoft.com/office/drawing/2014/main" id="{978C8DB3-DAE1-44FC-951F-B734195EB29F}"/>
              </a:ext>
            </a:extLst>
          </p:cNvPr>
          <p:cNvSpPr>
            <a:spLocks noChangeShapeType="1"/>
          </p:cNvSpPr>
          <p:nvPr/>
        </p:nvSpPr>
        <p:spPr bwMode="auto">
          <a:xfrm>
            <a:off x="6342063" y="4419600"/>
            <a:ext cx="347662" cy="0"/>
          </a:xfrm>
          <a:prstGeom prst="line">
            <a:avLst/>
          </a:prstGeom>
          <a:noFill/>
          <a:ln w="28575">
            <a:solidFill>
              <a:srgbClr val="00FF0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57089" name="Text Box 33">
            <a:extLst>
              <a:ext uri="{FF2B5EF4-FFF2-40B4-BE49-F238E27FC236}">
                <a16:creationId xmlns:a16="http://schemas.microsoft.com/office/drawing/2014/main" id="{8DB145CB-0855-48C7-8AA4-06CDE07EC6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72450" y="5226050"/>
            <a:ext cx="4603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0" lang="en-US" altLang="zh-CN" i="1">
                <a:solidFill>
                  <a:schemeClr val="bg1"/>
                </a:solidFill>
              </a:rPr>
              <a:t>x</a:t>
            </a:r>
          </a:p>
        </p:txBody>
      </p:sp>
      <p:pic>
        <p:nvPicPr>
          <p:cNvPr id="557090" name="Picture 34" descr="图形7">
            <a:extLst>
              <a:ext uri="{FF2B5EF4-FFF2-40B4-BE49-F238E27FC236}">
                <a16:creationId xmlns:a16="http://schemas.microsoft.com/office/drawing/2014/main" id="{E6B9B45A-0F75-4877-B753-55A66ED8BA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8825" y="4719638"/>
            <a:ext cx="2182813" cy="1146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57091" name="Rectangle 35">
            <a:extLst>
              <a:ext uri="{FF2B5EF4-FFF2-40B4-BE49-F238E27FC236}">
                <a16:creationId xmlns:a16="http://schemas.microsoft.com/office/drawing/2014/main" id="{98F8EF36-1A6E-45CE-B236-C55D37B281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62675" y="4556125"/>
            <a:ext cx="407988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0" lang="en-US" altLang="zh-CN" sz="6000">
                <a:solidFill>
                  <a:srgbClr val="66FF33"/>
                </a:solidFill>
                <a:sym typeface="Symbol" panose="05050102010706020507" pitchFamily="18" charset="2"/>
              </a:rPr>
              <a:t></a:t>
            </a:r>
          </a:p>
        </p:txBody>
      </p:sp>
      <p:sp>
        <p:nvSpPr>
          <p:cNvPr id="557092" name="Rectangle 36">
            <a:extLst>
              <a:ext uri="{FF2B5EF4-FFF2-40B4-BE49-F238E27FC236}">
                <a16:creationId xmlns:a16="http://schemas.microsoft.com/office/drawing/2014/main" id="{273BBAF1-9A58-4793-A37B-DC0EF7932E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99388" y="4524375"/>
            <a:ext cx="407987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0" lang="en-US" altLang="zh-CN" sz="6000">
                <a:solidFill>
                  <a:srgbClr val="66FF33"/>
                </a:solidFill>
                <a:sym typeface="Symbol" panose="05050102010706020507" pitchFamily="18" charset="2"/>
              </a:rPr>
              <a:t></a:t>
            </a:r>
          </a:p>
        </p:txBody>
      </p:sp>
      <p:sp>
        <p:nvSpPr>
          <p:cNvPr id="557093" name="Line 37">
            <a:extLst>
              <a:ext uri="{FF2B5EF4-FFF2-40B4-BE49-F238E27FC236}">
                <a16:creationId xmlns:a16="http://schemas.microsoft.com/office/drawing/2014/main" id="{534D893D-2C33-44E9-A3B2-AF6EAE09964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316913" y="4217988"/>
            <a:ext cx="0" cy="792162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57094" name="Text Box 38">
            <a:extLst>
              <a:ext uri="{FF2B5EF4-FFF2-40B4-BE49-F238E27FC236}">
                <a16:creationId xmlns:a16="http://schemas.microsoft.com/office/drawing/2014/main" id="{BBBA8C41-42E4-4459-89B2-BF24068A74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16913" y="4073525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sz="1800">
                <a:solidFill>
                  <a:schemeClr val="bg1"/>
                </a:solidFill>
              </a:rPr>
              <a:t>y</a:t>
            </a:r>
          </a:p>
        </p:txBody>
      </p:sp>
      <p:sp>
        <p:nvSpPr>
          <p:cNvPr id="21539" name="灯片编号占位符 1">
            <a:extLst>
              <a:ext uri="{FF2B5EF4-FFF2-40B4-BE49-F238E27FC236}">
                <a16:creationId xmlns:a16="http://schemas.microsoft.com/office/drawing/2014/main" id="{C8D36877-24D8-42EB-8E0E-8EA75A3887CD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680EA4BC-1996-44C4-971F-470AEDBE4D27}" type="slidenum">
              <a:rPr lang="en-US" altLang="zh-CN" b="0">
                <a:solidFill>
                  <a:srgbClr val="FF00FF"/>
                </a:solidFill>
              </a:rPr>
              <a:pPr eaLnBrk="1" hangingPunct="1"/>
              <a:t>11</a:t>
            </a:fld>
            <a:r>
              <a:rPr lang="en-US" altLang="zh-CN" b="0">
                <a:solidFill>
                  <a:srgbClr val="FF00FF"/>
                </a:solidFill>
              </a:rPr>
              <a:t>/23</a:t>
            </a:r>
          </a:p>
        </p:txBody>
      </p:sp>
    </p:spTree>
    <p:extLst>
      <p:ext uri="{BB962C8B-B14F-4D97-AF65-F5344CB8AC3E}">
        <p14:creationId xmlns:p14="http://schemas.microsoft.com/office/powerpoint/2010/main" val="204950757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57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57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557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57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557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557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557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557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557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557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557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557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557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557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557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557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557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557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557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557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557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557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500"/>
                                        <p:tgtEl>
                                          <p:spTgt spid="557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0"/>
                                        <p:tgtEl>
                                          <p:spTgt spid="557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3" dur="500"/>
                                        <p:tgtEl>
                                          <p:spTgt spid="557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557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8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1" dur="500"/>
                                        <p:tgtEl>
                                          <p:spTgt spid="557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557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557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557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0" dur="500"/>
                                        <p:tgtEl>
                                          <p:spTgt spid="557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557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557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7062" grpId="0" autoUpdateAnimBg="0"/>
      <p:bldP spid="557063" grpId="0" autoUpdateAnimBg="0"/>
      <p:bldP spid="557064" grpId="0" autoUpdateAnimBg="0"/>
      <p:bldP spid="557065" grpId="0" autoUpdateAnimBg="0"/>
      <p:bldP spid="557066" grpId="0" autoUpdateAnimBg="0"/>
      <p:bldP spid="557067" grpId="0" autoUpdateAnimBg="0"/>
      <p:bldP spid="557081" grpId="0" autoUpdateAnimBg="0"/>
      <p:bldP spid="557082" grpId="0" autoUpdateAnimBg="0"/>
      <p:bldP spid="557083" grpId="0" autoUpdateAnimBg="0"/>
      <p:bldP spid="557084" grpId="0" autoUpdateAnimBg="0"/>
      <p:bldP spid="557085" grpId="0" autoUpdateAnimBg="0"/>
      <p:bldP spid="557089" grpId="0" autoUpdateAnimBg="0"/>
      <p:bldP spid="557091" grpId="0" autoUpdateAnimBg="0"/>
      <p:bldP spid="557092" grpId="0" autoUpdateAnimBg="0"/>
      <p:bldP spid="55709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082" name="Rectangle 2">
            <a:extLst>
              <a:ext uri="{FF2B5EF4-FFF2-40B4-BE49-F238E27FC236}">
                <a16:creationId xmlns:a16="http://schemas.microsoft.com/office/drawing/2014/main" id="{51551FC5-FF58-4FCD-B57A-526541C4F9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477838"/>
            <a:ext cx="539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0" lang="en-US" altLang="zh-CN">
                <a:solidFill>
                  <a:schemeClr val="bg1"/>
                </a:solidFill>
              </a:rPr>
              <a:t>(3)</a:t>
            </a:r>
          </a:p>
        </p:txBody>
      </p:sp>
      <p:graphicFrame>
        <p:nvGraphicFramePr>
          <p:cNvPr id="558083" name="Object 2">
            <a:extLst>
              <a:ext uri="{FF2B5EF4-FFF2-40B4-BE49-F238E27FC236}">
                <a16:creationId xmlns:a16="http://schemas.microsoft.com/office/drawing/2014/main" id="{0521535E-72BB-46AE-A19B-47E042765F6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28750" y="360363"/>
          <a:ext cx="5654675" cy="722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90" name="公式" r:id="rId3" imgW="5610257" imgH="685800" progId="Equation.3">
                  <p:embed/>
                </p:oleObj>
              </mc:Choice>
              <mc:Fallback>
                <p:oleObj name="公式" r:id="rId3" imgW="5610257" imgH="685800" progId="Equation.3">
                  <p:embed/>
                  <p:pic>
                    <p:nvPicPr>
                      <p:cNvPr id="558083" name="Object 2">
                        <a:extLst>
                          <a:ext uri="{FF2B5EF4-FFF2-40B4-BE49-F238E27FC236}">
                            <a16:creationId xmlns:a16="http://schemas.microsoft.com/office/drawing/2014/main" id="{0521535E-72BB-46AE-A19B-47E042765F6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8750" y="360363"/>
                        <a:ext cx="5654675" cy="722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8084" name="Object 3">
            <a:extLst>
              <a:ext uri="{FF2B5EF4-FFF2-40B4-BE49-F238E27FC236}">
                <a16:creationId xmlns:a16="http://schemas.microsoft.com/office/drawing/2014/main" id="{CD48EB5D-88BE-45D1-940D-15A09939BE47}"/>
              </a:ext>
            </a:extLst>
          </p:cNvPr>
          <p:cNvGraphicFramePr>
            <a:graphicFrameLocks/>
          </p:cNvGraphicFramePr>
          <p:nvPr/>
        </p:nvGraphicFramePr>
        <p:xfrm>
          <a:off x="2220913" y="1130300"/>
          <a:ext cx="3101975" cy="727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91" name="公式" r:id="rId5" imgW="3076543" imgH="685800" progId="Equation.3">
                  <p:embed/>
                </p:oleObj>
              </mc:Choice>
              <mc:Fallback>
                <p:oleObj name="公式" r:id="rId5" imgW="3076543" imgH="685800" progId="Equation.3">
                  <p:embed/>
                  <p:pic>
                    <p:nvPicPr>
                      <p:cNvPr id="558084" name="Object 3">
                        <a:extLst>
                          <a:ext uri="{FF2B5EF4-FFF2-40B4-BE49-F238E27FC236}">
                            <a16:creationId xmlns:a16="http://schemas.microsoft.com/office/drawing/2014/main" id="{CD48EB5D-88BE-45D1-940D-15A09939BE4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0913" y="1130300"/>
                        <a:ext cx="3101975" cy="727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8085" name="Object 4">
            <a:extLst>
              <a:ext uri="{FF2B5EF4-FFF2-40B4-BE49-F238E27FC236}">
                <a16:creationId xmlns:a16="http://schemas.microsoft.com/office/drawing/2014/main" id="{F612B4CE-1387-47CA-839D-8B80E0EC79F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51050" y="2065338"/>
          <a:ext cx="1528763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92" name="公式" r:id="rId7" imgW="1552645" imgH="752543" progId="Equation.3">
                  <p:embed/>
                </p:oleObj>
              </mc:Choice>
              <mc:Fallback>
                <p:oleObj name="公式" r:id="rId7" imgW="1552645" imgH="752543" progId="Equation.3">
                  <p:embed/>
                  <p:pic>
                    <p:nvPicPr>
                      <p:cNvPr id="558085" name="Object 4">
                        <a:extLst>
                          <a:ext uri="{FF2B5EF4-FFF2-40B4-BE49-F238E27FC236}">
                            <a16:creationId xmlns:a16="http://schemas.microsoft.com/office/drawing/2014/main" id="{F612B4CE-1387-47CA-839D-8B80E0EC79F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050" y="2065338"/>
                        <a:ext cx="1528763" cy="755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8086" name="Object 5">
            <a:extLst>
              <a:ext uri="{FF2B5EF4-FFF2-40B4-BE49-F238E27FC236}">
                <a16:creationId xmlns:a16="http://schemas.microsoft.com/office/drawing/2014/main" id="{405F72DD-02F2-4484-84D4-3D2FE7AEB1E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86375" y="2000250"/>
          <a:ext cx="2152650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93" name="公式" r:id="rId9" imgW="1095445" imgH="352391" progId="Equation.3">
                  <p:embed/>
                </p:oleObj>
              </mc:Choice>
              <mc:Fallback>
                <p:oleObj name="公式" r:id="rId9" imgW="1095445" imgH="352391" progId="Equation.3">
                  <p:embed/>
                  <p:pic>
                    <p:nvPicPr>
                      <p:cNvPr id="558086" name="Object 5">
                        <a:extLst>
                          <a:ext uri="{FF2B5EF4-FFF2-40B4-BE49-F238E27FC236}">
                            <a16:creationId xmlns:a16="http://schemas.microsoft.com/office/drawing/2014/main" id="{405F72DD-02F2-4484-84D4-3D2FE7AEB1E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86375" y="2000250"/>
                        <a:ext cx="2152650" cy="755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8087" name="Object 6">
            <a:extLst>
              <a:ext uri="{FF2B5EF4-FFF2-40B4-BE49-F238E27FC236}">
                <a16:creationId xmlns:a16="http://schemas.microsoft.com/office/drawing/2014/main" id="{5B912D59-6885-483E-AB98-EE51EC0658B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89138" y="3173413"/>
          <a:ext cx="3011487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94" name="公式" r:id="rId11" imgW="1523898" imgH="352391" progId="Equation.3">
                  <p:embed/>
                </p:oleObj>
              </mc:Choice>
              <mc:Fallback>
                <p:oleObj name="公式" r:id="rId11" imgW="1523898" imgH="352391" progId="Equation.3">
                  <p:embed/>
                  <p:pic>
                    <p:nvPicPr>
                      <p:cNvPr id="558087" name="Object 6">
                        <a:extLst>
                          <a:ext uri="{FF2B5EF4-FFF2-40B4-BE49-F238E27FC236}">
                            <a16:creationId xmlns:a16="http://schemas.microsoft.com/office/drawing/2014/main" id="{5B912D59-6885-483E-AB98-EE51EC0658B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9138" y="3173413"/>
                        <a:ext cx="3011487" cy="755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8088" name="Text Box 8">
            <a:extLst>
              <a:ext uri="{FF2B5EF4-FFF2-40B4-BE49-F238E27FC236}">
                <a16:creationId xmlns:a16="http://schemas.microsoft.com/office/drawing/2014/main" id="{35C46478-ADD2-4FFA-9F32-C44FD36814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3288" y="2209800"/>
            <a:ext cx="83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0" lang="zh-CN" altLang="en-US">
                <a:solidFill>
                  <a:schemeClr val="bg1"/>
                </a:solidFill>
                <a:ea typeface="仿宋_GB2312" pitchFamily="49" charset="-122"/>
              </a:rPr>
              <a:t>波腹</a:t>
            </a:r>
          </a:p>
        </p:txBody>
      </p:sp>
      <p:sp>
        <p:nvSpPr>
          <p:cNvPr id="558089" name="Text Box 9">
            <a:extLst>
              <a:ext uri="{FF2B5EF4-FFF2-40B4-BE49-F238E27FC236}">
                <a16:creationId xmlns:a16="http://schemas.microsoft.com/office/drawing/2014/main" id="{297854F7-3228-4F17-96A3-80FDE42667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5513" y="4508500"/>
            <a:ext cx="83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0" lang="zh-CN" altLang="en-US">
                <a:solidFill>
                  <a:schemeClr val="bg1"/>
                </a:solidFill>
                <a:ea typeface="仿宋_GB2312" pitchFamily="49" charset="-122"/>
              </a:rPr>
              <a:t>波节</a:t>
            </a:r>
          </a:p>
        </p:txBody>
      </p:sp>
      <p:graphicFrame>
        <p:nvGraphicFramePr>
          <p:cNvPr id="558090" name="Object 7">
            <a:extLst>
              <a:ext uri="{FF2B5EF4-FFF2-40B4-BE49-F238E27FC236}">
                <a16:creationId xmlns:a16="http://schemas.microsoft.com/office/drawing/2014/main" id="{E2EC3601-6938-49A7-A7A2-5239461CCECD}"/>
              </a:ext>
            </a:extLst>
          </p:cNvPr>
          <p:cNvGraphicFramePr>
            <a:graphicFrameLocks/>
          </p:cNvGraphicFramePr>
          <p:nvPr/>
        </p:nvGraphicFramePr>
        <p:xfrm>
          <a:off x="5429250" y="3386138"/>
          <a:ext cx="1879600" cy="328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95" name="公式" r:id="rId13" imgW="1838280" imgH="295139" progId="Equation.3">
                  <p:embed/>
                </p:oleObj>
              </mc:Choice>
              <mc:Fallback>
                <p:oleObj name="公式" r:id="rId13" imgW="1838280" imgH="295139" progId="Equation.3">
                  <p:embed/>
                  <p:pic>
                    <p:nvPicPr>
                      <p:cNvPr id="558090" name="Object 7">
                        <a:extLst>
                          <a:ext uri="{FF2B5EF4-FFF2-40B4-BE49-F238E27FC236}">
                            <a16:creationId xmlns:a16="http://schemas.microsoft.com/office/drawing/2014/main" id="{E2EC3601-6938-49A7-A7A2-5239461CCECD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29250" y="3386138"/>
                        <a:ext cx="1879600" cy="328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8091" name="Object 8">
            <a:extLst>
              <a:ext uri="{FF2B5EF4-FFF2-40B4-BE49-F238E27FC236}">
                <a16:creationId xmlns:a16="http://schemas.microsoft.com/office/drawing/2014/main" id="{2405121B-ADD7-47D3-8DC8-5896BCAAA971}"/>
              </a:ext>
            </a:extLst>
          </p:cNvPr>
          <p:cNvGraphicFramePr>
            <a:graphicFrameLocks/>
          </p:cNvGraphicFramePr>
          <p:nvPr/>
        </p:nvGraphicFramePr>
        <p:xfrm>
          <a:off x="2079625" y="4343400"/>
          <a:ext cx="1628775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96" name="公式" r:id="rId15" imgW="1600353" imgH="752543" progId="Equation.3">
                  <p:embed/>
                </p:oleObj>
              </mc:Choice>
              <mc:Fallback>
                <p:oleObj name="公式" r:id="rId15" imgW="1600353" imgH="752543" progId="Equation.3">
                  <p:embed/>
                  <p:pic>
                    <p:nvPicPr>
                      <p:cNvPr id="558091" name="Object 8">
                        <a:extLst>
                          <a:ext uri="{FF2B5EF4-FFF2-40B4-BE49-F238E27FC236}">
                            <a16:creationId xmlns:a16="http://schemas.microsoft.com/office/drawing/2014/main" id="{2405121B-ADD7-47D3-8DC8-5896BCAAA971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9625" y="4343400"/>
                        <a:ext cx="1628775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8092" name="Object 9">
            <a:extLst>
              <a:ext uri="{FF2B5EF4-FFF2-40B4-BE49-F238E27FC236}">
                <a16:creationId xmlns:a16="http://schemas.microsoft.com/office/drawing/2014/main" id="{DB9A24A4-3186-493C-90FF-5950BFF208D3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4283968" y="4343400"/>
          <a:ext cx="1314450" cy="727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97" name="公式" r:id="rId17" imgW="1285971" imgH="685800" progId="Equation.3">
                  <p:embed/>
                </p:oleObj>
              </mc:Choice>
              <mc:Fallback>
                <p:oleObj name="公式" r:id="rId17" imgW="1285971" imgH="685800" progId="Equation.3">
                  <p:embed/>
                  <p:pic>
                    <p:nvPicPr>
                      <p:cNvPr id="558092" name="Object 9">
                        <a:extLst>
                          <a:ext uri="{FF2B5EF4-FFF2-40B4-BE49-F238E27FC236}">
                            <a16:creationId xmlns:a16="http://schemas.microsoft.com/office/drawing/2014/main" id="{DB9A24A4-3186-493C-90FF-5950BFF208D3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3968" y="4343400"/>
                        <a:ext cx="1314450" cy="727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8093" name="Object 10">
            <a:extLst>
              <a:ext uri="{FF2B5EF4-FFF2-40B4-BE49-F238E27FC236}">
                <a16:creationId xmlns:a16="http://schemas.microsoft.com/office/drawing/2014/main" id="{59372FAE-598F-428B-8259-E1DFA517000D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1086793" y="5424488"/>
          <a:ext cx="1735137" cy="725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98" name="公式" r:id="rId19" imgW="1685982" imgH="685800" progId="Equation.3">
                  <p:embed/>
                </p:oleObj>
              </mc:Choice>
              <mc:Fallback>
                <p:oleObj name="公式" r:id="rId19" imgW="1685982" imgH="685800" progId="Equation.3">
                  <p:embed/>
                  <p:pic>
                    <p:nvPicPr>
                      <p:cNvPr id="558093" name="Object 10">
                        <a:extLst>
                          <a:ext uri="{FF2B5EF4-FFF2-40B4-BE49-F238E27FC236}">
                            <a16:creationId xmlns:a16="http://schemas.microsoft.com/office/drawing/2014/main" id="{59372FAE-598F-428B-8259-E1DFA517000D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6793" y="5424488"/>
                        <a:ext cx="1735137" cy="725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8094" name="Object 11">
            <a:extLst>
              <a:ext uri="{FF2B5EF4-FFF2-40B4-BE49-F238E27FC236}">
                <a16:creationId xmlns:a16="http://schemas.microsoft.com/office/drawing/2014/main" id="{020BBD25-AD9F-44CA-9248-2EDD6EF28A32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3185468" y="5643563"/>
          <a:ext cx="2106612" cy="328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99" name="公式" r:id="rId21" imgW="2067033" imgH="295139" progId="Equation.3">
                  <p:embed/>
                </p:oleObj>
              </mc:Choice>
              <mc:Fallback>
                <p:oleObj name="公式" r:id="rId21" imgW="2067033" imgH="295139" progId="Equation.3">
                  <p:embed/>
                  <p:pic>
                    <p:nvPicPr>
                      <p:cNvPr id="558094" name="Object 11">
                        <a:extLst>
                          <a:ext uri="{FF2B5EF4-FFF2-40B4-BE49-F238E27FC236}">
                            <a16:creationId xmlns:a16="http://schemas.microsoft.com/office/drawing/2014/main" id="{020BBD25-AD9F-44CA-9248-2EDD6EF28A32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85468" y="5643563"/>
                        <a:ext cx="2106612" cy="328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43" name="灯片编号占位符 1">
            <a:extLst>
              <a:ext uri="{FF2B5EF4-FFF2-40B4-BE49-F238E27FC236}">
                <a16:creationId xmlns:a16="http://schemas.microsoft.com/office/drawing/2014/main" id="{D6CC3DB8-597A-45E8-806F-F0C647DCDE8D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E3C2C2C8-9A92-415F-B6E7-9F23913934E8}" type="slidenum">
              <a:rPr lang="en-US" altLang="zh-CN" b="0">
                <a:solidFill>
                  <a:srgbClr val="FF00FF"/>
                </a:solidFill>
              </a:rPr>
              <a:pPr eaLnBrk="1" hangingPunct="1"/>
              <a:t>12</a:t>
            </a:fld>
            <a:r>
              <a:rPr lang="en-US" altLang="zh-CN" b="0">
                <a:solidFill>
                  <a:srgbClr val="FF00FF"/>
                </a:solidFill>
              </a:rPr>
              <a:t>/23</a:t>
            </a:r>
          </a:p>
        </p:txBody>
      </p:sp>
      <p:sp>
        <p:nvSpPr>
          <p:cNvPr id="16" name="Line 12">
            <a:extLst>
              <a:ext uri="{FF2B5EF4-FFF2-40B4-BE49-F238E27FC236}">
                <a16:creationId xmlns:a16="http://schemas.microsoft.com/office/drawing/2014/main" id="{648D7174-7C76-4885-9B64-D1783EE419FA}"/>
              </a:ext>
            </a:extLst>
          </p:cNvPr>
          <p:cNvSpPr>
            <a:spLocks noChangeShapeType="1"/>
          </p:cNvSpPr>
          <p:nvPr/>
        </p:nvSpPr>
        <p:spPr bwMode="auto">
          <a:xfrm>
            <a:off x="8012113" y="4429125"/>
            <a:ext cx="0" cy="1879600"/>
          </a:xfrm>
          <a:prstGeom prst="line">
            <a:avLst/>
          </a:prstGeom>
          <a:noFill/>
          <a:ln w="28575">
            <a:solidFill>
              <a:srgbClr val="66FF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" name="Line 13">
            <a:extLst>
              <a:ext uri="{FF2B5EF4-FFF2-40B4-BE49-F238E27FC236}">
                <a16:creationId xmlns:a16="http://schemas.microsoft.com/office/drawing/2014/main" id="{2B4A2BEB-C5C8-462C-B802-41121D1AFD0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012113" y="4511675"/>
            <a:ext cx="117475" cy="244475"/>
          </a:xfrm>
          <a:prstGeom prst="line">
            <a:avLst/>
          </a:prstGeom>
          <a:noFill/>
          <a:ln w="28575">
            <a:solidFill>
              <a:srgbClr val="66FF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" name="Line 14">
            <a:extLst>
              <a:ext uri="{FF2B5EF4-FFF2-40B4-BE49-F238E27FC236}">
                <a16:creationId xmlns:a16="http://schemas.microsoft.com/office/drawing/2014/main" id="{925E05BA-4C77-4F9B-B40F-271A71C5836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012113" y="4756150"/>
            <a:ext cx="117475" cy="246063"/>
          </a:xfrm>
          <a:prstGeom prst="line">
            <a:avLst/>
          </a:prstGeom>
          <a:noFill/>
          <a:ln w="28575">
            <a:solidFill>
              <a:srgbClr val="66FF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" name="Line 15">
            <a:extLst>
              <a:ext uri="{FF2B5EF4-FFF2-40B4-BE49-F238E27FC236}">
                <a16:creationId xmlns:a16="http://schemas.microsoft.com/office/drawing/2014/main" id="{2E0E2C7D-11B0-4992-95AC-6552DFA6797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012113" y="5002213"/>
            <a:ext cx="117475" cy="244475"/>
          </a:xfrm>
          <a:prstGeom prst="line">
            <a:avLst/>
          </a:prstGeom>
          <a:noFill/>
          <a:ln w="28575">
            <a:solidFill>
              <a:srgbClr val="66FF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" name="Line 16">
            <a:extLst>
              <a:ext uri="{FF2B5EF4-FFF2-40B4-BE49-F238E27FC236}">
                <a16:creationId xmlns:a16="http://schemas.microsoft.com/office/drawing/2014/main" id="{AFA88B21-58CD-4F7D-B47A-0213335BA71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012113" y="5246688"/>
            <a:ext cx="117475" cy="244475"/>
          </a:xfrm>
          <a:prstGeom prst="line">
            <a:avLst/>
          </a:prstGeom>
          <a:noFill/>
          <a:ln w="28575">
            <a:solidFill>
              <a:srgbClr val="66FF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" name="Line 17">
            <a:extLst>
              <a:ext uri="{FF2B5EF4-FFF2-40B4-BE49-F238E27FC236}">
                <a16:creationId xmlns:a16="http://schemas.microsoft.com/office/drawing/2014/main" id="{E94E69F3-2DA6-4913-B28A-E8246E26AC5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012113" y="5491163"/>
            <a:ext cx="117475" cy="246062"/>
          </a:xfrm>
          <a:prstGeom prst="line">
            <a:avLst/>
          </a:prstGeom>
          <a:noFill/>
          <a:ln w="28575">
            <a:solidFill>
              <a:srgbClr val="66FF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" name="Line 18">
            <a:extLst>
              <a:ext uri="{FF2B5EF4-FFF2-40B4-BE49-F238E27FC236}">
                <a16:creationId xmlns:a16="http://schemas.microsoft.com/office/drawing/2014/main" id="{CEAD67E4-951F-4CC6-854F-DD5D60EBD68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012113" y="5981700"/>
            <a:ext cx="117475" cy="244475"/>
          </a:xfrm>
          <a:prstGeom prst="line">
            <a:avLst/>
          </a:prstGeom>
          <a:noFill/>
          <a:ln w="28575">
            <a:solidFill>
              <a:srgbClr val="66FF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" name="Line 19">
            <a:extLst>
              <a:ext uri="{FF2B5EF4-FFF2-40B4-BE49-F238E27FC236}">
                <a16:creationId xmlns:a16="http://schemas.microsoft.com/office/drawing/2014/main" id="{E16548E6-20C9-4698-8C44-7356235592A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012113" y="4184650"/>
            <a:ext cx="117475" cy="244475"/>
          </a:xfrm>
          <a:prstGeom prst="line">
            <a:avLst/>
          </a:prstGeom>
          <a:noFill/>
          <a:ln w="28575">
            <a:solidFill>
              <a:srgbClr val="66FF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" name="Line 20">
            <a:extLst>
              <a:ext uri="{FF2B5EF4-FFF2-40B4-BE49-F238E27FC236}">
                <a16:creationId xmlns:a16="http://schemas.microsoft.com/office/drawing/2014/main" id="{965793EE-A151-4D89-8204-35D1FDA9BEE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012113" y="5737225"/>
            <a:ext cx="117475" cy="244475"/>
          </a:xfrm>
          <a:prstGeom prst="line">
            <a:avLst/>
          </a:prstGeom>
          <a:noFill/>
          <a:ln w="28575">
            <a:solidFill>
              <a:srgbClr val="66FF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" name="Line 21">
            <a:extLst>
              <a:ext uri="{FF2B5EF4-FFF2-40B4-BE49-F238E27FC236}">
                <a16:creationId xmlns:a16="http://schemas.microsoft.com/office/drawing/2014/main" id="{3D49DB2B-3409-45E9-96BE-5AD38C3BAA29}"/>
              </a:ext>
            </a:extLst>
          </p:cNvPr>
          <p:cNvSpPr>
            <a:spLocks noChangeShapeType="1"/>
          </p:cNvSpPr>
          <p:nvPr/>
        </p:nvSpPr>
        <p:spPr bwMode="auto">
          <a:xfrm>
            <a:off x="5651500" y="5287963"/>
            <a:ext cx="2765425" cy="0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" name="Rectangle 28">
            <a:extLst>
              <a:ext uri="{FF2B5EF4-FFF2-40B4-BE49-F238E27FC236}">
                <a16:creationId xmlns:a16="http://schemas.microsoft.com/office/drawing/2014/main" id="{88CB430F-3470-41B2-98FF-9616A4F734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86675" y="5287963"/>
            <a:ext cx="387350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0" lang="en-US" altLang="zh-CN" i="1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27" name="Rectangle 29">
            <a:extLst>
              <a:ext uri="{FF2B5EF4-FFF2-40B4-BE49-F238E27FC236}">
                <a16:creationId xmlns:a16="http://schemas.microsoft.com/office/drawing/2014/main" id="{CB2A675A-92E0-4015-B719-F96AAFDB2D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16650" y="4859338"/>
            <a:ext cx="404813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0" lang="en-US" altLang="zh-CN" i="1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28" name="Line 30">
            <a:extLst>
              <a:ext uri="{FF2B5EF4-FFF2-40B4-BE49-F238E27FC236}">
                <a16:creationId xmlns:a16="http://schemas.microsoft.com/office/drawing/2014/main" id="{46D36642-1B30-424D-9935-3E4252FB7503}"/>
              </a:ext>
            </a:extLst>
          </p:cNvPr>
          <p:cNvSpPr>
            <a:spLocks noChangeShapeType="1"/>
          </p:cNvSpPr>
          <p:nvPr/>
        </p:nvSpPr>
        <p:spPr bwMode="auto">
          <a:xfrm>
            <a:off x="6376988" y="5349875"/>
            <a:ext cx="0" cy="482600"/>
          </a:xfrm>
          <a:prstGeom prst="line">
            <a:avLst/>
          </a:prstGeom>
          <a:noFill/>
          <a:ln w="28575">
            <a:solidFill>
              <a:srgbClr val="66FF33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9" name="Object 5">
            <a:extLst>
              <a:ext uri="{FF2B5EF4-FFF2-40B4-BE49-F238E27FC236}">
                <a16:creationId xmlns:a16="http://schemas.microsoft.com/office/drawing/2014/main" id="{C3411FE7-51D3-45A1-805E-B2E44F52ACF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46875" y="4175125"/>
          <a:ext cx="301625" cy="45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00" name="Equation" r:id="rId23" imgW="85629" imgH="123689" progId="Equation.3">
                  <p:embed/>
                </p:oleObj>
              </mc:Choice>
              <mc:Fallback>
                <p:oleObj name="Equation" r:id="rId23" imgW="85629" imgH="123689" progId="Equation.3">
                  <p:embed/>
                  <p:pic>
                    <p:nvPicPr>
                      <p:cNvPr id="29" name="Object 5">
                        <a:extLst>
                          <a:ext uri="{FF2B5EF4-FFF2-40B4-BE49-F238E27FC236}">
                            <a16:creationId xmlns:a16="http://schemas.microsoft.com/office/drawing/2014/main" id="{C3411FE7-51D3-45A1-805E-B2E44F52ACF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46875" y="4175125"/>
                        <a:ext cx="301625" cy="458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Line 32">
            <a:extLst>
              <a:ext uri="{FF2B5EF4-FFF2-40B4-BE49-F238E27FC236}">
                <a16:creationId xmlns:a16="http://schemas.microsoft.com/office/drawing/2014/main" id="{D1A19F61-51CD-41AF-AE3D-50634F329B55}"/>
              </a:ext>
            </a:extLst>
          </p:cNvPr>
          <p:cNvSpPr>
            <a:spLocks noChangeShapeType="1"/>
          </p:cNvSpPr>
          <p:nvPr/>
        </p:nvSpPr>
        <p:spPr bwMode="auto">
          <a:xfrm>
            <a:off x="6342063" y="4419600"/>
            <a:ext cx="347662" cy="0"/>
          </a:xfrm>
          <a:prstGeom prst="line">
            <a:avLst/>
          </a:prstGeom>
          <a:noFill/>
          <a:ln w="28575">
            <a:solidFill>
              <a:srgbClr val="00FF0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" name="Text Box 33">
            <a:extLst>
              <a:ext uri="{FF2B5EF4-FFF2-40B4-BE49-F238E27FC236}">
                <a16:creationId xmlns:a16="http://schemas.microsoft.com/office/drawing/2014/main" id="{76C37FCC-73D5-441F-9446-6B28537EBC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72450" y="5226050"/>
            <a:ext cx="4603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0" lang="en-US" altLang="zh-CN" i="1">
                <a:solidFill>
                  <a:schemeClr val="bg1"/>
                </a:solidFill>
              </a:rPr>
              <a:t>x</a:t>
            </a:r>
          </a:p>
        </p:txBody>
      </p:sp>
      <p:pic>
        <p:nvPicPr>
          <p:cNvPr id="32" name="Picture 34" descr="图形7">
            <a:extLst>
              <a:ext uri="{FF2B5EF4-FFF2-40B4-BE49-F238E27FC236}">
                <a16:creationId xmlns:a16="http://schemas.microsoft.com/office/drawing/2014/main" id="{7B91C014-425A-4871-B1D7-C10DD817CF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8825" y="4719638"/>
            <a:ext cx="2182813" cy="1146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" name="Rectangle 35">
            <a:extLst>
              <a:ext uri="{FF2B5EF4-FFF2-40B4-BE49-F238E27FC236}">
                <a16:creationId xmlns:a16="http://schemas.microsoft.com/office/drawing/2014/main" id="{46EDAE62-305B-4F88-845B-34CD207706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62675" y="4556125"/>
            <a:ext cx="407988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0" lang="en-US" altLang="zh-CN" sz="6000">
                <a:solidFill>
                  <a:srgbClr val="66FF33"/>
                </a:solidFill>
                <a:sym typeface="Symbol" panose="05050102010706020507" pitchFamily="18" charset="2"/>
              </a:rPr>
              <a:t></a:t>
            </a:r>
          </a:p>
        </p:txBody>
      </p:sp>
      <p:sp>
        <p:nvSpPr>
          <p:cNvPr id="34" name="Rectangle 36">
            <a:extLst>
              <a:ext uri="{FF2B5EF4-FFF2-40B4-BE49-F238E27FC236}">
                <a16:creationId xmlns:a16="http://schemas.microsoft.com/office/drawing/2014/main" id="{37EC3488-CE7E-40ED-B1D1-80DB201E29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99388" y="4524375"/>
            <a:ext cx="407987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0" lang="en-US" altLang="zh-CN" sz="6000">
                <a:solidFill>
                  <a:srgbClr val="66FF33"/>
                </a:solidFill>
                <a:sym typeface="Symbol" panose="05050102010706020507" pitchFamily="18" charset="2"/>
              </a:rPr>
              <a:t></a:t>
            </a:r>
          </a:p>
        </p:txBody>
      </p:sp>
      <p:sp>
        <p:nvSpPr>
          <p:cNvPr id="35" name="Line 37">
            <a:extLst>
              <a:ext uri="{FF2B5EF4-FFF2-40B4-BE49-F238E27FC236}">
                <a16:creationId xmlns:a16="http://schemas.microsoft.com/office/drawing/2014/main" id="{6F90CFBC-C343-4C58-AEF0-CA9CA91657E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316913" y="4217988"/>
            <a:ext cx="0" cy="792162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" name="Text Box 38">
            <a:extLst>
              <a:ext uri="{FF2B5EF4-FFF2-40B4-BE49-F238E27FC236}">
                <a16:creationId xmlns:a16="http://schemas.microsoft.com/office/drawing/2014/main" id="{6739F365-F0CE-4055-9D58-FB54CACFE4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16913" y="4073525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sz="1800">
                <a:solidFill>
                  <a:schemeClr val="bg1"/>
                </a:solidFill>
              </a:rPr>
              <a:t>y</a:t>
            </a:r>
          </a:p>
        </p:txBody>
      </p:sp>
    </p:spTree>
    <p:extLst>
      <p:ext uri="{BB962C8B-B14F-4D97-AF65-F5344CB8AC3E}">
        <p14:creationId xmlns:p14="http://schemas.microsoft.com/office/powerpoint/2010/main" val="242307296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558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558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558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500"/>
                                        <p:tgtEl>
                                          <p:spTgt spid="558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558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558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558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558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0" dur="500"/>
                                        <p:tgtEl>
                                          <p:spTgt spid="558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558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558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 nodeType="clickPar">
                      <p:stCondLst>
                        <p:cond delay="indefinite"/>
                      </p:stCondLst>
                      <p:childTnLst>
                        <p:par>
                          <p:cTn id="1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558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558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8082" grpId="0" autoUpdateAnimBg="0"/>
      <p:bldP spid="558088" grpId="0" autoUpdateAnimBg="0"/>
      <p:bldP spid="558089" grpId="0" autoUpdateAnimBg="0"/>
      <p:bldP spid="26" grpId="0" autoUpdateAnimBg="0"/>
      <p:bldP spid="27" grpId="0" autoUpdateAnimBg="0"/>
      <p:bldP spid="31" grpId="0" autoUpdateAnimBg="0"/>
      <p:bldP spid="33" grpId="0" autoUpdateAnimBg="0"/>
      <p:bldP spid="34" grpId="0" autoUpdateAnimBg="0"/>
      <p:bldP spid="3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27" name="Picture 31">
            <a:extLst>
              <a:ext uri="{FF2B5EF4-FFF2-40B4-BE49-F238E27FC236}">
                <a16:creationId xmlns:a16="http://schemas.microsoft.com/office/drawing/2014/main" id="{3D300F9F-954C-4DEE-BADE-E8634A519016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7798" y="1484784"/>
            <a:ext cx="2592387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56034" name="Rectangle 2">
            <a:extLst>
              <a:ext uri="{FF2B5EF4-FFF2-40B4-BE49-F238E27FC236}">
                <a16:creationId xmlns:a16="http://schemas.microsoft.com/office/drawing/2014/main" id="{6566946F-18FD-4F44-8C92-B0963F0356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875" y="188640"/>
            <a:ext cx="3603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dirty="0">
                <a:solidFill>
                  <a:srgbClr val="FFFF00"/>
                </a:solidFill>
              </a:rPr>
              <a:t>三</a:t>
            </a:r>
            <a:r>
              <a:rPr kumimoji="0" lang="en-US" altLang="zh-CN" dirty="0">
                <a:solidFill>
                  <a:srgbClr val="FFFF00"/>
                </a:solidFill>
              </a:rPr>
              <a:t>. </a:t>
            </a:r>
            <a:r>
              <a:rPr kumimoji="0" lang="zh-CN" altLang="en-US" dirty="0">
                <a:solidFill>
                  <a:srgbClr val="FFFF00"/>
                </a:solidFill>
              </a:rPr>
              <a:t>绳上的驻波</a:t>
            </a:r>
          </a:p>
        </p:txBody>
      </p:sp>
      <p:sp>
        <p:nvSpPr>
          <p:cNvPr id="556035" name="Rectangle 3">
            <a:extLst>
              <a:ext uri="{FF2B5EF4-FFF2-40B4-BE49-F238E27FC236}">
                <a16:creationId xmlns:a16="http://schemas.microsoft.com/office/drawing/2014/main" id="{A969A89E-898F-4311-8F80-CAC39307F2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544" y="692696"/>
            <a:ext cx="8286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00FFFF"/>
              </a:buClr>
              <a:buSzPct val="90000"/>
              <a:buFont typeface="Wingdings" panose="05000000000000000000" pitchFamily="2" charset="2"/>
              <a:buNone/>
            </a:pPr>
            <a:r>
              <a:rPr kumimoji="0" lang="zh-CN" altLang="en-US" dirty="0">
                <a:solidFill>
                  <a:schemeClr val="bg1"/>
                </a:solidFill>
                <a:ea typeface="仿宋_GB2312" pitchFamily="49" charset="-122"/>
              </a:rPr>
              <a:t>长为 </a:t>
            </a:r>
            <a:r>
              <a:rPr kumimoji="0" lang="en-US" altLang="zh-CN" i="1" dirty="0">
                <a:solidFill>
                  <a:srgbClr val="FFCC00"/>
                </a:solidFill>
                <a:ea typeface="仿宋_GB2312" pitchFamily="49" charset="-122"/>
              </a:rPr>
              <a:t>l  </a:t>
            </a:r>
            <a:r>
              <a:rPr kumimoji="0" lang="zh-CN" altLang="en-US" dirty="0">
                <a:solidFill>
                  <a:schemeClr val="bg1"/>
                </a:solidFill>
                <a:ea typeface="仿宋_GB2312" pitchFamily="49" charset="-122"/>
                <a:cs typeface="Times New Roman" panose="02020603050405020304" pitchFamily="18" charset="0"/>
              </a:rPr>
              <a:t>绳子</a:t>
            </a:r>
            <a:r>
              <a:rPr kumimoji="0" lang="zh-CN" altLang="en-US" dirty="0">
                <a:solidFill>
                  <a:srgbClr val="FFFF00"/>
                </a:solidFill>
                <a:ea typeface="仿宋_GB2312" pitchFamily="49" charset="-122"/>
                <a:cs typeface="Times New Roman" panose="02020603050405020304" pitchFamily="18" charset="0"/>
              </a:rPr>
              <a:t>两端固定</a:t>
            </a:r>
            <a:r>
              <a:rPr kumimoji="0" lang="zh-CN" altLang="en-US" dirty="0">
                <a:solidFill>
                  <a:schemeClr val="bg1"/>
                </a:solidFill>
                <a:ea typeface="仿宋_GB2312" pitchFamily="49" charset="-122"/>
              </a:rPr>
              <a:t>，</a:t>
            </a:r>
            <a:r>
              <a:rPr kumimoji="0" lang="en-US" altLang="zh-CN" dirty="0">
                <a:solidFill>
                  <a:schemeClr val="bg1"/>
                </a:solidFill>
                <a:ea typeface="仿宋_GB2312" pitchFamily="49" charset="-122"/>
              </a:rPr>
              <a:t> </a:t>
            </a:r>
            <a:r>
              <a:rPr kumimoji="0" lang="zh-CN" altLang="en-US" dirty="0">
                <a:solidFill>
                  <a:schemeClr val="bg1"/>
                </a:solidFill>
                <a:ea typeface="仿宋_GB2312" pitchFamily="49" charset="-122"/>
              </a:rPr>
              <a:t>线密度为 </a:t>
            </a:r>
            <a:r>
              <a:rPr kumimoji="0" lang="el-GR" altLang="zh-CN" i="1" dirty="0">
                <a:solidFill>
                  <a:srgbClr val="FFCC00"/>
                </a:solidFill>
                <a:ea typeface="仿宋_GB2312" pitchFamily="49" charset="-122"/>
              </a:rPr>
              <a:t>μ</a:t>
            </a:r>
            <a:r>
              <a:rPr kumimoji="0" lang="zh-CN" altLang="el-GR" dirty="0">
                <a:solidFill>
                  <a:schemeClr val="bg1"/>
                </a:solidFill>
                <a:ea typeface="仿宋_GB2312" pitchFamily="49" charset="-122"/>
              </a:rPr>
              <a:t>，张力为</a:t>
            </a:r>
            <a:r>
              <a:rPr kumimoji="0" lang="en-US" altLang="zh-CN" dirty="0">
                <a:solidFill>
                  <a:schemeClr val="bg1"/>
                </a:solidFill>
                <a:ea typeface="仿宋_GB2312" pitchFamily="49" charset="-122"/>
              </a:rPr>
              <a:t> </a:t>
            </a:r>
            <a:r>
              <a:rPr kumimoji="0" lang="en-US" altLang="zh-CN" i="1" dirty="0">
                <a:solidFill>
                  <a:srgbClr val="FFCC00"/>
                </a:solidFill>
                <a:ea typeface="仿宋_GB2312" pitchFamily="49" charset="-122"/>
              </a:rPr>
              <a:t>T</a:t>
            </a:r>
            <a:r>
              <a:rPr kumimoji="0" lang="zh-CN" altLang="en-US" dirty="0">
                <a:solidFill>
                  <a:schemeClr val="bg1"/>
                </a:solidFill>
                <a:ea typeface="仿宋_GB2312" pitchFamily="49" charset="-122"/>
              </a:rPr>
              <a:t>，实验发现：</a:t>
            </a:r>
            <a:endParaRPr kumimoji="0" lang="el-GR" altLang="zh-CN" dirty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556036" name="Rectangle 4">
            <a:extLst>
              <a:ext uri="{FF2B5EF4-FFF2-40B4-BE49-F238E27FC236}">
                <a16:creationId xmlns:a16="http://schemas.microsoft.com/office/drawing/2014/main" id="{B9EB18DD-27E0-455C-89AA-18415D0442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544" y="1221334"/>
            <a:ext cx="61928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dirty="0">
                <a:solidFill>
                  <a:schemeClr val="bg1"/>
                </a:solidFill>
                <a:ea typeface="仿宋_GB2312" pitchFamily="49" charset="-122"/>
              </a:rPr>
              <a:t>两端固定的绳中，形成驻波的条件：</a:t>
            </a:r>
          </a:p>
        </p:txBody>
      </p:sp>
      <p:graphicFrame>
        <p:nvGraphicFramePr>
          <p:cNvPr id="556038" name="Object 2">
            <a:extLst>
              <a:ext uri="{FF2B5EF4-FFF2-40B4-BE49-F238E27FC236}">
                <a16:creationId xmlns:a16="http://schemas.microsoft.com/office/drawing/2014/main" id="{E524524F-E8D2-47AD-80F7-6AC328AF3552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6797923" y="2276872"/>
          <a:ext cx="714375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506" name="公式" r:id="rId4" imgW="409492" imgH="266666" progId="Equation.3">
                  <p:embed/>
                </p:oleObj>
              </mc:Choice>
              <mc:Fallback>
                <p:oleObj name="公式" r:id="rId4" imgW="409492" imgH="266666" progId="Equation.3">
                  <p:embed/>
                  <p:pic>
                    <p:nvPicPr>
                      <p:cNvPr id="556038" name="Object 2">
                        <a:extLst>
                          <a:ext uri="{FF2B5EF4-FFF2-40B4-BE49-F238E27FC236}">
                            <a16:creationId xmlns:a16="http://schemas.microsoft.com/office/drawing/2014/main" id="{E524524F-E8D2-47AD-80F7-6AC328AF355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97923" y="2276872"/>
                        <a:ext cx="714375" cy="488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6039" name="Object 3">
            <a:extLst>
              <a:ext uri="{FF2B5EF4-FFF2-40B4-BE49-F238E27FC236}">
                <a16:creationId xmlns:a16="http://schemas.microsoft.com/office/drawing/2014/main" id="{F630A5D6-0956-429C-8800-240D9954F47B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6797923" y="3358257"/>
          <a:ext cx="684212" cy="35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507" name="公式" r:id="rId6" imgW="304902" imgH="142977" progId="Equation.3">
                  <p:embed/>
                </p:oleObj>
              </mc:Choice>
              <mc:Fallback>
                <p:oleObj name="公式" r:id="rId6" imgW="304902" imgH="142977" progId="Equation.3">
                  <p:embed/>
                  <p:pic>
                    <p:nvPicPr>
                      <p:cNvPr id="556039" name="Object 3">
                        <a:extLst>
                          <a:ext uri="{FF2B5EF4-FFF2-40B4-BE49-F238E27FC236}">
                            <a16:creationId xmlns:a16="http://schemas.microsoft.com/office/drawing/2014/main" id="{F630A5D6-0956-429C-8800-240D9954F47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97923" y="3358257"/>
                        <a:ext cx="684212" cy="358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6040" name="Object 4">
            <a:extLst>
              <a:ext uri="{FF2B5EF4-FFF2-40B4-BE49-F238E27FC236}">
                <a16:creationId xmlns:a16="http://schemas.microsoft.com/office/drawing/2014/main" id="{C1C18E6C-6046-4CD3-AD41-33E8EECCF022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6732240" y="4354810"/>
          <a:ext cx="85725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508" name="公式" r:id="rId8" imgW="466680" imgH="266666" progId="Equation.3">
                  <p:embed/>
                </p:oleObj>
              </mc:Choice>
              <mc:Fallback>
                <p:oleObj name="公式" r:id="rId8" imgW="466680" imgH="266666" progId="Equation.3">
                  <p:embed/>
                  <p:pic>
                    <p:nvPicPr>
                      <p:cNvPr id="556040" name="Object 4">
                        <a:extLst>
                          <a:ext uri="{FF2B5EF4-FFF2-40B4-BE49-F238E27FC236}">
                            <a16:creationId xmlns:a16="http://schemas.microsoft.com/office/drawing/2014/main" id="{C1C18E6C-6046-4CD3-AD41-33E8EECCF02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2240" y="4354810"/>
                        <a:ext cx="857250" cy="514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6042" name="Object 5">
            <a:extLst>
              <a:ext uri="{FF2B5EF4-FFF2-40B4-BE49-F238E27FC236}">
                <a16:creationId xmlns:a16="http://schemas.microsoft.com/office/drawing/2014/main" id="{23B7AAAF-2A35-42C0-B3B3-39DF62A9B9F0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5440610" y="1700808"/>
          <a:ext cx="277813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509" name="公式" r:id="rId10" imgW="200006" imgH="228702" progId="Equation.3">
                  <p:embed/>
                </p:oleObj>
              </mc:Choice>
              <mc:Fallback>
                <p:oleObj name="公式" r:id="rId10" imgW="200006" imgH="228702" progId="Equation.3">
                  <p:embed/>
                  <p:pic>
                    <p:nvPicPr>
                      <p:cNvPr id="556042" name="Object 5">
                        <a:extLst>
                          <a:ext uri="{FF2B5EF4-FFF2-40B4-BE49-F238E27FC236}">
                            <a16:creationId xmlns:a16="http://schemas.microsoft.com/office/drawing/2014/main" id="{23B7AAAF-2A35-42C0-B3B3-39DF62A9B9F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40610" y="1700808"/>
                        <a:ext cx="277813" cy="26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6043" name="Object 6">
            <a:extLst>
              <a:ext uri="{FF2B5EF4-FFF2-40B4-BE49-F238E27FC236}">
                <a16:creationId xmlns:a16="http://schemas.microsoft.com/office/drawing/2014/main" id="{C25941C6-A4E4-48D0-B4C6-0A88E011D441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5456534" y="3990404"/>
          <a:ext cx="277813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510" name="公式" r:id="rId12" imgW="200006" imgH="228702" progId="Equation.3">
                  <p:embed/>
                </p:oleObj>
              </mc:Choice>
              <mc:Fallback>
                <p:oleObj name="公式" r:id="rId12" imgW="200006" imgH="228702" progId="Equation.3">
                  <p:embed/>
                  <p:pic>
                    <p:nvPicPr>
                      <p:cNvPr id="556043" name="Object 6">
                        <a:extLst>
                          <a:ext uri="{FF2B5EF4-FFF2-40B4-BE49-F238E27FC236}">
                            <a16:creationId xmlns:a16="http://schemas.microsoft.com/office/drawing/2014/main" id="{C25941C6-A4E4-48D0-B4C6-0A88E011D44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56534" y="3990404"/>
                        <a:ext cx="277813" cy="26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6044" name="Object 7">
            <a:extLst>
              <a:ext uri="{FF2B5EF4-FFF2-40B4-BE49-F238E27FC236}">
                <a16:creationId xmlns:a16="http://schemas.microsoft.com/office/drawing/2014/main" id="{09525DCA-AA48-45D0-AF07-39D0FA0B8D67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8470651" y="1700808"/>
          <a:ext cx="277812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511" name="公式" r:id="rId14" imgW="200006" imgH="228702" progId="Equation.3">
                  <p:embed/>
                </p:oleObj>
              </mc:Choice>
              <mc:Fallback>
                <p:oleObj name="公式" r:id="rId14" imgW="200006" imgH="228702" progId="Equation.3">
                  <p:embed/>
                  <p:pic>
                    <p:nvPicPr>
                      <p:cNvPr id="556044" name="Object 7">
                        <a:extLst>
                          <a:ext uri="{FF2B5EF4-FFF2-40B4-BE49-F238E27FC236}">
                            <a16:creationId xmlns:a16="http://schemas.microsoft.com/office/drawing/2014/main" id="{09525DCA-AA48-45D0-AF07-39D0FA0B8D6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70651" y="1700808"/>
                        <a:ext cx="277812" cy="26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6045" name="Object 8">
            <a:extLst>
              <a:ext uri="{FF2B5EF4-FFF2-40B4-BE49-F238E27FC236}">
                <a16:creationId xmlns:a16="http://schemas.microsoft.com/office/drawing/2014/main" id="{A0074A7E-5DEF-4417-9F84-65198A3C1DDC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8470651" y="3918396"/>
          <a:ext cx="277813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512" name="公式" r:id="rId16" imgW="200006" imgH="228702" progId="Equation.3">
                  <p:embed/>
                </p:oleObj>
              </mc:Choice>
              <mc:Fallback>
                <p:oleObj name="公式" r:id="rId16" imgW="200006" imgH="228702" progId="Equation.3">
                  <p:embed/>
                  <p:pic>
                    <p:nvPicPr>
                      <p:cNvPr id="556045" name="Object 8">
                        <a:extLst>
                          <a:ext uri="{FF2B5EF4-FFF2-40B4-BE49-F238E27FC236}">
                            <a16:creationId xmlns:a16="http://schemas.microsoft.com/office/drawing/2014/main" id="{A0074A7E-5DEF-4417-9F84-65198A3C1DD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70651" y="3918396"/>
                        <a:ext cx="277813" cy="26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6046" name="Object 9">
            <a:extLst>
              <a:ext uri="{FF2B5EF4-FFF2-40B4-BE49-F238E27FC236}">
                <a16:creationId xmlns:a16="http://schemas.microsoft.com/office/drawing/2014/main" id="{908EE9AF-513A-4A0E-8C5B-96445DB281DF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8470651" y="3014588"/>
          <a:ext cx="277813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513" name="公式" r:id="rId18" imgW="200006" imgH="228702" progId="Equation.3">
                  <p:embed/>
                </p:oleObj>
              </mc:Choice>
              <mc:Fallback>
                <p:oleObj name="公式" r:id="rId18" imgW="200006" imgH="228702" progId="Equation.3">
                  <p:embed/>
                  <p:pic>
                    <p:nvPicPr>
                      <p:cNvPr id="556046" name="Object 9">
                        <a:extLst>
                          <a:ext uri="{FF2B5EF4-FFF2-40B4-BE49-F238E27FC236}">
                            <a16:creationId xmlns:a16="http://schemas.microsoft.com/office/drawing/2014/main" id="{908EE9AF-513A-4A0E-8C5B-96445DB281D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70651" y="3014588"/>
                        <a:ext cx="277813" cy="26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6047" name="Object 10">
            <a:extLst>
              <a:ext uri="{FF2B5EF4-FFF2-40B4-BE49-F238E27FC236}">
                <a16:creationId xmlns:a16="http://schemas.microsoft.com/office/drawing/2014/main" id="{3E3FB5EA-20CF-45EE-B132-C78E8CDB81A2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5456534" y="3014588"/>
          <a:ext cx="277813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514" name="公式" r:id="rId20" imgW="200006" imgH="228702" progId="Equation.3">
                  <p:embed/>
                </p:oleObj>
              </mc:Choice>
              <mc:Fallback>
                <p:oleObj name="公式" r:id="rId20" imgW="200006" imgH="228702" progId="Equation.3">
                  <p:embed/>
                  <p:pic>
                    <p:nvPicPr>
                      <p:cNvPr id="556047" name="Object 10">
                        <a:extLst>
                          <a:ext uri="{FF2B5EF4-FFF2-40B4-BE49-F238E27FC236}">
                            <a16:creationId xmlns:a16="http://schemas.microsoft.com/office/drawing/2014/main" id="{3E3FB5EA-20CF-45EE-B132-C78E8CDB81A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56534" y="3014588"/>
                        <a:ext cx="277813" cy="26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56048" name="Picture 16" descr="图形1">
            <a:extLst>
              <a:ext uri="{FF2B5EF4-FFF2-40B4-BE49-F238E27FC236}">
                <a16:creationId xmlns:a16="http://schemas.microsoft.com/office/drawing/2014/main" id="{FB88DB29-25C5-4D5A-A46C-170684F675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 cstate="print">
            <a:clrChange>
              <a:clrFrom>
                <a:srgbClr val="135D9C"/>
              </a:clrFrom>
              <a:clrTo>
                <a:srgbClr val="135D9C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2" t="65196" r="2849" b="2206"/>
          <a:stretch>
            <a:fillRect/>
          </a:stretch>
        </p:blipFill>
        <p:spPr bwMode="auto">
          <a:xfrm>
            <a:off x="5816848" y="3717032"/>
            <a:ext cx="2628900" cy="633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56049" name="Picture 17" descr="图形1">
            <a:extLst>
              <a:ext uri="{FF2B5EF4-FFF2-40B4-BE49-F238E27FC236}">
                <a16:creationId xmlns:a16="http://schemas.microsoft.com/office/drawing/2014/main" id="{B414BEAE-BF35-46F2-9D97-72835BE144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clrChange>
              <a:clrFrom>
                <a:srgbClr val="135D9C"/>
              </a:clrFrom>
              <a:clrTo>
                <a:srgbClr val="135D9C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2" t="31863" r="2849" b="27370"/>
          <a:stretch>
            <a:fillRect/>
          </a:stretch>
        </p:blipFill>
        <p:spPr bwMode="auto">
          <a:xfrm>
            <a:off x="5816848" y="2780854"/>
            <a:ext cx="2628900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56050" name="Text Box 18">
            <a:extLst>
              <a:ext uri="{FF2B5EF4-FFF2-40B4-BE49-F238E27FC236}">
                <a16:creationId xmlns:a16="http://schemas.microsoft.com/office/drawing/2014/main" id="{507FB9A3-4BA6-4C4F-B15C-72C9921E80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0125" y="2855541"/>
            <a:ext cx="1371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rgbClr val="33CCFF"/>
              </a:buClr>
              <a:buFont typeface="Wingdings" panose="05000000000000000000" pitchFamily="2" charset="2"/>
              <a:buNone/>
            </a:pPr>
            <a:r>
              <a:rPr kumimoji="0" lang="zh-CN" altLang="en-US" dirty="0">
                <a:solidFill>
                  <a:schemeClr val="bg1"/>
                </a:solidFill>
              </a:rPr>
              <a:t>或</a:t>
            </a:r>
          </a:p>
        </p:txBody>
      </p:sp>
      <p:graphicFrame>
        <p:nvGraphicFramePr>
          <p:cNvPr id="556053" name="Object 13">
            <a:extLst>
              <a:ext uri="{FF2B5EF4-FFF2-40B4-BE49-F238E27FC236}">
                <a16:creationId xmlns:a16="http://schemas.microsoft.com/office/drawing/2014/main" id="{71237605-5CD8-47C7-A311-7546452660F8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571625" y="2780928"/>
          <a:ext cx="1082675" cy="717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515" name="公式" r:id="rId24" imgW="457200" imgH="352391" progId="Equation.3">
                  <p:embed/>
                </p:oleObj>
              </mc:Choice>
              <mc:Fallback>
                <p:oleObj name="公式" r:id="rId24" imgW="457200" imgH="352391" progId="Equation.3">
                  <p:embed/>
                  <p:pic>
                    <p:nvPicPr>
                      <p:cNvPr id="556053" name="Object 13">
                        <a:extLst>
                          <a:ext uri="{FF2B5EF4-FFF2-40B4-BE49-F238E27FC236}">
                            <a16:creationId xmlns:a16="http://schemas.microsoft.com/office/drawing/2014/main" id="{71237605-5CD8-47C7-A311-7546452660F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1625" y="2780928"/>
                        <a:ext cx="1082675" cy="717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6054" name="Object 14">
            <a:extLst>
              <a:ext uri="{FF2B5EF4-FFF2-40B4-BE49-F238E27FC236}">
                <a16:creationId xmlns:a16="http://schemas.microsoft.com/office/drawing/2014/main" id="{5E2A80EF-C1F9-4AC3-8DFF-F1A94940147B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3030538" y="2922216"/>
          <a:ext cx="1398587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516" name="公式" r:id="rId26" imgW="657206" imgH="161959" progId="Equation.3">
                  <p:embed/>
                </p:oleObj>
              </mc:Choice>
              <mc:Fallback>
                <p:oleObj name="公式" r:id="rId26" imgW="657206" imgH="161959" progId="Equation.3">
                  <p:embed/>
                  <p:pic>
                    <p:nvPicPr>
                      <p:cNvPr id="556054" name="Object 14">
                        <a:extLst>
                          <a:ext uri="{FF2B5EF4-FFF2-40B4-BE49-F238E27FC236}">
                            <a16:creationId xmlns:a16="http://schemas.microsoft.com/office/drawing/2014/main" id="{5E2A80EF-C1F9-4AC3-8DFF-F1A94940147B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30538" y="2922216"/>
                        <a:ext cx="1398587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6055" name="Object 15">
            <a:extLst>
              <a:ext uri="{FF2B5EF4-FFF2-40B4-BE49-F238E27FC236}">
                <a16:creationId xmlns:a16="http://schemas.microsoft.com/office/drawing/2014/main" id="{13E74FCF-CD1B-4C0C-832A-85F7138972BC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498203" y="5989711"/>
          <a:ext cx="1508125" cy="528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517" name="公式" r:id="rId28" imgW="723875" imgH="228702" progId="Equation.3">
                  <p:embed/>
                </p:oleObj>
              </mc:Choice>
              <mc:Fallback>
                <p:oleObj name="公式" r:id="rId28" imgW="723875" imgH="228702" progId="Equation.3">
                  <p:embed/>
                  <p:pic>
                    <p:nvPicPr>
                      <p:cNvPr id="556055" name="Object 15">
                        <a:extLst>
                          <a:ext uri="{FF2B5EF4-FFF2-40B4-BE49-F238E27FC236}">
                            <a16:creationId xmlns:a16="http://schemas.microsoft.com/office/drawing/2014/main" id="{13E74FCF-CD1B-4C0C-832A-85F7138972B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8203" y="5989711"/>
                        <a:ext cx="1508125" cy="528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6056" name="Text Box 24">
            <a:extLst>
              <a:ext uri="{FF2B5EF4-FFF2-40B4-BE49-F238E27FC236}">
                <a16:creationId xmlns:a16="http://schemas.microsoft.com/office/drawing/2014/main" id="{B145D8E7-E847-4888-A4C7-425B13CFC8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5616" y="6038923"/>
            <a:ext cx="1412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rgbClr val="33CCFF"/>
              </a:buClr>
              <a:buFont typeface="Wingdings" panose="05000000000000000000" pitchFamily="2" charset="2"/>
              <a:buNone/>
            </a:pPr>
            <a:r>
              <a:rPr kumimoji="0" lang="zh-CN" altLang="en-US" dirty="0">
                <a:solidFill>
                  <a:schemeClr val="bg1"/>
                </a:solidFill>
              </a:rPr>
              <a:t>由</a:t>
            </a:r>
          </a:p>
        </p:txBody>
      </p:sp>
      <p:sp>
        <p:nvSpPr>
          <p:cNvPr id="556057" name="Text Box 25">
            <a:extLst>
              <a:ext uri="{FF2B5EF4-FFF2-40B4-BE49-F238E27FC236}">
                <a16:creationId xmlns:a16="http://schemas.microsoft.com/office/drawing/2014/main" id="{060C0F58-B971-496C-A036-99AE4B1D1A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30128" y="6042098"/>
            <a:ext cx="1371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rgbClr val="33CCFF"/>
              </a:buClr>
              <a:buFont typeface="Wingdings" panose="05000000000000000000" pitchFamily="2" charset="2"/>
              <a:buNone/>
            </a:pPr>
            <a:r>
              <a:rPr kumimoji="0" lang="zh-CN" altLang="en-US">
                <a:solidFill>
                  <a:schemeClr val="bg1"/>
                </a:solidFill>
              </a:rPr>
              <a:t>有</a:t>
            </a:r>
          </a:p>
        </p:txBody>
      </p:sp>
      <p:graphicFrame>
        <p:nvGraphicFramePr>
          <p:cNvPr id="556059" name="Object 17">
            <a:extLst>
              <a:ext uri="{FF2B5EF4-FFF2-40B4-BE49-F238E27FC236}">
                <a16:creationId xmlns:a16="http://schemas.microsoft.com/office/drawing/2014/main" id="{A8BE954A-CD86-4E95-AA3A-63534D1DCF7B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3705225" y="3898701"/>
          <a:ext cx="1223963" cy="388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518" name="公式" r:id="rId30" imgW="657206" imgH="161959" progId="Equation.3">
                  <p:embed/>
                </p:oleObj>
              </mc:Choice>
              <mc:Fallback>
                <p:oleObj name="公式" r:id="rId30" imgW="657206" imgH="161959" progId="Equation.3">
                  <p:embed/>
                  <p:pic>
                    <p:nvPicPr>
                      <p:cNvPr id="556059" name="Object 17">
                        <a:extLst>
                          <a:ext uri="{FF2B5EF4-FFF2-40B4-BE49-F238E27FC236}">
                            <a16:creationId xmlns:a16="http://schemas.microsoft.com/office/drawing/2014/main" id="{A8BE954A-CD86-4E95-AA3A-63534D1DCF7B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5225" y="3898701"/>
                        <a:ext cx="1223963" cy="388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175" name="Object 31">
                <a:extLst>
                  <a:ext uri="{FF2B5EF4-FFF2-40B4-BE49-F238E27FC236}">
                    <a16:creationId xmlns:a16="http://schemas.microsoft.com/office/drawing/2014/main" id="{E3A3E8F0-7E2F-4902-AC84-3313CDB684EB}"/>
                  </a:ext>
                </a:extLst>
              </p:cNvPr>
              <p:cNvSpPr txBox="1"/>
              <p:nvPr/>
            </p:nvSpPr>
            <p:spPr bwMode="auto">
              <a:xfrm>
                <a:off x="1043608" y="1844824"/>
                <a:ext cx="1500188" cy="857250"/>
              </a:xfrm>
              <a:prstGeom prst="rect">
                <a:avLst/>
              </a:prstGeom>
              <a:gradFill rotWithShape="0">
                <a:gsLst>
                  <a:gs pos="0">
                    <a:schemeClr val="accent1"/>
                  </a:gs>
                  <a:gs pos="50000">
                    <a:srgbClr val="FFFFFF"/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solidFill>
                  <a:srgbClr val="009900"/>
                </a:solidFill>
                <a:miter lim="800000"/>
                <a:headEnd/>
                <a:tailEnd/>
              </a:ln>
              <a:effectLst/>
              <a:ex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175" name="Object 31">
                <a:extLst>
                  <a:ext uri="{FF2B5EF4-FFF2-40B4-BE49-F238E27FC236}">
                    <a16:creationId xmlns:a16="http://schemas.microsoft.com/office/drawing/2014/main" id="{E3A3E8F0-7E2F-4902-AC84-3313CDB684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43608" y="1844824"/>
                <a:ext cx="1500188" cy="857250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  <a:ln w="9525">
                <a:solidFill>
                  <a:srgbClr val="009900"/>
                </a:solidFill>
                <a:miter lim="800000"/>
                <a:headEnd/>
                <a:tailEnd/>
              </a:ln>
              <a:effectLst/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" name="Object 32">
            <a:extLst>
              <a:ext uri="{FF2B5EF4-FFF2-40B4-BE49-F238E27FC236}">
                <a16:creationId xmlns:a16="http://schemas.microsoft.com/office/drawing/2014/main" id="{11A9A7F2-B11D-4844-8EE5-78D940AAB40F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2900983" y="2051199"/>
          <a:ext cx="1428750" cy="436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519" name="公式" r:id="rId33" imgW="657206" imgH="161959" progId="Equation.3">
                  <p:embed/>
                </p:oleObj>
              </mc:Choice>
              <mc:Fallback>
                <p:oleObj name="公式" r:id="rId33" imgW="657206" imgH="161959" progId="Equation.3">
                  <p:embed/>
                  <p:pic>
                    <p:nvPicPr>
                      <p:cNvPr id="2" name="Object 32">
                        <a:extLst>
                          <a:ext uri="{FF2B5EF4-FFF2-40B4-BE49-F238E27FC236}">
                            <a16:creationId xmlns:a16="http://schemas.microsoft.com/office/drawing/2014/main" id="{11A9A7F2-B11D-4844-8EE5-78D940AAB40F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0983" y="2051199"/>
                        <a:ext cx="1428750" cy="436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177" name="Object 33">
                <a:extLst>
                  <a:ext uri="{FF2B5EF4-FFF2-40B4-BE49-F238E27FC236}">
                    <a16:creationId xmlns:a16="http://schemas.microsoft.com/office/drawing/2014/main" id="{B34D3977-9859-43F0-AA43-591765120C29}"/>
                  </a:ext>
                </a:extLst>
              </p:cNvPr>
              <p:cNvSpPr txBox="1"/>
              <p:nvPr/>
            </p:nvSpPr>
            <p:spPr bwMode="auto">
              <a:xfrm>
                <a:off x="923925" y="3645024"/>
                <a:ext cx="2505075" cy="884237"/>
              </a:xfrm>
              <a:prstGeom prst="rect">
                <a:avLst/>
              </a:prstGeom>
              <a:gradFill rotWithShape="0">
                <a:gsLst>
                  <a:gs pos="0">
                    <a:schemeClr val="accent1"/>
                  </a:gs>
                  <a:gs pos="50000">
                    <a:srgbClr val="FFFFFF"/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solidFill>
                  <a:srgbClr val="009900"/>
                </a:solidFill>
                <a:miter lim="800000"/>
                <a:headEnd/>
                <a:tailEnd/>
              </a:ln>
              <a:effectLst/>
              <a:ex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𝜈</m:t>
                          </m:r>
                        </m:e>
                        <m:sub>
                          <m:r>
                            <a:rPr lang="zh-CN" altLang="en-US" sz="2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sz="2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num>
                        <m:den>
                          <m:sSub>
                            <m:sSubPr>
                              <m:ctrlPr>
                                <a:rPr lang="zh-CN" altLang="en-US" sz="2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zh-CN" altLang="en-US" sz="2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den>
                      </m:f>
                      <m:r>
                        <a:rPr lang="zh-CN" altLang="en-US" sz="2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𝑛𝑢</m:t>
                          </m:r>
                        </m:num>
                        <m:den>
                          <m:r>
                            <a:rPr lang="zh-CN" altLang="en-US" sz="2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sz="2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den>
                      </m:f>
                    </m:oMath>
                  </m:oMathPara>
                </a14:m>
                <a:endParaRPr lang="zh-CN" altLang="en-US" sz="2500" i="1" dirty="0"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177" name="Object 33">
                <a:extLst>
                  <a:ext uri="{FF2B5EF4-FFF2-40B4-BE49-F238E27FC236}">
                    <a16:creationId xmlns:a16="http://schemas.microsoft.com/office/drawing/2014/main" id="{B34D3977-9859-43F0-AA43-591765120C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23925" y="3645024"/>
                <a:ext cx="2505075" cy="884237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  <a:ln w="9525">
                <a:solidFill>
                  <a:srgbClr val="009900"/>
                </a:solidFill>
                <a:miter lim="800000"/>
                <a:headEnd/>
                <a:tailEnd/>
              </a:ln>
              <a:effectLst/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Text Box 28">
            <a:extLst>
              <a:ext uri="{FF2B5EF4-FFF2-40B4-BE49-F238E27FC236}">
                <a16:creationId xmlns:a16="http://schemas.microsoft.com/office/drawing/2014/main" id="{7029F9F9-FC0A-4B63-BE19-08AD3375DD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560" y="4653136"/>
            <a:ext cx="56165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rgbClr val="33CCFF"/>
              </a:buClr>
              <a:buFont typeface="Wingdings" panose="05000000000000000000" pitchFamily="2" charset="2"/>
              <a:buNone/>
            </a:pPr>
            <a:r>
              <a:rPr kumimoji="0" lang="zh-CN" altLang="el-GR" i="1" dirty="0">
                <a:solidFill>
                  <a:srgbClr val="00FFFF"/>
                </a:solidFill>
                <a:latin typeface="仿宋_GB2312" pitchFamily="49" charset="-122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</a:t>
            </a:r>
            <a:r>
              <a:rPr kumimoji="0" lang="en-US" altLang="zh-CN" i="1" baseline="-25000" dirty="0">
                <a:solidFill>
                  <a:srgbClr val="00FFFF"/>
                </a:solidFill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kumimoji="0" lang="en-US" altLang="zh-CN" baseline="-25000" dirty="0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0" lang="zh-CN" altLang="en-US" b="0" dirty="0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称为</a:t>
            </a:r>
            <a:r>
              <a:rPr kumimoji="0" lang="zh-CN" altLang="en-US" dirty="0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本征频率</a:t>
            </a:r>
            <a:r>
              <a:rPr kumimoji="0" lang="en-US" altLang="zh-CN" dirty="0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kumimoji="0" lang="el-GR" altLang="zh-CN" i="1" dirty="0">
                <a:solidFill>
                  <a:srgbClr val="00FFFF"/>
                </a:solidFill>
                <a:latin typeface="仿宋_GB2312" pitchFamily="49" charset="-122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</a:t>
            </a:r>
            <a:r>
              <a:rPr kumimoji="0" lang="en-US" altLang="zh-CN" baseline="-25000" dirty="0">
                <a:solidFill>
                  <a:srgbClr val="00FFFF"/>
                </a:solidFill>
                <a:latin typeface="仿宋_GB2312" pitchFamily="49" charset="-122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kumimoji="0" lang="en-US" altLang="zh-CN" baseline="-25000" dirty="0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0" lang="zh-CN" altLang="en-US" dirty="0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称为基频；</a:t>
            </a:r>
            <a:endParaRPr kumimoji="0" lang="el-GR" altLang="zh-CN" baseline="-25000" dirty="0">
              <a:solidFill>
                <a:schemeClr val="bg1"/>
              </a:solidFill>
              <a:latin typeface="仿宋_GB2312" pitchFamily="49" charset="-122"/>
              <a:ea typeface="仿宋_GB2312" pitchFamily="49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36" name="Text Box 29">
            <a:extLst>
              <a:ext uri="{FF2B5EF4-FFF2-40B4-BE49-F238E27FC236}">
                <a16:creationId xmlns:a16="http://schemas.microsoft.com/office/drawing/2014/main" id="{4ECDAECA-D426-4CDC-A144-871DBB7E34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560" y="5196061"/>
            <a:ext cx="603212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rgbClr val="33CCFF"/>
              </a:buClr>
              <a:buFont typeface="Wingdings" panose="05000000000000000000" pitchFamily="2" charset="2"/>
              <a:buNone/>
            </a:pPr>
            <a:r>
              <a:rPr kumimoji="0" lang="zh-CN" altLang="el-GR" i="1">
                <a:solidFill>
                  <a:srgbClr val="00FFFF"/>
                </a:solidFill>
                <a:latin typeface="仿宋_GB2312" pitchFamily="49" charset="-122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</a:t>
            </a:r>
            <a:r>
              <a:rPr kumimoji="0" lang="en-US" altLang="zh-CN" baseline="-25000">
                <a:solidFill>
                  <a:srgbClr val="00FFFF"/>
                </a:solidFill>
                <a:latin typeface="仿宋_GB2312" pitchFamily="49" charset="-122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kumimoji="0" lang="zh-CN" altLang="el-GR" i="1">
                <a:solidFill>
                  <a:srgbClr val="00FFFF"/>
                </a:solidFill>
                <a:latin typeface="仿宋_GB2312" pitchFamily="49" charset="-122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，</a:t>
            </a:r>
            <a:r>
              <a:rPr kumimoji="0" lang="en-US" altLang="zh-CN" baseline="-25000">
                <a:solidFill>
                  <a:srgbClr val="00FFFF"/>
                </a:solidFill>
                <a:latin typeface="仿宋_GB2312" pitchFamily="49" charset="-122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3</a:t>
            </a:r>
            <a:r>
              <a:rPr kumimoji="0" lang="zh-CN" altLang="el-GR" i="1">
                <a:solidFill>
                  <a:srgbClr val="00FFFF"/>
                </a:solidFill>
                <a:latin typeface="仿宋_GB2312" pitchFamily="49" charset="-122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kumimoji="0" lang="en-US" altLang="zh-CN" i="1">
                <a:solidFill>
                  <a:schemeClr val="bg1"/>
                </a:solidFill>
                <a:latin typeface="宋体" panose="02010600030101010101" pitchFamily="2" charset="-122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…</a:t>
            </a:r>
            <a:r>
              <a:rPr kumimoji="0" lang="en-US" altLang="zh-CN" i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0" lang="zh-CN" altLang="en-US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分别称为二次，三次谐频等</a:t>
            </a:r>
            <a:endParaRPr kumimoji="0" lang="el-GR" altLang="zh-CN">
              <a:solidFill>
                <a:schemeClr val="bg1"/>
              </a:solidFill>
              <a:latin typeface="仿宋_GB2312" pitchFamily="49" charset="-122"/>
              <a:ea typeface="仿宋_GB2312" pitchFamily="49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5389" name="灯片编号占位符 1">
            <a:extLst>
              <a:ext uri="{FF2B5EF4-FFF2-40B4-BE49-F238E27FC236}">
                <a16:creationId xmlns:a16="http://schemas.microsoft.com/office/drawing/2014/main" id="{D8F38806-92F9-4089-AD91-40DD6B8AB839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4627F9B-B0EA-444D-BC42-DF5CC1442BF6}" type="slidenum">
              <a:rPr lang="en-US" altLang="zh-CN" b="0">
                <a:solidFill>
                  <a:srgbClr val="FF00FF"/>
                </a:solidFill>
              </a:rPr>
              <a:pPr eaLnBrk="1" hangingPunct="1"/>
              <a:t>13</a:t>
            </a:fld>
            <a:r>
              <a:rPr lang="en-US" altLang="zh-CN" b="0">
                <a:solidFill>
                  <a:srgbClr val="FF00FF"/>
                </a:solidFill>
              </a:rPr>
              <a:t>/23</a:t>
            </a:r>
          </a:p>
        </p:txBody>
      </p:sp>
      <p:graphicFrame>
        <p:nvGraphicFramePr>
          <p:cNvPr id="30" name="Object 33">
            <a:extLst>
              <a:ext uri="{FF2B5EF4-FFF2-40B4-BE49-F238E27FC236}">
                <a16:creationId xmlns:a16="http://schemas.microsoft.com/office/drawing/2014/main" id="{2705A65C-98FA-4DDD-ACFD-776667BEEE87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3707904" y="5805264"/>
          <a:ext cx="2505075" cy="884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520" name="公式" r:id="rId36" imgW="1143000" imgH="469900" progId="Equation.3">
                  <p:embed/>
                </p:oleObj>
              </mc:Choice>
              <mc:Fallback>
                <p:oleObj name="公式" r:id="rId36" imgW="1143000" imgH="469900" progId="Equation.3">
                  <p:embed/>
                  <p:pic>
                    <p:nvPicPr>
                      <p:cNvPr id="30" name="Object 33">
                        <a:extLst>
                          <a:ext uri="{FF2B5EF4-FFF2-40B4-BE49-F238E27FC236}">
                            <a16:creationId xmlns:a16="http://schemas.microsoft.com/office/drawing/2014/main" id="{2705A65C-98FA-4DDD-ACFD-776667BEEE8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7904" y="5805264"/>
                        <a:ext cx="2505075" cy="884237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chemeClr val="accent1"/>
                          </a:gs>
                          <a:gs pos="50000">
                            <a:srgbClr val="FFFFFF"/>
                          </a:gs>
                          <a:gs pos="100000">
                            <a:schemeClr val="accent1"/>
                          </a:gs>
                        </a:gsLst>
                        <a:lin ang="5400000" scaled="1"/>
                      </a:gradFill>
                      <a:ln w="9525">
                        <a:solidFill>
                          <a:srgbClr val="0099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7" name="组合 42">
            <a:extLst>
              <a:ext uri="{FF2B5EF4-FFF2-40B4-BE49-F238E27FC236}">
                <a16:creationId xmlns:a16="http://schemas.microsoft.com/office/drawing/2014/main" id="{B270EEFD-0C55-4556-AE2C-0C6415E7AE09}"/>
              </a:ext>
            </a:extLst>
          </p:cNvPr>
          <p:cNvGrpSpPr>
            <a:grpSpLocks/>
          </p:cNvGrpSpPr>
          <p:nvPr/>
        </p:nvGrpSpPr>
        <p:grpSpPr bwMode="auto">
          <a:xfrm>
            <a:off x="6804248" y="4869160"/>
            <a:ext cx="1592262" cy="1880213"/>
            <a:chOff x="7500958" y="4429132"/>
            <a:chExt cx="1428760" cy="1928826"/>
          </a:xfrm>
        </p:grpSpPr>
        <p:sp>
          <p:nvSpPr>
            <p:cNvPr id="38" name="Rectangle 16">
              <a:extLst>
                <a:ext uri="{FF2B5EF4-FFF2-40B4-BE49-F238E27FC236}">
                  <a16:creationId xmlns:a16="http://schemas.microsoft.com/office/drawing/2014/main" id="{00365DBE-83E7-4DF4-8B8F-F08CC916B8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00958" y="4429132"/>
              <a:ext cx="1428760" cy="192882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r" eaLnBrk="1" hangingPunct="1"/>
              <a:endParaRPr lang="zh-CN" altLang="en-US">
                <a:ea typeface="楷体" panose="02010609060101010101" pitchFamily="49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9" name="Object 17">
              <a:extLst>
                <a:ext uri="{FF2B5EF4-FFF2-40B4-BE49-F238E27FC236}">
                  <a16:creationId xmlns:a16="http://schemas.microsoft.com/office/drawing/2014/main" id="{C964AB1E-F879-4E1D-AA79-DB8ACEBC7599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7611192" y="4550224"/>
            <a:ext cx="1199847" cy="16859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5521" name="剪辑" r:id="rId38" imgW="987552" imgH="1387145" progId="MS_ClipArt_Gallery.2">
                    <p:embed/>
                  </p:oleObj>
                </mc:Choice>
                <mc:Fallback>
                  <p:oleObj name="剪辑" r:id="rId38" imgW="987552" imgH="1387145" progId="MS_ClipArt_Gallery.2">
                    <p:embed/>
                    <p:pic>
                      <p:nvPicPr>
                        <p:cNvPr id="39" name="Object 17">
                          <a:extLst>
                            <a:ext uri="{FF2B5EF4-FFF2-40B4-BE49-F238E27FC236}">
                              <a16:creationId xmlns:a16="http://schemas.microsoft.com/office/drawing/2014/main" id="{C964AB1E-F879-4E1D-AA79-DB8ACEBC759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611192" y="4550224"/>
                          <a:ext cx="1199847" cy="168595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56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56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56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8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556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556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556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4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556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556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6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556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556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556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6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556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556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556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6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6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500"/>
                            </p:stCondLst>
                            <p:childTnLst>
                              <p:par>
                                <p:cTn id="8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556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556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500"/>
                            </p:stCondLst>
                            <p:childTnLst>
                              <p:par>
                                <p:cTn id="10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556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1000"/>
                            </p:stCondLst>
                            <p:childTnLst>
                              <p:par>
                                <p:cTn id="10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556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6034" grpId="0" autoUpdateAnimBg="0"/>
      <p:bldP spid="556035" grpId="0" autoUpdateAnimBg="0"/>
      <p:bldP spid="556036" grpId="0" autoUpdateAnimBg="0"/>
      <p:bldP spid="556050" grpId="0" autoUpdateAnimBg="0"/>
      <p:bldP spid="556056" grpId="0" autoUpdateAnimBg="0"/>
      <p:bldP spid="556057" grpId="0" autoUpdateAnimBg="0"/>
      <p:bldP spid="6175" grpId="0" animBg="1"/>
      <p:bldP spid="6177" grpId="0" animBg="1"/>
      <p:bldP spid="35" grpId="0" autoUpdateAnimBg="0"/>
      <p:bldP spid="36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386" name="Object 3">
            <a:extLst>
              <a:ext uri="{FF2B5EF4-FFF2-40B4-BE49-F238E27FC236}">
                <a16:creationId xmlns:a16="http://schemas.microsoft.com/office/drawing/2014/main" id="{2F605A17-4007-4F1D-97D2-CC5C5E0E273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71625" y="5308600"/>
          <a:ext cx="1600200" cy="928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506" name="公式" r:id="rId4" imgW="520474" imgH="393529" progId="Equation.3">
                  <p:embed/>
                </p:oleObj>
              </mc:Choice>
              <mc:Fallback>
                <p:oleObj name="公式" r:id="rId4" imgW="520474" imgH="393529" progId="Equation.3">
                  <p:embed/>
                  <p:pic>
                    <p:nvPicPr>
                      <p:cNvPr id="16386" name="Object 3">
                        <a:extLst>
                          <a:ext uri="{FF2B5EF4-FFF2-40B4-BE49-F238E27FC236}">
                            <a16:creationId xmlns:a16="http://schemas.microsoft.com/office/drawing/2014/main" id="{2F605A17-4007-4F1D-97D2-CC5C5E0E273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1625" y="5308600"/>
                        <a:ext cx="1600200" cy="928688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chemeClr val="accent1"/>
                          </a:gs>
                          <a:gs pos="50000">
                            <a:srgbClr val="FFFFFF"/>
                          </a:gs>
                          <a:gs pos="100000">
                            <a:schemeClr val="accent1"/>
                          </a:gs>
                        </a:gsLst>
                        <a:lin ang="5400000" scaled="1"/>
                      </a:gradFill>
                      <a:ln w="9525">
                        <a:solidFill>
                          <a:srgbClr val="0099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87" name="Rectangle 2">
            <a:extLst>
              <a:ext uri="{FF2B5EF4-FFF2-40B4-BE49-F238E27FC236}">
                <a16:creationId xmlns:a16="http://schemas.microsoft.com/office/drawing/2014/main" id="{ECAB0744-B12E-4BE5-B89D-34D502963F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4688" y="400050"/>
            <a:ext cx="25003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0" lang="zh-CN" altLang="en-US">
                <a:solidFill>
                  <a:srgbClr val="FFFF00"/>
                </a:solidFill>
              </a:rPr>
              <a:t>绳上的驻波   </a:t>
            </a:r>
          </a:p>
        </p:txBody>
      </p:sp>
      <p:graphicFrame>
        <p:nvGraphicFramePr>
          <p:cNvPr id="16388" name="Object 17">
            <a:extLst>
              <a:ext uri="{FF2B5EF4-FFF2-40B4-BE49-F238E27FC236}">
                <a16:creationId xmlns:a16="http://schemas.microsoft.com/office/drawing/2014/main" id="{E09F8B32-3A60-4295-99BA-E5198153701D}"/>
              </a:ext>
            </a:extLst>
          </p:cNvPr>
          <p:cNvGraphicFramePr>
            <a:graphicFrameLocks/>
          </p:cNvGraphicFramePr>
          <p:nvPr/>
        </p:nvGraphicFramePr>
        <p:xfrm>
          <a:off x="6429375" y="5522913"/>
          <a:ext cx="1214438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507" name="公式" r:id="rId6" imgW="657206" imgH="161959" progId="Equation.3">
                  <p:embed/>
                </p:oleObj>
              </mc:Choice>
              <mc:Fallback>
                <p:oleObj name="公式" r:id="rId6" imgW="657206" imgH="161959" progId="Equation.3">
                  <p:embed/>
                  <p:pic>
                    <p:nvPicPr>
                      <p:cNvPr id="16388" name="Object 17">
                        <a:extLst>
                          <a:ext uri="{FF2B5EF4-FFF2-40B4-BE49-F238E27FC236}">
                            <a16:creationId xmlns:a16="http://schemas.microsoft.com/office/drawing/2014/main" id="{E09F8B32-3A60-4295-99BA-E5198153701D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29375" y="5522913"/>
                        <a:ext cx="1214438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9" name="Object 19">
            <a:extLst>
              <a:ext uri="{FF2B5EF4-FFF2-40B4-BE49-F238E27FC236}">
                <a16:creationId xmlns:a16="http://schemas.microsoft.com/office/drawing/2014/main" id="{3AD5E207-6B2B-405B-9994-DF06117372C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16375" y="5308600"/>
          <a:ext cx="1838325" cy="884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508" name="公式" r:id="rId8" imgW="749300" imgH="469900" progId="Equation.3">
                  <p:embed/>
                </p:oleObj>
              </mc:Choice>
              <mc:Fallback>
                <p:oleObj name="公式" r:id="rId8" imgW="749300" imgH="469900" progId="Equation.3">
                  <p:embed/>
                  <p:pic>
                    <p:nvPicPr>
                      <p:cNvPr id="16389" name="Object 19">
                        <a:extLst>
                          <a:ext uri="{FF2B5EF4-FFF2-40B4-BE49-F238E27FC236}">
                            <a16:creationId xmlns:a16="http://schemas.microsoft.com/office/drawing/2014/main" id="{3AD5E207-6B2B-405B-9994-DF06117372C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6375" y="5308600"/>
                        <a:ext cx="1838325" cy="884238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chemeClr val="accent1"/>
                          </a:gs>
                          <a:gs pos="50000">
                            <a:srgbClr val="FFFFFF"/>
                          </a:gs>
                          <a:gs pos="100000">
                            <a:schemeClr val="accent1"/>
                          </a:gs>
                        </a:gsLst>
                        <a:lin ang="5400000" scaled="1"/>
                      </a:gradFill>
                      <a:ln w="9525">
                        <a:solidFill>
                          <a:srgbClr val="0099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0" name="Text Box 11">
            <a:extLst>
              <a:ext uri="{FF2B5EF4-FFF2-40B4-BE49-F238E27FC236}">
                <a16:creationId xmlns:a16="http://schemas.microsoft.com/office/drawing/2014/main" id="{670C816C-04CB-48EB-AFFD-7A073CE5FB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2288" y="1052513"/>
            <a:ext cx="84423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>
                <a:solidFill>
                  <a:schemeClr val="bg1"/>
                </a:solidFill>
              </a:rPr>
              <a:t>每一种频率决定的各种振动方式称为弦线振动的</a:t>
            </a:r>
            <a:r>
              <a:rPr kumimoji="0" lang="zh-CN" altLang="en-US">
                <a:solidFill>
                  <a:srgbClr val="FFFF00"/>
                </a:solidFill>
              </a:rPr>
              <a:t>简正模式</a:t>
            </a:r>
            <a:endParaRPr kumimoji="0" lang="en-US" altLang="zh-CN">
              <a:solidFill>
                <a:srgbClr val="FFFF00"/>
              </a:solidFill>
            </a:endParaRPr>
          </a:p>
        </p:txBody>
      </p:sp>
      <p:sp>
        <p:nvSpPr>
          <p:cNvPr id="16391" name="灯片编号占位符 1">
            <a:extLst>
              <a:ext uri="{FF2B5EF4-FFF2-40B4-BE49-F238E27FC236}">
                <a16:creationId xmlns:a16="http://schemas.microsoft.com/office/drawing/2014/main" id="{9433EADF-6A03-4112-87BE-3A032B766A94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A552B369-6E30-4A2D-ABFF-9AEE35A679D1}" type="slidenum">
              <a:rPr lang="en-US" altLang="zh-CN" b="0">
                <a:solidFill>
                  <a:srgbClr val="FF00FF"/>
                </a:solidFill>
              </a:rPr>
              <a:pPr eaLnBrk="1" hangingPunct="1"/>
              <a:t>14</a:t>
            </a:fld>
            <a:r>
              <a:rPr lang="en-US" altLang="zh-CN" b="0">
                <a:solidFill>
                  <a:srgbClr val="FF00FF"/>
                </a:solidFill>
              </a:rPr>
              <a:t>/23</a:t>
            </a:r>
          </a:p>
        </p:txBody>
      </p:sp>
      <p:sp>
        <p:nvSpPr>
          <p:cNvPr id="16392" name="AutoShape 77">
            <a:hlinkClick r:id="rId10" action="ppaction://hlinkfile" highlightClick="1"/>
            <a:extLst>
              <a:ext uri="{FF2B5EF4-FFF2-40B4-BE49-F238E27FC236}">
                <a16:creationId xmlns:a16="http://schemas.microsoft.com/office/drawing/2014/main" id="{119A18CC-337E-4760-8ADE-836FE1F916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6438" y="500063"/>
            <a:ext cx="431800" cy="288925"/>
          </a:xfrm>
          <a:prstGeom prst="actionButtonForwardNext">
            <a:avLst/>
          </a:prstGeom>
          <a:solidFill>
            <a:srgbClr val="00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</p:spTree>
    <p:controls>
      <mc:AlternateContent xmlns:mc="http://schemas.openxmlformats.org/markup-compatibility/2006">
        <mc:Choice xmlns:v="urn:schemas-microsoft-com:vml" Requires="v">
          <p:control spid="106509" r:id="rId2" imgW="7163800" imgH="2971429"/>
        </mc:Choice>
        <mc:Fallback>
          <p:control r:id="rId2" imgW="7163800" imgH="2971429">
            <p:pic>
              <p:nvPicPr>
                <p:cNvPr id="16393" name="ShockwaveFlash1">
                  <a:extLst>
                    <a:ext uri="{FF2B5EF4-FFF2-40B4-BE49-F238E27FC236}">
                      <a16:creationId xmlns:a16="http://schemas.microsoft.com/office/drawing/2014/main" id="{109EEB1C-75D3-48D4-BE26-A7A9FA7CC6B8}"/>
                    </a:ext>
                  </a:extLst>
                </p:cNvPr>
                <p:cNvPicPr preferRelativeResize="0">
                  <a:picLocks noChangeArrowheads="1" noChangeShapeType="1"/>
                </p:cNvPicPr>
                <p:nvPr/>
              </p:nvPicPr>
              <p:blipFill>
                <a:blip r:embed="rId11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971550" y="1860550"/>
                  <a:ext cx="7162800" cy="29718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19050">
                      <a:noFill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control>
        </mc:Fallback>
      </mc:AlternateContent>
    </p:controls>
  </p:cSld>
  <p:clrMapOvr>
    <a:masterClrMapping/>
  </p:clrMapOvr>
  <p:transition>
    <p:wipe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10" name="Group 94">
            <a:extLst>
              <a:ext uri="{FF2B5EF4-FFF2-40B4-BE49-F238E27FC236}">
                <a16:creationId xmlns:a16="http://schemas.microsoft.com/office/drawing/2014/main" id="{AEFD8683-E0C7-4571-8194-CEED59C08919}"/>
              </a:ext>
            </a:extLst>
          </p:cNvPr>
          <p:cNvGrpSpPr>
            <a:grpSpLocks/>
          </p:cNvGrpSpPr>
          <p:nvPr/>
        </p:nvGrpSpPr>
        <p:grpSpPr bwMode="auto">
          <a:xfrm>
            <a:off x="5148014" y="548680"/>
            <a:ext cx="2957513" cy="1854200"/>
            <a:chOff x="612" y="432"/>
            <a:chExt cx="1863" cy="1168"/>
          </a:xfrm>
        </p:grpSpPr>
        <p:graphicFrame>
          <p:nvGraphicFramePr>
            <p:cNvPr id="17468" name="Object 9">
              <a:extLst>
                <a:ext uri="{FF2B5EF4-FFF2-40B4-BE49-F238E27FC236}">
                  <a16:creationId xmlns:a16="http://schemas.microsoft.com/office/drawing/2014/main" id="{C7ABD573-14DD-4C60-B613-E3548EA3B71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12" y="1056"/>
            <a:ext cx="1863" cy="5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7538" name="公式" r:id="rId3" imgW="2590902" imgH="790507" progId="Equation.3">
                    <p:embed/>
                  </p:oleObj>
                </mc:Choice>
                <mc:Fallback>
                  <p:oleObj name="公式" r:id="rId3" imgW="2590902" imgH="790507" progId="Equation.3">
                    <p:embed/>
                    <p:pic>
                      <p:nvPicPr>
                        <p:cNvPr id="17468" name="Object 9">
                          <a:extLst>
                            <a:ext uri="{FF2B5EF4-FFF2-40B4-BE49-F238E27FC236}">
                              <a16:creationId xmlns:a16="http://schemas.microsoft.com/office/drawing/2014/main" id="{C7ABD573-14DD-4C60-B613-E3548EA3B71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2" y="1056"/>
                          <a:ext cx="1863" cy="5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47162" name="Text Box 26">
              <a:extLst>
                <a:ext uri="{FF2B5EF4-FFF2-40B4-BE49-F238E27FC236}">
                  <a16:creationId xmlns:a16="http://schemas.microsoft.com/office/drawing/2014/main" id="{4FA16E18-F2A0-4AA6-B169-99D0FFFC70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432"/>
              <a:ext cx="1806" cy="523"/>
            </a:xfrm>
            <a:prstGeom prst="rect">
              <a:avLst/>
            </a:prstGeom>
            <a:gradFill rotWithShape="0">
              <a:gsLst>
                <a:gs pos="0">
                  <a:srgbClr val="FFFFFF"/>
                </a:gs>
                <a:gs pos="50000">
                  <a:schemeClr val="accent1"/>
                </a:gs>
                <a:gs pos="100000">
                  <a:srgbClr val="FFFFFF"/>
                </a:gs>
              </a:gsLst>
              <a:lin ang="5400000" scaled="1"/>
            </a:gradFill>
            <a:ln w="1270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kumimoji="0" lang="en-US" altLang="zh-CN" dirty="0">
                  <a:ea typeface="宋体" charset="-122"/>
                </a:rPr>
                <a:t>  </a:t>
              </a:r>
              <a:r>
                <a:rPr kumimoji="0" lang="zh-CN" altLang="en-US" dirty="0">
                  <a:ea typeface="宋体" charset="-122"/>
                </a:rPr>
                <a:t>两端</a:t>
              </a:r>
              <a:r>
                <a:rPr kumimoji="0" lang="zh-CN" altLang="en-US" dirty="0">
                  <a:solidFill>
                    <a:srgbClr val="CC0000"/>
                  </a:solidFill>
                  <a:ea typeface="宋体" charset="-122"/>
                </a:rPr>
                <a:t>固定</a:t>
              </a:r>
              <a:r>
                <a:rPr kumimoji="0" lang="zh-CN" altLang="en-US" dirty="0">
                  <a:ea typeface="宋体" charset="-122"/>
                </a:rPr>
                <a:t>的弦振动的简正模式</a:t>
              </a:r>
            </a:p>
          </p:txBody>
        </p:sp>
      </p:grpSp>
      <p:sp>
        <p:nvSpPr>
          <p:cNvPr id="347185" name="Rectangle 49">
            <a:extLst>
              <a:ext uri="{FF2B5EF4-FFF2-40B4-BE49-F238E27FC236}">
                <a16:creationId xmlns:a16="http://schemas.microsoft.com/office/drawing/2014/main" id="{B1114559-A564-4C5E-928C-0D9A6A28A2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552" y="548680"/>
            <a:ext cx="3733800" cy="830263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50000">
                <a:schemeClr val="accent1"/>
              </a:gs>
              <a:gs pos="100000">
                <a:srgbClr val="FFFFFF"/>
              </a:gs>
            </a:gsLst>
            <a:lin ang="5400000" scaled="1"/>
          </a:gradFill>
          <a:ln w="127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0" lang="en-US" altLang="zh-CN" dirty="0">
                <a:solidFill>
                  <a:srgbClr val="CC0000"/>
                </a:solidFill>
                <a:ea typeface="宋体" charset="-122"/>
              </a:rPr>
              <a:t>    </a:t>
            </a:r>
            <a:r>
              <a:rPr kumimoji="0" lang="zh-CN" altLang="en-US" dirty="0">
                <a:ea typeface="宋体" charset="-122"/>
              </a:rPr>
              <a:t>一端</a:t>
            </a:r>
            <a:r>
              <a:rPr kumimoji="0" lang="zh-CN" altLang="en-US" dirty="0">
                <a:solidFill>
                  <a:srgbClr val="CC0000"/>
                </a:solidFill>
                <a:ea typeface="宋体" charset="-122"/>
              </a:rPr>
              <a:t>固定</a:t>
            </a:r>
            <a:r>
              <a:rPr kumimoji="0" lang="zh-CN" altLang="en-US" dirty="0">
                <a:ea typeface="宋体" charset="-122"/>
              </a:rPr>
              <a:t>一端</a:t>
            </a:r>
            <a:r>
              <a:rPr kumimoji="0" lang="zh-CN" altLang="en-US" dirty="0">
                <a:solidFill>
                  <a:srgbClr val="CC0000"/>
                </a:solidFill>
                <a:ea typeface="宋体" charset="-122"/>
              </a:rPr>
              <a:t>自由</a:t>
            </a:r>
            <a:r>
              <a:rPr kumimoji="0" lang="zh-CN" altLang="en-US" dirty="0">
                <a:ea typeface="宋体" charset="-122"/>
              </a:rPr>
              <a:t>的弦振动的简正模式</a:t>
            </a:r>
          </a:p>
        </p:txBody>
      </p:sp>
      <p:graphicFrame>
        <p:nvGraphicFramePr>
          <p:cNvPr id="361472" name="Object 2">
            <a:extLst>
              <a:ext uri="{FF2B5EF4-FFF2-40B4-BE49-F238E27FC236}">
                <a16:creationId xmlns:a16="http://schemas.microsoft.com/office/drawing/2014/main" id="{51B624D8-45DA-4C7F-933B-DB7782A504F7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568127" y="1539280"/>
          <a:ext cx="3757612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539" name="Equation" r:id="rId5" imgW="3352698" imgH="790507" progId="Equation.3">
                  <p:embed/>
                </p:oleObj>
              </mc:Choice>
              <mc:Fallback>
                <p:oleObj name="Equation" r:id="rId5" imgW="3352698" imgH="790507" progId="Equation.3">
                  <p:embed/>
                  <p:pic>
                    <p:nvPicPr>
                      <p:cNvPr id="361472" name="Object 2">
                        <a:extLst>
                          <a:ext uri="{FF2B5EF4-FFF2-40B4-BE49-F238E27FC236}">
                            <a16:creationId xmlns:a16="http://schemas.microsoft.com/office/drawing/2014/main" id="{51B624D8-45DA-4C7F-933B-DB7782A504F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8127" y="1539280"/>
                        <a:ext cx="3757612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413" name="Group 91">
            <a:extLst>
              <a:ext uri="{FF2B5EF4-FFF2-40B4-BE49-F238E27FC236}">
                <a16:creationId xmlns:a16="http://schemas.microsoft.com/office/drawing/2014/main" id="{EA737996-E8FA-4F7F-ADEB-D2978D370A2A}"/>
              </a:ext>
            </a:extLst>
          </p:cNvPr>
          <p:cNvGrpSpPr>
            <a:grpSpLocks/>
          </p:cNvGrpSpPr>
          <p:nvPr/>
        </p:nvGrpSpPr>
        <p:grpSpPr bwMode="auto">
          <a:xfrm>
            <a:off x="4705102" y="2529880"/>
            <a:ext cx="4043362" cy="3733800"/>
            <a:chOff x="288" y="1680"/>
            <a:chExt cx="2640" cy="2352"/>
          </a:xfrm>
        </p:grpSpPr>
        <p:sp>
          <p:nvSpPr>
            <p:cNvPr id="17444" name="Rectangle 54">
              <a:extLst>
                <a:ext uri="{FF2B5EF4-FFF2-40B4-BE49-F238E27FC236}">
                  <a16:creationId xmlns:a16="http://schemas.microsoft.com/office/drawing/2014/main" id="{09C64B1E-F921-442E-85F7-9FA77B85E6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" y="1680"/>
              <a:ext cx="2640" cy="235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kumimoji="0"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7445" name="Rectangle 10" descr="深色下对角线">
              <a:extLst>
                <a:ext uri="{FF2B5EF4-FFF2-40B4-BE49-F238E27FC236}">
                  <a16:creationId xmlns:a16="http://schemas.microsoft.com/office/drawing/2014/main" id="{78DAAE09-7942-48B6-9DB2-112727C7C1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" y="1776"/>
              <a:ext cx="96" cy="624"/>
            </a:xfrm>
            <a:prstGeom prst="rect">
              <a:avLst/>
            </a:prstGeom>
            <a:blipFill dpi="0" rotWithShape="0">
              <a:blip r:embed="rId7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kumimoji="0"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7446" name="Rectangle 11" descr="深色下对角线">
              <a:extLst>
                <a:ext uri="{FF2B5EF4-FFF2-40B4-BE49-F238E27FC236}">
                  <a16:creationId xmlns:a16="http://schemas.microsoft.com/office/drawing/2014/main" id="{AF147A51-1D1D-4499-9E2F-A785022A2F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1776"/>
              <a:ext cx="96" cy="624"/>
            </a:xfrm>
            <a:prstGeom prst="rect">
              <a:avLst/>
            </a:prstGeom>
            <a:blipFill dpi="0" rotWithShape="0">
              <a:blip r:embed="rId7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kumimoji="0"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7447" name="Line 12">
              <a:extLst>
                <a:ext uri="{FF2B5EF4-FFF2-40B4-BE49-F238E27FC236}">
                  <a16:creationId xmlns:a16="http://schemas.microsoft.com/office/drawing/2014/main" id="{DC13AD29-2FB2-4FF5-87AB-34B69D5E13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8" y="2064"/>
              <a:ext cx="14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48" name="Rectangle 17" descr="深色下对角线">
              <a:extLst>
                <a:ext uri="{FF2B5EF4-FFF2-40B4-BE49-F238E27FC236}">
                  <a16:creationId xmlns:a16="http://schemas.microsoft.com/office/drawing/2014/main" id="{008C83F1-8CB7-4F7D-80CD-DB0D7B933F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" y="2544"/>
              <a:ext cx="96" cy="624"/>
            </a:xfrm>
            <a:prstGeom prst="rect">
              <a:avLst/>
            </a:prstGeom>
            <a:blipFill dpi="0" rotWithShape="0">
              <a:blip r:embed="rId7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kumimoji="0"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7449" name="Rectangle 18" descr="深色下对角线">
              <a:extLst>
                <a:ext uri="{FF2B5EF4-FFF2-40B4-BE49-F238E27FC236}">
                  <a16:creationId xmlns:a16="http://schemas.microsoft.com/office/drawing/2014/main" id="{CCA59111-1DA8-4A58-BD84-908545A141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2544"/>
              <a:ext cx="96" cy="624"/>
            </a:xfrm>
            <a:prstGeom prst="rect">
              <a:avLst/>
            </a:prstGeom>
            <a:blipFill dpi="0" rotWithShape="0">
              <a:blip r:embed="rId7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kumimoji="0"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7450" name="Rectangle 20" descr="深色下对角线">
              <a:extLst>
                <a:ext uri="{FF2B5EF4-FFF2-40B4-BE49-F238E27FC236}">
                  <a16:creationId xmlns:a16="http://schemas.microsoft.com/office/drawing/2014/main" id="{064BA443-F9A5-415A-94DF-752C17A741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" y="3312"/>
              <a:ext cx="96" cy="624"/>
            </a:xfrm>
            <a:prstGeom prst="rect">
              <a:avLst/>
            </a:prstGeom>
            <a:blipFill dpi="0" rotWithShape="0">
              <a:blip r:embed="rId7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kumimoji="0"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7451" name="Rectangle 21" descr="深色下对角线">
              <a:extLst>
                <a:ext uri="{FF2B5EF4-FFF2-40B4-BE49-F238E27FC236}">
                  <a16:creationId xmlns:a16="http://schemas.microsoft.com/office/drawing/2014/main" id="{A1EE8130-0335-49BB-8B41-924C8F353B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3312"/>
              <a:ext cx="96" cy="624"/>
            </a:xfrm>
            <a:prstGeom prst="rect">
              <a:avLst/>
            </a:prstGeom>
            <a:blipFill dpi="0" rotWithShape="0">
              <a:blip r:embed="rId7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kumimoji="0"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7452" name="Line 22">
              <a:extLst>
                <a:ext uri="{FF2B5EF4-FFF2-40B4-BE49-F238E27FC236}">
                  <a16:creationId xmlns:a16="http://schemas.microsoft.com/office/drawing/2014/main" id="{F22F3EA3-774A-4428-A341-1071530406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8" y="3600"/>
              <a:ext cx="14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7453" name="Object 6">
              <a:extLst>
                <a:ext uri="{FF2B5EF4-FFF2-40B4-BE49-F238E27FC236}">
                  <a16:creationId xmlns:a16="http://schemas.microsoft.com/office/drawing/2014/main" id="{166A3CD5-980D-4672-AD9C-4D524781316E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2160" y="1824"/>
            <a:ext cx="672" cy="5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7540" name="Equation" r:id="rId8" imgW="609600" imgH="609600" progId="Equation.3">
                    <p:embed/>
                  </p:oleObj>
                </mc:Choice>
                <mc:Fallback>
                  <p:oleObj name="Equation" r:id="rId8" imgW="609600" imgH="609600" progId="Equation.3">
                    <p:embed/>
                    <p:pic>
                      <p:nvPicPr>
                        <p:cNvPr id="17453" name="Object 6">
                          <a:extLst>
                            <a:ext uri="{FF2B5EF4-FFF2-40B4-BE49-F238E27FC236}">
                              <a16:creationId xmlns:a16="http://schemas.microsoft.com/office/drawing/2014/main" id="{166A3CD5-980D-4672-AD9C-4D524781316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60" y="1824"/>
                          <a:ext cx="672" cy="5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54" name="Object 7">
              <a:extLst>
                <a:ext uri="{FF2B5EF4-FFF2-40B4-BE49-F238E27FC236}">
                  <a16:creationId xmlns:a16="http://schemas.microsoft.com/office/drawing/2014/main" id="{A4F301F4-517C-4CBF-9BC7-6B3FC859266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160" y="2544"/>
            <a:ext cx="720" cy="5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7541" name="Equation" r:id="rId10" imgW="761669" imgH="609336" progId="Equation.3">
                    <p:embed/>
                  </p:oleObj>
                </mc:Choice>
                <mc:Fallback>
                  <p:oleObj name="Equation" r:id="rId10" imgW="761669" imgH="609336" progId="Equation.3">
                    <p:embed/>
                    <p:pic>
                      <p:nvPicPr>
                        <p:cNvPr id="17454" name="Object 7">
                          <a:extLst>
                            <a:ext uri="{FF2B5EF4-FFF2-40B4-BE49-F238E27FC236}">
                              <a16:creationId xmlns:a16="http://schemas.microsoft.com/office/drawing/2014/main" id="{A4F301F4-517C-4CBF-9BC7-6B3FC859266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60" y="2544"/>
                          <a:ext cx="720" cy="5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55" name="Object 8">
              <a:extLst>
                <a:ext uri="{FF2B5EF4-FFF2-40B4-BE49-F238E27FC236}">
                  <a16:creationId xmlns:a16="http://schemas.microsoft.com/office/drawing/2014/main" id="{32F2327F-9BE6-43CA-8DFF-10BB22BCB40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160" y="3312"/>
            <a:ext cx="724" cy="5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7542" name="Equation" r:id="rId12" imgW="736600" imgH="609600" progId="Equation.3">
                    <p:embed/>
                  </p:oleObj>
                </mc:Choice>
                <mc:Fallback>
                  <p:oleObj name="Equation" r:id="rId12" imgW="736600" imgH="609600" progId="Equation.3">
                    <p:embed/>
                    <p:pic>
                      <p:nvPicPr>
                        <p:cNvPr id="17455" name="Object 8">
                          <a:extLst>
                            <a:ext uri="{FF2B5EF4-FFF2-40B4-BE49-F238E27FC236}">
                              <a16:creationId xmlns:a16="http://schemas.microsoft.com/office/drawing/2014/main" id="{32F2327F-9BE6-43CA-8DFF-10BB22BCB40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60" y="3312"/>
                          <a:ext cx="724" cy="5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56" name="Freeform 63">
              <a:extLst>
                <a:ext uri="{FF2B5EF4-FFF2-40B4-BE49-F238E27FC236}">
                  <a16:creationId xmlns:a16="http://schemas.microsoft.com/office/drawing/2014/main" id="{F09B5BC9-5559-4373-913F-86EB2C5F7A1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" y="1832"/>
              <a:ext cx="1488" cy="232"/>
            </a:xfrm>
            <a:custGeom>
              <a:avLst/>
              <a:gdLst>
                <a:gd name="T0" fmla="*/ 0 w 864"/>
                <a:gd name="T1" fmla="*/ 0 h 477"/>
                <a:gd name="T2" fmla="*/ 2147483646 w 864"/>
                <a:gd name="T3" fmla="*/ 0 h 477"/>
                <a:gd name="T4" fmla="*/ 2147483646 w 864"/>
                <a:gd name="T5" fmla="*/ 0 h 477"/>
                <a:gd name="T6" fmla="*/ 2147483646 w 864"/>
                <a:gd name="T7" fmla="*/ 0 h 477"/>
                <a:gd name="T8" fmla="*/ 2147483646 w 864"/>
                <a:gd name="T9" fmla="*/ 0 h 47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64"/>
                <a:gd name="T16" fmla="*/ 0 h 477"/>
                <a:gd name="T17" fmla="*/ 864 w 864"/>
                <a:gd name="T18" fmla="*/ 477 h 47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64" h="477">
                  <a:moveTo>
                    <a:pt x="0" y="477"/>
                  </a:moveTo>
                  <a:cubicBezTo>
                    <a:pt x="31" y="424"/>
                    <a:pt x="112" y="236"/>
                    <a:pt x="184" y="157"/>
                  </a:cubicBezTo>
                  <a:cubicBezTo>
                    <a:pt x="256" y="78"/>
                    <a:pt x="349" y="0"/>
                    <a:pt x="432" y="0"/>
                  </a:cubicBezTo>
                  <a:cubicBezTo>
                    <a:pt x="515" y="0"/>
                    <a:pt x="608" y="78"/>
                    <a:pt x="680" y="157"/>
                  </a:cubicBezTo>
                  <a:cubicBezTo>
                    <a:pt x="752" y="236"/>
                    <a:pt x="826" y="410"/>
                    <a:pt x="864" y="477"/>
                  </a:cubicBezTo>
                </a:path>
              </a:pathLst>
            </a:cu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57" name="Freeform 64">
              <a:extLst>
                <a:ext uri="{FF2B5EF4-FFF2-40B4-BE49-F238E27FC236}">
                  <a16:creationId xmlns:a16="http://schemas.microsoft.com/office/drawing/2014/main" id="{06425288-EED9-47A0-AE26-93E1D85889E3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528" y="2064"/>
              <a:ext cx="1488" cy="240"/>
            </a:xfrm>
            <a:custGeom>
              <a:avLst/>
              <a:gdLst>
                <a:gd name="T0" fmla="*/ 0 w 864"/>
                <a:gd name="T1" fmla="*/ 1 h 477"/>
                <a:gd name="T2" fmla="*/ 2147483646 w 864"/>
                <a:gd name="T3" fmla="*/ 1 h 477"/>
                <a:gd name="T4" fmla="*/ 2147483646 w 864"/>
                <a:gd name="T5" fmla="*/ 0 h 477"/>
                <a:gd name="T6" fmla="*/ 2147483646 w 864"/>
                <a:gd name="T7" fmla="*/ 1 h 477"/>
                <a:gd name="T8" fmla="*/ 2147483646 w 864"/>
                <a:gd name="T9" fmla="*/ 1 h 47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64"/>
                <a:gd name="T16" fmla="*/ 0 h 477"/>
                <a:gd name="T17" fmla="*/ 864 w 864"/>
                <a:gd name="T18" fmla="*/ 477 h 47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64" h="477">
                  <a:moveTo>
                    <a:pt x="0" y="477"/>
                  </a:moveTo>
                  <a:cubicBezTo>
                    <a:pt x="31" y="424"/>
                    <a:pt x="112" y="236"/>
                    <a:pt x="184" y="157"/>
                  </a:cubicBezTo>
                  <a:cubicBezTo>
                    <a:pt x="256" y="78"/>
                    <a:pt x="349" y="0"/>
                    <a:pt x="432" y="0"/>
                  </a:cubicBezTo>
                  <a:cubicBezTo>
                    <a:pt x="515" y="0"/>
                    <a:pt x="608" y="78"/>
                    <a:pt x="680" y="157"/>
                  </a:cubicBezTo>
                  <a:cubicBezTo>
                    <a:pt x="752" y="236"/>
                    <a:pt x="826" y="410"/>
                    <a:pt x="864" y="477"/>
                  </a:cubicBezTo>
                </a:path>
              </a:pathLst>
            </a:custGeom>
            <a:noFill/>
            <a:ln w="19050">
              <a:solidFill>
                <a:srgbClr val="FF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7458" name="Group 78">
              <a:extLst>
                <a:ext uri="{FF2B5EF4-FFF2-40B4-BE49-F238E27FC236}">
                  <a16:creationId xmlns:a16="http://schemas.microsoft.com/office/drawing/2014/main" id="{5910AF35-57D8-42A2-B9E6-422B80390EE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8" y="2592"/>
              <a:ext cx="1488" cy="480"/>
              <a:chOff x="528" y="2592"/>
              <a:chExt cx="1488" cy="480"/>
            </a:xfrm>
          </p:grpSpPr>
          <p:sp>
            <p:nvSpPr>
              <p:cNvPr id="17465" name="Line 19">
                <a:extLst>
                  <a:ext uri="{FF2B5EF4-FFF2-40B4-BE49-F238E27FC236}">
                    <a16:creationId xmlns:a16="http://schemas.microsoft.com/office/drawing/2014/main" id="{234606E6-E994-4BF2-B34A-95DE76FECA7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8" y="2832"/>
                <a:ext cx="148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466" name="Freeform 65">
                <a:extLst>
                  <a:ext uri="{FF2B5EF4-FFF2-40B4-BE49-F238E27FC236}">
                    <a16:creationId xmlns:a16="http://schemas.microsoft.com/office/drawing/2014/main" id="{C79B404B-0E31-478E-9C0A-097FE6E133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" y="2592"/>
                <a:ext cx="1488" cy="480"/>
              </a:xfrm>
              <a:custGeom>
                <a:avLst/>
                <a:gdLst>
                  <a:gd name="T0" fmla="*/ 0 w 1735"/>
                  <a:gd name="T1" fmla="*/ 0 h 973"/>
                  <a:gd name="T2" fmla="*/ 3 w 1735"/>
                  <a:gd name="T3" fmla="*/ 0 h 973"/>
                  <a:gd name="T4" fmla="*/ 3 w 1735"/>
                  <a:gd name="T5" fmla="*/ 0 h 973"/>
                  <a:gd name="T6" fmla="*/ 3 w 1735"/>
                  <a:gd name="T7" fmla="*/ 0 h 973"/>
                  <a:gd name="T8" fmla="*/ 3 w 1735"/>
                  <a:gd name="T9" fmla="*/ 0 h 973"/>
                  <a:gd name="T10" fmla="*/ 3 w 1735"/>
                  <a:gd name="T11" fmla="*/ 0 h 973"/>
                  <a:gd name="T12" fmla="*/ 3 w 1735"/>
                  <a:gd name="T13" fmla="*/ 0 h 973"/>
                  <a:gd name="T14" fmla="*/ 3 w 1735"/>
                  <a:gd name="T15" fmla="*/ 0 h 973"/>
                  <a:gd name="T16" fmla="*/ 3 w 1735"/>
                  <a:gd name="T17" fmla="*/ 0 h 973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735"/>
                  <a:gd name="T28" fmla="*/ 0 h 973"/>
                  <a:gd name="T29" fmla="*/ 1735 w 1735"/>
                  <a:gd name="T30" fmla="*/ 973 h 973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735" h="973">
                    <a:moveTo>
                      <a:pt x="0" y="487"/>
                    </a:moveTo>
                    <a:cubicBezTo>
                      <a:pt x="30" y="436"/>
                      <a:pt x="104" y="262"/>
                      <a:pt x="178" y="182"/>
                    </a:cubicBezTo>
                    <a:cubicBezTo>
                      <a:pt x="252" y="102"/>
                      <a:pt x="356" y="0"/>
                      <a:pt x="444" y="4"/>
                    </a:cubicBezTo>
                    <a:cubicBezTo>
                      <a:pt x="532" y="8"/>
                      <a:pt x="635" y="122"/>
                      <a:pt x="706" y="203"/>
                    </a:cubicBezTo>
                    <a:cubicBezTo>
                      <a:pt x="777" y="284"/>
                      <a:pt x="816" y="396"/>
                      <a:pt x="871" y="491"/>
                    </a:cubicBezTo>
                    <a:cubicBezTo>
                      <a:pt x="926" y="586"/>
                      <a:pt x="962" y="692"/>
                      <a:pt x="1035" y="772"/>
                    </a:cubicBezTo>
                    <a:cubicBezTo>
                      <a:pt x="1108" y="852"/>
                      <a:pt x="1221" y="969"/>
                      <a:pt x="1310" y="971"/>
                    </a:cubicBezTo>
                    <a:cubicBezTo>
                      <a:pt x="1399" y="973"/>
                      <a:pt x="1499" y="867"/>
                      <a:pt x="1570" y="786"/>
                    </a:cubicBezTo>
                    <a:cubicBezTo>
                      <a:pt x="1641" y="705"/>
                      <a:pt x="1701" y="547"/>
                      <a:pt x="1735" y="484"/>
                    </a:cubicBezTo>
                  </a:path>
                </a:pathLst>
              </a:custGeom>
              <a:noFill/>
              <a:ln w="19050">
                <a:solidFill>
                  <a:srgbClr val="FF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467" name="Freeform 66">
                <a:extLst>
                  <a:ext uri="{FF2B5EF4-FFF2-40B4-BE49-F238E27FC236}">
                    <a16:creationId xmlns:a16="http://schemas.microsoft.com/office/drawing/2014/main" id="{7DD6206F-0BAC-4E34-BBAE-F55E9ACA293D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528" y="2592"/>
                <a:ext cx="1488" cy="480"/>
              </a:xfrm>
              <a:custGeom>
                <a:avLst/>
                <a:gdLst>
                  <a:gd name="T0" fmla="*/ 0 w 1735"/>
                  <a:gd name="T1" fmla="*/ 0 h 973"/>
                  <a:gd name="T2" fmla="*/ 3 w 1735"/>
                  <a:gd name="T3" fmla="*/ 0 h 973"/>
                  <a:gd name="T4" fmla="*/ 3 w 1735"/>
                  <a:gd name="T5" fmla="*/ 0 h 973"/>
                  <a:gd name="T6" fmla="*/ 3 w 1735"/>
                  <a:gd name="T7" fmla="*/ 0 h 973"/>
                  <a:gd name="T8" fmla="*/ 3 w 1735"/>
                  <a:gd name="T9" fmla="*/ 0 h 973"/>
                  <a:gd name="T10" fmla="*/ 3 w 1735"/>
                  <a:gd name="T11" fmla="*/ 0 h 973"/>
                  <a:gd name="T12" fmla="*/ 3 w 1735"/>
                  <a:gd name="T13" fmla="*/ 0 h 973"/>
                  <a:gd name="T14" fmla="*/ 3 w 1735"/>
                  <a:gd name="T15" fmla="*/ 0 h 973"/>
                  <a:gd name="T16" fmla="*/ 3 w 1735"/>
                  <a:gd name="T17" fmla="*/ 0 h 973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735"/>
                  <a:gd name="T28" fmla="*/ 0 h 973"/>
                  <a:gd name="T29" fmla="*/ 1735 w 1735"/>
                  <a:gd name="T30" fmla="*/ 973 h 973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735" h="973">
                    <a:moveTo>
                      <a:pt x="0" y="487"/>
                    </a:moveTo>
                    <a:cubicBezTo>
                      <a:pt x="30" y="436"/>
                      <a:pt x="104" y="262"/>
                      <a:pt x="178" y="182"/>
                    </a:cubicBezTo>
                    <a:cubicBezTo>
                      <a:pt x="252" y="102"/>
                      <a:pt x="356" y="0"/>
                      <a:pt x="444" y="4"/>
                    </a:cubicBezTo>
                    <a:cubicBezTo>
                      <a:pt x="532" y="8"/>
                      <a:pt x="635" y="122"/>
                      <a:pt x="706" y="203"/>
                    </a:cubicBezTo>
                    <a:cubicBezTo>
                      <a:pt x="777" y="284"/>
                      <a:pt x="816" y="396"/>
                      <a:pt x="871" y="491"/>
                    </a:cubicBezTo>
                    <a:cubicBezTo>
                      <a:pt x="926" y="586"/>
                      <a:pt x="962" y="692"/>
                      <a:pt x="1035" y="772"/>
                    </a:cubicBezTo>
                    <a:cubicBezTo>
                      <a:pt x="1108" y="852"/>
                      <a:pt x="1221" y="969"/>
                      <a:pt x="1310" y="971"/>
                    </a:cubicBezTo>
                    <a:cubicBezTo>
                      <a:pt x="1399" y="973"/>
                      <a:pt x="1499" y="867"/>
                      <a:pt x="1570" y="786"/>
                    </a:cubicBezTo>
                    <a:cubicBezTo>
                      <a:pt x="1641" y="705"/>
                      <a:pt x="1701" y="547"/>
                      <a:pt x="1735" y="484"/>
                    </a:cubicBezTo>
                  </a:path>
                </a:pathLst>
              </a:custGeom>
              <a:noFill/>
              <a:ln w="19050">
                <a:solidFill>
                  <a:srgbClr val="FF99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7459" name="Group 67">
              <a:extLst>
                <a:ext uri="{FF2B5EF4-FFF2-40B4-BE49-F238E27FC236}">
                  <a16:creationId xmlns:a16="http://schemas.microsoft.com/office/drawing/2014/main" id="{54DC04EB-5DA9-44F3-B799-4CADFBFEBEF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8" y="3312"/>
              <a:ext cx="1488" cy="576"/>
              <a:chOff x="0" y="2880"/>
              <a:chExt cx="2592" cy="960"/>
            </a:xfrm>
          </p:grpSpPr>
          <p:sp>
            <p:nvSpPr>
              <p:cNvPr id="17463" name="Freeform 68">
                <a:extLst>
                  <a:ext uri="{FF2B5EF4-FFF2-40B4-BE49-F238E27FC236}">
                    <a16:creationId xmlns:a16="http://schemas.microsoft.com/office/drawing/2014/main" id="{235FE31E-19A5-4094-83A1-72352F4078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28" y="2880"/>
                <a:ext cx="864" cy="477"/>
              </a:xfrm>
              <a:custGeom>
                <a:avLst/>
                <a:gdLst>
                  <a:gd name="T0" fmla="*/ 0 w 864"/>
                  <a:gd name="T1" fmla="*/ 477 h 477"/>
                  <a:gd name="T2" fmla="*/ 184 w 864"/>
                  <a:gd name="T3" fmla="*/ 157 h 477"/>
                  <a:gd name="T4" fmla="*/ 432 w 864"/>
                  <a:gd name="T5" fmla="*/ 0 h 477"/>
                  <a:gd name="T6" fmla="*/ 680 w 864"/>
                  <a:gd name="T7" fmla="*/ 157 h 477"/>
                  <a:gd name="T8" fmla="*/ 864 w 864"/>
                  <a:gd name="T9" fmla="*/ 477 h 47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64"/>
                  <a:gd name="T16" fmla="*/ 0 h 477"/>
                  <a:gd name="T17" fmla="*/ 864 w 864"/>
                  <a:gd name="T18" fmla="*/ 477 h 47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64" h="477">
                    <a:moveTo>
                      <a:pt x="0" y="477"/>
                    </a:moveTo>
                    <a:cubicBezTo>
                      <a:pt x="31" y="424"/>
                      <a:pt x="112" y="236"/>
                      <a:pt x="184" y="157"/>
                    </a:cubicBezTo>
                    <a:cubicBezTo>
                      <a:pt x="256" y="78"/>
                      <a:pt x="349" y="0"/>
                      <a:pt x="432" y="0"/>
                    </a:cubicBezTo>
                    <a:cubicBezTo>
                      <a:pt x="515" y="0"/>
                      <a:pt x="608" y="78"/>
                      <a:pt x="680" y="157"/>
                    </a:cubicBezTo>
                    <a:cubicBezTo>
                      <a:pt x="752" y="236"/>
                      <a:pt x="826" y="410"/>
                      <a:pt x="864" y="477"/>
                    </a:cubicBezTo>
                  </a:path>
                </a:pathLst>
              </a:custGeom>
              <a:noFill/>
              <a:ln w="19050">
                <a:solidFill>
                  <a:srgbClr val="CC00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464" name="Freeform 69">
                <a:extLst>
                  <a:ext uri="{FF2B5EF4-FFF2-40B4-BE49-F238E27FC236}">
                    <a16:creationId xmlns:a16="http://schemas.microsoft.com/office/drawing/2014/main" id="{D845061B-A518-4873-8873-8E14FCA558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0" y="2880"/>
                <a:ext cx="1728" cy="960"/>
              </a:xfrm>
              <a:custGeom>
                <a:avLst/>
                <a:gdLst>
                  <a:gd name="T0" fmla="*/ 0 w 1735"/>
                  <a:gd name="T1" fmla="*/ 277 h 973"/>
                  <a:gd name="T2" fmla="*/ 136 w 1735"/>
                  <a:gd name="T3" fmla="*/ 105 h 973"/>
                  <a:gd name="T4" fmla="*/ 365 w 1735"/>
                  <a:gd name="T5" fmla="*/ 4 h 973"/>
                  <a:gd name="T6" fmla="*/ 593 w 1735"/>
                  <a:gd name="T7" fmla="*/ 113 h 973"/>
                  <a:gd name="T8" fmla="*/ 744 w 1735"/>
                  <a:gd name="T9" fmla="*/ 280 h 973"/>
                  <a:gd name="T10" fmla="*/ 867 w 1735"/>
                  <a:gd name="T11" fmla="*/ 439 h 973"/>
                  <a:gd name="T12" fmla="*/ 1103 w 1735"/>
                  <a:gd name="T13" fmla="*/ 552 h 973"/>
                  <a:gd name="T14" fmla="*/ 1325 w 1735"/>
                  <a:gd name="T15" fmla="*/ 448 h 973"/>
                  <a:gd name="T16" fmla="*/ 1465 w 1735"/>
                  <a:gd name="T17" fmla="*/ 276 h 973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735"/>
                  <a:gd name="T28" fmla="*/ 0 h 973"/>
                  <a:gd name="T29" fmla="*/ 1735 w 1735"/>
                  <a:gd name="T30" fmla="*/ 973 h 973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735" h="973">
                    <a:moveTo>
                      <a:pt x="0" y="487"/>
                    </a:moveTo>
                    <a:cubicBezTo>
                      <a:pt x="30" y="436"/>
                      <a:pt x="104" y="262"/>
                      <a:pt x="178" y="182"/>
                    </a:cubicBezTo>
                    <a:cubicBezTo>
                      <a:pt x="252" y="102"/>
                      <a:pt x="356" y="0"/>
                      <a:pt x="444" y="4"/>
                    </a:cubicBezTo>
                    <a:cubicBezTo>
                      <a:pt x="532" y="8"/>
                      <a:pt x="635" y="122"/>
                      <a:pt x="706" y="203"/>
                    </a:cubicBezTo>
                    <a:cubicBezTo>
                      <a:pt x="777" y="284"/>
                      <a:pt x="816" y="396"/>
                      <a:pt x="871" y="491"/>
                    </a:cubicBezTo>
                    <a:cubicBezTo>
                      <a:pt x="926" y="586"/>
                      <a:pt x="962" y="692"/>
                      <a:pt x="1035" y="772"/>
                    </a:cubicBezTo>
                    <a:cubicBezTo>
                      <a:pt x="1108" y="852"/>
                      <a:pt x="1221" y="969"/>
                      <a:pt x="1310" y="971"/>
                    </a:cubicBezTo>
                    <a:cubicBezTo>
                      <a:pt x="1399" y="973"/>
                      <a:pt x="1499" y="867"/>
                      <a:pt x="1570" y="786"/>
                    </a:cubicBezTo>
                    <a:cubicBezTo>
                      <a:pt x="1641" y="705"/>
                      <a:pt x="1701" y="547"/>
                      <a:pt x="1735" y="484"/>
                    </a:cubicBezTo>
                  </a:path>
                </a:pathLst>
              </a:custGeom>
              <a:noFill/>
              <a:ln w="19050">
                <a:solidFill>
                  <a:srgbClr val="CC00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7460" name="Group 70">
              <a:extLst>
                <a:ext uri="{FF2B5EF4-FFF2-40B4-BE49-F238E27FC236}">
                  <a16:creationId xmlns:a16="http://schemas.microsoft.com/office/drawing/2014/main" id="{4D5700DA-DE5D-4C70-B72E-64EFAE64F641}"/>
                </a:ext>
              </a:extLst>
            </p:cNvPr>
            <p:cNvGrpSpPr>
              <a:grpSpLocks/>
            </p:cNvGrpSpPr>
            <p:nvPr/>
          </p:nvGrpSpPr>
          <p:grpSpPr bwMode="auto">
            <a:xfrm flipV="1">
              <a:off x="528" y="3312"/>
              <a:ext cx="1488" cy="576"/>
              <a:chOff x="0" y="2880"/>
              <a:chExt cx="2592" cy="960"/>
            </a:xfrm>
          </p:grpSpPr>
          <p:sp>
            <p:nvSpPr>
              <p:cNvPr id="17461" name="Freeform 71">
                <a:extLst>
                  <a:ext uri="{FF2B5EF4-FFF2-40B4-BE49-F238E27FC236}">
                    <a16:creationId xmlns:a16="http://schemas.microsoft.com/office/drawing/2014/main" id="{DE49C098-1D76-4AA4-8C45-AE47276224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28" y="2880"/>
                <a:ext cx="864" cy="477"/>
              </a:xfrm>
              <a:custGeom>
                <a:avLst/>
                <a:gdLst>
                  <a:gd name="T0" fmla="*/ 0 w 864"/>
                  <a:gd name="T1" fmla="*/ 477 h 477"/>
                  <a:gd name="T2" fmla="*/ 184 w 864"/>
                  <a:gd name="T3" fmla="*/ 157 h 477"/>
                  <a:gd name="T4" fmla="*/ 432 w 864"/>
                  <a:gd name="T5" fmla="*/ 0 h 477"/>
                  <a:gd name="T6" fmla="*/ 680 w 864"/>
                  <a:gd name="T7" fmla="*/ 157 h 477"/>
                  <a:gd name="T8" fmla="*/ 864 w 864"/>
                  <a:gd name="T9" fmla="*/ 477 h 47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64"/>
                  <a:gd name="T16" fmla="*/ 0 h 477"/>
                  <a:gd name="T17" fmla="*/ 864 w 864"/>
                  <a:gd name="T18" fmla="*/ 477 h 47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64" h="477">
                    <a:moveTo>
                      <a:pt x="0" y="477"/>
                    </a:moveTo>
                    <a:cubicBezTo>
                      <a:pt x="31" y="424"/>
                      <a:pt x="112" y="236"/>
                      <a:pt x="184" y="157"/>
                    </a:cubicBezTo>
                    <a:cubicBezTo>
                      <a:pt x="256" y="78"/>
                      <a:pt x="349" y="0"/>
                      <a:pt x="432" y="0"/>
                    </a:cubicBezTo>
                    <a:cubicBezTo>
                      <a:pt x="515" y="0"/>
                      <a:pt x="608" y="78"/>
                      <a:pt x="680" y="157"/>
                    </a:cubicBezTo>
                    <a:cubicBezTo>
                      <a:pt x="752" y="236"/>
                      <a:pt x="826" y="410"/>
                      <a:pt x="864" y="477"/>
                    </a:cubicBezTo>
                  </a:path>
                </a:pathLst>
              </a:custGeom>
              <a:noFill/>
              <a:ln w="19050">
                <a:solidFill>
                  <a:srgbClr val="CC00CC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462" name="Freeform 72">
                <a:extLst>
                  <a:ext uri="{FF2B5EF4-FFF2-40B4-BE49-F238E27FC236}">
                    <a16:creationId xmlns:a16="http://schemas.microsoft.com/office/drawing/2014/main" id="{6A1A098A-7BD8-40C9-8383-5EB8E49C45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0" y="2880"/>
                <a:ext cx="1728" cy="960"/>
              </a:xfrm>
              <a:custGeom>
                <a:avLst/>
                <a:gdLst>
                  <a:gd name="T0" fmla="*/ 0 w 1735"/>
                  <a:gd name="T1" fmla="*/ 277 h 973"/>
                  <a:gd name="T2" fmla="*/ 136 w 1735"/>
                  <a:gd name="T3" fmla="*/ 105 h 973"/>
                  <a:gd name="T4" fmla="*/ 365 w 1735"/>
                  <a:gd name="T5" fmla="*/ 4 h 973"/>
                  <a:gd name="T6" fmla="*/ 593 w 1735"/>
                  <a:gd name="T7" fmla="*/ 113 h 973"/>
                  <a:gd name="T8" fmla="*/ 744 w 1735"/>
                  <a:gd name="T9" fmla="*/ 280 h 973"/>
                  <a:gd name="T10" fmla="*/ 867 w 1735"/>
                  <a:gd name="T11" fmla="*/ 439 h 973"/>
                  <a:gd name="T12" fmla="*/ 1103 w 1735"/>
                  <a:gd name="T13" fmla="*/ 552 h 973"/>
                  <a:gd name="T14" fmla="*/ 1325 w 1735"/>
                  <a:gd name="T15" fmla="*/ 448 h 973"/>
                  <a:gd name="T16" fmla="*/ 1465 w 1735"/>
                  <a:gd name="T17" fmla="*/ 276 h 973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735"/>
                  <a:gd name="T28" fmla="*/ 0 h 973"/>
                  <a:gd name="T29" fmla="*/ 1735 w 1735"/>
                  <a:gd name="T30" fmla="*/ 973 h 973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735" h="973">
                    <a:moveTo>
                      <a:pt x="0" y="487"/>
                    </a:moveTo>
                    <a:cubicBezTo>
                      <a:pt x="30" y="436"/>
                      <a:pt x="104" y="262"/>
                      <a:pt x="178" y="182"/>
                    </a:cubicBezTo>
                    <a:cubicBezTo>
                      <a:pt x="252" y="102"/>
                      <a:pt x="356" y="0"/>
                      <a:pt x="444" y="4"/>
                    </a:cubicBezTo>
                    <a:cubicBezTo>
                      <a:pt x="532" y="8"/>
                      <a:pt x="635" y="122"/>
                      <a:pt x="706" y="203"/>
                    </a:cubicBezTo>
                    <a:cubicBezTo>
                      <a:pt x="777" y="284"/>
                      <a:pt x="816" y="396"/>
                      <a:pt x="871" y="491"/>
                    </a:cubicBezTo>
                    <a:cubicBezTo>
                      <a:pt x="926" y="586"/>
                      <a:pt x="962" y="692"/>
                      <a:pt x="1035" y="772"/>
                    </a:cubicBezTo>
                    <a:cubicBezTo>
                      <a:pt x="1108" y="852"/>
                      <a:pt x="1221" y="969"/>
                      <a:pt x="1310" y="971"/>
                    </a:cubicBezTo>
                    <a:cubicBezTo>
                      <a:pt x="1399" y="973"/>
                      <a:pt x="1499" y="867"/>
                      <a:pt x="1570" y="786"/>
                    </a:cubicBezTo>
                    <a:cubicBezTo>
                      <a:pt x="1641" y="705"/>
                      <a:pt x="1701" y="547"/>
                      <a:pt x="1735" y="484"/>
                    </a:cubicBezTo>
                  </a:path>
                </a:pathLst>
              </a:custGeom>
              <a:noFill/>
              <a:ln w="19050">
                <a:solidFill>
                  <a:srgbClr val="CC00CC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7" name="Group 92">
            <a:extLst>
              <a:ext uri="{FF2B5EF4-FFF2-40B4-BE49-F238E27FC236}">
                <a16:creationId xmlns:a16="http://schemas.microsoft.com/office/drawing/2014/main" id="{125FC51C-788E-43BD-A093-D6D00B8B5BBA}"/>
              </a:ext>
            </a:extLst>
          </p:cNvPr>
          <p:cNvGrpSpPr>
            <a:grpSpLocks/>
          </p:cNvGrpSpPr>
          <p:nvPr/>
        </p:nvGrpSpPr>
        <p:grpSpPr bwMode="auto">
          <a:xfrm>
            <a:off x="563364" y="2529880"/>
            <a:ext cx="3733800" cy="3733800"/>
            <a:chOff x="3120" y="1680"/>
            <a:chExt cx="2352" cy="2352"/>
          </a:xfrm>
        </p:grpSpPr>
        <p:sp>
          <p:nvSpPr>
            <p:cNvPr id="17416" name="Rectangle 56">
              <a:extLst>
                <a:ext uri="{FF2B5EF4-FFF2-40B4-BE49-F238E27FC236}">
                  <a16:creationId xmlns:a16="http://schemas.microsoft.com/office/drawing/2014/main" id="{EB17B4AA-EC6A-4651-B181-D18AF99633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0" y="1680"/>
              <a:ext cx="2352" cy="235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kumimoji="0"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7417" name="Rectangle 28" descr="深色下对角线">
              <a:extLst>
                <a:ext uri="{FF2B5EF4-FFF2-40B4-BE49-F238E27FC236}">
                  <a16:creationId xmlns:a16="http://schemas.microsoft.com/office/drawing/2014/main" id="{18771B7A-1D52-430E-83E9-96C3797DF3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4" y="1776"/>
              <a:ext cx="96" cy="624"/>
            </a:xfrm>
            <a:prstGeom prst="rect">
              <a:avLst/>
            </a:prstGeom>
            <a:blipFill dpi="0" rotWithShape="0">
              <a:blip r:embed="rId14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kumimoji="0"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7418" name="Rectangle 29" descr="深色下对角线">
              <a:extLst>
                <a:ext uri="{FF2B5EF4-FFF2-40B4-BE49-F238E27FC236}">
                  <a16:creationId xmlns:a16="http://schemas.microsoft.com/office/drawing/2014/main" id="{2C57D49F-D5E5-4A10-9740-E0DF310C71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4" y="2544"/>
              <a:ext cx="96" cy="624"/>
            </a:xfrm>
            <a:prstGeom prst="rect">
              <a:avLst/>
            </a:prstGeom>
            <a:blipFill dpi="0" rotWithShape="0">
              <a:blip r:embed="rId14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kumimoji="0"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7419" name="Rectangle 34" descr="深色下对角线">
              <a:extLst>
                <a:ext uri="{FF2B5EF4-FFF2-40B4-BE49-F238E27FC236}">
                  <a16:creationId xmlns:a16="http://schemas.microsoft.com/office/drawing/2014/main" id="{3DCF58CC-59F5-4976-8E8C-BB08E39DC1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4" y="3312"/>
              <a:ext cx="96" cy="624"/>
            </a:xfrm>
            <a:prstGeom prst="rect">
              <a:avLst/>
            </a:prstGeom>
            <a:blipFill dpi="0" rotWithShape="0">
              <a:blip r:embed="rId14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kumimoji="0"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7420" name="Line 35">
              <a:extLst>
                <a:ext uri="{FF2B5EF4-FFF2-40B4-BE49-F238E27FC236}">
                  <a16:creationId xmlns:a16="http://schemas.microsoft.com/office/drawing/2014/main" id="{4D209A85-06AF-49FB-B515-BC3757621B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0" y="2832"/>
              <a:ext cx="153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21" name="Line 36">
              <a:extLst>
                <a:ext uri="{FF2B5EF4-FFF2-40B4-BE49-F238E27FC236}">
                  <a16:creationId xmlns:a16="http://schemas.microsoft.com/office/drawing/2014/main" id="{B5B60CA3-DC89-4EEF-B38D-631A273BA4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0" y="3600"/>
              <a:ext cx="163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7422" name="Group 77">
              <a:extLst>
                <a:ext uri="{FF2B5EF4-FFF2-40B4-BE49-F238E27FC236}">
                  <a16:creationId xmlns:a16="http://schemas.microsoft.com/office/drawing/2014/main" id="{69A80F7F-9617-4553-8132-1E608A3237D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0" y="1824"/>
              <a:ext cx="2064" cy="472"/>
              <a:chOff x="3264" y="336"/>
              <a:chExt cx="2064" cy="472"/>
            </a:xfrm>
          </p:grpSpPr>
          <p:sp>
            <p:nvSpPr>
              <p:cNvPr id="17440" name="Line 32">
                <a:extLst>
                  <a:ext uri="{FF2B5EF4-FFF2-40B4-BE49-F238E27FC236}">
                    <a16:creationId xmlns:a16="http://schemas.microsoft.com/office/drawing/2014/main" id="{E00B789E-86AD-4518-95B6-6672AE793FD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64" y="576"/>
                <a:ext cx="201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17441" name="Group 75">
                <a:extLst>
                  <a:ext uri="{FF2B5EF4-FFF2-40B4-BE49-F238E27FC236}">
                    <a16:creationId xmlns:a16="http://schemas.microsoft.com/office/drawing/2014/main" id="{F6F5AC19-22DB-45CB-8FD9-83D0DD9F045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264" y="336"/>
                <a:ext cx="2064" cy="472"/>
                <a:chOff x="624" y="1928"/>
                <a:chExt cx="1488" cy="472"/>
              </a:xfrm>
            </p:grpSpPr>
            <p:sp>
              <p:nvSpPr>
                <p:cNvPr id="17442" name="Freeform 73">
                  <a:extLst>
                    <a:ext uri="{FF2B5EF4-FFF2-40B4-BE49-F238E27FC236}">
                      <a16:creationId xmlns:a16="http://schemas.microsoft.com/office/drawing/2014/main" id="{54479D01-43F8-483D-B66D-CAFA2CB9BEA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4" y="1928"/>
                  <a:ext cx="1488" cy="232"/>
                </a:xfrm>
                <a:custGeom>
                  <a:avLst/>
                  <a:gdLst>
                    <a:gd name="T0" fmla="*/ 0 w 864"/>
                    <a:gd name="T1" fmla="*/ 0 h 477"/>
                    <a:gd name="T2" fmla="*/ 2147483646 w 864"/>
                    <a:gd name="T3" fmla="*/ 0 h 477"/>
                    <a:gd name="T4" fmla="*/ 2147483646 w 864"/>
                    <a:gd name="T5" fmla="*/ 0 h 477"/>
                    <a:gd name="T6" fmla="*/ 2147483646 w 864"/>
                    <a:gd name="T7" fmla="*/ 0 h 477"/>
                    <a:gd name="T8" fmla="*/ 2147483646 w 864"/>
                    <a:gd name="T9" fmla="*/ 0 h 47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864"/>
                    <a:gd name="T16" fmla="*/ 0 h 477"/>
                    <a:gd name="T17" fmla="*/ 864 w 864"/>
                    <a:gd name="T18" fmla="*/ 477 h 47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864" h="477">
                      <a:moveTo>
                        <a:pt x="0" y="477"/>
                      </a:moveTo>
                      <a:cubicBezTo>
                        <a:pt x="31" y="424"/>
                        <a:pt x="112" y="236"/>
                        <a:pt x="184" y="157"/>
                      </a:cubicBezTo>
                      <a:cubicBezTo>
                        <a:pt x="256" y="78"/>
                        <a:pt x="349" y="0"/>
                        <a:pt x="432" y="0"/>
                      </a:cubicBezTo>
                      <a:cubicBezTo>
                        <a:pt x="515" y="0"/>
                        <a:pt x="608" y="78"/>
                        <a:pt x="680" y="157"/>
                      </a:cubicBezTo>
                      <a:cubicBezTo>
                        <a:pt x="752" y="236"/>
                        <a:pt x="826" y="410"/>
                        <a:pt x="864" y="477"/>
                      </a:cubicBezTo>
                    </a:path>
                  </a:pathLst>
                </a:cu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7443" name="Freeform 74">
                  <a:extLst>
                    <a:ext uri="{FF2B5EF4-FFF2-40B4-BE49-F238E27FC236}">
                      <a16:creationId xmlns:a16="http://schemas.microsoft.com/office/drawing/2014/main" id="{2CA76A16-9FBD-4B5C-BDBA-4F82856410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624" y="2160"/>
                  <a:ext cx="1488" cy="240"/>
                </a:xfrm>
                <a:custGeom>
                  <a:avLst/>
                  <a:gdLst>
                    <a:gd name="T0" fmla="*/ 0 w 864"/>
                    <a:gd name="T1" fmla="*/ 1 h 477"/>
                    <a:gd name="T2" fmla="*/ 2147483646 w 864"/>
                    <a:gd name="T3" fmla="*/ 1 h 477"/>
                    <a:gd name="T4" fmla="*/ 2147483646 w 864"/>
                    <a:gd name="T5" fmla="*/ 0 h 477"/>
                    <a:gd name="T6" fmla="*/ 2147483646 w 864"/>
                    <a:gd name="T7" fmla="*/ 1 h 477"/>
                    <a:gd name="T8" fmla="*/ 2147483646 w 864"/>
                    <a:gd name="T9" fmla="*/ 1 h 47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864"/>
                    <a:gd name="T16" fmla="*/ 0 h 477"/>
                    <a:gd name="T17" fmla="*/ 864 w 864"/>
                    <a:gd name="T18" fmla="*/ 477 h 47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864" h="477">
                      <a:moveTo>
                        <a:pt x="0" y="477"/>
                      </a:moveTo>
                      <a:cubicBezTo>
                        <a:pt x="31" y="424"/>
                        <a:pt x="112" y="236"/>
                        <a:pt x="184" y="157"/>
                      </a:cubicBezTo>
                      <a:cubicBezTo>
                        <a:pt x="256" y="78"/>
                        <a:pt x="349" y="0"/>
                        <a:pt x="432" y="0"/>
                      </a:cubicBezTo>
                      <a:cubicBezTo>
                        <a:pt x="515" y="0"/>
                        <a:pt x="608" y="78"/>
                        <a:pt x="680" y="157"/>
                      </a:cubicBezTo>
                      <a:cubicBezTo>
                        <a:pt x="752" y="236"/>
                        <a:pt x="826" y="410"/>
                        <a:pt x="864" y="477"/>
                      </a:cubicBezTo>
                    </a:path>
                  </a:pathLst>
                </a:custGeom>
                <a:noFill/>
                <a:ln w="19050">
                  <a:solidFill>
                    <a:srgbClr val="FF0000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7423" name="Group 79">
              <a:extLst>
                <a:ext uri="{FF2B5EF4-FFF2-40B4-BE49-F238E27FC236}">
                  <a16:creationId xmlns:a16="http://schemas.microsoft.com/office/drawing/2014/main" id="{E656104D-AFEF-400B-8BD7-B1A1E8CC320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0" y="2592"/>
              <a:ext cx="1344" cy="480"/>
              <a:chOff x="528" y="2592"/>
              <a:chExt cx="1488" cy="480"/>
            </a:xfrm>
          </p:grpSpPr>
          <p:sp>
            <p:nvSpPr>
              <p:cNvPr id="17437" name="Line 80">
                <a:extLst>
                  <a:ext uri="{FF2B5EF4-FFF2-40B4-BE49-F238E27FC236}">
                    <a16:creationId xmlns:a16="http://schemas.microsoft.com/office/drawing/2014/main" id="{AE15C71B-546B-4379-AF41-AA9CC09F38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8" y="2832"/>
                <a:ext cx="148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438" name="Freeform 81">
                <a:extLst>
                  <a:ext uri="{FF2B5EF4-FFF2-40B4-BE49-F238E27FC236}">
                    <a16:creationId xmlns:a16="http://schemas.microsoft.com/office/drawing/2014/main" id="{C3F6D7BF-BDB0-49ED-9238-D26CC83F35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" y="2592"/>
                <a:ext cx="1488" cy="480"/>
              </a:xfrm>
              <a:custGeom>
                <a:avLst/>
                <a:gdLst>
                  <a:gd name="T0" fmla="*/ 0 w 1735"/>
                  <a:gd name="T1" fmla="*/ 0 h 973"/>
                  <a:gd name="T2" fmla="*/ 3 w 1735"/>
                  <a:gd name="T3" fmla="*/ 0 h 973"/>
                  <a:gd name="T4" fmla="*/ 3 w 1735"/>
                  <a:gd name="T5" fmla="*/ 0 h 973"/>
                  <a:gd name="T6" fmla="*/ 3 w 1735"/>
                  <a:gd name="T7" fmla="*/ 0 h 973"/>
                  <a:gd name="T8" fmla="*/ 3 w 1735"/>
                  <a:gd name="T9" fmla="*/ 0 h 973"/>
                  <a:gd name="T10" fmla="*/ 3 w 1735"/>
                  <a:gd name="T11" fmla="*/ 0 h 973"/>
                  <a:gd name="T12" fmla="*/ 3 w 1735"/>
                  <a:gd name="T13" fmla="*/ 0 h 973"/>
                  <a:gd name="T14" fmla="*/ 3 w 1735"/>
                  <a:gd name="T15" fmla="*/ 0 h 973"/>
                  <a:gd name="T16" fmla="*/ 3 w 1735"/>
                  <a:gd name="T17" fmla="*/ 0 h 973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735"/>
                  <a:gd name="T28" fmla="*/ 0 h 973"/>
                  <a:gd name="T29" fmla="*/ 1735 w 1735"/>
                  <a:gd name="T30" fmla="*/ 973 h 973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735" h="973">
                    <a:moveTo>
                      <a:pt x="0" y="487"/>
                    </a:moveTo>
                    <a:cubicBezTo>
                      <a:pt x="30" y="436"/>
                      <a:pt x="104" y="262"/>
                      <a:pt x="178" y="182"/>
                    </a:cubicBezTo>
                    <a:cubicBezTo>
                      <a:pt x="252" y="102"/>
                      <a:pt x="356" y="0"/>
                      <a:pt x="444" y="4"/>
                    </a:cubicBezTo>
                    <a:cubicBezTo>
                      <a:pt x="532" y="8"/>
                      <a:pt x="635" y="122"/>
                      <a:pt x="706" y="203"/>
                    </a:cubicBezTo>
                    <a:cubicBezTo>
                      <a:pt x="777" y="284"/>
                      <a:pt x="816" y="396"/>
                      <a:pt x="871" y="491"/>
                    </a:cubicBezTo>
                    <a:cubicBezTo>
                      <a:pt x="926" y="586"/>
                      <a:pt x="962" y="692"/>
                      <a:pt x="1035" y="772"/>
                    </a:cubicBezTo>
                    <a:cubicBezTo>
                      <a:pt x="1108" y="852"/>
                      <a:pt x="1221" y="969"/>
                      <a:pt x="1310" y="971"/>
                    </a:cubicBezTo>
                    <a:cubicBezTo>
                      <a:pt x="1399" y="973"/>
                      <a:pt x="1499" y="867"/>
                      <a:pt x="1570" y="786"/>
                    </a:cubicBezTo>
                    <a:cubicBezTo>
                      <a:pt x="1641" y="705"/>
                      <a:pt x="1701" y="547"/>
                      <a:pt x="1735" y="484"/>
                    </a:cubicBezTo>
                  </a:path>
                </a:pathLst>
              </a:custGeom>
              <a:noFill/>
              <a:ln w="19050">
                <a:solidFill>
                  <a:srgbClr val="FF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439" name="Freeform 82">
                <a:extLst>
                  <a:ext uri="{FF2B5EF4-FFF2-40B4-BE49-F238E27FC236}">
                    <a16:creationId xmlns:a16="http://schemas.microsoft.com/office/drawing/2014/main" id="{A8A6FC6D-2BF3-409A-AFEC-7A2DE0591497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528" y="2592"/>
                <a:ext cx="1488" cy="480"/>
              </a:xfrm>
              <a:custGeom>
                <a:avLst/>
                <a:gdLst>
                  <a:gd name="T0" fmla="*/ 0 w 1735"/>
                  <a:gd name="T1" fmla="*/ 0 h 973"/>
                  <a:gd name="T2" fmla="*/ 3 w 1735"/>
                  <a:gd name="T3" fmla="*/ 0 h 973"/>
                  <a:gd name="T4" fmla="*/ 3 w 1735"/>
                  <a:gd name="T5" fmla="*/ 0 h 973"/>
                  <a:gd name="T6" fmla="*/ 3 w 1735"/>
                  <a:gd name="T7" fmla="*/ 0 h 973"/>
                  <a:gd name="T8" fmla="*/ 3 w 1735"/>
                  <a:gd name="T9" fmla="*/ 0 h 973"/>
                  <a:gd name="T10" fmla="*/ 3 w 1735"/>
                  <a:gd name="T11" fmla="*/ 0 h 973"/>
                  <a:gd name="T12" fmla="*/ 3 w 1735"/>
                  <a:gd name="T13" fmla="*/ 0 h 973"/>
                  <a:gd name="T14" fmla="*/ 3 w 1735"/>
                  <a:gd name="T15" fmla="*/ 0 h 973"/>
                  <a:gd name="T16" fmla="*/ 3 w 1735"/>
                  <a:gd name="T17" fmla="*/ 0 h 973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735"/>
                  <a:gd name="T28" fmla="*/ 0 h 973"/>
                  <a:gd name="T29" fmla="*/ 1735 w 1735"/>
                  <a:gd name="T30" fmla="*/ 973 h 973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735" h="973">
                    <a:moveTo>
                      <a:pt x="0" y="487"/>
                    </a:moveTo>
                    <a:cubicBezTo>
                      <a:pt x="30" y="436"/>
                      <a:pt x="104" y="262"/>
                      <a:pt x="178" y="182"/>
                    </a:cubicBezTo>
                    <a:cubicBezTo>
                      <a:pt x="252" y="102"/>
                      <a:pt x="356" y="0"/>
                      <a:pt x="444" y="4"/>
                    </a:cubicBezTo>
                    <a:cubicBezTo>
                      <a:pt x="532" y="8"/>
                      <a:pt x="635" y="122"/>
                      <a:pt x="706" y="203"/>
                    </a:cubicBezTo>
                    <a:cubicBezTo>
                      <a:pt x="777" y="284"/>
                      <a:pt x="816" y="396"/>
                      <a:pt x="871" y="491"/>
                    </a:cubicBezTo>
                    <a:cubicBezTo>
                      <a:pt x="926" y="586"/>
                      <a:pt x="962" y="692"/>
                      <a:pt x="1035" y="772"/>
                    </a:cubicBezTo>
                    <a:cubicBezTo>
                      <a:pt x="1108" y="852"/>
                      <a:pt x="1221" y="969"/>
                      <a:pt x="1310" y="971"/>
                    </a:cubicBezTo>
                    <a:cubicBezTo>
                      <a:pt x="1399" y="973"/>
                      <a:pt x="1499" y="867"/>
                      <a:pt x="1570" y="786"/>
                    </a:cubicBezTo>
                    <a:cubicBezTo>
                      <a:pt x="1641" y="705"/>
                      <a:pt x="1701" y="547"/>
                      <a:pt x="1735" y="484"/>
                    </a:cubicBezTo>
                  </a:path>
                </a:pathLst>
              </a:custGeom>
              <a:noFill/>
              <a:ln w="19050">
                <a:solidFill>
                  <a:srgbClr val="FF99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7424" name="Group 90">
              <a:extLst>
                <a:ext uri="{FF2B5EF4-FFF2-40B4-BE49-F238E27FC236}">
                  <a16:creationId xmlns:a16="http://schemas.microsoft.com/office/drawing/2014/main" id="{4DAEB065-5E1E-47AC-8E18-AEADEEA34A1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0" y="3312"/>
              <a:ext cx="1200" cy="576"/>
              <a:chOff x="1680" y="864"/>
              <a:chExt cx="1488" cy="576"/>
            </a:xfrm>
          </p:grpSpPr>
          <p:sp>
            <p:nvSpPr>
              <p:cNvPr id="17430" name="Line 83">
                <a:extLst>
                  <a:ext uri="{FF2B5EF4-FFF2-40B4-BE49-F238E27FC236}">
                    <a16:creationId xmlns:a16="http://schemas.microsoft.com/office/drawing/2014/main" id="{20B3B82D-DB80-4C50-9A56-45BF68FCA1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80" y="1152"/>
                <a:ext cx="148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17431" name="Group 84">
                <a:extLst>
                  <a:ext uri="{FF2B5EF4-FFF2-40B4-BE49-F238E27FC236}">
                    <a16:creationId xmlns:a16="http://schemas.microsoft.com/office/drawing/2014/main" id="{9E3172B5-33CB-45F6-A20C-76D9D353FAF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80" y="864"/>
                <a:ext cx="1488" cy="576"/>
                <a:chOff x="0" y="2880"/>
                <a:chExt cx="2592" cy="960"/>
              </a:xfrm>
            </p:grpSpPr>
            <p:sp>
              <p:nvSpPr>
                <p:cNvPr id="17435" name="Freeform 85">
                  <a:extLst>
                    <a:ext uri="{FF2B5EF4-FFF2-40B4-BE49-F238E27FC236}">
                      <a16:creationId xmlns:a16="http://schemas.microsoft.com/office/drawing/2014/main" id="{3936BFD5-8C4A-48B7-B2F7-B0321F83BF5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28" y="2880"/>
                  <a:ext cx="864" cy="477"/>
                </a:xfrm>
                <a:custGeom>
                  <a:avLst/>
                  <a:gdLst>
                    <a:gd name="T0" fmla="*/ 0 w 864"/>
                    <a:gd name="T1" fmla="*/ 477 h 477"/>
                    <a:gd name="T2" fmla="*/ 184 w 864"/>
                    <a:gd name="T3" fmla="*/ 157 h 477"/>
                    <a:gd name="T4" fmla="*/ 432 w 864"/>
                    <a:gd name="T5" fmla="*/ 0 h 477"/>
                    <a:gd name="T6" fmla="*/ 680 w 864"/>
                    <a:gd name="T7" fmla="*/ 157 h 477"/>
                    <a:gd name="T8" fmla="*/ 864 w 864"/>
                    <a:gd name="T9" fmla="*/ 477 h 47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864"/>
                    <a:gd name="T16" fmla="*/ 0 h 477"/>
                    <a:gd name="T17" fmla="*/ 864 w 864"/>
                    <a:gd name="T18" fmla="*/ 477 h 47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864" h="477">
                      <a:moveTo>
                        <a:pt x="0" y="477"/>
                      </a:moveTo>
                      <a:cubicBezTo>
                        <a:pt x="31" y="424"/>
                        <a:pt x="112" y="236"/>
                        <a:pt x="184" y="157"/>
                      </a:cubicBezTo>
                      <a:cubicBezTo>
                        <a:pt x="256" y="78"/>
                        <a:pt x="349" y="0"/>
                        <a:pt x="432" y="0"/>
                      </a:cubicBezTo>
                      <a:cubicBezTo>
                        <a:pt x="515" y="0"/>
                        <a:pt x="608" y="78"/>
                        <a:pt x="680" y="157"/>
                      </a:cubicBezTo>
                      <a:cubicBezTo>
                        <a:pt x="752" y="236"/>
                        <a:pt x="826" y="410"/>
                        <a:pt x="864" y="477"/>
                      </a:cubicBezTo>
                    </a:path>
                  </a:pathLst>
                </a:custGeom>
                <a:noFill/>
                <a:ln w="19050">
                  <a:solidFill>
                    <a:srgbClr val="CC00CC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7436" name="Freeform 86">
                  <a:extLst>
                    <a:ext uri="{FF2B5EF4-FFF2-40B4-BE49-F238E27FC236}">
                      <a16:creationId xmlns:a16="http://schemas.microsoft.com/office/drawing/2014/main" id="{5E1D64C6-49AD-4D32-BC16-3AA88ACB2CC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0" y="2880"/>
                  <a:ext cx="1728" cy="960"/>
                </a:xfrm>
                <a:custGeom>
                  <a:avLst/>
                  <a:gdLst>
                    <a:gd name="T0" fmla="*/ 0 w 1735"/>
                    <a:gd name="T1" fmla="*/ 277 h 973"/>
                    <a:gd name="T2" fmla="*/ 136 w 1735"/>
                    <a:gd name="T3" fmla="*/ 105 h 973"/>
                    <a:gd name="T4" fmla="*/ 365 w 1735"/>
                    <a:gd name="T5" fmla="*/ 4 h 973"/>
                    <a:gd name="T6" fmla="*/ 593 w 1735"/>
                    <a:gd name="T7" fmla="*/ 113 h 973"/>
                    <a:gd name="T8" fmla="*/ 744 w 1735"/>
                    <a:gd name="T9" fmla="*/ 280 h 973"/>
                    <a:gd name="T10" fmla="*/ 867 w 1735"/>
                    <a:gd name="T11" fmla="*/ 439 h 973"/>
                    <a:gd name="T12" fmla="*/ 1103 w 1735"/>
                    <a:gd name="T13" fmla="*/ 552 h 973"/>
                    <a:gd name="T14" fmla="*/ 1325 w 1735"/>
                    <a:gd name="T15" fmla="*/ 448 h 973"/>
                    <a:gd name="T16" fmla="*/ 1465 w 1735"/>
                    <a:gd name="T17" fmla="*/ 276 h 973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1735"/>
                    <a:gd name="T28" fmla="*/ 0 h 973"/>
                    <a:gd name="T29" fmla="*/ 1735 w 1735"/>
                    <a:gd name="T30" fmla="*/ 973 h 973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1735" h="973">
                      <a:moveTo>
                        <a:pt x="0" y="487"/>
                      </a:moveTo>
                      <a:cubicBezTo>
                        <a:pt x="30" y="436"/>
                        <a:pt x="104" y="262"/>
                        <a:pt x="178" y="182"/>
                      </a:cubicBezTo>
                      <a:cubicBezTo>
                        <a:pt x="252" y="102"/>
                        <a:pt x="356" y="0"/>
                        <a:pt x="444" y="4"/>
                      </a:cubicBezTo>
                      <a:cubicBezTo>
                        <a:pt x="532" y="8"/>
                        <a:pt x="635" y="122"/>
                        <a:pt x="706" y="203"/>
                      </a:cubicBezTo>
                      <a:cubicBezTo>
                        <a:pt x="777" y="284"/>
                        <a:pt x="816" y="396"/>
                        <a:pt x="871" y="491"/>
                      </a:cubicBezTo>
                      <a:cubicBezTo>
                        <a:pt x="926" y="586"/>
                        <a:pt x="962" y="692"/>
                        <a:pt x="1035" y="772"/>
                      </a:cubicBezTo>
                      <a:cubicBezTo>
                        <a:pt x="1108" y="852"/>
                        <a:pt x="1221" y="969"/>
                        <a:pt x="1310" y="971"/>
                      </a:cubicBezTo>
                      <a:cubicBezTo>
                        <a:pt x="1399" y="973"/>
                        <a:pt x="1499" y="867"/>
                        <a:pt x="1570" y="786"/>
                      </a:cubicBezTo>
                      <a:cubicBezTo>
                        <a:pt x="1641" y="705"/>
                        <a:pt x="1701" y="547"/>
                        <a:pt x="1735" y="484"/>
                      </a:cubicBezTo>
                    </a:path>
                  </a:pathLst>
                </a:custGeom>
                <a:noFill/>
                <a:ln w="19050">
                  <a:solidFill>
                    <a:srgbClr val="CC00CC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7432" name="Group 87">
                <a:extLst>
                  <a:ext uri="{FF2B5EF4-FFF2-40B4-BE49-F238E27FC236}">
                    <a16:creationId xmlns:a16="http://schemas.microsoft.com/office/drawing/2014/main" id="{9F90A92E-EE26-466B-A5D7-62576A0166B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1680" y="864"/>
                <a:ext cx="1488" cy="576"/>
                <a:chOff x="0" y="2880"/>
                <a:chExt cx="2592" cy="960"/>
              </a:xfrm>
            </p:grpSpPr>
            <p:sp>
              <p:nvSpPr>
                <p:cNvPr id="17433" name="Freeform 88">
                  <a:extLst>
                    <a:ext uri="{FF2B5EF4-FFF2-40B4-BE49-F238E27FC236}">
                      <a16:creationId xmlns:a16="http://schemas.microsoft.com/office/drawing/2014/main" id="{ADDAF88F-F30A-4A89-BD94-4097F438361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28" y="2880"/>
                  <a:ext cx="864" cy="477"/>
                </a:xfrm>
                <a:custGeom>
                  <a:avLst/>
                  <a:gdLst>
                    <a:gd name="T0" fmla="*/ 0 w 864"/>
                    <a:gd name="T1" fmla="*/ 477 h 477"/>
                    <a:gd name="T2" fmla="*/ 184 w 864"/>
                    <a:gd name="T3" fmla="*/ 157 h 477"/>
                    <a:gd name="T4" fmla="*/ 432 w 864"/>
                    <a:gd name="T5" fmla="*/ 0 h 477"/>
                    <a:gd name="T6" fmla="*/ 680 w 864"/>
                    <a:gd name="T7" fmla="*/ 157 h 477"/>
                    <a:gd name="T8" fmla="*/ 864 w 864"/>
                    <a:gd name="T9" fmla="*/ 477 h 47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864"/>
                    <a:gd name="T16" fmla="*/ 0 h 477"/>
                    <a:gd name="T17" fmla="*/ 864 w 864"/>
                    <a:gd name="T18" fmla="*/ 477 h 47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864" h="477">
                      <a:moveTo>
                        <a:pt x="0" y="477"/>
                      </a:moveTo>
                      <a:cubicBezTo>
                        <a:pt x="31" y="424"/>
                        <a:pt x="112" y="236"/>
                        <a:pt x="184" y="157"/>
                      </a:cubicBezTo>
                      <a:cubicBezTo>
                        <a:pt x="256" y="78"/>
                        <a:pt x="349" y="0"/>
                        <a:pt x="432" y="0"/>
                      </a:cubicBezTo>
                      <a:cubicBezTo>
                        <a:pt x="515" y="0"/>
                        <a:pt x="608" y="78"/>
                        <a:pt x="680" y="157"/>
                      </a:cubicBezTo>
                      <a:cubicBezTo>
                        <a:pt x="752" y="236"/>
                        <a:pt x="826" y="410"/>
                        <a:pt x="864" y="477"/>
                      </a:cubicBezTo>
                    </a:path>
                  </a:pathLst>
                </a:custGeom>
                <a:noFill/>
                <a:ln w="19050">
                  <a:solidFill>
                    <a:srgbClr val="CC00CC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7434" name="Freeform 89">
                  <a:extLst>
                    <a:ext uri="{FF2B5EF4-FFF2-40B4-BE49-F238E27FC236}">
                      <a16:creationId xmlns:a16="http://schemas.microsoft.com/office/drawing/2014/main" id="{3EF46355-3F38-4902-9A3E-B1E72E086C2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0" y="2880"/>
                  <a:ext cx="1728" cy="960"/>
                </a:xfrm>
                <a:custGeom>
                  <a:avLst/>
                  <a:gdLst>
                    <a:gd name="T0" fmla="*/ 0 w 1735"/>
                    <a:gd name="T1" fmla="*/ 277 h 973"/>
                    <a:gd name="T2" fmla="*/ 136 w 1735"/>
                    <a:gd name="T3" fmla="*/ 105 h 973"/>
                    <a:gd name="T4" fmla="*/ 365 w 1735"/>
                    <a:gd name="T5" fmla="*/ 4 h 973"/>
                    <a:gd name="T6" fmla="*/ 593 w 1735"/>
                    <a:gd name="T7" fmla="*/ 113 h 973"/>
                    <a:gd name="T8" fmla="*/ 744 w 1735"/>
                    <a:gd name="T9" fmla="*/ 280 h 973"/>
                    <a:gd name="T10" fmla="*/ 867 w 1735"/>
                    <a:gd name="T11" fmla="*/ 439 h 973"/>
                    <a:gd name="T12" fmla="*/ 1103 w 1735"/>
                    <a:gd name="T13" fmla="*/ 552 h 973"/>
                    <a:gd name="T14" fmla="*/ 1325 w 1735"/>
                    <a:gd name="T15" fmla="*/ 448 h 973"/>
                    <a:gd name="T16" fmla="*/ 1465 w 1735"/>
                    <a:gd name="T17" fmla="*/ 276 h 973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1735"/>
                    <a:gd name="T28" fmla="*/ 0 h 973"/>
                    <a:gd name="T29" fmla="*/ 1735 w 1735"/>
                    <a:gd name="T30" fmla="*/ 973 h 973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1735" h="973">
                      <a:moveTo>
                        <a:pt x="0" y="487"/>
                      </a:moveTo>
                      <a:cubicBezTo>
                        <a:pt x="30" y="436"/>
                        <a:pt x="104" y="262"/>
                        <a:pt x="178" y="182"/>
                      </a:cubicBezTo>
                      <a:cubicBezTo>
                        <a:pt x="252" y="102"/>
                        <a:pt x="356" y="0"/>
                        <a:pt x="444" y="4"/>
                      </a:cubicBezTo>
                      <a:cubicBezTo>
                        <a:pt x="532" y="8"/>
                        <a:pt x="635" y="122"/>
                        <a:pt x="706" y="203"/>
                      </a:cubicBezTo>
                      <a:cubicBezTo>
                        <a:pt x="777" y="284"/>
                        <a:pt x="816" y="396"/>
                        <a:pt x="871" y="491"/>
                      </a:cubicBezTo>
                      <a:cubicBezTo>
                        <a:pt x="926" y="586"/>
                        <a:pt x="962" y="692"/>
                        <a:pt x="1035" y="772"/>
                      </a:cubicBezTo>
                      <a:cubicBezTo>
                        <a:pt x="1108" y="852"/>
                        <a:pt x="1221" y="969"/>
                        <a:pt x="1310" y="971"/>
                      </a:cubicBezTo>
                      <a:cubicBezTo>
                        <a:pt x="1399" y="973"/>
                        <a:pt x="1499" y="867"/>
                        <a:pt x="1570" y="786"/>
                      </a:cubicBezTo>
                      <a:cubicBezTo>
                        <a:pt x="1641" y="705"/>
                        <a:pt x="1701" y="547"/>
                        <a:pt x="1735" y="484"/>
                      </a:cubicBezTo>
                    </a:path>
                  </a:pathLst>
                </a:custGeom>
                <a:noFill/>
                <a:ln w="19050">
                  <a:solidFill>
                    <a:srgbClr val="CC00CC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7425" name="Group 76">
              <a:extLst>
                <a:ext uri="{FF2B5EF4-FFF2-40B4-BE49-F238E27FC236}">
                  <a16:creationId xmlns:a16="http://schemas.microsoft.com/office/drawing/2014/main" id="{AF8799EF-3A45-4BC5-84C6-2CFB803F951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68" y="1728"/>
              <a:ext cx="1056" cy="2208"/>
              <a:chOff x="4368" y="1728"/>
              <a:chExt cx="1056" cy="2208"/>
            </a:xfrm>
          </p:grpSpPr>
          <p:sp>
            <p:nvSpPr>
              <p:cNvPr id="17426" name="Rectangle 45">
                <a:extLst>
                  <a:ext uri="{FF2B5EF4-FFF2-40B4-BE49-F238E27FC236}">
                    <a16:creationId xmlns:a16="http://schemas.microsoft.com/office/drawing/2014/main" id="{044147A5-1BBE-45BE-B59B-70CF15C6BE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68" y="1728"/>
                <a:ext cx="1056" cy="220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kumimoji="0" lang="zh-CN" altLang="en-US">
                  <a:solidFill>
                    <a:schemeClr val="bg1"/>
                  </a:solidFill>
                </a:endParaRPr>
              </a:p>
            </p:txBody>
          </p:sp>
          <p:graphicFrame>
            <p:nvGraphicFramePr>
              <p:cNvPr id="17427" name="Object 3">
                <a:extLst>
                  <a:ext uri="{FF2B5EF4-FFF2-40B4-BE49-F238E27FC236}">
                    <a16:creationId xmlns:a16="http://schemas.microsoft.com/office/drawing/2014/main" id="{44FB6E85-4449-41FB-805D-D990B894875E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598" y="1776"/>
              <a:ext cx="682" cy="61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7543" name="Equation" r:id="rId15" imgW="609600" imgH="609600" progId="Equation.3">
                      <p:embed/>
                    </p:oleObj>
                  </mc:Choice>
                  <mc:Fallback>
                    <p:oleObj name="Equation" r:id="rId15" imgW="609600" imgH="609600" progId="Equation.3">
                      <p:embed/>
                      <p:pic>
                        <p:nvPicPr>
                          <p:cNvPr id="17427" name="Object 3">
                            <a:extLst>
                              <a:ext uri="{FF2B5EF4-FFF2-40B4-BE49-F238E27FC236}">
                                <a16:creationId xmlns:a16="http://schemas.microsoft.com/office/drawing/2014/main" id="{44FB6E85-4449-41FB-805D-D990B894875E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598" y="1776"/>
                            <a:ext cx="682" cy="61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7428" name="Object 4">
                <a:extLst>
                  <a:ext uri="{FF2B5EF4-FFF2-40B4-BE49-F238E27FC236}">
                    <a16:creationId xmlns:a16="http://schemas.microsoft.com/office/drawing/2014/main" id="{D0AAA560-5ED7-46AF-8567-D045474A8E67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556" y="2544"/>
              <a:ext cx="772" cy="61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7544" name="Equation" r:id="rId17" imgW="749300" imgH="609600" progId="Equation.3">
                      <p:embed/>
                    </p:oleObj>
                  </mc:Choice>
                  <mc:Fallback>
                    <p:oleObj name="Equation" r:id="rId17" imgW="749300" imgH="609600" progId="Equation.3">
                      <p:embed/>
                      <p:pic>
                        <p:nvPicPr>
                          <p:cNvPr id="17428" name="Object 4">
                            <a:extLst>
                              <a:ext uri="{FF2B5EF4-FFF2-40B4-BE49-F238E27FC236}">
                                <a16:creationId xmlns:a16="http://schemas.microsoft.com/office/drawing/2014/main" id="{D0AAA560-5ED7-46AF-8567-D045474A8E67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556" y="2544"/>
                            <a:ext cx="772" cy="61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7429" name="Object 5">
                <a:extLst>
                  <a:ext uri="{FF2B5EF4-FFF2-40B4-BE49-F238E27FC236}">
                    <a16:creationId xmlns:a16="http://schemas.microsoft.com/office/drawing/2014/main" id="{122250A2-EA1B-4FA1-AE65-709270FD62EF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556" y="3264"/>
              <a:ext cx="772" cy="61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7545" name="Equation" r:id="rId19" imgW="736600" imgH="609600" progId="Equation.3">
                      <p:embed/>
                    </p:oleObj>
                  </mc:Choice>
                  <mc:Fallback>
                    <p:oleObj name="Equation" r:id="rId19" imgW="736600" imgH="609600" progId="Equation.3">
                      <p:embed/>
                      <p:pic>
                        <p:nvPicPr>
                          <p:cNvPr id="17429" name="Object 5">
                            <a:extLst>
                              <a:ext uri="{FF2B5EF4-FFF2-40B4-BE49-F238E27FC236}">
                                <a16:creationId xmlns:a16="http://schemas.microsoft.com/office/drawing/2014/main" id="{122250A2-EA1B-4FA1-AE65-709270FD62EF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556" y="3264"/>
                            <a:ext cx="772" cy="61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17415" name="灯片编号占位符 1">
            <a:extLst>
              <a:ext uri="{FF2B5EF4-FFF2-40B4-BE49-F238E27FC236}">
                <a16:creationId xmlns:a16="http://schemas.microsoft.com/office/drawing/2014/main" id="{0C72B46A-D258-4514-BE2B-B4256FD7B2DD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DF747786-32CE-4559-95CD-966A9934D387}" type="slidenum">
              <a:rPr lang="en-US" altLang="zh-CN" b="0">
                <a:solidFill>
                  <a:srgbClr val="FF00FF"/>
                </a:solidFill>
              </a:rPr>
              <a:pPr eaLnBrk="1" hangingPunct="1"/>
              <a:t>15</a:t>
            </a:fld>
            <a:r>
              <a:rPr lang="en-US" altLang="zh-CN" b="0">
                <a:solidFill>
                  <a:srgbClr val="FF00FF"/>
                </a:solidFill>
              </a:rPr>
              <a:t>/23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47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61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7185" grpId="0" animBg="1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1C4A494F-71D6-4500-8C6C-752CCB4ADE12}"/>
              </a:ext>
            </a:extLst>
          </p:cNvPr>
          <p:cNvGrpSpPr/>
          <p:nvPr/>
        </p:nvGrpSpPr>
        <p:grpSpPr>
          <a:xfrm>
            <a:off x="726132" y="536575"/>
            <a:ext cx="4191000" cy="5845176"/>
            <a:chOff x="353" y="90"/>
            <a:chExt cx="2640" cy="3682"/>
          </a:xfrm>
        </p:grpSpPr>
        <p:pic>
          <p:nvPicPr>
            <p:cNvPr id="6" name="图片 5" descr="c07（笛中波节）">
              <a:extLst>
                <a:ext uri="{FF2B5EF4-FFF2-40B4-BE49-F238E27FC236}">
                  <a16:creationId xmlns:a16="http://schemas.microsoft.com/office/drawing/2014/main" id="{0C878128-9E34-4FD4-8A46-6FD9BF2F018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33333"/>
            <a:stretch>
              <a:fillRect/>
            </a:stretch>
          </p:blipFill>
          <p:spPr>
            <a:xfrm>
              <a:off x="414" y="90"/>
              <a:ext cx="2208" cy="3345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7" name="文本框 311299">
              <a:extLst>
                <a:ext uri="{FF2B5EF4-FFF2-40B4-BE49-F238E27FC236}">
                  <a16:creationId xmlns:a16="http://schemas.microsoft.com/office/drawing/2014/main" id="{B37F2955-F427-426B-97CF-DB41B963CAF2}"/>
                </a:ext>
              </a:extLst>
            </p:cNvPr>
            <p:cNvSpPr txBox="1"/>
            <p:nvPr/>
          </p:nvSpPr>
          <p:spPr>
            <a:xfrm>
              <a:off x="353" y="3445"/>
              <a:ext cx="264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defPPr>
                <a:defRPr lang="zh-CN"/>
              </a:defPPr>
              <a:lvl1pPr marL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3200" b="1" i="0" u="non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2" charset="-122"/>
                  <a:cs typeface="+mn-cs"/>
                </a:defRPr>
              </a:lvl1pPr>
              <a:lvl2pPr marL="457200" lvl="1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3200" b="1" i="0" u="non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2" charset="-122"/>
                  <a:cs typeface="+mn-cs"/>
                </a:defRPr>
              </a:lvl2pPr>
              <a:lvl3pPr marL="914400" lvl="2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3200" b="1" i="0" u="non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2" charset="-122"/>
                  <a:cs typeface="+mn-cs"/>
                </a:defRPr>
              </a:lvl3pPr>
              <a:lvl4pPr marL="1371600" lvl="3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3200" b="1" i="0" u="non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2" charset="-122"/>
                  <a:cs typeface="+mn-cs"/>
                </a:defRPr>
              </a:lvl4pPr>
              <a:lvl5pPr marL="1828800" lvl="4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3200" b="1" i="0" u="non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2" charset="-122"/>
                  <a:cs typeface="+mn-cs"/>
                </a:defRPr>
              </a:lvl5pPr>
              <a:lvl6pPr marL="2286000" lvl="5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3200" b="1" i="0" u="non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2" charset="-122"/>
                  <a:cs typeface="+mn-cs"/>
                </a:defRPr>
              </a:lvl6pPr>
              <a:lvl7pPr marL="2743200" lvl="6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3200" b="1" i="0" u="non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2" charset="-122"/>
                  <a:cs typeface="+mn-cs"/>
                </a:defRPr>
              </a:lvl7pPr>
              <a:lvl8pPr marL="3200400" lvl="7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3200" b="1" i="0" u="non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2" charset="-122"/>
                  <a:cs typeface="+mn-cs"/>
                </a:defRPr>
              </a:lvl8pPr>
              <a:lvl9pPr marL="3657600" lvl="8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3200" b="1" i="0" u="non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2" charset="-122"/>
                  <a:cs typeface="+mn-cs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8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末端封闭的笛中的驻波</a:t>
              </a:r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F68FCB64-8819-4260-983B-E4A978531279}"/>
              </a:ext>
            </a:extLst>
          </p:cNvPr>
          <p:cNvGrpSpPr/>
          <p:nvPr/>
        </p:nvGrpSpPr>
        <p:grpSpPr>
          <a:xfrm>
            <a:off x="4667895" y="548680"/>
            <a:ext cx="3792538" cy="5832474"/>
            <a:chOff x="2836" y="147"/>
            <a:chExt cx="2389" cy="3674"/>
          </a:xfrm>
        </p:grpSpPr>
        <p:pic>
          <p:nvPicPr>
            <p:cNvPr id="4" name="图片 3" descr="c08（笛中波腹）">
              <a:extLst>
                <a:ext uri="{FF2B5EF4-FFF2-40B4-BE49-F238E27FC236}">
                  <a16:creationId xmlns:a16="http://schemas.microsoft.com/office/drawing/2014/main" id="{377F5478-6D7F-4514-BEA4-8B837C4C806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b="21687"/>
            <a:stretch>
              <a:fillRect/>
            </a:stretch>
          </p:blipFill>
          <p:spPr>
            <a:xfrm>
              <a:off x="2836" y="147"/>
              <a:ext cx="2301" cy="3337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988F5387-1F45-427E-AFAF-3F9A35EEC37E}"/>
                </a:ext>
              </a:extLst>
            </p:cNvPr>
            <p:cNvSpPr/>
            <p:nvPr/>
          </p:nvSpPr>
          <p:spPr>
            <a:xfrm>
              <a:off x="2859" y="3494"/>
              <a:ext cx="236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>
              <a:defPPr>
                <a:defRPr lang="zh-CN"/>
              </a:defPPr>
              <a:lvl1pPr marL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3200" b="1" i="0" u="non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2" charset="-122"/>
                  <a:cs typeface="+mn-cs"/>
                </a:defRPr>
              </a:lvl1pPr>
              <a:lvl2pPr marL="457200" lvl="1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3200" b="1" i="0" u="non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2" charset="-122"/>
                  <a:cs typeface="+mn-cs"/>
                </a:defRPr>
              </a:lvl2pPr>
              <a:lvl3pPr marL="914400" lvl="2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3200" b="1" i="0" u="non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2" charset="-122"/>
                  <a:cs typeface="+mn-cs"/>
                </a:defRPr>
              </a:lvl3pPr>
              <a:lvl4pPr marL="1371600" lvl="3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3200" b="1" i="0" u="non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2" charset="-122"/>
                  <a:cs typeface="+mn-cs"/>
                </a:defRPr>
              </a:lvl4pPr>
              <a:lvl5pPr marL="1828800" lvl="4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3200" b="1" i="0" u="non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2" charset="-122"/>
                  <a:cs typeface="+mn-cs"/>
                </a:defRPr>
              </a:lvl5pPr>
              <a:lvl6pPr marL="2286000" lvl="5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3200" b="1" i="0" u="non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2" charset="-122"/>
                  <a:cs typeface="+mn-cs"/>
                </a:defRPr>
              </a:lvl6pPr>
              <a:lvl7pPr marL="2743200" lvl="6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3200" b="1" i="0" u="non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2" charset="-122"/>
                  <a:cs typeface="+mn-cs"/>
                </a:defRPr>
              </a:lvl7pPr>
              <a:lvl8pPr marL="3200400" lvl="7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3200" b="1" i="0" u="non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2" charset="-122"/>
                  <a:cs typeface="+mn-cs"/>
                </a:defRPr>
              </a:lvl8pPr>
              <a:lvl9pPr marL="3657600" lvl="8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3200" b="1" i="0" u="non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2" charset="-122"/>
                  <a:cs typeface="+mn-cs"/>
                </a:defRPr>
              </a:lvl9pPr>
            </a:lstStyle>
            <a:p>
              <a:r>
                <a:rPr lang="zh-CN" altLang="en-US" sz="28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末端开放的笛中的驻波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310284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418" name="Text Box 2">
            <a:extLst>
              <a:ext uri="{FF2B5EF4-FFF2-40B4-BE49-F238E27FC236}">
                <a16:creationId xmlns:a16="http://schemas.microsoft.com/office/drawing/2014/main" id="{BF0C34AB-A32D-4025-B584-6CB69152CA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71725" y="2252663"/>
            <a:ext cx="3200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0" lang="zh-CN" altLang="en-US">
                <a:solidFill>
                  <a:schemeClr val="bg1"/>
                </a:solidFill>
                <a:ea typeface="楷体_GB2312" pitchFamily="49" charset="-122"/>
              </a:rPr>
              <a:t>有半波损失（波节）</a:t>
            </a:r>
          </a:p>
        </p:txBody>
      </p:sp>
      <p:sp>
        <p:nvSpPr>
          <p:cNvPr id="572420" name="AutoShape 4">
            <a:extLst>
              <a:ext uri="{FF2B5EF4-FFF2-40B4-BE49-F238E27FC236}">
                <a16:creationId xmlns:a16="http://schemas.microsoft.com/office/drawing/2014/main" id="{E49AC52D-5D48-4AFF-9D35-685BAFC1F0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8938" y="1143000"/>
            <a:ext cx="1074737" cy="215900"/>
          </a:xfrm>
          <a:prstGeom prst="rightArrow">
            <a:avLst>
              <a:gd name="adj1" fmla="val 50000"/>
              <a:gd name="adj2" fmla="val 90041"/>
            </a:avLst>
          </a:prstGeom>
          <a:solidFill>
            <a:srgbClr val="FF0000"/>
          </a:solidFill>
          <a:ln w="1587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graphicFrame>
        <p:nvGraphicFramePr>
          <p:cNvPr id="572421" name="Object 3">
            <a:extLst>
              <a:ext uri="{FF2B5EF4-FFF2-40B4-BE49-F238E27FC236}">
                <a16:creationId xmlns:a16="http://schemas.microsoft.com/office/drawing/2014/main" id="{0BD4ED10-EE7A-43A9-8DED-F9C26808E1CF}"/>
              </a:ext>
            </a:extLst>
          </p:cNvPr>
          <p:cNvGraphicFramePr>
            <a:graphicFrameLocks/>
          </p:cNvGraphicFramePr>
          <p:nvPr/>
        </p:nvGraphicFramePr>
        <p:xfrm>
          <a:off x="1574800" y="1055688"/>
          <a:ext cx="10652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562" name="Equation" r:id="rId3" imgW="1028776" imgH="342900" progId="Equation.3">
                  <p:embed/>
                </p:oleObj>
              </mc:Choice>
              <mc:Fallback>
                <p:oleObj name="Equation" r:id="rId3" imgW="1028776" imgH="342900" progId="Equation.3">
                  <p:embed/>
                  <p:pic>
                    <p:nvPicPr>
                      <p:cNvPr id="572421" name="Object 3">
                        <a:extLst>
                          <a:ext uri="{FF2B5EF4-FFF2-40B4-BE49-F238E27FC236}">
                            <a16:creationId xmlns:a16="http://schemas.microsoft.com/office/drawing/2014/main" id="{0BD4ED10-EE7A-43A9-8DED-F9C26808E1CF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4800" y="1055688"/>
                        <a:ext cx="1065213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2423" name="Object 4">
            <a:extLst>
              <a:ext uri="{FF2B5EF4-FFF2-40B4-BE49-F238E27FC236}">
                <a16:creationId xmlns:a16="http://schemas.microsoft.com/office/drawing/2014/main" id="{1983DA6B-6E19-475E-953B-2530C5BA45A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17988" y="857250"/>
          <a:ext cx="925512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563" name="Equation" r:id="rId5" imgW="981069" imgH="790507" progId="Equation.3">
                  <p:embed/>
                </p:oleObj>
              </mc:Choice>
              <mc:Fallback>
                <p:oleObj name="Equation" r:id="rId5" imgW="981069" imgH="790507" progId="Equation.3">
                  <p:embed/>
                  <p:pic>
                    <p:nvPicPr>
                      <p:cNvPr id="572423" name="Object 4">
                        <a:extLst>
                          <a:ext uri="{FF2B5EF4-FFF2-40B4-BE49-F238E27FC236}">
                            <a16:creationId xmlns:a16="http://schemas.microsoft.com/office/drawing/2014/main" id="{1983DA6B-6E19-475E-953B-2530C5BA45A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7988" y="857250"/>
                        <a:ext cx="925512" cy="755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2424" name="Rectangle 8">
            <a:extLst>
              <a:ext uri="{FF2B5EF4-FFF2-40B4-BE49-F238E27FC236}">
                <a16:creationId xmlns:a16="http://schemas.microsoft.com/office/drawing/2014/main" id="{D014E536-35CA-4D8E-84D9-7AF786FAC8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8675" y="1685925"/>
            <a:ext cx="7886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>
                <a:solidFill>
                  <a:srgbClr val="00FFFF"/>
                </a:solidFill>
                <a:ea typeface="楷体_GB2312" pitchFamily="49" charset="-122"/>
              </a:rPr>
              <a:t>相当于入射波与反射波之间附加了半个波长的波程差</a:t>
            </a:r>
          </a:p>
        </p:txBody>
      </p:sp>
      <p:sp>
        <p:nvSpPr>
          <p:cNvPr id="572425" name="Rectangle 9">
            <a:extLst>
              <a:ext uri="{FF2B5EF4-FFF2-40B4-BE49-F238E27FC236}">
                <a16:creationId xmlns:a16="http://schemas.microsoft.com/office/drawing/2014/main" id="{EBFE3CD5-2C1F-4950-A49E-FF58033A86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8238" y="2755900"/>
            <a:ext cx="292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0" lang="zh-CN" altLang="en-US">
                <a:solidFill>
                  <a:schemeClr val="bg1"/>
                </a:solidFill>
                <a:ea typeface="楷体_GB2312" pitchFamily="49" charset="-122"/>
              </a:rPr>
              <a:t>无半波损失（波腹）</a:t>
            </a:r>
          </a:p>
        </p:txBody>
      </p:sp>
      <p:sp>
        <p:nvSpPr>
          <p:cNvPr id="572426" name="Line 10">
            <a:extLst>
              <a:ext uri="{FF2B5EF4-FFF2-40B4-BE49-F238E27FC236}">
                <a16:creationId xmlns:a16="http://schemas.microsoft.com/office/drawing/2014/main" id="{3D06A047-F837-4C1A-A901-9D4EC2F53110}"/>
              </a:ext>
            </a:extLst>
          </p:cNvPr>
          <p:cNvSpPr>
            <a:spLocks noChangeShapeType="1"/>
          </p:cNvSpPr>
          <p:nvPr/>
        </p:nvSpPr>
        <p:spPr bwMode="auto">
          <a:xfrm>
            <a:off x="7400925" y="2260600"/>
            <a:ext cx="0" cy="1600200"/>
          </a:xfrm>
          <a:prstGeom prst="line">
            <a:avLst/>
          </a:prstGeom>
          <a:noFill/>
          <a:ln w="508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572427" name="Object 5">
            <a:extLst>
              <a:ext uri="{FF2B5EF4-FFF2-40B4-BE49-F238E27FC236}">
                <a16:creationId xmlns:a16="http://schemas.microsoft.com/office/drawing/2014/main" id="{A0B058B9-1346-4FE4-AC16-6317F4A3568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67525" y="2146300"/>
          <a:ext cx="312738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564" name="Equation" r:id="rId7" imgW="238233" imgH="380864" progId="Equation.3">
                  <p:embed/>
                </p:oleObj>
              </mc:Choice>
              <mc:Fallback>
                <p:oleObj name="Equation" r:id="rId7" imgW="238233" imgH="380864" progId="Equation.3">
                  <p:embed/>
                  <p:pic>
                    <p:nvPicPr>
                      <p:cNvPr id="572427" name="Object 5">
                        <a:extLst>
                          <a:ext uri="{FF2B5EF4-FFF2-40B4-BE49-F238E27FC236}">
                            <a16:creationId xmlns:a16="http://schemas.microsoft.com/office/drawing/2014/main" id="{A0B058B9-1346-4FE4-AC16-6317F4A3568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67525" y="2146300"/>
                        <a:ext cx="312738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2428" name="Object 6">
            <a:extLst>
              <a:ext uri="{FF2B5EF4-FFF2-40B4-BE49-F238E27FC236}">
                <a16:creationId xmlns:a16="http://schemas.microsoft.com/office/drawing/2014/main" id="{21D64B1E-664B-4884-942C-645BE5E7F068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7650527" y="2161855"/>
          <a:ext cx="3556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565" name="Equation" r:id="rId9" imgW="276155" imgH="380864" progId="Equation.3">
                  <p:embed/>
                </p:oleObj>
              </mc:Choice>
              <mc:Fallback>
                <p:oleObj name="Equation" r:id="rId9" imgW="276155" imgH="380864" progId="Equation.3">
                  <p:embed/>
                  <p:pic>
                    <p:nvPicPr>
                      <p:cNvPr id="572428" name="Object 6">
                        <a:extLst>
                          <a:ext uri="{FF2B5EF4-FFF2-40B4-BE49-F238E27FC236}">
                            <a16:creationId xmlns:a16="http://schemas.microsoft.com/office/drawing/2014/main" id="{21D64B1E-664B-4884-942C-645BE5E7F06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50527" y="2161855"/>
                        <a:ext cx="3556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2429" name="Line 13">
            <a:extLst>
              <a:ext uri="{FF2B5EF4-FFF2-40B4-BE49-F238E27FC236}">
                <a16:creationId xmlns:a16="http://schemas.microsoft.com/office/drawing/2014/main" id="{E15D5D52-74D6-4038-872C-957D209F1277}"/>
              </a:ext>
            </a:extLst>
          </p:cNvPr>
          <p:cNvSpPr>
            <a:spLocks noChangeShapeType="1"/>
          </p:cNvSpPr>
          <p:nvPr/>
        </p:nvSpPr>
        <p:spPr bwMode="auto">
          <a:xfrm>
            <a:off x="5876925" y="2794000"/>
            <a:ext cx="1219200" cy="0"/>
          </a:xfrm>
          <a:prstGeom prst="line">
            <a:avLst/>
          </a:prstGeom>
          <a:noFill/>
          <a:ln w="63500">
            <a:solidFill>
              <a:srgbClr val="00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72430" name="Line 14">
            <a:extLst>
              <a:ext uri="{FF2B5EF4-FFF2-40B4-BE49-F238E27FC236}">
                <a16:creationId xmlns:a16="http://schemas.microsoft.com/office/drawing/2014/main" id="{A4848C10-31CB-42B6-B187-79A8FEAF0A8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876925" y="3251200"/>
            <a:ext cx="1219200" cy="0"/>
          </a:xfrm>
          <a:prstGeom prst="line">
            <a:avLst/>
          </a:prstGeom>
          <a:noFill/>
          <a:ln w="38100">
            <a:solidFill>
              <a:srgbClr val="00FF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72431" name="Line 15">
            <a:extLst>
              <a:ext uri="{FF2B5EF4-FFF2-40B4-BE49-F238E27FC236}">
                <a16:creationId xmlns:a16="http://schemas.microsoft.com/office/drawing/2014/main" id="{57192D94-A4AA-4797-8172-B71EE38CE5E0}"/>
              </a:ext>
            </a:extLst>
          </p:cNvPr>
          <p:cNvSpPr>
            <a:spLocks noChangeShapeType="1"/>
          </p:cNvSpPr>
          <p:nvPr/>
        </p:nvSpPr>
        <p:spPr bwMode="auto">
          <a:xfrm>
            <a:off x="7521575" y="2794000"/>
            <a:ext cx="1066800" cy="0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72432" name="Text Box 16">
            <a:extLst>
              <a:ext uri="{FF2B5EF4-FFF2-40B4-BE49-F238E27FC236}">
                <a16:creationId xmlns:a16="http://schemas.microsoft.com/office/drawing/2014/main" id="{8FFCFFDA-2C69-4ED6-945B-6252AAB35A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95925" y="2184400"/>
            <a:ext cx="1371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0" lang="zh-CN" altLang="en-US" sz="2000" dirty="0">
                <a:solidFill>
                  <a:srgbClr val="FFFF00"/>
                </a:solidFill>
                <a:ea typeface="楷体_GB2312" pitchFamily="49" charset="-122"/>
              </a:rPr>
              <a:t>入射波</a:t>
            </a:r>
          </a:p>
        </p:txBody>
      </p:sp>
      <p:sp>
        <p:nvSpPr>
          <p:cNvPr id="572433" name="Text Box 17">
            <a:extLst>
              <a:ext uri="{FF2B5EF4-FFF2-40B4-BE49-F238E27FC236}">
                <a16:creationId xmlns:a16="http://schemas.microsoft.com/office/drawing/2014/main" id="{3A24EA80-46EB-4F21-AD62-8DB59D6520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95925" y="3327400"/>
            <a:ext cx="1371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0" lang="zh-CN" altLang="en-US" sz="2000" dirty="0">
                <a:solidFill>
                  <a:srgbClr val="FFFF00"/>
                </a:solidFill>
                <a:ea typeface="楷体_GB2312" pitchFamily="49" charset="-122"/>
              </a:rPr>
              <a:t>反射波</a:t>
            </a:r>
          </a:p>
        </p:txBody>
      </p:sp>
      <p:sp>
        <p:nvSpPr>
          <p:cNvPr id="572434" name="Text Box 18">
            <a:extLst>
              <a:ext uri="{FF2B5EF4-FFF2-40B4-BE49-F238E27FC236}">
                <a16:creationId xmlns:a16="http://schemas.microsoft.com/office/drawing/2014/main" id="{E25D3179-01F2-4028-8B64-0854C2BFB6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97775" y="2870200"/>
            <a:ext cx="1371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0" lang="zh-CN" altLang="en-US" sz="2000" dirty="0">
                <a:solidFill>
                  <a:srgbClr val="FFFF00"/>
                </a:solidFill>
                <a:ea typeface="楷体_GB2312" pitchFamily="49" charset="-122"/>
              </a:rPr>
              <a:t>透射波</a:t>
            </a:r>
          </a:p>
        </p:txBody>
      </p:sp>
      <p:graphicFrame>
        <p:nvGraphicFramePr>
          <p:cNvPr id="572435" name="Object 7">
            <a:extLst>
              <a:ext uri="{FF2B5EF4-FFF2-40B4-BE49-F238E27FC236}">
                <a16:creationId xmlns:a16="http://schemas.microsoft.com/office/drawing/2014/main" id="{4FE40603-6E11-4B95-8500-5B86326D9270}"/>
              </a:ext>
            </a:extLst>
          </p:cNvPr>
          <p:cNvGraphicFramePr>
            <a:graphicFrameLocks/>
          </p:cNvGraphicFramePr>
          <p:nvPr/>
        </p:nvGraphicFramePr>
        <p:xfrm>
          <a:off x="1071563" y="2767013"/>
          <a:ext cx="960437" cy="420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566" name="Equation" r:id="rId11" imgW="923880" imgH="380864" progId="Equation.3">
                  <p:embed/>
                </p:oleObj>
              </mc:Choice>
              <mc:Fallback>
                <p:oleObj name="Equation" r:id="rId11" imgW="923880" imgH="380864" progId="Equation.3">
                  <p:embed/>
                  <p:pic>
                    <p:nvPicPr>
                      <p:cNvPr id="572435" name="Object 7">
                        <a:extLst>
                          <a:ext uri="{FF2B5EF4-FFF2-40B4-BE49-F238E27FC236}">
                            <a16:creationId xmlns:a16="http://schemas.microsoft.com/office/drawing/2014/main" id="{4FE40603-6E11-4B95-8500-5B86326D927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1563" y="2767013"/>
                        <a:ext cx="960437" cy="420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2436" name="Object 8">
            <a:extLst>
              <a:ext uri="{FF2B5EF4-FFF2-40B4-BE49-F238E27FC236}">
                <a16:creationId xmlns:a16="http://schemas.microsoft.com/office/drawing/2014/main" id="{FA5587C3-CCEE-4425-A4B0-D0BEF77C7D35}"/>
              </a:ext>
            </a:extLst>
          </p:cNvPr>
          <p:cNvGraphicFramePr>
            <a:graphicFrameLocks/>
          </p:cNvGraphicFramePr>
          <p:nvPr/>
        </p:nvGraphicFramePr>
        <p:xfrm>
          <a:off x="1050925" y="2271713"/>
          <a:ext cx="949325" cy="420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567" name="Equation" r:id="rId13" imgW="914400" imgH="380864" progId="Equation.3">
                  <p:embed/>
                </p:oleObj>
              </mc:Choice>
              <mc:Fallback>
                <p:oleObj name="Equation" r:id="rId13" imgW="914400" imgH="380864" progId="Equation.3">
                  <p:embed/>
                  <p:pic>
                    <p:nvPicPr>
                      <p:cNvPr id="572436" name="Object 8">
                        <a:extLst>
                          <a:ext uri="{FF2B5EF4-FFF2-40B4-BE49-F238E27FC236}">
                            <a16:creationId xmlns:a16="http://schemas.microsoft.com/office/drawing/2014/main" id="{FA5587C3-CCEE-4425-A4B0-D0BEF77C7D35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0925" y="2271713"/>
                        <a:ext cx="949325" cy="420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2437" name="Text Box 21">
            <a:extLst>
              <a:ext uri="{FF2B5EF4-FFF2-40B4-BE49-F238E27FC236}">
                <a16:creationId xmlns:a16="http://schemas.microsoft.com/office/drawing/2014/main" id="{94CA9C89-F158-4A9F-9B9D-97D128CACF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550" y="3260725"/>
            <a:ext cx="48244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0" lang="zh-CN" altLang="en-US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注意：</a:t>
            </a:r>
            <a:r>
              <a:rPr kumimoji="0" lang="zh-CN" altLang="en-US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透射波没有半波损失</a:t>
            </a:r>
          </a:p>
        </p:txBody>
      </p:sp>
      <p:sp>
        <p:nvSpPr>
          <p:cNvPr id="572438" name="Rectangle 22">
            <a:extLst>
              <a:ext uri="{FF2B5EF4-FFF2-40B4-BE49-F238E27FC236}">
                <a16:creationId xmlns:a16="http://schemas.microsoft.com/office/drawing/2014/main" id="{E3E5D61C-2569-4D58-B720-465226451A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875" y="357188"/>
            <a:ext cx="850106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76250" indent="-4762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FFCC00"/>
              </a:buClr>
            </a:pPr>
            <a:r>
              <a:rPr kumimoji="0" lang="zh-CN" altLang="en-US">
                <a:solidFill>
                  <a:srgbClr val="FFFF00"/>
                </a:solidFill>
                <a:ea typeface="楷体_GB2312" pitchFamily="49" charset="-122"/>
              </a:rPr>
              <a:t>半波损失：</a:t>
            </a:r>
            <a:r>
              <a:rPr kumimoji="0" lang="en-US" altLang="zh-CN">
                <a:solidFill>
                  <a:schemeClr val="bg1"/>
                </a:solidFill>
                <a:ea typeface="楷体_GB2312" pitchFamily="49" charset="-122"/>
              </a:rPr>
              <a:t>(</a:t>
            </a:r>
            <a:r>
              <a:rPr kumimoji="0" lang="zh-CN" altLang="en-US">
                <a:solidFill>
                  <a:schemeClr val="bg1"/>
                </a:solidFill>
                <a:ea typeface="楷体_GB2312" pitchFamily="49" charset="-122"/>
              </a:rPr>
              <a:t>驻波实验</a:t>
            </a:r>
            <a:r>
              <a:rPr kumimoji="0" lang="en-US" altLang="zh-CN">
                <a:solidFill>
                  <a:schemeClr val="bg1"/>
                </a:solidFill>
                <a:ea typeface="楷体_GB2312" pitchFamily="49" charset="-122"/>
              </a:rPr>
              <a:t>)</a:t>
            </a:r>
            <a:r>
              <a:rPr kumimoji="0" lang="zh-CN" altLang="en-US">
                <a:solidFill>
                  <a:schemeClr val="bg1"/>
                </a:solidFill>
                <a:ea typeface="楷体_GB2312" pitchFamily="49" charset="-122"/>
              </a:rPr>
              <a:t>反射点为波节</a:t>
            </a:r>
            <a:r>
              <a:rPr kumimoji="0" lang="en-US" altLang="zh-CN">
                <a:solidFill>
                  <a:srgbClr val="FF0000"/>
                </a:solidFill>
                <a:ea typeface="楷体_GB2312" pitchFamily="49" charset="-122"/>
              </a:rPr>
              <a:t>?</a:t>
            </a:r>
            <a:r>
              <a:rPr kumimoji="0" lang="en-US" altLang="zh-CN">
                <a:solidFill>
                  <a:schemeClr val="bg1"/>
                </a:solidFill>
                <a:ea typeface="楷体_GB2312" pitchFamily="49" charset="-122"/>
              </a:rPr>
              <a:t>   </a:t>
            </a:r>
            <a:endParaRPr kumimoji="0" lang="zh-CN" altLang="en-US">
              <a:solidFill>
                <a:schemeClr val="bg1"/>
              </a:solidFill>
              <a:ea typeface="楷体_GB2312" pitchFamily="49" charset="-122"/>
            </a:endParaRPr>
          </a:p>
        </p:txBody>
      </p:sp>
      <p:pic>
        <p:nvPicPr>
          <p:cNvPr id="572439" name="Picture 23" descr="hard">
            <a:extLst>
              <a:ext uri="{FF2B5EF4-FFF2-40B4-BE49-F238E27FC236}">
                <a16:creationId xmlns:a16="http://schemas.microsoft.com/office/drawing/2014/main" id="{4ECB3D87-DF02-42A1-924A-50306EDC9D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7750" y="4005263"/>
            <a:ext cx="1944688" cy="2495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72442" name="Picture 26" descr="reflect1">
            <a:extLst>
              <a:ext uri="{FF2B5EF4-FFF2-40B4-BE49-F238E27FC236}">
                <a16:creationId xmlns:a16="http://schemas.microsoft.com/office/drawing/2014/main" id="{7FE88FB2-A25E-4448-9B5A-E95119127C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3563" y="4000500"/>
            <a:ext cx="2016125" cy="2482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96" name="Line 28">
            <a:extLst>
              <a:ext uri="{FF2B5EF4-FFF2-40B4-BE49-F238E27FC236}">
                <a16:creationId xmlns:a16="http://schemas.microsoft.com/office/drawing/2014/main" id="{AC6FF2A7-4DC3-4594-9D88-04839DA814E7}"/>
              </a:ext>
            </a:extLst>
          </p:cNvPr>
          <p:cNvSpPr>
            <a:spLocks noChangeShapeType="1"/>
          </p:cNvSpPr>
          <p:nvPr/>
        </p:nvSpPr>
        <p:spPr bwMode="auto">
          <a:xfrm>
            <a:off x="8139113" y="4489450"/>
            <a:ext cx="0" cy="1512888"/>
          </a:xfrm>
          <a:prstGeom prst="line">
            <a:avLst/>
          </a:prstGeom>
          <a:noFill/>
          <a:ln w="28575">
            <a:solidFill>
              <a:srgbClr val="001B3B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97" name="Text Box 29">
            <a:extLst>
              <a:ext uri="{FF2B5EF4-FFF2-40B4-BE49-F238E27FC236}">
                <a16:creationId xmlns:a16="http://schemas.microsoft.com/office/drawing/2014/main" id="{C854676C-CE22-4F96-A6BE-2E69FC0DAA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91088" y="5764213"/>
            <a:ext cx="20701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2000">
                <a:solidFill>
                  <a:srgbClr val="001B3B"/>
                </a:solidFill>
              </a:rPr>
              <a:t>固定端为波节，反射有半波损</a:t>
            </a:r>
          </a:p>
        </p:txBody>
      </p:sp>
      <p:sp>
        <p:nvSpPr>
          <p:cNvPr id="7200" name="Text Box 32">
            <a:extLst>
              <a:ext uri="{FF2B5EF4-FFF2-40B4-BE49-F238E27FC236}">
                <a16:creationId xmlns:a16="http://schemas.microsoft.com/office/drawing/2014/main" id="{BA9F191E-B48E-477B-875D-4CABDD6853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73900" y="5786438"/>
            <a:ext cx="1855788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2000">
                <a:solidFill>
                  <a:srgbClr val="001B3B"/>
                </a:solidFill>
              </a:rPr>
              <a:t>波疏到波密，反射有半波损</a:t>
            </a:r>
          </a:p>
        </p:txBody>
      </p:sp>
      <p:sp>
        <p:nvSpPr>
          <p:cNvPr id="33" name="Freeform 17">
            <a:extLst>
              <a:ext uri="{FF2B5EF4-FFF2-40B4-BE49-F238E27FC236}">
                <a16:creationId xmlns:a16="http://schemas.microsoft.com/office/drawing/2014/main" id="{CD745355-19DE-4539-89DE-E1AC8EEEF713}"/>
              </a:ext>
            </a:extLst>
          </p:cNvPr>
          <p:cNvSpPr>
            <a:spLocks/>
          </p:cNvSpPr>
          <p:nvPr/>
        </p:nvSpPr>
        <p:spPr bwMode="auto">
          <a:xfrm>
            <a:off x="428625" y="4767263"/>
            <a:ext cx="847725" cy="533400"/>
          </a:xfrm>
          <a:custGeom>
            <a:avLst/>
            <a:gdLst>
              <a:gd name="T0" fmla="*/ 0 w 1008"/>
              <a:gd name="T1" fmla="*/ 2147483646 h 336"/>
              <a:gd name="T2" fmla="*/ 2147483646 w 1008"/>
              <a:gd name="T3" fmla="*/ 2147483646 h 336"/>
              <a:gd name="T4" fmla="*/ 2147483646 w 1008"/>
              <a:gd name="T5" fmla="*/ 2147483646 h 336"/>
              <a:gd name="T6" fmla="*/ 2147483646 w 1008"/>
              <a:gd name="T7" fmla="*/ 0 h 336"/>
              <a:gd name="T8" fmla="*/ 2147483646 w 1008"/>
              <a:gd name="T9" fmla="*/ 2147483646 h 336"/>
              <a:gd name="T10" fmla="*/ 2147483646 w 1008"/>
              <a:gd name="T11" fmla="*/ 2147483646 h 336"/>
              <a:gd name="T12" fmla="*/ 2147483646 w 1008"/>
              <a:gd name="T13" fmla="*/ 2147483646 h 33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008"/>
              <a:gd name="T22" fmla="*/ 0 h 336"/>
              <a:gd name="T23" fmla="*/ 1008 w 1008"/>
              <a:gd name="T24" fmla="*/ 336 h 3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008" h="336">
                <a:moveTo>
                  <a:pt x="0" y="336"/>
                </a:moveTo>
                <a:cubicBezTo>
                  <a:pt x="44" y="288"/>
                  <a:pt x="88" y="240"/>
                  <a:pt x="144" y="192"/>
                </a:cubicBezTo>
                <a:cubicBezTo>
                  <a:pt x="200" y="144"/>
                  <a:pt x="280" y="80"/>
                  <a:pt x="336" y="48"/>
                </a:cubicBezTo>
                <a:cubicBezTo>
                  <a:pt x="392" y="16"/>
                  <a:pt x="424" y="0"/>
                  <a:pt x="480" y="0"/>
                </a:cubicBezTo>
                <a:cubicBezTo>
                  <a:pt x="536" y="0"/>
                  <a:pt x="600" y="8"/>
                  <a:pt x="672" y="48"/>
                </a:cubicBezTo>
                <a:cubicBezTo>
                  <a:pt x="744" y="88"/>
                  <a:pt x="856" y="192"/>
                  <a:pt x="912" y="240"/>
                </a:cubicBezTo>
                <a:cubicBezTo>
                  <a:pt x="968" y="288"/>
                  <a:pt x="988" y="312"/>
                  <a:pt x="1008" y="336"/>
                </a:cubicBezTo>
              </a:path>
            </a:pathLst>
          </a:custGeom>
          <a:noFill/>
          <a:ln w="22225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" name="Freeform 18">
            <a:extLst>
              <a:ext uri="{FF2B5EF4-FFF2-40B4-BE49-F238E27FC236}">
                <a16:creationId xmlns:a16="http://schemas.microsoft.com/office/drawing/2014/main" id="{9936AC77-B411-4DE4-9D38-6F09BDCE340B}"/>
              </a:ext>
            </a:extLst>
          </p:cNvPr>
          <p:cNvSpPr>
            <a:spLocks/>
          </p:cNvSpPr>
          <p:nvPr/>
        </p:nvSpPr>
        <p:spPr bwMode="auto">
          <a:xfrm flipV="1">
            <a:off x="1276350" y="5300663"/>
            <a:ext cx="798513" cy="533400"/>
          </a:xfrm>
          <a:custGeom>
            <a:avLst/>
            <a:gdLst>
              <a:gd name="T0" fmla="*/ 0 w 1008"/>
              <a:gd name="T1" fmla="*/ 2147483646 h 336"/>
              <a:gd name="T2" fmla="*/ 2147483646 w 1008"/>
              <a:gd name="T3" fmla="*/ 2147483646 h 336"/>
              <a:gd name="T4" fmla="*/ 2147483646 w 1008"/>
              <a:gd name="T5" fmla="*/ 2147483646 h 336"/>
              <a:gd name="T6" fmla="*/ 2147483646 w 1008"/>
              <a:gd name="T7" fmla="*/ 0 h 336"/>
              <a:gd name="T8" fmla="*/ 2147483646 w 1008"/>
              <a:gd name="T9" fmla="*/ 2147483646 h 336"/>
              <a:gd name="T10" fmla="*/ 2147483646 w 1008"/>
              <a:gd name="T11" fmla="*/ 2147483646 h 336"/>
              <a:gd name="T12" fmla="*/ 2147483646 w 1008"/>
              <a:gd name="T13" fmla="*/ 2147483646 h 33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008"/>
              <a:gd name="T22" fmla="*/ 0 h 336"/>
              <a:gd name="T23" fmla="*/ 1008 w 1008"/>
              <a:gd name="T24" fmla="*/ 336 h 3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008" h="336">
                <a:moveTo>
                  <a:pt x="0" y="336"/>
                </a:moveTo>
                <a:cubicBezTo>
                  <a:pt x="44" y="288"/>
                  <a:pt x="88" y="240"/>
                  <a:pt x="144" y="192"/>
                </a:cubicBezTo>
                <a:cubicBezTo>
                  <a:pt x="200" y="144"/>
                  <a:pt x="280" y="80"/>
                  <a:pt x="336" y="48"/>
                </a:cubicBezTo>
                <a:cubicBezTo>
                  <a:pt x="392" y="16"/>
                  <a:pt x="424" y="0"/>
                  <a:pt x="480" y="0"/>
                </a:cubicBezTo>
                <a:cubicBezTo>
                  <a:pt x="536" y="0"/>
                  <a:pt x="600" y="8"/>
                  <a:pt x="672" y="48"/>
                </a:cubicBezTo>
                <a:cubicBezTo>
                  <a:pt x="744" y="88"/>
                  <a:pt x="856" y="192"/>
                  <a:pt x="912" y="240"/>
                </a:cubicBezTo>
                <a:cubicBezTo>
                  <a:pt x="968" y="288"/>
                  <a:pt x="988" y="312"/>
                  <a:pt x="1008" y="336"/>
                </a:cubicBezTo>
              </a:path>
            </a:pathLst>
          </a:custGeom>
          <a:noFill/>
          <a:ln w="22225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" name="Freeform 19">
            <a:extLst>
              <a:ext uri="{FF2B5EF4-FFF2-40B4-BE49-F238E27FC236}">
                <a16:creationId xmlns:a16="http://schemas.microsoft.com/office/drawing/2014/main" id="{25810B91-C7DD-4A14-8F32-A0C54D07B59A}"/>
              </a:ext>
            </a:extLst>
          </p:cNvPr>
          <p:cNvSpPr>
            <a:spLocks/>
          </p:cNvSpPr>
          <p:nvPr/>
        </p:nvSpPr>
        <p:spPr bwMode="auto">
          <a:xfrm>
            <a:off x="2074863" y="4767263"/>
            <a:ext cx="796925" cy="533400"/>
          </a:xfrm>
          <a:custGeom>
            <a:avLst/>
            <a:gdLst>
              <a:gd name="T0" fmla="*/ 0 w 1008"/>
              <a:gd name="T1" fmla="*/ 2147483646 h 336"/>
              <a:gd name="T2" fmla="*/ 2147483646 w 1008"/>
              <a:gd name="T3" fmla="*/ 2147483646 h 336"/>
              <a:gd name="T4" fmla="*/ 2147483646 w 1008"/>
              <a:gd name="T5" fmla="*/ 2147483646 h 336"/>
              <a:gd name="T6" fmla="*/ 2147483646 w 1008"/>
              <a:gd name="T7" fmla="*/ 0 h 336"/>
              <a:gd name="T8" fmla="*/ 2147483646 w 1008"/>
              <a:gd name="T9" fmla="*/ 2147483646 h 336"/>
              <a:gd name="T10" fmla="*/ 2147483646 w 1008"/>
              <a:gd name="T11" fmla="*/ 2147483646 h 336"/>
              <a:gd name="T12" fmla="*/ 2147483646 w 1008"/>
              <a:gd name="T13" fmla="*/ 2147483646 h 33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008"/>
              <a:gd name="T22" fmla="*/ 0 h 336"/>
              <a:gd name="T23" fmla="*/ 1008 w 1008"/>
              <a:gd name="T24" fmla="*/ 336 h 3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008" h="336">
                <a:moveTo>
                  <a:pt x="0" y="336"/>
                </a:moveTo>
                <a:cubicBezTo>
                  <a:pt x="44" y="288"/>
                  <a:pt x="88" y="240"/>
                  <a:pt x="144" y="192"/>
                </a:cubicBezTo>
                <a:cubicBezTo>
                  <a:pt x="200" y="144"/>
                  <a:pt x="280" y="80"/>
                  <a:pt x="336" y="48"/>
                </a:cubicBezTo>
                <a:cubicBezTo>
                  <a:pt x="392" y="16"/>
                  <a:pt x="424" y="0"/>
                  <a:pt x="480" y="0"/>
                </a:cubicBezTo>
                <a:cubicBezTo>
                  <a:pt x="536" y="0"/>
                  <a:pt x="600" y="8"/>
                  <a:pt x="672" y="48"/>
                </a:cubicBezTo>
                <a:cubicBezTo>
                  <a:pt x="744" y="88"/>
                  <a:pt x="856" y="192"/>
                  <a:pt x="912" y="240"/>
                </a:cubicBezTo>
                <a:cubicBezTo>
                  <a:pt x="968" y="288"/>
                  <a:pt x="988" y="312"/>
                  <a:pt x="1008" y="336"/>
                </a:cubicBezTo>
              </a:path>
            </a:pathLst>
          </a:custGeom>
          <a:noFill/>
          <a:ln w="22225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" name="Line 20">
            <a:extLst>
              <a:ext uri="{FF2B5EF4-FFF2-40B4-BE49-F238E27FC236}">
                <a16:creationId xmlns:a16="http://schemas.microsoft.com/office/drawing/2014/main" id="{314B7CE1-B1F9-4CFC-8C35-0838C08E726D}"/>
              </a:ext>
            </a:extLst>
          </p:cNvPr>
          <p:cNvSpPr>
            <a:spLocks noChangeShapeType="1"/>
          </p:cNvSpPr>
          <p:nvPr/>
        </p:nvSpPr>
        <p:spPr bwMode="auto">
          <a:xfrm>
            <a:off x="2643188" y="4614863"/>
            <a:ext cx="0" cy="1371600"/>
          </a:xfrm>
          <a:prstGeom prst="line">
            <a:avLst/>
          </a:prstGeom>
          <a:noFill/>
          <a:ln w="349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" name="Freeform 21">
            <a:extLst>
              <a:ext uri="{FF2B5EF4-FFF2-40B4-BE49-F238E27FC236}">
                <a16:creationId xmlns:a16="http://schemas.microsoft.com/office/drawing/2014/main" id="{9FF59CB3-5F6E-4BFF-A7F5-8F2C44A05D11}"/>
              </a:ext>
            </a:extLst>
          </p:cNvPr>
          <p:cNvSpPr>
            <a:spLocks/>
          </p:cNvSpPr>
          <p:nvPr/>
        </p:nvSpPr>
        <p:spPr bwMode="auto">
          <a:xfrm flipV="1">
            <a:off x="2871788" y="5300663"/>
            <a:ext cx="798512" cy="533400"/>
          </a:xfrm>
          <a:custGeom>
            <a:avLst/>
            <a:gdLst>
              <a:gd name="T0" fmla="*/ 0 w 1008"/>
              <a:gd name="T1" fmla="*/ 2147483646 h 336"/>
              <a:gd name="T2" fmla="*/ 2147483646 w 1008"/>
              <a:gd name="T3" fmla="*/ 2147483646 h 336"/>
              <a:gd name="T4" fmla="*/ 2147483646 w 1008"/>
              <a:gd name="T5" fmla="*/ 2147483646 h 336"/>
              <a:gd name="T6" fmla="*/ 2147483646 w 1008"/>
              <a:gd name="T7" fmla="*/ 0 h 336"/>
              <a:gd name="T8" fmla="*/ 2147483646 w 1008"/>
              <a:gd name="T9" fmla="*/ 2147483646 h 336"/>
              <a:gd name="T10" fmla="*/ 2147483646 w 1008"/>
              <a:gd name="T11" fmla="*/ 2147483646 h 336"/>
              <a:gd name="T12" fmla="*/ 2147483646 w 1008"/>
              <a:gd name="T13" fmla="*/ 2147483646 h 33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008"/>
              <a:gd name="T22" fmla="*/ 0 h 336"/>
              <a:gd name="T23" fmla="*/ 1008 w 1008"/>
              <a:gd name="T24" fmla="*/ 336 h 3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008" h="336">
                <a:moveTo>
                  <a:pt x="0" y="336"/>
                </a:moveTo>
                <a:cubicBezTo>
                  <a:pt x="44" y="288"/>
                  <a:pt x="88" y="240"/>
                  <a:pt x="144" y="192"/>
                </a:cubicBezTo>
                <a:cubicBezTo>
                  <a:pt x="200" y="144"/>
                  <a:pt x="280" y="80"/>
                  <a:pt x="336" y="48"/>
                </a:cubicBezTo>
                <a:cubicBezTo>
                  <a:pt x="392" y="16"/>
                  <a:pt x="424" y="0"/>
                  <a:pt x="480" y="0"/>
                </a:cubicBezTo>
                <a:cubicBezTo>
                  <a:pt x="536" y="0"/>
                  <a:pt x="600" y="8"/>
                  <a:pt x="672" y="48"/>
                </a:cubicBezTo>
                <a:cubicBezTo>
                  <a:pt x="744" y="88"/>
                  <a:pt x="856" y="192"/>
                  <a:pt x="912" y="240"/>
                </a:cubicBezTo>
                <a:cubicBezTo>
                  <a:pt x="968" y="288"/>
                  <a:pt x="988" y="312"/>
                  <a:pt x="1008" y="336"/>
                </a:cubicBezTo>
              </a:path>
            </a:pathLst>
          </a:custGeom>
          <a:noFill/>
          <a:ln w="22225">
            <a:solidFill>
              <a:srgbClr val="00FFFF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" name="Freeform 22">
            <a:extLst>
              <a:ext uri="{FF2B5EF4-FFF2-40B4-BE49-F238E27FC236}">
                <a16:creationId xmlns:a16="http://schemas.microsoft.com/office/drawing/2014/main" id="{046FD647-4398-45F6-853A-8CA0B776852A}"/>
              </a:ext>
            </a:extLst>
          </p:cNvPr>
          <p:cNvSpPr>
            <a:spLocks/>
          </p:cNvSpPr>
          <p:nvPr/>
        </p:nvSpPr>
        <p:spPr bwMode="auto">
          <a:xfrm>
            <a:off x="3657600" y="4767263"/>
            <a:ext cx="914400" cy="533400"/>
          </a:xfrm>
          <a:custGeom>
            <a:avLst/>
            <a:gdLst>
              <a:gd name="T0" fmla="*/ 0 w 1008"/>
              <a:gd name="T1" fmla="*/ 2147483646 h 336"/>
              <a:gd name="T2" fmla="*/ 2147483646 w 1008"/>
              <a:gd name="T3" fmla="*/ 2147483646 h 336"/>
              <a:gd name="T4" fmla="*/ 2147483646 w 1008"/>
              <a:gd name="T5" fmla="*/ 2147483646 h 336"/>
              <a:gd name="T6" fmla="*/ 2147483646 w 1008"/>
              <a:gd name="T7" fmla="*/ 0 h 336"/>
              <a:gd name="T8" fmla="*/ 2147483646 w 1008"/>
              <a:gd name="T9" fmla="*/ 2147483646 h 336"/>
              <a:gd name="T10" fmla="*/ 2147483646 w 1008"/>
              <a:gd name="T11" fmla="*/ 2147483646 h 336"/>
              <a:gd name="T12" fmla="*/ 2147483646 w 1008"/>
              <a:gd name="T13" fmla="*/ 2147483646 h 33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008"/>
              <a:gd name="T22" fmla="*/ 0 h 336"/>
              <a:gd name="T23" fmla="*/ 1008 w 1008"/>
              <a:gd name="T24" fmla="*/ 336 h 3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008" h="336">
                <a:moveTo>
                  <a:pt x="0" y="336"/>
                </a:moveTo>
                <a:cubicBezTo>
                  <a:pt x="44" y="288"/>
                  <a:pt x="88" y="240"/>
                  <a:pt x="144" y="192"/>
                </a:cubicBezTo>
                <a:cubicBezTo>
                  <a:pt x="200" y="144"/>
                  <a:pt x="280" y="80"/>
                  <a:pt x="336" y="48"/>
                </a:cubicBezTo>
                <a:cubicBezTo>
                  <a:pt x="392" y="16"/>
                  <a:pt x="424" y="0"/>
                  <a:pt x="480" y="0"/>
                </a:cubicBezTo>
                <a:cubicBezTo>
                  <a:pt x="536" y="0"/>
                  <a:pt x="600" y="8"/>
                  <a:pt x="672" y="48"/>
                </a:cubicBezTo>
                <a:cubicBezTo>
                  <a:pt x="744" y="88"/>
                  <a:pt x="856" y="192"/>
                  <a:pt x="912" y="240"/>
                </a:cubicBezTo>
                <a:cubicBezTo>
                  <a:pt x="968" y="288"/>
                  <a:pt x="988" y="312"/>
                  <a:pt x="1008" y="336"/>
                </a:cubicBezTo>
              </a:path>
            </a:pathLst>
          </a:custGeom>
          <a:noFill/>
          <a:ln w="22225">
            <a:solidFill>
              <a:srgbClr val="00FFFF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" name="Line 23">
            <a:extLst>
              <a:ext uri="{FF2B5EF4-FFF2-40B4-BE49-F238E27FC236}">
                <a16:creationId xmlns:a16="http://schemas.microsoft.com/office/drawing/2014/main" id="{D823B54B-037F-4FCA-A2BF-00430707BBEE}"/>
              </a:ext>
            </a:extLst>
          </p:cNvPr>
          <p:cNvSpPr>
            <a:spLocks noChangeShapeType="1"/>
          </p:cNvSpPr>
          <p:nvPr/>
        </p:nvSpPr>
        <p:spPr bwMode="auto">
          <a:xfrm>
            <a:off x="3405188" y="4614863"/>
            <a:ext cx="0" cy="1371600"/>
          </a:xfrm>
          <a:prstGeom prst="line">
            <a:avLst/>
          </a:prstGeom>
          <a:noFill/>
          <a:ln w="349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" name="Freeform 24">
            <a:extLst>
              <a:ext uri="{FF2B5EF4-FFF2-40B4-BE49-F238E27FC236}">
                <a16:creationId xmlns:a16="http://schemas.microsoft.com/office/drawing/2014/main" id="{29C74500-D69F-4D92-9395-7D40BE1AB824}"/>
              </a:ext>
            </a:extLst>
          </p:cNvPr>
          <p:cNvSpPr>
            <a:spLocks/>
          </p:cNvSpPr>
          <p:nvPr/>
        </p:nvSpPr>
        <p:spPr bwMode="auto">
          <a:xfrm flipH="1">
            <a:off x="1571625" y="4767263"/>
            <a:ext cx="801688" cy="533400"/>
          </a:xfrm>
          <a:custGeom>
            <a:avLst/>
            <a:gdLst>
              <a:gd name="T0" fmla="*/ 0 w 1008"/>
              <a:gd name="T1" fmla="*/ 2147483646 h 336"/>
              <a:gd name="T2" fmla="*/ 2147483646 w 1008"/>
              <a:gd name="T3" fmla="*/ 2147483646 h 336"/>
              <a:gd name="T4" fmla="*/ 2147483646 w 1008"/>
              <a:gd name="T5" fmla="*/ 2147483646 h 336"/>
              <a:gd name="T6" fmla="*/ 2147483646 w 1008"/>
              <a:gd name="T7" fmla="*/ 0 h 336"/>
              <a:gd name="T8" fmla="*/ 2147483646 w 1008"/>
              <a:gd name="T9" fmla="*/ 2147483646 h 336"/>
              <a:gd name="T10" fmla="*/ 2147483646 w 1008"/>
              <a:gd name="T11" fmla="*/ 2147483646 h 336"/>
              <a:gd name="T12" fmla="*/ 2147483646 w 1008"/>
              <a:gd name="T13" fmla="*/ 2147483646 h 33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008"/>
              <a:gd name="T22" fmla="*/ 0 h 336"/>
              <a:gd name="T23" fmla="*/ 1008 w 1008"/>
              <a:gd name="T24" fmla="*/ 336 h 3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008" h="336">
                <a:moveTo>
                  <a:pt x="0" y="336"/>
                </a:moveTo>
                <a:cubicBezTo>
                  <a:pt x="44" y="288"/>
                  <a:pt x="88" y="240"/>
                  <a:pt x="144" y="192"/>
                </a:cubicBezTo>
                <a:cubicBezTo>
                  <a:pt x="200" y="144"/>
                  <a:pt x="280" y="80"/>
                  <a:pt x="336" y="48"/>
                </a:cubicBezTo>
                <a:cubicBezTo>
                  <a:pt x="392" y="16"/>
                  <a:pt x="424" y="0"/>
                  <a:pt x="480" y="0"/>
                </a:cubicBezTo>
                <a:cubicBezTo>
                  <a:pt x="536" y="0"/>
                  <a:pt x="600" y="8"/>
                  <a:pt x="672" y="48"/>
                </a:cubicBezTo>
                <a:cubicBezTo>
                  <a:pt x="744" y="88"/>
                  <a:pt x="856" y="192"/>
                  <a:pt x="912" y="240"/>
                </a:cubicBezTo>
                <a:cubicBezTo>
                  <a:pt x="968" y="288"/>
                  <a:pt x="988" y="312"/>
                  <a:pt x="1008" y="336"/>
                </a:cubicBezTo>
              </a:path>
            </a:pathLst>
          </a:custGeom>
          <a:noFill/>
          <a:ln w="22225">
            <a:solidFill>
              <a:srgbClr val="FF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" name="Line 25">
            <a:extLst>
              <a:ext uri="{FF2B5EF4-FFF2-40B4-BE49-F238E27FC236}">
                <a16:creationId xmlns:a16="http://schemas.microsoft.com/office/drawing/2014/main" id="{C1A30B7D-410E-4694-9E6B-7AC0789C1481}"/>
              </a:ext>
            </a:extLst>
          </p:cNvPr>
          <p:cNvSpPr>
            <a:spLocks noChangeShapeType="1"/>
          </p:cNvSpPr>
          <p:nvPr/>
        </p:nvSpPr>
        <p:spPr bwMode="auto">
          <a:xfrm>
            <a:off x="2338388" y="5224463"/>
            <a:ext cx="304800" cy="533400"/>
          </a:xfrm>
          <a:prstGeom prst="line">
            <a:avLst/>
          </a:prstGeom>
          <a:noFill/>
          <a:ln w="22225">
            <a:solidFill>
              <a:srgbClr val="FF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" name="Freeform 26">
            <a:extLst>
              <a:ext uri="{FF2B5EF4-FFF2-40B4-BE49-F238E27FC236}">
                <a16:creationId xmlns:a16="http://schemas.microsoft.com/office/drawing/2014/main" id="{57B6497A-9E19-40BB-BCBF-5B4E01CA2189}"/>
              </a:ext>
            </a:extLst>
          </p:cNvPr>
          <p:cNvSpPr>
            <a:spLocks/>
          </p:cNvSpPr>
          <p:nvPr/>
        </p:nvSpPr>
        <p:spPr bwMode="auto">
          <a:xfrm flipH="1" flipV="1">
            <a:off x="657225" y="5300663"/>
            <a:ext cx="914400" cy="533400"/>
          </a:xfrm>
          <a:custGeom>
            <a:avLst/>
            <a:gdLst>
              <a:gd name="T0" fmla="*/ 0 w 1008"/>
              <a:gd name="T1" fmla="*/ 2147483646 h 336"/>
              <a:gd name="T2" fmla="*/ 2147483646 w 1008"/>
              <a:gd name="T3" fmla="*/ 2147483646 h 336"/>
              <a:gd name="T4" fmla="*/ 2147483646 w 1008"/>
              <a:gd name="T5" fmla="*/ 2147483646 h 336"/>
              <a:gd name="T6" fmla="*/ 2147483646 w 1008"/>
              <a:gd name="T7" fmla="*/ 0 h 336"/>
              <a:gd name="T8" fmla="*/ 2147483646 w 1008"/>
              <a:gd name="T9" fmla="*/ 2147483646 h 336"/>
              <a:gd name="T10" fmla="*/ 2147483646 w 1008"/>
              <a:gd name="T11" fmla="*/ 2147483646 h 336"/>
              <a:gd name="T12" fmla="*/ 2147483646 w 1008"/>
              <a:gd name="T13" fmla="*/ 2147483646 h 33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008"/>
              <a:gd name="T22" fmla="*/ 0 h 336"/>
              <a:gd name="T23" fmla="*/ 1008 w 1008"/>
              <a:gd name="T24" fmla="*/ 336 h 3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008" h="336">
                <a:moveTo>
                  <a:pt x="0" y="336"/>
                </a:moveTo>
                <a:cubicBezTo>
                  <a:pt x="44" y="288"/>
                  <a:pt x="88" y="240"/>
                  <a:pt x="144" y="192"/>
                </a:cubicBezTo>
                <a:cubicBezTo>
                  <a:pt x="200" y="144"/>
                  <a:pt x="280" y="80"/>
                  <a:pt x="336" y="48"/>
                </a:cubicBezTo>
                <a:cubicBezTo>
                  <a:pt x="392" y="16"/>
                  <a:pt x="424" y="0"/>
                  <a:pt x="480" y="0"/>
                </a:cubicBezTo>
                <a:cubicBezTo>
                  <a:pt x="536" y="0"/>
                  <a:pt x="600" y="8"/>
                  <a:pt x="672" y="48"/>
                </a:cubicBezTo>
                <a:cubicBezTo>
                  <a:pt x="744" y="88"/>
                  <a:pt x="856" y="192"/>
                  <a:pt x="912" y="240"/>
                </a:cubicBezTo>
                <a:cubicBezTo>
                  <a:pt x="968" y="288"/>
                  <a:pt x="988" y="312"/>
                  <a:pt x="1008" y="336"/>
                </a:cubicBezTo>
              </a:path>
            </a:pathLst>
          </a:custGeom>
          <a:noFill/>
          <a:ln w="22225">
            <a:solidFill>
              <a:srgbClr val="FF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" name="Line 27">
            <a:extLst>
              <a:ext uri="{FF2B5EF4-FFF2-40B4-BE49-F238E27FC236}">
                <a16:creationId xmlns:a16="http://schemas.microsoft.com/office/drawing/2014/main" id="{AD5AE737-3B15-4CEF-814E-5A8F156488D1}"/>
              </a:ext>
            </a:extLst>
          </p:cNvPr>
          <p:cNvSpPr>
            <a:spLocks noChangeShapeType="1"/>
          </p:cNvSpPr>
          <p:nvPr/>
        </p:nvSpPr>
        <p:spPr bwMode="auto">
          <a:xfrm>
            <a:off x="357188" y="5300663"/>
            <a:ext cx="4500562" cy="0"/>
          </a:xfrm>
          <a:prstGeom prst="line">
            <a:avLst/>
          </a:prstGeom>
          <a:noFill/>
          <a:ln w="9525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44" name="Object 33">
            <a:extLst>
              <a:ext uri="{FF2B5EF4-FFF2-40B4-BE49-F238E27FC236}">
                <a16:creationId xmlns:a16="http://schemas.microsoft.com/office/drawing/2014/main" id="{9367BD98-05C7-4EC2-A8DA-7F048E193D4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43188" y="5834063"/>
          <a:ext cx="6858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568" name="Equation" r:id="rId17" imgW="295422" imgH="142977" progId="Equation.3">
                  <p:embed/>
                </p:oleObj>
              </mc:Choice>
              <mc:Fallback>
                <p:oleObj name="Equation" r:id="rId17" imgW="295422" imgH="142977" progId="Equation.3">
                  <p:embed/>
                  <p:pic>
                    <p:nvPicPr>
                      <p:cNvPr id="44" name="Object 33">
                        <a:extLst>
                          <a:ext uri="{FF2B5EF4-FFF2-40B4-BE49-F238E27FC236}">
                            <a16:creationId xmlns:a16="http://schemas.microsoft.com/office/drawing/2014/main" id="{9367BD98-05C7-4EC2-A8DA-7F048E193D4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3188" y="5834063"/>
                        <a:ext cx="6858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" name="Object 34">
            <a:extLst>
              <a:ext uri="{FF2B5EF4-FFF2-40B4-BE49-F238E27FC236}">
                <a16:creationId xmlns:a16="http://schemas.microsoft.com/office/drawing/2014/main" id="{D13D9551-C4AF-4F5A-902D-2DA2211589E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00250" y="4286250"/>
          <a:ext cx="1266825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569" name="公式" r:id="rId19" imgW="714394" imgH="161959" progId="Equation.3">
                  <p:embed/>
                </p:oleObj>
              </mc:Choice>
              <mc:Fallback>
                <p:oleObj name="公式" r:id="rId19" imgW="714394" imgH="161959" progId="Equation.3">
                  <p:embed/>
                  <p:pic>
                    <p:nvPicPr>
                      <p:cNvPr id="45" name="Object 34">
                        <a:extLst>
                          <a:ext uri="{FF2B5EF4-FFF2-40B4-BE49-F238E27FC236}">
                            <a16:creationId xmlns:a16="http://schemas.microsoft.com/office/drawing/2014/main" id="{D13D9551-C4AF-4F5A-902D-2DA2211589E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0250" y="4286250"/>
                        <a:ext cx="1266825" cy="395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" name="AutoShape 29">
            <a:extLst>
              <a:ext uri="{FF2B5EF4-FFF2-40B4-BE49-F238E27FC236}">
                <a16:creationId xmlns:a16="http://schemas.microsoft.com/office/drawing/2014/main" id="{D8CB75A4-1323-48DE-9BDA-FD7E6A07AC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063" y="6000750"/>
            <a:ext cx="1152525" cy="428625"/>
          </a:xfrm>
          <a:prstGeom prst="wedgeRectCallout">
            <a:avLst>
              <a:gd name="adj1" fmla="val 12838"/>
              <a:gd name="adj2" fmla="val -87926"/>
            </a:avLst>
          </a:prstGeom>
          <a:noFill/>
          <a:ln w="9525">
            <a:solidFill>
              <a:srgbClr val="00FF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200">
                <a:solidFill>
                  <a:schemeClr val="bg1"/>
                </a:solidFill>
                <a:latin typeface="楷体_GB2312" pitchFamily="49" charset="-122"/>
              </a:rPr>
              <a:t>反射波</a:t>
            </a:r>
          </a:p>
        </p:txBody>
      </p:sp>
      <p:sp>
        <p:nvSpPr>
          <p:cNvPr id="47" name="AutoShape 38">
            <a:extLst>
              <a:ext uri="{FF2B5EF4-FFF2-40B4-BE49-F238E27FC236}">
                <a16:creationId xmlns:a16="http://schemas.microsoft.com/office/drawing/2014/main" id="{6BF43EF8-5003-4CD5-B6FC-A34A4795B1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063" y="4214813"/>
            <a:ext cx="1122362" cy="428625"/>
          </a:xfrm>
          <a:prstGeom prst="wedgeRectCallout">
            <a:avLst>
              <a:gd name="adj1" fmla="val 176"/>
              <a:gd name="adj2" fmla="val 83472"/>
            </a:avLst>
          </a:prstGeom>
          <a:noFill/>
          <a:ln w="9525">
            <a:solidFill>
              <a:srgbClr val="00FF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200">
                <a:solidFill>
                  <a:schemeClr val="bg1"/>
                </a:solidFill>
                <a:latin typeface="楷体_GB2312" pitchFamily="49" charset="-122"/>
              </a:rPr>
              <a:t>入射波</a:t>
            </a:r>
          </a:p>
        </p:txBody>
      </p:sp>
      <p:sp>
        <p:nvSpPr>
          <p:cNvPr id="48" name="Text Box 16">
            <a:extLst>
              <a:ext uri="{FF2B5EF4-FFF2-40B4-BE49-F238E27FC236}">
                <a16:creationId xmlns:a16="http://schemas.microsoft.com/office/drawing/2014/main" id="{5EDF090F-2E26-4036-B11D-9F4272A02E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613" y="3787775"/>
            <a:ext cx="4529137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200">
                <a:solidFill>
                  <a:schemeClr val="bg1"/>
                </a:solidFill>
                <a:latin typeface="楷体_GB2312" pitchFamily="49" charset="-122"/>
              </a:rPr>
              <a:t>例：如何画出反射波的波形图？</a:t>
            </a:r>
          </a:p>
        </p:txBody>
      </p:sp>
      <p:sp>
        <p:nvSpPr>
          <p:cNvPr id="18474" name="灯片编号占位符 1">
            <a:extLst>
              <a:ext uri="{FF2B5EF4-FFF2-40B4-BE49-F238E27FC236}">
                <a16:creationId xmlns:a16="http://schemas.microsoft.com/office/drawing/2014/main" id="{1A3908CF-9E8F-493B-A7AC-14C9BD35D782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ADCC7D4D-ADAA-4B54-B58E-EE31E9FE0C5E}" type="slidenum">
              <a:rPr lang="en-US" altLang="zh-CN" b="0">
                <a:solidFill>
                  <a:srgbClr val="FF00FF"/>
                </a:solidFill>
              </a:rPr>
              <a:pPr eaLnBrk="1" hangingPunct="1"/>
              <a:t>17</a:t>
            </a:fld>
            <a:r>
              <a:rPr lang="en-US" altLang="zh-CN" b="0">
                <a:solidFill>
                  <a:srgbClr val="FF00FF"/>
                </a:solidFill>
              </a:rPr>
              <a:t>/23</a:t>
            </a:r>
          </a:p>
        </p:txBody>
      </p:sp>
      <p:sp>
        <p:nvSpPr>
          <p:cNvPr id="49" name="Rectangle 22">
            <a:extLst>
              <a:ext uri="{FF2B5EF4-FFF2-40B4-BE49-F238E27FC236}">
                <a16:creationId xmlns:a16="http://schemas.microsoft.com/office/drawing/2014/main" id="{E9BBF63C-FFC3-4C61-9C1E-1A8F42176F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0125" y="357188"/>
            <a:ext cx="832440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76250" indent="-4762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FFCC00"/>
              </a:buClr>
            </a:pPr>
            <a:r>
              <a:rPr kumimoji="0" lang="zh-CN" altLang="en-US" dirty="0">
                <a:solidFill>
                  <a:schemeClr val="bg1"/>
                </a:solidFill>
                <a:ea typeface="楷体_GB2312" pitchFamily="49" charset="-122"/>
              </a:rPr>
              <a:t>                                                       入射波与反射波在该点反相</a:t>
            </a:r>
          </a:p>
        </p:txBody>
      </p:sp>
      <p:sp>
        <p:nvSpPr>
          <p:cNvPr id="50" name="Text Box 17">
            <a:extLst>
              <a:ext uri="{FF2B5EF4-FFF2-40B4-BE49-F238E27FC236}">
                <a16:creationId xmlns:a16="http://schemas.microsoft.com/office/drawing/2014/main" id="{1A362023-A556-41BE-AAD9-DD11FD95EA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5069" y="2347595"/>
            <a:ext cx="659356" cy="861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0" lang="zh-CN" altLang="en-US" sz="2000" dirty="0">
                <a:solidFill>
                  <a:srgbClr val="FFFF00"/>
                </a:solidFill>
                <a:ea typeface="楷体_GB2312" pitchFamily="49" charset="-122"/>
              </a:rPr>
              <a:t>光</a:t>
            </a:r>
            <a:endParaRPr kumimoji="0" lang="en-US" altLang="zh-CN" sz="2000" dirty="0">
              <a:solidFill>
                <a:srgbClr val="FFFF00"/>
              </a:solidFill>
              <a:ea typeface="楷体_GB2312" pitchFamily="49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kumimoji="0" lang="zh-CN" altLang="en-US" sz="2000" dirty="0">
                <a:solidFill>
                  <a:srgbClr val="FFFF00"/>
                </a:solidFill>
                <a:ea typeface="楷体_GB2312" pitchFamily="49" charset="-122"/>
              </a:rPr>
              <a:t>波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72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72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72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72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572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572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572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572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572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572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3" dur="500"/>
                                        <p:tgtEl>
                                          <p:spTgt spid="572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572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572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572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572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572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572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572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572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5724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5724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5724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5724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6" dur="500"/>
                                        <p:tgtEl>
                                          <p:spTgt spid="7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9" dur="500"/>
                                        <p:tgtEl>
                                          <p:spTgt spid="7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2" dur="500"/>
                                        <p:tgtEl>
                                          <p:spTgt spid="7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4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 nodeType="clickPar">
                      <p:stCondLst>
                        <p:cond delay="indefinite"/>
                      </p:stCondLst>
                      <p:childTnLst>
                        <p:par>
                          <p:cTn id="1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 nodeType="clickPar">
                      <p:stCondLst>
                        <p:cond delay="indefinite"/>
                      </p:stCondLst>
                      <p:childTnLst>
                        <p:par>
                          <p:cTn id="1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 nodeType="clickPar">
                      <p:stCondLst>
                        <p:cond delay="indefinite"/>
                      </p:stCondLst>
                      <p:childTnLst>
                        <p:par>
                          <p:cTn id="1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5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6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7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2418" grpId="0" autoUpdateAnimBg="0"/>
      <p:bldP spid="572420" grpId="0" animBg="1"/>
      <p:bldP spid="572424" grpId="0" autoUpdateAnimBg="0"/>
      <p:bldP spid="572425" grpId="0" autoUpdateAnimBg="0"/>
      <p:bldP spid="572432" grpId="0" autoUpdateAnimBg="0"/>
      <p:bldP spid="572433" grpId="0" autoUpdateAnimBg="0"/>
      <p:bldP spid="572434" grpId="0" autoUpdateAnimBg="0"/>
      <p:bldP spid="572437" grpId="0" autoUpdateAnimBg="0"/>
      <p:bldP spid="572438" grpId="0" autoUpdateAnimBg="0"/>
      <p:bldP spid="7197" grpId="0"/>
      <p:bldP spid="7200" grpId="0"/>
      <p:bldP spid="46" grpId="0" animBg="1" autoUpdateAnimBg="0"/>
      <p:bldP spid="47" grpId="0" animBg="1" autoUpdateAnimBg="0"/>
      <p:bldP spid="48" grpId="0" autoUpdateAnimBg="0"/>
      <p:bldP spid="49" grpId="0" autoUpdateAnimBg="0"/>
      <p:bldP spid="50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108">
            <a:extLst>
              <a:ext uri="{FF2B5EF4-FFF2-40B4-BE49-F238E27FC236}">
                <a16:creationId xmlns:a16="http://schemas.microsoft.com/office/drawing/2014/main" id="{825127D4-5EC1-4F61-A298-7C595DA404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1066800"/>
            <a:ext cx="6781800" cy="3657600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sp>
        <p:nvSpPr>
          <p:cNvPr id="19459" name="Text Box 30">
            <a:extLst>
              <a:ext uri="{FF2B5EF4-FFF2-40B4-BE49-F238E27FC236}">
                <a16:creationId xmlns:a16="http://schemas.microsoft.com/office/drawing/2014/main" id="{0E44E88D-7336-4424-93C4-937F52FB8D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500063"/>
            <a:ext cx="327818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0" lang="zh-CN" altLang="en-US">
                <a:solidFill>
                  <a:schemeClr val="bg1"/>
                </a:solidFill>
              </a:rPr>
              <a:t>相位突变（</a:t>
            </a:r>
            <a:r>
              <a:rPr kumimoji="0" lang="zh-CN" altLang="en-US">
                <a:solidFill>
                  <a:srgbClr val="FFFF00"/>
                </a:solidFill>
              </a:rPr>
              <a:t>半波损失</a:t>
            </a:r>
            <a:r>
              <a:rPr kumimoji="0" lang="zh-CN" altLang="en-US">
                <a:solidFill>
                  <a:schemeClr val="bg1"/>
                </a:solidFill>
              </a:rPr>
              <a:t>）</a:t>
            </a:r>
          </a:p>
        </p:txBody>
      </p:sp>
      <p:sp>
        <p:nvSpPr>
          <p:cNvPr id="19460" name="Text Box 38">
            <a:extLst>
              <a:ext uri="{FF2B5EF4-FFF2-40B4-BE49-F238E27FC236}">
                <a16:creationId xmlns:a16="http://schemas.microsoft.com/office/drawing/2014/main" id="{5E9109BC-50F3-4B42-933C-3584BE3CED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4800600"/>
            <a:ext cx="8458200" cy="157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0" lang="en-US" altLang="zh-CN"/>
              <a:t>         </a:t>
            </a:r>
            <a:r>
              <a:rPr kumimoji="0" lang="zh-CN" altLang="en-US">
                <a:solidFill>
                  <a:schemeClr val="bg1"/>
                </a:solidFill>
              </a:rPr>
              <a:t>当波从波疏介质垂直入射到波密介质， 被反射到波疏介质时形成</a:t>
            </a:r>
            <a:r>
              <a:rPr kumimoji="0" lang="zh-CN" altLang="en-US">
                <a:solidFill>
                  <a:srgbClr val="00FFFF"/>
                </a:solidFill>
              </a:rPr>
              <a:t>波节</a:t>
            </a:r>
            <a:r>
              <a:rPr kumimoji="0" lang="en-US" altLang="zh-CN">
                <a:solidFill>
                  <a:schemeClr val="bg1"/>
                </a:solidFill>
              </a:rPr>
              <a:t>. </a:t>
            </a:r>
            <a:r>
              <a:rPr kumimoji="0" lang="zh-CN" altLang="en-US">
                <a:solidFill>
                  <a:schemeClr val="bg1"/>
                </a:solidFill>
              </a:rPr>
              <a:t>入射波与反射波在反射点处的相位</a:t>
            </a:r>
            <a:r>
              <a:rPr kumimoji="0" lang="zh-CN" altLang="en-US">
                <a:solidFill>
                  <a:srgbClr val="00FFFF"/>
                </a:solidFill>
              </a:rPr>
              <a:t>相反</a:t>
            </a:r>
            <a:r>
              <a:rPr kumimoji="0" lang="zh-CN" altLang="en-US">
                <a:solidFill>
                  <a:schemeClr val="bg1"/>
                </a:solidFill>
              </a:rPr>
              <a:t>，即反射波在</a:t>
            </a:r>
            <a:r>
              <a:rPr kumimoji="0" lang="zh-CN" altLang="en-US">
                <a:solidFill>
                  <a:srgbClr val="00FFFF"/>
                </a:solidFill>
              </a:rPr>
              <a:t>分界处</a:t>
            </a:r>
            <a:r>
              <a:rPr kumimoji="0" lang="zh-CN" altLang="en-US">
                <a:solidFill>
                  <a:schemeClr val="bg1"/>
                </a:solidFill>
              </a:rPr>
              <a:t>产生      的相位跃变，相当于出现了半个波长的波程差，称</a:t>
            </a:r>
            <a:r>
              <a:rPr kumimoji="0" lang="zh-CN" altLang="en-US">
                <a:solidFill>
                  <a:srgbClr val="00FFFF"/>
                </a:solidFill>
              </a:rPr>
              <a:t>半波损失</a:t>
            </a:r>
            <a:endParaRPr kumimoji="0" lang="en-US" altLang="zh-CN">
              <a:solidFill>
                <a:schemeClr val="bg1"/>
              </a:solidFill>
            </a:endParaRPr>
          </a:p>
        </p:txBody>
      </p:sp>
      <p:graphicFrame>
        <p:nvGraphicFramePr>
          <p:cNvPr id="19462" name="Object 16">
            <a:extLst>
              <a:ext uri="{FF2B5EF4-FFF2-40B4-BE49-F238E27FC236}">
                <a16:creationId xmlns:a16="http://schemas.microsoft.com/office/drawing/2014/main" id="{18A88048-0D01-4A16-8878-D799B6A1E8F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08500" y="3359150"/>
          <a:ext cx="127000" cy="139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576" name="公式" r:id="rId4" imgW="126835" imgH="139518" progId="Equation.3">
                  <p:embed/>
                </p:oleObj>
              </mc:Choice>
              <mc:Fallback>
                <p:oleObj name="公式" r:id="rId4" imgW="126835" imgH="139518" progId="Equation.3">
                  <p:embed/>
                  <p:pic>
                    <p:nvPicPr>
                      <p:cNvPr id="19462" name="Object 16">
                        <a:extLst>
                          <a:ext uri="{FF2B5EF4-FFF2-40B4-BE49-F238E27FC236}">
                            <a16:creationId xmlns:a16="http://schemas.microsoft.com/office/drawing/2014/main" id="{18A88048-0D01-4A16-8878-D799B6A1E8F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8500" y="3359150"/>
                        <a:ext cx="127000" cy="139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3" name="Object 19">
            <a:extLst>
              <a:ext uri="{FF2B5EF4-FFF2-40B4-BE49-F238E27FC236}">
                <a16:creationId xmlns:a16="http://schemas.microsoft.com/office/drawing/2014/main" id="{68A402BC-F03C-4709-AD28-E7A524A7B8A6}"/>
              </a:ext>
            </a:extLst>
          </p:cNvPr>
          <p:cNvGraphicFramePr>
            <a:graphicFrameLocks/>
          </p:cNvGraphicFramePr>
          <p:nvPr/>
        </p:nvGraphicFramePr>
        <p:xfrm>
          <a:off x="2919413" y="5572125"/>
          <a:ext cx="428625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577" name="公式" r:id="rId6" imgW="85629" imgH="104707" progId="Equation.3">
                  <p:embed/>
                </p:oleObj>
              </mc:Choice>
              <mc:Fallback>
                <p:oleObj name="公式" r:id="rId6" imgW="85629" imgH="104707" progId="Equation.3">
                  <p:embed/>
                  <p:pic>
                    <p:nvPicPr>
                      <p:cNvPr id="19463" name="Object 19">
                        <a:extLst>
                          <a:ext uri="{FF2B5EF4-FFF2-40B4-BE49-F238E27FC236}">
                            <a16:creationId xmlns:a16="http://schemas.microsoft.com/office/drawing/2014/main" id="{68A402BC-F03C-4709-AD28-E7A524A7B8A6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9413" y="5572125"/>
                        <a:ext cx="428625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4" name="灯片编号占位符 1">
            <a:extLst>
              <a:ext uri="{FF2B5EF4-FFF2-40B4-BE49-F238E27FC236}">
                <a16:creationId xmlns:a16="http://schemas.microsoft.com/office/drawing/2014/main" id="{641C3B7B-5154-491B-B182-86CB2B707229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97CEF08-A84F-4829-A49C-DB7AA27599C4}" type="slidenum">
              <a:rPr lang="en-US" altLang="zh-CN" b="0">
                <a:solidFill>
                  <a:srgbClr val="FF00FF"/>
                </a:solidFill>
              </a:rPr>
              <a:pPr eaLnBrk="1" hangingPunct="1"/>
              <a:t>18</a:t>
            </a:fld>
            <a:r>
              <a:rPr lang="en-US" altLang="zh-CN" b="0">
                <a:solidFill>
                  <a:srgbClr val="FF00FF"/>
                </a:solidFill>
              </a:rPr>
              <a:t>/23</a:t>
            </a:r>
          </a:p>
        </p:txBody>
      </p:sp>
      <p:sp>
        <p:nvSpPr>
          <p:cNvPr id="19465" name="Rectangle 33">
            <a:extLst>
              <a:ext uri="{FF2B5EF4-FFF2-40B4-BE49-F238E27FC236}">
                <a16:creationId xmlns:a16="http://schemas.microsoft.com/office/drawing/2014/main" id="{B51739D5-1F0B-49F7-A6DC-C880C0C5F9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480" y="1683097"/>
            <a:ext cx="738664" cy="20768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3600" dirty="0">
                <a:solidFill>
                  <a:schemeClr val="bg1"/>
                </a:solidFill>
              </a:rPr>
              <a:t>波疏介质</a:t>
            </a:r>
          </a:p>
        </p:txBody>
      </p:sp>
      <p:sp>
        <p:nvSpPr>
          <p:cNvPr id="19466" name="AutoShape 77">
            <a:hlinkClick r:id="rId8" action="ppaction://hlinkfile" highlightClick="1"/>
            <a:extLst>
              <a:ext uri="{FF2B5EF4-FFF2-40B4-BE49-F238E27FC236}">
                <a16:creationId xmlns:a16="http://schemas.microsoft.com/office/drawing/2014/main" id="{41799D1E-687C-4825-9BE4-E57231B60F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0500" y="571500"/>
            <a:ext cx="431800" cy="288925"/>
          </a:xfrm>
          <a:prstGeom prst="actionButtonForwardNext">
            <a:avLst/>
          </a:prstGeom>
          <a:solidFill>
            <a:srgbClr val="00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</p:spTree>
    <p:controls>
      <mc:AlternateContent xmlns:mc="http://schemas.openxmlformats.org/markup-compatibility/2006">
        <mc:Choice xmlns:v="urn:schemas-microsoft-com:vml" Requires="v">
          <p:control spid="109578" r:id="rId2" imgW="6477904" imgH="3584746"/>
        </mc:Choice>
        <mc:Fallback>
          <p:control r:id="rId2" imgW="6477904" imgH="3584746">
            <p:pic>
              <p:nvPicPr>
                <p:cNvPr id="19467" name="ShockwaveFlash1">
                  <a:extLst>
                    <a:ext uri="{FF2B5EF4-FFF2-40B4-BE49-F238E27FC236}">
                      <a16:creationId xmlns:a16="http://schemas.microsoft.com/office/drawing/2014/main" id="{9BE43A55-4343-4A8C-A35F-3865A0996415}"/>
                    </a:ext>
                  </a:extLst>
                </p:cNvPr>
                <p:cNvPicPr preferRelativeResize="0">
                  <a:picLocks noChangeArrowheads="1" noChangeShapeType="1"/>
                </p:cNvPicPr>
                <p:nvPr/>
              </p:nvPicPr>
              <p:blipFill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335088" y="1125538"/>
                  <a:ext cx="6477000" cy="358457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19050">
                      <a:noFill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control>
        </mc:Fallback>
      </mc:AlternateContent>
    </p:controls>
  </p:cSld>
  <p:clrMapOvr>
    <a:masterClrMapping/>
  </p:clrMapOvr>
  <p:transition>
    <p:wipe dir="r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3">
            <a:extLst>
              <a:ext uri="{FF2B5EF4-FFF2-40B4-BE49-F238E27FC236}">
                <a16:creationId xmlns:a16="http://schemas.microsoft.com/office/drawing/2014/main" id="{B13047CD-F1EF-4D00-BC03-BA12792A09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4953000"/>
            <a:ext cx="83820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0" lang="en-US" altLang="zh-CN">
                <a:solidFill>
                  <a:schemeClr val="bg1"/>
                </a:solidFill>
              </a:rPr>
              <a:t>          </a:t>
            </a:r>
            <a:r>
              <a:rPr kumimoji="0" lang="zh-CN" altLang="en-US">
                <a:solidFill>
                  <a:schemeClr val="bg1"/>
                </a:solidFill>
              </a:rPr>
              <a:t>当波从波密介质垂直入射到波疏介质， 被反射到波密介质时形成</a:t>
            </a:r>
            <a:r>
              <a:rPr kumimoji="0" lang="zh-CN" altLang="en-US">
                <a:solidFill>
                  <a:srgbClr val="00FFFF"/>
                </a:solidFill>
              </a:rPr>
              <a:t>波腹</a:t>
            </a:r>
            <a:r>
              <a:rPr kumimoji="0" lang="en-US" altLang="zh-CN">
                <a:solidFill>
                  <a:schemeClr val="bg1"/>
                </a:solidFill>
              </a:rPr>
              <a:t>. </a:t>
            </a:r>
            <a:r>
              <a:rPr kumimoji="0" lang="zh-CN" altLang="en-US">
                <a:solidFill>
                  <a:schemeClr val="bg1"/>
                </a:solidFill>
              </a:rPr>
              <a:t>入射波与反射波在反射点处的相位</a:t>
            </a:r>
            <a:r>
              <a:rPr kumimoji="0" lang="zh-CN" altLang="en-US">
                <a:solidFill>
                  <a:srgbClr val="00FFFF"/>
                </a:solidFill>
              </a:rPr>
              <a:t>相同</a:t>
            </a:r>
            <a:r>
              <a:rPr kumimoji="0" lang="zh-CN" altLang="en-US">
                <a:solidFill>
                  <a:schemeClr val="bg1"/>
                </a:solidFill>
              </a:rPr>
              <a:t>，即反射波在分界处</a:t>
            </a:r>
            <a:r>
              <a:rPr kumimoji="0" lang="zh-CN" altLang="en-US">
                <a:solidFill>
                  <a:srgbClr val="00FFFF"/>
                </a:solidFill>
              </a:rPr>
              <a:t>不产生</a:t>
            </a:r>
            <a:r>
              <a:rPr kumimoji="0" lang="zh-CN" altLang="en-US">
                <a:solidFill>
                  <a:schemeClr val="bg1"/>
                </a:solidFill>
              </a:rPr>
              <a:t>相位突变</a:t>
            </a:r>
            <a:r>
              <a:rPr kumimoji="0" lang="en-US" altLang="zh-CN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20483" name="Rectangle 83">
            <a:extLst>
              <a:ext uri="{FF2B5EF4-FFF2-40B4-BE49-F238E27FC236}">
                <a16:creationId xmlns:a16="http://schemas.microsoft.com/office/drawing/2014/main" id="{4ABAE2D5-93D2-4FCB-A778-2F6A4C66B2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838200"/>
            <a:ext cx="6781800" cy="3962400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sp>
        <p:nvSpPr>
          <p:cNvPr id="20484" name="灯片编号占位符 1">
            <a:extLst>
              <a:ext uri="{FF2B5EF4-FFF2-40B4-BE49-F238E27FC236}">
                <a16:creationId xmlns:a16="http://schemas.microsoft.com/office/drawing/2014/main" id="{6E41374C-D334-4D5C-99C8-56A613D80A4E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D9AD048-8F33-40C2-AB9F-62F93AAC9A19}" type="slidenum">
              <a:rPr lang="en-US" altLang="zh-CN" b="0">
                <a:solidFill>
                  <a:srgbClr val="FF00FF"/>
                </a:solidFill>
              </a:rPr>
              <a:pPr eaLnBrk="1" hangingPunct="1"/>
              <a:t>19</a:t>
            </a:fld>
            <a:r>
              <a:rPr lang="en-US" altLang="zh-CN" b="0">
                <a:solidFill>
                  <a:srgbClr val="FF00FF"/>
                </a:solidFill>
              </a:rPr>
              <a:t>/23</a:t>
            </a:r>
          </a:p>
        </p:txBody>
      </p:sp>
      <p:sp>
        <p:nvSpPr>
          <p:cNvPr id="20485" name="Rectangle 33">
            <a:extLst>
              <a:ext uri="{FF2B5EF4-FFF2-40B4-BE49-F238E27FC236}">
                <a16:creationId xmlns:a16="http://schemas.microsoft.com/office/drawing/2014/main" id="{90BFCD86-32AA-412B-8885-CF18F3C09A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692" y="1547949"/>
            <a:ext cx="738664" cy="190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3600" dirty="0">
                <a:solidFill>
                  <a:schemeClr val="bg1"/>
                </a:solidFill>
              </a:rPr>
              <a:t>波密介质</a:t>
            </a:r>
          </a:p>
        </p:txBody>
      </p:sp>
      <p:sp>
        <p:nvSpPr>
          <p:cNvPr id="20487" name="AutoShape 77">
            <a:hlinkClick r:id="rId4" action="ppaction://hlinkfile" highlightClick="1"/>
            <a:extLst>
              <a:ext uri="{FF2B5EF4-FFF2-40B4-BE49-F238E27FC236}">
                <a16:creationId xmlns:a16="http://schemas.microsoft.com/office/drawing/2014/main" id="{1596C24F-725B-4D0B-BA0C-5F5E2B0F80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0563" y="428625"/>
            <a:ext cx="431800" cy="288925"/>
          </a:xfrm>
          <a:prstGeom prst="actionButtonForwardNext">
            <a:avLst/>
          </a:prstGeom>
          <a:solidFill>
            <a:srgbClr val="00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</p:spTree>
    <p:controls>
      <mc:AlternateContent xmlns:mc="http://schemas.openxmlformats.org/markup-compatibility/2006">
        <mc:Choice xmlns:v="urn:schemas-microsoft-com:vml" Requires="v">
          <p:control spid="110596" r:id="rId2" imgW="6628571" imgH="3809524"/>
        </mc:Choice>
        <mc:Fallback>
          <p:control r:id="rId2" imgW="6628571" imgH="3809524">
            <p:pic>
              <p:nvPicPr>
                <p:cNvPr id="20488" name="ShockwaveFlash1">
                  <a:extLst>
                    <a:ext uri="{FF2B5EF4-FFF2-40B4-BE49-F238E27FC236}">
                      <a16:creationId xmlns:a16="http://schemas.microsoft.com/office/drawing/2014/main" id="{FF61EF86-170D-4792-A1E6-62EE5604375E}"/>
                    </a:ext>
                  </a:extLst>
                </p:cNvPr>
                <p:cNvPicPr preferRelativeResize="0">
                  <a:picLocks noChangeArrowheads="1" noChangeShapeType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258888" y="914400"/>
                  <a:ext cx="6629400" cy="38100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19050">
                      <a:noFill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control>
        </mc:Fallback>
      </mc:AlternateContent>
    </p:controls>
  </p:cSld>
  <p:clrMapOvr>
    <a:masterClrMapping/>
  </p:clrMapOvr>
  <p:transition>
    <p:wipe dir="r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32" name="Rectangle 20">
            <a:extLst>
              <a:ext uri="{FF2B5EF4-FFF2-40B4-BE49-F238E27FC236}">
                <a16:creationId xmlns:a16="http://schemas.microsoft.com/office/drawing/2014/main" id="{AAB5B130-B247-48DC-998C-9B4BBA546D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228600"/>
            <a:ext cx="39862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>
                <a:solidFill>
                  <a:srgbClr val="FFCC00"/>
                </a:solidFill>
              </a:rPr>
              <a:t>例</a:t>
            </a:r>
            <a:r>
              <a:rPr kumimoji="0" lang="en-US" altLang="zh-CN" b="0">
                <a:solidFill>
                  <a:srgbClr val="FFCC00"/>
                </a:solidFill>
              </a:rPr>
              <a:t> </a:t>
            </a:r>
            <a:r>
              <a:rPr kumimoji="0" lang="zh-CN" altLang="en-US">
                <a:solidFill>
                  <a:schemeClr val="bg1"/>
                </a:solidFill>
              </a:rPr>
              <a:t>如图所示，</a:t>
            </a:r>
            <a:r>
              <a:rPr kumimoji="0" lang="en-US" altLang="zh-CN">
                <a:solidFill>
                  <a:schemeClr val="bg1"/>
                </a:solidFill>
              </a:rPr>
              <a:t>P</a:t>
            </a:r>
            <a:r>
              <a:rPr kumimoji="0" lang="zh-CN" altLang="en-US">
                <a:solidFill>
                  <a:schemeClr val="bg1"/>
                </a:solidFill>
              </a:rPr>
              <a:t>点位置</a:t>
            </a:r>
          </a:p>
        </p:txBody>
      </p:sp>
      <p:graphicFrame>
        <p:nvGraphicFramePr>
          <p:cNvPr id="52224" name="Object 2">
            <a:extLst>
              <a:ext uri="{FF2B5EF4-FFF2-40B4-BE49-F238E27FC236}">
                <a16:creationId xmlns:a16="http://schemas.microsoft.com/office/drawing/2014/main" id="{6F753616-E059-45FD-8D20-974E99CC7B5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57575" y="214313"/>
          <a:ext cx="1173163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650" name="公式" r:id="rId3" imgW="418973" imgH="152468" progId="Equation.3">
                  <p:embed/>
                </p:oleObj>
              </mc:Choice>
              <mc:Fallback>
                <p:oleObj name="公式" r:id="rId3" imgW="418973" imgH="152468" progId="Equation.3">
                  <p:embed/>
                  <p:pic>
                    <p:nvPicPr>
                      <p:cNvPr id="52224" name="Object 2">
                        <a:extLst>
                          <a:ext uri="{FF2B5EF4-FFF2-40B4-BE49-F238E27FC236}">
                            <a16:creationId xmlns:a16="http://schemas.microsoft.com/office/drawing/2014/main" id="{6F753616-E059-45FD-8D20-974E99CC7B5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57575" y="214313"/>
                        <a:ext cx="1173163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34" name="Rectangle 22">
            <a:extLst>
              <a:ext uri="{FF2B5EF4-FFF2-40B4-BE49-F238E27FC236}">
                <a16:creationId xmlns:a16="http://schemas.microsoft.com/office/drawing/2014/main" id="{B1F3D367-C483-41A3-9941-5E7175B3C8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313" y="1524000"/>
            <a:ext cx="51244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>
                <a:solidFill>
                  <a:schemeClr val="bg1"/>
                </a:solidFill>
              </a:rPr>
              <a:t>求反射波和驻波的波节，波腹点？</a:t>
            </a:r>
          </a:p>
        </p:txBody>
      </p:sp>
      <p:graphicFrame>
        <p:nvGraphicFramePr>
          <p:cNvPr id="52225" name="Object 3">
            <a:extLst>
              <a:ext uri="{FF2B5EF4-FFF2-40B4-BE49-F238E27FC236}">
                <a16:creationId xmlns:a16="http://schemas.microsoft.com/office/drawing/2014/main" id="{0BA6703F-0B34-4C57-8F20-C58A392944C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2313" y="635000"/>
          <a:ext cx="3635375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651" name="公式" r:id="rId5" imgW="1428788" imgH="361882" progId="Equation.3">
                  <p:embed/>
                </p:oleObj>
              </mc:Choice>
              <mc:Fallback>
                <p:oleObj name="公式" r:id="rId5" imgW="1428788" imgH="361882" progId="Equation.3">
                  <p:embed/>
                  <p:pic>
                    <p:nvPicPr>
                      <p:cNvPr id="52225" name="Object 3">
                        <a:extLst>
                          <a:ext uri="{FF2B5EF4-FFF2-40B4-BE49-F238E27FC236}">
                            <a16:creationId xmlns:a16="http://schemas.microsoft.com/office/drawing/2014/main" id="{0BA6703F-0B34-4C57-8F20-C58A392944C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2313" y="635000"/>
                        <a:ext cx="3635375" cy="936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36" name="Line 24">
            <a:extLst>
              <a:ext uri="{FF2B5EF4-FFF2-40B4-BE49-F238E27FC236}">
                <a16:creationId xmlns:a16="http://schemas.microsoft.com/office/drawing/2014/main" id="{FE646D0B-7155-4FEB-8B40-FE5D6C5E3E10}"/>
              </a:ext>
            </a:extLst>
          </p:cNvPr>
          <p:cNvSpPr>
            <a:spLocks noChangeShapeType="1"/>
          </p:cNvSpPr>
          <p:nvPr/>
        </p:nvSpPr>
        <p:spPr bwMode="auto">
          <a:xfrm>
            <a:off x="8077200" y="685800"/>
            <a:ext cx="0" cy="1524000"/>
          </a:xfrm>
          <a:prstGeom prst="line">
            <a:avLst/>
          </a:prstGeom>
          <a:noFill/>
          <a:ln w="508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52226" name="Object 4">
            <a:extLst>
              <a:ext uri="{FF2B5EF4-FFF2-40B4-BE49-F238E27FC236}">
                <a16:creationId xmlns:a16="http://schemas.microsoft.com/office/drawing/2014/main" id="{6A9F5525-E2ED-4B65-A2B7-D48A8FD0DB0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43750" y="247650"/>
          <a:ext cx="1714500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652" name="公式" r:id="rId7" imgW="762102" imgH="171450" progId="Equation.3">
                  <p:embed/>
                </p:oleObj>
              </mc:Choice>
              <mc:Fallback>
                <p:oleObj name="公式" r:id="rId7" imgW="762102" imgH="171450" progId="Equation.3">
                  <p:embed/>
                  <p:pic>
                    <p:nvPicPr>
                      <p:cNvPr id="52226" name="Object 4">
                        <a:extLst>
                          <a:ext uri="{FF2B5EF4-FFF2-40B4-BE49-F238E27FC236}">
                            <a16:creationId xmlns:a16="http://schemas.microsoft.com/office/drawing/2014/main" id="{6A9F5525-E2ED-4B65-A2B7-D48A8FD0DB0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43750" y="247650"/>
                        <a:ext cx="1714500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38" name="Line 26">
            <a:extLst>
              <a:ext uri="{FF2B5EF4-FFF2-40B4-BE49-F238E27FC236}">
                <a16:creationId xmlns:a16="http://schemas.microsoft.com/office/drawing/2014/main" id="{11F0DDB1-F4CC-4F7E-B8AE-4EFDF8223EBC}"/>
              </a:ext>
            </a:extLst>
          </p:cNvPr>
          <p:cNvSpPr>
            <a:spLocks noChangeShapeType="1"/>
          </p:cNvSpPr>
          <p:nvPr/>
        </p:nvSpPr>
        <p:spPr bwMode="auto">
          <a:xfrm>
            <a:off x="6934200" y="990600"/>
            <a:ext cx="914400" cy="0"/>
          </a:xfrm>
          <a:prstGeom prst="line">
            <a:avLst/>
          </a:prstGeom>
          <a:noFill/>
          <a:ln w="25400">
            <a:solidFill>
              <a:srgbClr val="00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939" name="Line 27">
            <a:extLst>
              <a:ext uri="{FF2B5EF4-FFF2-40B4-BE49-F238E27FC236}">
                <a16:creationId xmlns:a16="http://schemas.microsoft.com/office/drawing/2014/main" id="{523411D4-8595-4FB6-85E1-6EB10087CE9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934200" y="1828800"/>
            <a:ext cx="838200" cy="0"/>
          </a:xfrm>
          <a:prstGeom prst="line">
            <a:avLst/>
          </a:prstGeom>
          <a:noFill/>
          <a:ln w="22225">
            <a:solidFill>
              <a:srgbClr val="00FF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940" name="Text Box 28">
            <a:extLst>
              <a:ext uri="{FF2B5EF4-FFF2-40B4-BE49-F238E27FC236}">
                <a16:creationId xmlns:a16="http://schemas.microsoft.com/office/drawing/2014/main" id="{7807CE58-FAE2-402D-80E4-F80264048B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1200" y="685800"/>
            <a:ext cx="1371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0" lang="zh-CN" altLang="en-US">
                <a:solidFill>
                  <a:schemeClr val="bg1"/>
                </a:solidFill>
              </a:rPr>
              <a:t>入射波</a:t>
            </a:r>
          </a:p>
        </p:txBody>
      </p:sp>
      <p:sp>
        <p:nvSpPr>
          <p:cNvPr id="38941" name="Text Box 29">
            <a:extLst>
              <a:ext uri="{FF2B5EF4-FFF2-40B4-BE49-F238E27FC236}">
                <a16:creationId xmlns:a16="http://schemas.microsoft.com/office/drawing/2014/main" id="{096DAE79-1DAF-4210-B394-52D91A8D0A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1200" y="1600200"/>
            <a:ext cx="1371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0" lang="zh-CN" altLang="en-US">
                <a:solidFill>
                  <a:schemeClr val="bg1"/>
                </a:solidFill>
              </a:rPr>
              <a:t>反射波</a:t>
            </a:r>
          </a:p>
        </p:txBody>
      </p:sp>
      <p:sp>
        <p:nvSpPr>
          <p:cNvPr id="38942" name="Line 30">
            <a:extLst>
              <a:ext uri="{FF2B5EF4-FFF2-40B4-BE49-F238E27FC236}">
                <a16:creationId xmlns:a16="http://schemas.microsoft.com/office/drawing/2014/main" id="{BDCEF873-BE70-4F8A-9A11-54A65F0289E2}"/>
              </a:ext>
            </a:extLst>
          </p:cNvPr>
          <p:cNvSpPr>
            <a:spLocks noChangeShapeType="1"/>
          </p:cNvSpPr>
          <p:nvPr/>
        </p:nvSpPr>
        <p:spPr bwMode="auto">
          <a:xfrm>
            <a:off x="4876800" y="1447800"/>
            <a:ext cx="4114800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943" name="Line 31">
            <a:extLst>
              <a:ext uri="{FF2B5EF4-FFF2-40B4-BE49-F238E27FC236}">
                <a16:creationId xmlns:a16="http://schemas.microsoft.com/office/drawing/2014/main" id="{5C5D3B98-403A-4E73-B04A-897747AC8B1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486400" y="304800"/>
            <a:ext cx="0" cy="17526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52227" name="Object 5">
            <a:extLst>
              <a:ext uri="{FF2B5EF4-FFF2-40B4-BE49-F238E27FC236}">
                <a16:creationId xmlns:a16="http://schemas.microsoft.com/office/drawing/2014/main" id="{2437B8E4-E961-4595-BD9C-EC9B5697D58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610600" y="990600"/>
          <a:ext cx="334963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653" name="Equation" r:id="rId9" imgW="95110" imgH="114198" progId="Equation.3">
                  <p:embed/>
                </p:oleObj>
              </mc:Choice>
              <mc:Fallback>
                <p:oleObj name="Equation" r:id="rId9" imgW="95110" imgH="114198" progId="Equation.3">
                  <p:embed/>
                  <p:pic>
                    <p:nvPicPr>
                      <p:cNvPr id="52227" name="Object 5">
                        <a:extLst>
                          <a:ext uri="{FF2B5EF4-FFF2-40B4-BE49-F238E27FC236}">
                            <a16:creationId xmlns:a16="http://schemas.microsoft.com/office/drawing/2014/main" id="{2437B8E4-E961-4595-BD9C-EC9B5697D58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10600" y="990600"/>
                        <a:ext cx="334963" cy="352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28" name="Object 6">
            <a:extLst>
              <a:ext uri="{FF2B5EF4-FFF2-40B4-BE49-F238E27FC236}">
                <a16:creationId xmlns:a16="http://schemas.microsoft.com/office/drawing/2014/main" id="{DE64C1AB-C39B-4AC6-9623-686C72EA907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20000" y="1066800"/>
          <a:ext cx="401638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654" name="Equation" r:id="rId11" imgW="123857" imgH="133486" progId="Equation.3">
                  <p:embed/>
                </p:oleObj>
              </mc:Choice>
              <mc:Fallback>
                <p:oleObj name="Equation" r:id="rId11" imgW="123857" imgH="133486" progId="Equation.3">
                  <p:embed/>
                  <p:pic>
                    <p:nvPicPr>
                      <p:cNvPr id="52228" name="Object 6">
                        <a:extLst>
                          <a:ext uri="{FF2B5EF4-FFF2-40B4-BE49-F238E27FC236}">
                            <a16:creationId xmlns:a16="http://schemas.microsoft.com/office/drawing/2014/main" id="{DE64C1AB-C39B-4AC6-9623-686C72EA907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0" y="1066800"/>
                        <a:ext cx="401638" cy="415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46" name="Oval 34">
            <a:extLst>
              <a:ext uri="{FF2B5EF4-FFF2-40B4-BE49-F238E27FC236}">
                <a16:creationId xmlns:a16="http://schemas.microsoft.com/office/drawing/2014/main" id="{95F7E1AD-403B-4AC4-932A-4FF7E8D062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1000" y="1371600"/>
            <a:ext cx="152400" cy="152400"/>
          </a:xfrm>
          <a:prstGeom prst="ellipse">
            <a:avLst/>
          </a:prstGeom>
          <a:solidFill>
            <a:srgbClr val="FFFF00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graphicFrame>
        <p:nvGraphicFramePr>
          <p:cNvPr id="52229" name="Object 7">
            <a:extLst>
              <a:ext uri="{FF2B5EF4-FFF2-40B4-BE49-F238E27FC236}">
                <a16:creationId xmlns:a16="http://schemas.microsoft.com/office/drawing/2014/main" id="{10481CB6-8284-4657-966A-609234B8743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29200" y="228600"/>
          <a:ext cx="368300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655" name="Equation" r:id="rId13" imgW="114376" imgH="133486" progId="Equation.3">
                  <p:embed/>
                </p:oleObj>
              </mc:Choice>
              <mc:Fallback>
                <p:oleObj name="Equation" r:id="rId13" imgW="114376" imgH="133486" progId="Equation.3">
                  <p:embed/>
                  <p:pic>
                    <p:nvPicPr>
                      <p:cNvPr id="52229" name="Object 7">
                        <a:extLst>
                          <a:ext uri="{FF2B5EF4-FFF2-40B4-BE49-F238E27FC236}">
                            <a16:creationId xmlns:a16="http://schemas.microsoft.com/office/drawing/2014/main" id="{10481CB6-8284-4657-966A-609234B8743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228600"/>
                        <a:ext cx="368300" cy="415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30" name="Object 8">
            <a:extLst>
              <a:ext uri="{FF2B5EF4-FFF2-40B4-BE49-F238E27FC236}">
                <a16:creationId xmlns:a16="http://schemas.microsoft.com/office/drawing/2014/main" id="{03374D55-CBC1-49F7-A3A3-199A5B9ACAE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05400" y="1524000"/>
          <a:ext cx="334963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656" name="Equation" r:id="rId15" imgW="95110" imgH="114198" progId="Equation.3">
                  <p:embed/>
                </p:oleObj>
              </mc:Choice>
              <mc:Fallback>
                <p:oleObj name="Equation" r:id="rId15" imgW="95110" imgH="114198" progId="Equation.3">
                  <p:embed/>
                  <p:pic>
                    <p:nvPicPr>
                      <p:cNvPr id="52230" name="Object 8">
                        <a:extLst>
                          <a:ext uri="{FF2B5EF4-FFF2-40B4-BE49-F238E27FC236}">
                            <a16:creationId xmlns:a16="http://schemas.microsoft.com/office/drawing/2014/main" id="{03374D55-CBC1-49F7-A3A3-199A5B9ACAE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0" y="1524000"/>
                        <a:ext cx="334963" cy="352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49" name="Rectangle 37">
            <a:extLst>
              <a:ext uri="{FF2B5EF4-FFF2-40B4-BE49-F238E27FC236}">
                <a16:creationId xmlns:a16="http://schemas.microsoft.com/office/drawing/2014/main" id="{6FE105B1-D18A-4D7B-BC84-DD4EBE7D27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313" y="2143125"/>
            <a:ext cx="8001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>
                <a:solidFill>
                  <a:srgbClr val="FFCC00"/>
                </a:solidFill>
              </a:rPr>
              <a:t>解：</a:t>
            </a:r>
          </a:p>
        </p:txBody>
      </p:sp>
      <p:graphicFrame>
        <p:nvGraphicFramePr>
          <p:cNvPr id="52231" name="Object 9">
            <a:extLst>
              <a:ext uri="{FF2B5EF4-FFF2-40B4-BE49-F238E27FC236}">
                <a16:creationId xmlns:a16="http://schemas.microsoft.com/office/drawing/2014/main" id="{A57F7713-DD34-49CD-9E7B-0420FAB1953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81088" y="1865313"/>
          <a:ext cx="3932237" cy="992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657" name="公式" r:id="rId17" imgW="1609833" imgH="361882" progId="Equation.3">
                  <p:embed/>
                </p:oleObj>
              </mc:Choice>
              <mc:Fallback>
                <p:oleObj name="公式" r:id="rId17" imgW="1609833" imgH="361882" progId="Equation.3">
                  <p:embed/>
                  <p:pic>
                    <p:nvPicPr>
                      <p:cNvPr id="52231" name="Object 9">
                        <a:extLst>
                          <a:ext uri="{FF2B5EF4-FFF2-40B4-BE49-F238E27FC236}">
                            <a16:creationId xmlns:a16="http://schemas.microsoft.com/office/drawing/2014/main" id="{A57F7713-DD34-49CD-9E7B-0420FAB1953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1088" y="1865313"/>
                        <a:ext cx="3932237" cy="992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32" name="Object 10">
            <a:extLst>
              <a:ext uri="{FF2B5EF4-FFF2-40B4-BE49-F238E27FC236}">
                <a16:creationId xmlns:a16="http://schemas.microsoft.com/office/drawing/2014/main" id="{3CAA211B-8091-43A4-8546-4C7D047900C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71563" y="2794000"/>
          <a:ext cx="3929062" cy="992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658" name="公式" r:id="rId19" imgW="1600353" imgH="361882" progId="Equation.3">
                  <p:embed/>
                </p:oleObj>
              </mc:Choice>
              <mc:Fallback>
                <p:oleObj name="公式" r:id="rId19" imgW="1600353" imgH="361882" progId="Equation.3">
                  <p:embed/>
                  <p:pic>
                    <p:nvPicPr>
                      <p:cNvPr id="52232" name="Object 10">
                        <a:extLst>
                          <a:ext uri="{FF2B5EF4-FFF2-40B4-BE49-F238E27FC236}">
                            <a16:creationId xmlns:a16="http://schemas.microsoft.com/office/drawing/2014/main" id="{3CAA211B-8091-43A4-8546-4C7D047900C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1563" y="2794000"/>
                        <a:ext cx="3929062" cy="992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33" name="Object 11">
            <a:extLst>
              <a:ext uri="{FF2B5EF4-FFF2-40B4-BE49-F238E27FC236}">
                <a16:creationId xmlns:a16="http://schemas.microsoft.com/office/drawing/2014/main" id="{B231FD88-00E3-427F-A89C-B1357E449D6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81088" y="3722688"/>
          <a:ext cx="3990975" cy="992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659" name="公式" r:id="rId21" imgW="1619314" imgH="361882" progId="Equation.3">
                  <p:embed/>
                </p:oleObj>
              </mc:Choice>
              <mc:Fallback>
                <p:oleObj name="公式" r:id="rId21" imgW="1619314" imgH="361882" progId="Equation.3">
                  <p:embed/>
                  <p:pic>
                    <p:nvPicPr>
                      <p:cNvPr id="52233" name="Object 11">
                        <a:extLst>
                          <a:ext uri="{FF2B5EF4-FFF2-40B4-BE49-F238E27FC236}">
                            <a16:creationId xmlns:a16="http://schemas.microsoft.com/office/drawing/2014/main" id="{B231FD88-00E3-427F-A89C-B1357E449D6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1088" y="3722688"/>
                        <a:ext cx="3990975" cy="992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34" name="Object 12">
            <a:extLst>
              <a:ext uri="{FF2B5EF4-FFF2-40B4-BE49-F238E27FC236}">
                <a16:creationId xmlns:a16="http://schemas.microsoft.com/office/drawing/2014/main" id="{6400FE55-9E68-48DB-B80C-81C266001D3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00125" y="4651375"/>
          <a:ext cx="4451350" cy="992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660" name="公式" r:id="rId23" imgW="1809839" imgH="361882" progId="Equation.3">
                  <p:embed/>
                </p:oleObj>
              </mc:Choice>
              <mc:Fallback>
                <p:oleObj name="公式" r:id="rId23" imgW="1809839" imgH="361882" progId="Equation.3">
                  <p:embed/>
                  <p:pic>
                    <p:nvPicPr>
                      <p:cNvPr id="52234" name="Object 12">
                        <a:extLst>
                          <a:ext uri="{FF2B5EF4-FFF2-40B4-BE49-F238E27FC236}">
                            <a16:creationId xmlns:a16="http://schemas.microsoft.com/office/drawing/2014/main" id="{6400FE55-9E68-48DB-B80C-81C266001D3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0125" y="4651375"/>
                        <a:ext cx="4451350" cy="992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35" name="Object 13">
            <a:extLst>
              <a:ext uri="{FF2B5EF4-FFF2-40B4-BE49-F238E27FC236}">
                <a16:creationId xmlns:a16="http://schemas.microsoft.com/office/drawing/2014/main" id="{9CCD0387-E231-4ADD-9727-AB3C543DF1F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19400" y="5943600"/>
          <a:ext cx="1871663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661" name="Equation" r:id="rId25" imgW="742835" imgH="199923" progId="Equation.3">
                  <p:embed/>
                </p:oleObj>
              </mc:Choice>
              <mc:Fallback>
                <p:oleObj name="Equation" r:id="rId25" imgW="742835" imgH="199923" progId="Equation.3">
                  <p:embed/>
                  <p:pic>
                    <p:nvPicPr>
                      <p:cNvPr id="52235" name="Object 13">
                        <a:extLst>
                          <a:ext uri="{FF2B5EF4-FFF2-40B4-BE49-F238E27FC236}">
                            <a16:creationId xmlns:a16="http://schemas.microsoft.com/office/drawing/2014/main" id="{9CCD0387-E231-4ADD-9727-AB3C543DF1F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5943600"/>
                        <a:ext cx="1871663" cy="576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36" name="Object 14">
            <a:extLst>
              <a:ext uri="{FF2B5EF4-FFF2-40B4-BE49-F238E27FC236}">
                <a16:creationId xmlns:a16="http://schemas.microsoft.com/office/drawing/2014/main" id="{6DDDAED7-B3E3-4404-A346-75A363B77BC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87888" y="5715000"/>
          <a:ext cx="3527425" cy="955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662" name="公式" r:id="rId27" imgW="1314412" imgH="361882" progId="Equation.3">
                  <p:embed/>
                </p:oleObj>
              </mc:Choice>
              <mc:Fallback>
                <p:oleObj name="公式" r:id="rId27" imgW="1314412" imgH="361882" progId="Equation.3">
                  <p:embed/>
                  <p:pic>
                    <p:nvPicPr>
                      <p:cNvPr id="52236" name="Object 14">
                        <a:extLst>
                          <a:ext uri="{FF2B5EF4-FFF2-40B4-BE49-F238E27FC236}">
                            <a16:creationId xmlns:a16="http://schemas.microsoft.com/office/drawing/2014/main" id="{6DDDAED7-B3E3-4404-A346-75A363B77BC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7888" y="5715000"/>
                        <a:ext cx="3527425" cy="955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57" name="Rectangle 45">
            <a:extLst>
              <a:ext uri="{FF2B5EF4-FFF2-40B4-BE49-F238E27FC236}">
                <a16:creationId xmlns:a16="http://schemas.microsoft.com/office/drawing/2014/main" id="{6B713200-0E7A-4E93-A9D7-9AC26DF8F0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2535238"/>
            <a:ext cx="16827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>
                <a:solidFill>
                  <a:srgbClr val="00FFFF"/>
                </a:solidFill>
              </a:rPr>
              <a:t>•  </a:t>
            </a:r>
            <a:r>
              <a:rPr kumimoji="0" lang="zh-CN" altLang="en-US">
                <a:solidFill>
                  <a:srgbClr val="00FFFF"/>
                </a:solidFill>
              </a:rPr>
              <a:t>波节点：</a:t>
            </a:r>
          </a:p>
        </p:txBody>
      </p:sp>
      <p:sp>
        <p:nvSpPr>
          <p:cNvPr id="38958" name="Rectangle 46">
            <a:extLst>
              <a:ext uri="{FF2B5EF4-FFF2-40B4-BE49-F238E27FC236}">
                <a16:creationId xmlns:a16="http://schemas.microsoft.com/office/drawing/2014/main" id="{C445C564-28B8-4DFD-A3F2-0648D5277A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4038600"/>
            <a:ext cx="16827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>
                <a:solidFill>
                  <a:srgbClr val="00FFFF"/>
                </a:solidFill>
              </a:rPr>
              <a:t>•  </a:t>
            </a:r>
            <a:r>
              <a:rPr kumimoji="0" lang="zh-CN" altLang="en-US">
                <a:solidFill>
                  <a:srgbClr val="00FFFF"/>
                </a:solidFill>
              </a:rPr>
              <a:t>波腹点：</a:t>
            </a:r>
          </a:p>
        </p:txBody>
      </p:sp>
      <p:graphicFrame>
        <p:nvGraphicFramePr>
          <p:cNvPr id="52237" name="Object 15">
            <a:extLst>
              <a:ext uri="{FF2B5EF4-FFF2-40B4-BE49-F238E27FC236}">
                <a16:creationId xmlns:a16="http://schemas.microsoft.com/office/drawing/2014/main" id="{DBA35633-73FF-405D-A5E3-CF0BCE9D230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37238" y="3043238"/>
          <a:ext cx="1235075" cy="957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663" name="公式" r:id="rId29" imgW="438239" imgH="361882" progId="Equation.3">
                  <p:embed/>
                </p:oleObj>
              </mc:Choice>
              <mc:Fallback>
                <p:oleObj name="公式" r:id="rId29" imgW="438239" imgH="361882" progId="Equation.3">
                  <p:embed/>
                  <p:pic>
                    <p:nvPicPr>
                      <p:cNvPr id="52237" name="Object 15">
                        <a:extLst>
                          <a:ext uri="{FF2B5EF4-FFF2-40B4-BE49-F238E27FC236}">
                            <a16:creationId xmlns:a16="http://schemas.microsoft.com/office/drawing/2014/main" id="{DBA35633-73FF-405D-A5E3-CF0BCE9D230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37238" y="3043238"/>
                        <a:ext cx="1235075" cy="957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38" name="Object 16">
            <a:extLst>
              <a:ext uri="{FF2B5EF4-FFF2-40B4-BE49-F238E27FC236}">
                <a16:creationId xmlns:a16="http://schemas.microsoft.com/office/drawing/2014/main" id="{7F33E860-0645-42D2-B3B4-7A7F2B8C5D6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99150" y="4419600"/>
          <a:ext cx="2101850" cy="992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664" name="公式" r:id="rId31" imgW="895439" imgH="361882" progId="Equation.3">
                  <p:embed/>
                </p:oleObj>
              </mc:Choice>
              <mc:Fallback>
                <p:oleObj name="公式" r:id="rId31" imgW="895439" imgH="361882" progId="Equation.3">
                  <p:embed/>
                  <p:pic>
                    <p:nvPicPr>
                      <p:cNvPr id="52238" name="Object 16">
                        <a:extLst>
                          <a:ext uri="{FF2B5EF4-FFF2-40B4-BE49-F238E27FC236}">
                            <a16:creationId xmlns:a16="http://schemas.microsoft.com/office/drawing/2014/main" id="{7F33E860-0645-42D2-B3B4-7A7F2B8C5D6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99150" y="4419600"/>
                        <a:ext cx="2101850" cy="992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62" name="Rectangle 50">
            <a:extLst>
              <a:ext uri="{FF2B5EF4-FFF2-40B4-BE49-F238E27FC236}">
                <a16:creationId xmlns:a16="http://schemas.microsoft.com/office/drawing/2014/main" id="{C7AE853A-1817-4D43-8227-9FD9A6CA63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3563" y="2362200"/>
            <a:ext cx="2971800" cy="3200400"/>
          </a:xfrm>
          <a:prstGeom prst="rect">
            <a:avLst/>
          </a:prstGeom>
          <a:noFill/>
          <a:ln w="28575">
            <a:solidFill>
              <a:srgbClr val="FF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sp>
        <p:nvSpPr>
          <p:cNvPr id="38963" name="Rectangle 51">
            <a:extLst>
              <a:ext uri="{FF2B5EF4-FFF2-40B4-BE49-F238E27FC236}">
                <a16:creationId xmlns:a16="http://schemas.microsoft.com/office/drawing/2014/main" id="{BE9F9F31-70BC-484E-B077-D1A12F0ECD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" y="5741988"/>
            <a:ext cx="2286000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>
                <a:solidFill>
                  <a:schemeClr val="bg1"/>
                </a:solidFill>
              </a:rPr>
              <a:t>  </a:t>
            </a:r>
            <a:r>
              <a:rPr kumimoji="0" lang="zh-CN" altLang="en-US">
                <a:solidFill>
                  <a:srgbClr val="00FFFF"/>
                </a:solidFill>
              </a:rPr>
              <a:t>入射波与反射</a:t>
            </a:r>
            <a:endParaRPr kumimoji="0" lang="en-US" altLang="zh-CN">
              <a:solidFill>
                <a:srgbClr val="00FFFF"/>
              </a:solidFill>
            </a:endParaRPr>
          </a:p>
          <a:p>
            <a:pPr eaLnBrk="1" hangingPunct="1"/>
            <a:r>
              <a:rPr kumimoji="0" lang="en-US" altLang="zh-CN">
                <a:solidFill>
                  <a:srgbClr val="00FFFF"/>
                </a:solidFill>
              </a:rPr>
              <a:t>           </a:t>
            </a:r>
            <a:r>
              <a:rPr kumimoji="0" lang="zh-CN" altLang="en-US">
                <a:solidFill>
                  <a:srgbClr val="00FFFF"/>
                </a:solidFill>
              </a:rPr>
              <a:t> 波叠加：</a:t>
            </a:r>
          </a:p>
        </p:txBody>
      </p:sp>
      <p:sp>
        <p:nvSpPr>
          <p:cNvPr id="7200" name="灯片编号占位符 1">
            <a:extLst>
              <a:ext uri="{FF2B5EF4-FFF2-40B4-BE49-F238E27FC236}">
                <a16:creationId xmlns:a16="http://schemas.microsoft.com/office/drawing/2014/main" id="{ED8E52D4-0FAB-48A4-9E5E-2C4AD4AFFF49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D1764C76-FC63-4510-BA08-7BBA14AB3F49}" type="slidenum">
              <a:rPr lang="en-US" altLang="zh-CN" b="0">
                <a:solidFill>
                  <a:srgbClr val="FF00FF"/>
                </a:solidFill>
              </a:rPr>
              <a:pPr eaLnBrk="1" hangingPunct="1"/>
              <a:t>20</a:t>
            </a:fld>
            <a:r>
              <a:rPr lang="en-US" altLang="zh-CN" b="0">
                <a:solidFill>
                  <a:srgbClr val="FF00FF"/>
                </a:solidFill>
              </a:rPr>
              <a:t>/24</a:t>
            </a:r>
          </a:p>
        </p:txBody>
      </p:sp>
      <p:graphicFrame>
        <p:nvGraphicFramePr>
          <p:cNvPr id="2" name="Object 33">
            <a:extLst>
              <a:ext uri="{FF2B5EF4-FFF2-40B4-BE49-F238E27FC236}">
                <a16:creationId xmlns:a16="http://schemas.microsoft.com/office/drawing/2014/main" id="{A8538CA4-DC3C-4AD0-852E-18344784EC7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15188" y="2571750"/>
          <a:ext cx="1335087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665" name="公式" r:id="rId33" imgW="476161" imgH="152468" progId="Equation.3">
                  <p:embed/>
                </p:oleObj>
              </mc:Choice>
              <mc:Fallback>
                <p:oleObj name="公式" r:id="rId33" imgW="476161" imgH="152468" progId="Equation.3">
                  <p:embed/>
                  <p:pic>
                    <p:nvPicPr>
                      <p:cNvPr id="2" name="Object 33">
                        <a:extLst>
                          <a:ext uri="{FF2B5EF4-FFF2-40B4-BE49-F238E27FC236}">
                            <a16:creationId xmlns:a16="http://schemas.microsoft.com/office/drawing/2014/main" id="{A8538CA4-DC3C-4AD0-852E-18344784EC7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15188" y="2571750"/>
                        <a:ext cx="1335087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202" name="图片 3">
            <a:extLst>
              <a:ext uri="{FF2B5EF4-FFF2-40B4-BE49-F238E27FC236}">
                <a16:creationId xmlns:a16="http://schemas.microsoft.com/office/drawing/2014/main" id="{E5C48234-10B2-46D5-9A3D-00678FC23B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1900" y="4478338"/>
            <a:ext cx="158750" cy="39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8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89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52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8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52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2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8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52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38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38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8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52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38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38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52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52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89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38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52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52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52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52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38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52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52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1" dur="500"/>
                                        <p:tgtEl>
                                          <p:spTgt spid="38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52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1" dur="500"/>
                                        <p:tgtEl>
                                          <p:spTgt spid="38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52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8" presetID="19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0" dur="5000" fill="hold"/>
                                        <p:tgtEl>
                                          <p:spTgt spid="389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0" fill="hold"/>
                                        <p:tgtEl>
                                          <p:spTgt spid="389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1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32" grpId="0" autoUpdateAnimBg="0"/>
      <p:bldP spid="38934" grpId="0" autoUpdateAnimBg="0"/>
      <p:bldP spid="38940" grpId="0" autoUpdateAnimBg="0"/>
      <p:bldP spid="38941" grpId="0" autoUpdateAnimBg="0"/>
      <p:bldP spid="38946" grpId="0" animBg="1"/>
      <p:bldP spid="38949" grpId="0" autoUpdateAnimBg="0"/>
      <p:bldP spid="38957" grpId="0" autoUpdateAnimBg="0"/>
      <p:bldP spid="38958" grpId="0" autoUpdateAnimBg="0"/>
      <p:bldP spid="38962" grpId="0" animBg="1"/>
      <p:bldP spid="38963" grpId="0" autoUpdateAnimBg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jkxMDYxZGYxZGIxNjIyZTIxODM5NTE1YTAzNTVjNjIifQ=="/>
</p:tagLst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5377</TotalTime>
  <Words>1026</Words>
  <Application>Microsoft Office PowerPoint</Application>
  <PresentationFormat>全屏显示(4:3)</PresentationFormat>
  <Paragraphs>171</Paragraphs>
  <Slides>20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20</vt:i4>
      </vt:variant>
    </vt:vector>
  </HeadingPairs>
  <TitlesOfParts>
    <vt:vector size="37" baseType="lpstr">
      <vt:lpstr>仿宋_GB2312</vt:lpstr>
      <vt:lpstr>黑体</vt:lpstr>
      <vt:lpstr>华文仿宋</vt:lpstr>
      <vt:lpstr>楷体</vt:lpstr>
      <vt:lpstr>楷体_GB2312</vt:lpstr>
      <vt:lpstr>宋体</vt:lpstr>
      <vt:lpstr>Arial</vt:lpstr>
      <vt:lpstr>Bookman Old Style</vt:lpstr>
      <vt:lpstr>Cambria Math</vt:lpstr>
      <vt:lpstr>Symbol</vt:lpstr>
      <vt:lpstr>Times New Roman</vt:lpstr>
      <vt:lpstr>Wingdings</vt:lpstr>
      <vt:lpstr>默认设计模板</vt:lpstr>
      <vt:lpstr>公式</vt:lpstr>
      <vt:lpstr>Equation.3</vt:lpstr>
      <vt:lpstr>Equation</vt:lpstr>
      <vt:lpstr>剪辑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xian jiaotong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下册-大学物理</dc:title>
  <dc:creator>yzhang</dc:creator>
  <cp:lastModifiedBy>yzhang</cp:lastModifiedBy>
  <cp:revision>1310</cp:revision>
  <cp:lastPrinted>2025-09-17T08:04:51Z</cp:lastPrinted>
  <dcterms:created xsi:type="dcterms:W3CDTF">1998-11-21T01:35:00Z</dcterms:created>
  <dcterms:modified xsi:type="dcterms:W3CDTF">2025-09-28T02:24:03Z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E360166CB073428B8BCB01AE86F8CFCF_12</vt:lpwstr>
  </property>
  <property fmtid="{D5CDD505-2E9C-101B-9397-08002B2CF9AE}" pid="3" name="KSOProductBuildVer">
    <vt:lpwstr>2052-12.1.0.15358</vt:lpwstr>
  </property>
</Properties>
</file>