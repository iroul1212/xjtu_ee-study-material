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1"/>
  </p:notesMasterIdLst>
  <p:handoutMasterIdLst>
    <p:handoutMasterId r:id="rId32"/>
  </p:handoutMasterIdLst>
  <p:sldIdLst>
    <p:sldId id="439" r:id="rId2"/>
    <p:sldId id="658" r:id="rId3"/>
    <p:sldId id="542" r:id="rId4"/>
    <p:sldId id="660" r:id="rId5"/>
    <p:sldId id="547" r:id="rId6"/>
    <p:sldId id="548" r:id="rId7"/>
    <p:sldId id="549" r:id="rId8"/>
    <p:sldId id="456" r:id="rId9"/>
    <p:sldId id="457" r:id="rId10"/>
    <p:sldId id="458" r:id="rId11"/>
    <p:sldId id="459" r:id="rId12"/>
    <p:sldId id="460" r:id="rId13"/>
    <p:sldId id="464" r:id="rId14"/>
    <p:sldId id="465" r:id="rId15"/>
    <p:sldId id="469" r:id="rId16"/>
    <p:sldId id="466" r:id="rId17"/>
    <p:sldId id="461" r:id="rId18"/>
    <p:sldId id="661" r:id="rId19"/>
    <p:sldId id="463" r:id="rId20"/>
    <p:sldId id="440" r:id="rId21"/>
    <p:sldId id="441" r:id="rId22"/>
    <p:sldId id="442" r:id="rId23"/>
    <p:sldId id="443" r:id="rId24"/>
    <p:sldId id="444" r:id="rId25"/>
    <p:sldId id="491" r:id="rId26"/>
    <p:sldId id="445" r:id="rId27"/>
    <p:sldId id="489" r:id="rId28"/>
    <p:sldId id="490" r:id="rId29"/>
    <p:sldId id="479" r:id="rId30"/>
  </p:sldIdLst>
  <p:sldSz cx="9144000" cy="6858000" type="screen4x3"/>
  <p:notesSz cx="6797675" cy="9928225"/>
  <p:custDataLst>
    <p:tags r:id="rId33"/>
  </p:custDataLst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kumimoji="1" sz="2400"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sz="2400"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sz="2400"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sz="2400"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sz="2400"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umimoji="1" sz="2400"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umimoji="1" sz="2400"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umimoji="1" sz="2400"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umimoji="1" sz="2400"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523" userDrawn="1">
          <p15:clr>
            <a:srgbClr val="A4A3A4"/>
          </p15:clr>
        </p15:guide>
        <p15:guide id="2" pos="507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27">
          <p15:clr>
            <a:srgbClr val="A4A3A4"/>
          </p15:clr>
        </p15:guide>
        <p15:guide id="2" pos="214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chemeClr val="tx1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FFFF00"/>
    <a:srgbClr val="0000FF"/>
    <a:srgbClr val="800000"/>
    <a:srgbClr val="FFCC99"/>
    <a:srgbClr val="CC6600"/>
    <a:srgbClr val="009999"/>
    <a:srgbClr val="FF0000"/>
    <a:srgbClr val="FF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32" autoAdjust="0"/>
    <p:restoredTop sz="94830" autoAdjust="0"/>
  </p:normalViewPr>
  <p:slideViewPr>
    <p:cSldViewPr showGuides="1">
      <p:cViewPr varScale="1">
        <p:scale>
          <a:sx n="110" d="100"/>
          <a:sy n="110" d="100"/>
        </p:scale>
        <p:origin x="948" y="54"/>
      </p:cViewPr>
      <p:guideLst>
        <p:guide orient="horz" pos="2523"/>
        <p:guide pos="507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60" d="100"/>
          <a:sy n="60" d="100"/>
        </p:scale>
        <p:origin x="-1764" y="-84"/>
      </p:cViewPr>
      <p:guideLst>
        <p:guide orient="horz" pos="3127"/>
        <p:guide pos="2141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gs" Target="tags/tag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handoutMaster" Target="handoutMasters/handoutMaster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4.emf"/><Relationship Id="rId1" Type="http://schemas.openxmlformats.org/officeDocument/2006/relationships/image" Target="../media/image3.emf"/><Relationship Id="rId4" Type="http://schemas.openxmlformats.org/officeDocument/2006/relationships/image" Target="../media/image6.emf"/></Relationships>
</file>

<file path=ppt/drawings/_rels/vmlDrawing2.v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2" Type="http://schemas.openxmlformats.org/officeDocument/2006/relationships/image" Target="../media/image8.emf"/><Relationship Id="rId1" Type="http://schemas.openxmlformats.org/officeDocument/2006/relationships/image" Target="../media/image7.emf"/><Relationship Id="rId4" Type="http://schemas.openxmlformats.org/officeDocument/2006/relationships/image" Target="../media/image10.emf"/></Relationships>
</file>

<file path=ppt/drawings/_rels/vmlDrawing3.vml.rels><?xml version="1.0" encoding="UTF-8" standalone="yes"?>
<Relationships xmlns="http://schemas.openxmlformats.org/package/2006/relationships"><Relationship Id="rId3" Type="http://schemas.openxmlformats.org/officeDocument/2006/relationships/image" Target="../media/image13.emf"/><Relationship Id="rId2" Type="http://schemas.openxmlformats.org/officeDocument/2006/relationships/image" Target="../media/image12.emf"/><Relationship Id="rId1" Type="http://schemas.openxmlformats.org/officeDocument/2006/relationships/image" Target="../media/image11.emf"/><Relationship Id="rId6" Type="http://schemas.openxmlformats.org/officeDocument/2006/relationships/image" Target="../media/image16.emf"/><Relationship Id="rId5" Type="http://schemas.openxmlformats.org/officeDocument/2006/relationships/image" Target="../media/image15.emf"/><Relationship Id="rId4" Type="http://schemas.openxmlformats.org/officeDocument/2006/relationships/image" Target="../media/image14.e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17.emf"/></Relationships>
</file>

<file path=ppt/drawings/_rels/vmlDrawing5.vml.rels><?xml version="1.0" encoding="UTF-8" standalone="yes"?>
<Relationships xmlns="http://schemas.openxmlformats.org/package/2006/relationships"><Relationship Id="rId3" Type="http://schemas.openxmlformats.org/officeDocument/2006/relationships/image" Target="../media/image20.emf"/><Relationship Id="rId2" Type="http://schemas.openxmlformats.org/officeDocument/2006/relationships/image" Target="../media/image19.emf"/><Relationship Id="rId1" Type="http://schemas.openxmlformats.org/officeDocument/2006/relationships/image" Target="../media/image18.emf"/><Relationship Id="rId6" Type="http://schemas.openxmlformats.org/officeDocument/2006/relationships/image" Target="../media/image23.emf"/><Relationship Id="rId5" Type="http://schemas.openxmlformats.org/officeDocument/2006/relationships/image" Target="../media/image22.emf"/><Relationship Id="rId4" Type="http://schemas.openxmlformats.org/officeDocument/2006/relationships/image" Target="../media/image21.emf"/></Relationships>
</file>

<file path=ppt/drawings/_rels/vmlDrawing6.vml.rels><?xml version="1.0" encoding="UTF-8" standalone="yes"?>
<Relationships xmlns="http://schemas.openxmlformats.org/package/2006/relationships"><Relationship Id="rId3" Type="http://schemas.openxmlformats.org/officeDocument/2006/relationships/image" Target="../media/image26.emf"/><Relationship Id="rId2" Type="http://schemas.openxmlformats.org/officeDocument/2006/relationships/image" Target="../media/image25.emf"/><Relationship Id="rId1" Type="http://schemas.openxmlformats.org/officeDocument/2006/relationships/image" Target="../media/image24.emf"/><Relationship Id="rId4" Type="http://schemas.openxmlformats.org/officeDocument/2006/relationships/image" Target="../media/image27.emf"/></Relationships>
</file>

<file path=ppt/drawings/_rels/vmlDrawing7.vml.rels><?xml version="1.0" encoding="UTF-8" standalone="yes"?>
<Relationships xmlns="http://schemas.openxmlformats.org/package/2006/relationships"><Relationship Id="rId3" Type="http://schemas.openxmlformats.org/officeDocument/2006/relationships/image" Target="../media/image30.emf"/><Relationship Id="rId7" Type="http://schemas.openxmlformats.org/officeDocument/2006/relationships/image" Target="../media/image34.emf"/><Relationship Id="rId2" Type="http://schemas.openxmlformats.org/officeDocument/2006/relationships/image" Target="../media/image29.emf"/><Relationship Id="rId1" Type="http://schemas.openxmlformats.org/officeDocument/2006/relationships/image" Target="../media/image28.emf"/><Relationship Id="rId6" Type="http://schemas.openxmlformats.org/officeDocument/2006/relationships/image" Target="../media/image33.emf"/><Relationship Id="rId5" Type="http://schemas.openxmlformats.org/officeDocument/2006/relationships/image" Target="../media/image32.emf"/><Relationship Id="rId4" Type="http://schemas.openxmlformats.org/officeDocument/2006/relationships/image" Target="../media/image31.emf"/></Relationships>
</file>

<file path=ppt/drawings/_rels/vmlDrawing8.vml.rels><?xml version="1.0" encoding="UTF-8" standalone="yes"?>
<Relationships xmlns="http://schemas.openxmlformats.org/package/2006/relationships"><Relationship Id="rId13" Type="http://schemas.openxmlformats.org/officeDocument/2006/relationships/image" Target="../media/image47.emf"/><Relationship Id="rId18" Type="http://schemas.openxmlformats.org/officeDocument/2006/relationships/image" Target="../media/image52.emf"/><Relationship Id="rId26" Type="http://schemas.openxmlformats.org/officeDocument/2006/relationships/image" Target="../media/image60.emf"/><Relationship Id="rId3" Type="http://schemas.openxmlformats.org/officeDocument/2006/relationships/image" Target="../media/image37.emf"/><Relationship Id="rId21" Type="http://schemas.openxmlformats.org/officeDocument/2006/relationships/image" Target="../media/image55.emf"/><Relationship Id="rId34" Type="http://schemas.openxmlformats.org/officeDocument/2006/relationships/image" Target="../media/image68.emf"/><Relationship Id="rId7" Type="http://schemas.openxmlformats.org/officeDocument/2006/relationships/image" Target="../media/image41.emf"/><Relationship Id="rId12" Type="http://schemas.openxmlformats.org/officeDocument/2006/relationships/image" Target="../media/image46.emf"/><Relationship Id="rId17" Type="http://schemas.openxmlformats.org/officeDocument/2006/relationships/image" Target="../media/image51.emf"/><Relationship Id="rId25" Type="http://schemas.openxmlformats.org/officeDocument/2006/relationships/image" Target="../media/image59.emf"/><Relationship Id="rId33" Type="http://schemas.openxmlformats.org/officeDocument/2006/relationships/image" Target="../media/image67.emf"/><Relationship Id="rId2" Type="http://schemas.openxmlformats.org/officeDocument/2006/relationships/image" Target="../media/image36.emf"/><Relationship Id="rId16" Type="http://schemas.openxmlformats.org/officeDocument/2006/relationships/image" Target="../media/image50.emf"/><Relationship Id="rId20" Type="http://schemas.openxmlformats.org/officeDocument/2006/relationships/image" Target="../media/image54.emf"/><Relationship Id="rId29" Type="http://schemas.openxmlformats.org/officeDocument/2006/relationships/image" Target="../media/image63.emf"/><Relationship Id="rId1" Type="http://schemas.openxmlformats.org/officeDocument/2006/relationships/image" Target="../media/image35.emf"/><Relationship Id="rId6" Type="http://schemas.openxmlformats.org/officeDocument/2006/relationships/image" Target="../media/image40.emf"/><Relationship Id="rId11" Type="http://schemas.openxmlformats.org/officeDocument/2006/relationships/image" Target="../media/image45.emf"/><Relationship Id="rId24" Type="http://schemas.openxmlformats.org/officeDocument/2006/relationships/image" Target="../media/image58.emf"/><Relationship Id="rId32" Type="http://schemas.openxmlformats.org/officeDocument/2006/relationships/image" Target="../media/image66.emf"/><Relationship Id="rId5" Type="http://schemas.openxmlformats.org/officeDocument/2006/relationships/image" Target="../media/image39.emf"/><Relationship Id="rId15" Type="http://schemas.openxmlformats.org/officeDocument/2006/relationships/image" Target="../media/image49.emf"/><Relationship Id="rId23" Type="http://schemas.openxmlformats.org/officeDocument/2006/relationships/image" Target="../media/image57.emf"/><Relationship Id="rId28" Type="http://schemas.openxmlformats.org/officeDocument/2006/relationships/image" Target="../media/image62.emf"/><Relationship Id="rId10" Type="http://schemas.openxmlformats.org/officeDocument/2006/relationships/image" Target="../media/image44.emf"/><Relationship Id="rId19" Type="http://schemas.openxmlformats.org/officeDocument/2006/relationships/image" Target="../media/image53.emf"/><Relationship Id="rId31" Type="http://schemas.openxmlformats.org/officeDocument/2006/relationships/image" Target="../media/image65.emf"/><Relationship Id="rId4" Type="http://schemas.openxmlformats.org/officeDocument/2006/relationships/image" Target="../media/image38.emf"/><Relationship Id="rId9" Type="http://schemas.openxmlformats.org/officeDocument/2006/relationships/image" Target="../media/image43.emf"/><Relationship Id="rId14" Type="http://schemas.openxmlformats.org/officeDocument/2006/relationships/image" Target="../media/image48.emf"/><Relationship Id="rId22" Type="http://schemas.openxmlformats.org/officeDocument/2006/relationships/image" Target="../media/image56.emf"/><Relationship Id="rId27" Type="http://schemas.openxmlformats.org/officeDocument/2006/relationships/image" Target="../media/image61.emf"/><Relationship Id="rId30" Type="http://schemas.openxmlformats.org/officeDocument/2006/relationships/image" Target="../media/image64.emf"/><Relationship Id="rId8" Type="http://schemas.openxmlformats.org/officeDocument/2006/relationships/image" Target="../media/image42.emf"/></Relationships>
</file>

<file path=ppt/drawings/_rels/vmlDrawing9.vml.rels><?xml version="1.0" encoding="UTF-8" standalone="yes"?>
<Relationships xmlns="http://schemas.openxmlformats.org/package/2006/relationships"><Relationship Id="rId3" Type="http://schemas.openxmlformats.org/officeDocument/2006/relationships/image" Target="../media/image71.emf"/><Relationship Id="rId2" Type="http://schemas.openxmlformats.org/officeDocument/2006/relationships/image" Target="../media/image70.emf"/><Relationship Id="rId1" Type="http://schemas.openxmlformats.org/officeDocument/2006/relationships/image" Target="../media/image69.emf"/><Relationship Id="rId6" Type="http://schemas.openxmlformats.org/officeDocument/2006/relationships/image" Target="../media/image74.emf"/><Relationship Id="rId5" Type="http://schemas.openxmlformats.org/officeDocument/2006/relationships/image" Target="../media/image73.emf"/><Relationship Id="rId4" Type="http://schemas.openxmlformats.org/officeDocument/2006/relationships/image" Target="../media/image72.emf"/></Relationships>
</file>

<file path=ppt/drawings/_rels/vmlDrawing10.vml.rels><?xml version="1.0" encoding="UTF-8" standalone="yes"?>
<Relationships xmlns="http://schemas.openxmlformats.org/package/2006/relationships"><Relationship Id="rId1" Type="http://schemas.openxmlformats.org/officeDocument/2006/relationships/image" Target="../media/image17.emf"/></Relationships>
</file>

<file path=ppt/drawings/_rels/vmlDrawing11.vml.rels><?xml version="1.0" encoding="UTF-8" standalone="yes"?>
<Relationships xmlns="http://schemas.openxmlformats.org/package/2006/relationships"><Relationship Id="rId2" Type="http://schemas.openxmlformats.org/officeDocument/2006/relationships/image" Target="../media/image76.emf"/><Relationship Id="rId1" Type="http://schemas.openxmlformats.org/officeDocument/2006/relationships/image" Target="../media/image75.emf"/></Relationships>
</file>

<file path=ppt/drawings/_rels/vmlDrawing12.vml.rels><?xml version="1.0" encoding="UTF-8" standalone="yes"?>
<Relationships xmlns="http://schemas.openxmlformats.org/package/2006/relationships"><Relationship Id="rId3" Type="http://schemas.openxmlformats.org/officeDocument/2006/relationships/image" Target="../media/image79.emf"/><Relationship Id="rId7" Type="http://schemas.openxmlformats.org/officeDocument/2006/relationships/image" Target="../media/image83.emf"/><Relationship Id="rId2" Type="http://schemas.openxmlformats.org/officeDocument/2006/relationships/image" Target="../media/image78.emf"/><Relationship Id="rId1" Type="http://schemas.openxmlformats.org/officeDocument/2006/relationships/image" Target="../media/image77.emf"/><Relationship Id="rId6" Type="http://schemas.openxmlformats.org/officeDocument/2006/relationships/image" Target="../media/image82.emf"/><Relationship Id="rId5" Type="http://schemas.openxmlformats.org/officeDocument/2006/relationships/image" Target="../media/image81.emf"/><Relationship Id="rId4" Type="http://schemas.openxmlformats.org/officeDocument/2006/relationships/image" Target="../media/image80.emf"/></Relationships>
</file>

<file path=ppt/drawings/_rels/vmlDrawing13.vml.rels><?xml version="1.0" encoding="UTF-8" standalone="yes"?>
<Relationships xmlns="http://schemas.openxmlformats.org/package/2006/relationships"><Relationship Id="rId2" Type="http://schemas.openxmlformats.org/officeDocument/2006/relationships/image" Target="../media/image85.emf"/><Relationship Id="rId1" Type="http://schemas.openxmlformats.org/officeDocument/2006/relationships/image" Target="../media/image84.emf"/></Relationships>
</file>

<file path=ppt/drawings/_rels/vmlDrawing14.vml.rels><?xml version="1.0" encoding="UTF-8" standalone="yes"?>
<Relationships xmlns="http://schemas.openxmlformats.org/package/2006/relationships"><Relationship Id="rId1" Type="http://schemas.openxmlformats.org/officeDocument/2006/relationships/image" Target="../media/image86.emf"/></Relationships>
</file>

<file path=ppt/drawings/_rels/vmlDrawing15.vml.rels><?xml version="1.0" encoding="UTF-8" standalone="yes"?>
<Relationships xmlns="http://schemas.openxmlformats.org/package/2006/relationships"><Relationship Id="rId8" Type="http://schemas.openxmlformats.org/officeDocument/2006/relationships/image" Target="../media/image94.emf"/><Relationship Id="rId3" Type="http://schemas.openxmlformats.org/officeDocument/2006/relationships/image" Target="../media/image89.emf"/><Relationship Id="rId7" Type="http://schemas.openxmlformats.org/officeDocument/2006/relationships/image" Target="../media/image93.emf"/><Relationship Id="rId2" Type="http://schemas.openxmlformats.org/officeDocument/2006/relationships/image" Target="../media/image88.emf"/><Relationship Id="rId1" Type="http://schemas.openxmlformats.org/officeDocument/2006/relationships/image" Target="../media/image87.emf"/><Relationship Id="rId6" Type="http://schemas.openxmlformats.org/officeDocument/2006/relationships/image" Target="../media/image92.emf"/><Relationship Id="rId5" Type="http://schemas.openxmlformats.org/officeDocument/2006/relationships/image" Target="../media/image91.emf"/><Relationship Id="rId4" Type="http://schemas.openxmlformats.org/officeDocument/2006/relationships/image" Target="../media/image90.emf"/></Relationships>
</file>

<file path=ppt/drawings/_rels/vmlDrawing16.vml.rels><?xml version="1.0" encoding="UTF-8" standalone="yes"?>
<Relationships xmlns="http://schemas.openxmlformats.org/package/2006/relationships"><Relationship Id="rId1" Type="http://schemas.openxmlformats.org/officeDocument/2006/relationships/image" Target="../media/image96.png"/></Relationships>
</file>

<file path=ppt/drawings/_rels/vmlDrawing17.vml.rels><?xml version="1.0" encoding="UTF-8" standalone="yes"?>
<Relationships xmlns="http://schemas.openxmlformats.org/package/2006/relationships"><Relationship Id="rId3" Type="http://schemas.openxmlformats.org/officeDocument/2006/relationships/image" Target="../media/image104.emf"/><Relationship Id="rId2" Type="http://schemas.openxmlformats.org/officeDocument/2006/relationships/image" Target="../media/image103.emf"/><Relationship Id="rId1" Type="http://schemas.openxmlformats.org/officeDocument/2006/relationships/image" Target="../media/image102.emf"/><Relationship Id="rId5" Type="http://schemas.openxmlformats.org/officeDocument/2006/relationships/image" Target="../media/image106.emf"/><Relationship Id="rId4" Type="http://schemas.openxmlformats.org/officeDocument/2006/relationships/image" Target="../media/image105.emf"/></Relationships>
</file>

<file path=ppt/drawings/_rels/vmlDrawing18.vml.rels><?xml version="1.0" encoding="UTF-8" standalone="yes"?>
<Relationships xmlns="http://schemas.openxmlformats.org/package/2006/relationships"><Relationship Id="rId8" Type="http://schemas.openxmlformats.org/officeDocument/2006/relationships/image" Target="../media/image114.emf"/><Relationship Id="rId3" Type="http://schemas.openxmlformats.org/officeDocument/2006/relationships/image" Target="../media/image109.emf"/><Relationship Id="rId7" Type="http://schemas.openxmlformats.org/officeDocument/2006/relationships/image" Target="../media/image113.emf"/><Relationship Id="rId2" Type="http://schemas.openxmlformats.org/officeDocument/2006/relationships/image" Target="../media/image108.emf"/><Relationship Id="rId1" Type="http://schemas.openxmlformats.org/officeDocument/2006/relationships/image" Target="../media/image107.emf"/><Relationship Id="rId6" Type="http://schemas.openxmlformats.org/officeDocument/2006/relationships/image" Target="../media/image112.emf"/><Relationship Id="rId5" Type="http://schemas.openxmlformats.org/officeDocument/2006/relationships/image" Target="../media/image111.emf"/><Relationship Id="rId10" Type="http://schemas.openxmlformats.org/officeDocument/2006/relationships/image" Target="../media/image116.emf"/><Relationship Id="rId4" Type="http://schemas.openxmlformats.org/officeDocument/2006/relationships/image" Target="../media/image110.emf"/><Relationship Id="rId9" Type="http://schemas.openxmlformats.org/officeDocument/2006/relationships/image" Target="../media/image115.emf"/></Relationships>
</file>

<file path=ppt/drawings/_rels/vmlDrawing19.vml.rels><?xml version="1.0" encoding="UTF-8" standalone="yes"?>
<Relationships xmlns="http://schemas.openxmlformats.org/package/2006/relationships"><Relationship Id="rId8" Type="http://schemas.openxmlformats.org/officeDocument/2006/relationships/image" Target="../media/image124.emf"/><Relationship Id="rId3" Type="http://schemas.openxmlformats.org/officeDocument/2006/relationships/image" Target="../media/image119.emf"/><Relationship Id="rId7" Type="http://schemas.openxmlformats.org/officeDocument/2006/relationships/image" Target="../media/image123.emf"/><Relationship Id="rId2" Type="http://schemas.openxmlformats.org/officeDocument/2006/relationships/image" Target="../media/image118.emf"/><Relationship Id="rId1" Type="http://schemas.openxmlformats.org/officeDocument/2006/relationships/image" Target="../media/image117.emf"/><Relationship Id="rId6" Type="http://schemas.openxmlformats.org/officeDocument/2006/relationships/image" Target="../media/image122.emf"/><Relationship Id="rId5" Type="http://schemas.openxmlformats.org/officeDocument/2006/relationships/image" Target="../media/image121.emf"/><Relationship Id="rId10" Type="http://schemas.openxmlformats.org/officeDocument/2006/relationships/image" Target="../media/image126.emf"/><Relationship Id="rId4" Type="http://schemas.openxmlformats.org/officeDocument/2006/relationships/image" Target="../media/image120.emf"/><Relationship Id="rId9" Type="http://schemas.openxmlformats.org/officeDocument/2006/relationships/image" Target="../media/image125.e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09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46400" cy="49688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l" eaLnBrk="1" hangingPunct="1"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3209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51275" y="0"/>
            <a:ext cx="2946400" cy="49688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3210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431338"/>
            <a:ext cx="2946400" cy="49688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l" eaLnBrk="1" hangingPunct="1"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3210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51275" y="9431338"/>
            <a:ext cx="2946400" cy="49688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200"/>
            </a:lvl1pPr>
          </a:lstStyle>
          <a:p>
            <a:pPr>
              <a:defRPr/>
            </a:pPr>
            <a:fld id="{37FF4DE6-1985-490C-B7E0-EDBA30F6E0FB}" type="slidenum">
              <a:rPr lang="en-US" altLang="zh-CN"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48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46400" cy="49688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l" eaLnBrk="1" hangingPunct="1"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4848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51275" y="0"/>
            <a:ext cx="2946400" cy="49688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05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17575" y="744538"/>
            <a:ext cx="4962525" cy="372268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4848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06463" y="4716463"/>
            <a:ext cx="4984750" cy="446722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14848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31338"/>
            <a:ext cx="2946400" cy="49688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l" eaLnBrk="1" hangingPunct="1"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4848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51275" y="9431338"/>
            <a:ext cx="2946400" cy="49688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200"/>
            </a:lvl1pPr>
          </a:lstStyle>
          <a:p>
            <a:pPr>
              <a:defRPr/>
            </a:pPr>
            <a:fld id="{16216DFA-5E0B-4E3C-A3A7-5CFDC691FED5}" type="slidenum">
              <a:rPr lang="en-US" altLang="zh-CN"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7">
            <a:extLst>
              <a:ext uri="{FF2B5EF4-FFF2-40B4-BE49-F238E27FC236}">
                <a16:creationId xmlns:a16="http://schemas.microsoft.com/office/drawing/2014/main" id="{B32B6ED2-9E68-4FFC-80F7-8D46669C1A7F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3851275" y="9431338"/>
            <a:ext cx="2946400" cy="496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280A51EA-7DD9-44BF-A55C-F00034BDA688}" type="slidenum">
              <a:rPr lang="en-US" altLang="zh-CN"/>
              <a:pPr algn="r" eaLnBrk="1" hangingPunct="1">
                <a:spcBef>
                  <a:spcPct val="0"/>
                </a:spcBef>
              </a:pPr>
              <a:t>5</a:t>
            </a:fld>
            <a:endParaRPr lang="en-US" altLang="zh-CN"/>
          </a:p>
        </p:txBody>
      </p:sp>
      <p:sp>
        <p:nvSpPr>
          <p:cNvPr id="26627" name="Rectangle 2">
            <a:extLst>
              <a:ext uri="{FF2B5EF4-FFF2-40B4-BE49-F238E27FC236}">
                <a16:creationId xmlns:a16="http://schemas.microsoft.com/office/drawing/2014/main" id="{FF7962D5-0288-471A-B7E5-9506F65D5B9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8" name="Rectangle 3">
            <a:extLst>
              <a:ext uri="{FF2B5EF4-FFF2-40B4-BE49-F238E27FC236}">
                <a16:creationId xmlns:a16="http://schemas.microsoft.com/office/drawing/2014/main" id="{192CC5FC-BBB1-4AA3-86D2-C4C9ED0BB30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7">
            <a:extLst>
              <a:ext uri="{FF2B5EF4-FFF2-40B4-BE49-F238E27FC236}">
                <a16:creationId xmlns:a16="http://schemas.microsoft.com/office/drawing/2014/main" id="{2CB37615-25E2-4238-91B0-EB15D16B5C95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3851275" y="9431338"/>
            <a:ext cx="2946400" cy="496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5CCA6ED6-5F5F-462F-8438-CF2F23AAC593}" type="slidenum">
              <a:rPr lang="en-US" altLang="zh-CN"/>
              <a:pPr algn="r" eaLnBrk="1" hangingPunct="1">
                <a:spcBef>
                  <a:spcPct val="0"/>
                </a:spcBef>
              </a:pPr>
              <a:t>6</a:t>
            </a:fld>
            <a:endParaRPr lang="en-US" altLang="zh-CN"/>
          </a:p>
        </p:txBody>
      </p:sp>
      <p:sp>
        <p:nvSpPr>
          <p:cNvPr id="28675" name="Rectangle 2">
            <a:extLst>
              <a:ext uri="{FF2B5EF4-FFF2-40B4-BE49-F238E27FC236}">
                <a16:creationId xmlns:a16="http://schemas.microsoft.com/office/drawing/2014/main" id="{062DA6DC-3435-4430-BD04-CC1CF89B224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8676" name="Rectangle 3">
            <a:extLst>
              <a:ext uri="{FF2B5EF4-FFF2-40B4-BE49-F238E27FC236}">
                <a16:creationId xmlns:a16="http://schemas.microsoft.com/office/drawing/2014/main" id="{AE094828-173D-44B2-9F32-88D52444EAE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7">
            <a:extLst>
              <a:ext uri="{FF2B5EF4-FFF2-40B4-BE49-F238E27FC236}">
                <a16:creationId xmlns:a16="http://schemas.microsoft.com/office/drawing/2014/main" id="{D37D49F7-9799-49DB-89C0-5D93DC134875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3851275" y="9431338"/>
            <a:ext cx="2946400" cy="496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4460A007-E6C4-4C70-B07E-103706939F15}" type="slidenum">
              <a:rPr lang="en-US" altLang="zh-CN"/>
              <a:pPr algn="r" eaLnBrk="1" hangingPunct="1">
                <a:spcBef>
                  <a:spcPct val="0"/>
                </a:spcBef>
              </a:pPr>
              <a:t>7</a:t>
            </a:fld>
            <a:endParaRPr lang="en-US" altLang="zh-CN"/>
          </a:p>
        </p:txBody>
      </p:sp>
      <p:sp>
        <p:nvSpPr>
          <p:cNvPr id="30723" name="Rectangle 2">
            <a:extLst>
              <a:ext uri="{FF2B5EF4-FFF2-40B4-BE49-F238E27FC236}">
                <a16:creationId xmlns:a16="http://schemas.microsoft.com/office/drawing/2014/main" id="{B9EEA1BF-C603-491E-B680-930B00C02F5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0724" name="Rectangle 3">
            <a:extLst>
              <a:ext uri="{FF2B5EF4-FFF2-40B4-BE49-F238E27FC236}">
                <a16:creationId xmlns:a16="http://schemas.microsoft.com/office/drawing/2014/main" id="{43F7FB35-9C99-4AFF-B97F-7364D3B3080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7">
            <a:extLst>
              <a:ext uri="{FF2B5EF4-FFF2-40B4-BE49-F238E27FC236}">
                <a16:creationId xmlns:a16="http://schemas.microsoft.com/office/drawing/2014/main" id="{DE795FA1-EA5F-41BF-81E2-82E54AAE8C3D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3851275" y="9431338"/>
            <a:ext cx="2946400" cy="496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CD6BD0A9-494E-4962-9080-A2B8ABA71D26}" type="slidenum">
              <a:rPr lang="en-US" altLang="zh-CN"/>
              <a:pPr algn="r" eaLnBrk="1" hangingPunct="1">
                <a:spcBef>
                  <a:spcPct val="0"/>
                </a:spcBef>
              </a:pPr>
              <a:t>8</a:t>
            </a:fld>
            <a:endParaRPr lang="en-US" altLang="zh-CN"/>
          </a:p>
        </p:txBody>
      </p:sp>
      <p:sp>
        <p:nvSpPr>
          <p:cNvPr id="7171" name="Rectangle 2">
            <a:extLst>
              <a:ext uri="{FF2B5EF4-FFF2-40B4-BE49-F238E27FC236}">
                <a16:creationId xmlns:a16="http://schemas.microsoft.com/office/drawing/2014/main" id="{10880169-32B0-4BC7-8481-8DCCADB5D6B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72" name="Rectangle 3">
            <a:extLst>
              <a:ext uri="{FF2B5EF4-FFF2-40B4-BE49-F238E27FC236}">
                <a16:creationId xmlns:a16="http://schemas.microsoft.com/office/drawing/2014/main" id="{F6A3856D-5D07-4B08-A6E2-66085059C3C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7">
            <a:extLst>
              <a:ext uri="{FF2B5EF4-FFF2-40B4-BE49-F238E27FC236}">
                <a16:creationId xmlns:a16="http://schemas.microsoft.com/office/drawing/2014/main" id="{04B9B767-1D01-44F4-B4FB-4FC9FD74FC6C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3851275" y="9431338"/>
            <a:ext cx="2946400" cy="496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E2C3D3F0-6A15-4786-8DE8-0FFFDC560E7E}" type="slidenum">
              <a:rPr lang="en-US" altLang="zh-CN"/>
              <a:pPr algn="r" eaLnBrk="1" hangingPunct="1">
                <a:spcBef>
                  <a:spcPct val="0"/>
                </a:spcBef>
              </a:pPr>
              <a:t>9</a:t>
            </a:fld>
            <a:endParaRPr lang="en-US" altLang="zh-CN"/>
          </a:p>
        </p:txBody>
      </p:sp>
      <p:sp>
        <p:nvSpPr>
          <p:cNvPr id="9219" name="Rectangle 2">
            <a:extLst>
              <a:ext uri="{FF2B5EF4-FFF2-40B4-BE49-F238E27FC236}">
                <a16:creationId xmlns:a16="http://schemas.microsoft.com/office/drawing/2014/main" id="{F8BDA5B6-4527-4539-A58E-B0F35E1DD43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220" name="Rectangle 3">
            <a:extLst>
              <a:ext uri="{FF2B5EF4-FFF2-40B4-BE49-F238E27FC236}">
                <a16:creationId xmlns:a16="http://schemas.microsoft.com/office/drawing/2014/main" id="{29744B98-622F-492D-8920-FA1C671E371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>
              <a:solidFill>
                <a:schemeClr val="bg1"/>
              </a:solidFill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7">
            <a:extLst>
              <a:ext uri="{FF2B5EF4-FFF2-40B4-BE49-F238E27FC236}">
                <a16:creationId xmlns:a16="http://schemas.microsoft.com/office/drawing/2014/main" id="{B64E9372-BCAB-453A-95E9-F946FBAC0980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3851275" y="9431340"/>
            <a:ext cx="2946400" cy="496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F95B6B57-37FB-43AE-9750-2AA70DB443CF}" type="slidenum">
              <a:rPr lang="en-US" altLang="zh-CN">
                <a:latin typeface="Arial" panose="020B0604020202020204" pitchFamily="34" charset="0"/>
              </a:rPr>
              <a:pPr algn="r" eaLnBrk="1" hangingPunct="1">
                <a:spcBef>
                  <a:spcPct val="0"/>
                </a:spcBef>
              </a:pPr>
              <a:t>21</a:t>
            </a:fld>
            <a:endParaRPr lang="en-US" altLang="zh-CN">
              <a:latin typeface="Arial" panose="020B0604020202020204" pitchFamily="34" charset="0"/>
            </a:endParaRPr>
          </a:p>
        </p:txBody>
      </p:sp>
      <p:sp>
        <p:nvSpPr>
          <p:cNvPr id="22531" name="Rectangle 2">
            <a:extLst>
              <a:ext uri="{FF2B5EF4-FFF2-40B4-BE49-F238E27FC236}">
                <a16:creationId xmlns:a16="http://schemas.microsoft.com/office/drawing/2014/main" id="{D1D4015A-2E4B-4F72-A387-D038745A31B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532" name="Rectangle 3">
            <a:extLst>
              <a:ext uri="{FF2B5EF4-FFF2-40B4-BE49-F238E27FC236}">
                <a16:creationId xmlns:a16="http://schemas.microsoft.com/office/drawing/2014/main" id="{30E4E276-C8CB-4395-A268-95E7E35E8F2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>
            <a:extLst>
              <a:ext uri="{FF2B5EF4-FFF2-40B4-BE49-F238E27FC236}">
                <a16:creationId xmlns:a16="http://schemas.microsoft.com/office/drawing/2014/main" id="{CF2BA4A1-4CF4-4155-82D4-6379FBF84241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3851275" y="9431340"/>
            <a:ext cx="2946400" cy="496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24DA90F8-D036-412B-B19C-819A1CA7DB32}" type="slidenum">
              <a:rPr lang="en-US" altLang="zh-CN">
                <a:latin typeface="Arial" panose="020B0604020202020204" pitchFamily="34" charset="0"/>
              </a:rPr>
              <a:pPr algn="r" eaLnBrk="1" hangingPunct="1">
                <a:spcBef>
                  <a:spcPct val="0"/>
                </a:spcBef>
              </a:pPr>
              <a:t>22</a:t>
            </a:fld>
            <a:endParaRPr lang="en-US" altLang="zh-CN">
              <a:latin typeface="Arial" panose="020B0604020202020204" pitchFamily="34" charset="0"/>
            </a:endParaRPr>
          </a:p>
        </p:txBody>
      </p:sp>
      <p:sp>
        <p:nvSpPr>
          <p:cNvPr id="24579" name="Rectangle 2">
            <a:extLst>
              <a:ext uri="{FF2B5EF4-FFF2-40B4-BE49-F238E27FC236}">
                <a16:creationId xmlns:a16="http://schemas.microsoft.com/office/drawing/2014/main" id="{FFF98407-E622-4967-97A7-A3A0FDCB49C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0" name="Rectangle 3">
            <a:extLst>
              <a:ext uri="{FF2B5EF4-FFF2-40B4-BE49-F238E27FC236}">
                <a16:creationId xmlns:a16="http://schemas.microsoft.com/office/drawing/2014/main" id="{162534CC-264F-4780-BA4D-E3574987C02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7">
            <a:extLst>
              <a:ext uri="{FF2B5EF4-FFF2-40B4-BE49-F238E27FC236}">
                <a16:creationId xmlns:a16="http://schemas.microsoft.com/office/drawing/2014/main" id="{94C2E432-61F9-45D1-8129-2A77EB852F3B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3851275" y="9431340"/>
            <a:ext cx="2946400" cy="496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7B34262F-07E5-4442-AEC2-4ED7F362A03F}" type="slidenum">
              <a:rPr lang="en-US" altLang="zh-CN">
                <a:latin typeface="Arial" panose="020B0604020202020204" pitchFamily="34" charset="0"/>
              </a:rPr>
              <a:pPr algn="r" eaLnBrk="1" hangingPunct="1">
                <a:spcBef>
                  <a:spcPct val="0"/>
                </a:spcBef>
              </a:pPr>
              <a:t>23</a:t>
            </a:fld>
            <a:endParaRPr lang="en-US" altLang="zh-CN">
              <a:latin typeface="Arial" panose="020B0604020202020204" pitchFamily="34" charset="0"/>
            </a:endParaRPr>
          </a:p>
        </p:txBody>
      </p:sp>
      <p:sp>
        <p:nvSpPr>
          <p:cNvPr id="26627" name="Rectangle 2">
            <a:extLst>
              <a:ext uri="{FF2B5EF4-FFF2-40B4-BE49-F238E27FC236}">
                <a16:creationId xmlns:a16="http://schemas.microsoft.com/office/drawing/2014/main" id="{7A7DF5E9-11E7-4175-AD18-901E3A183E8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8" name="Rectangle 3">
            <a:extLst>
              <a:ext uri="{FF2B5EF4-FFF2-40B4-BE49-F238E27FC236}">
                <a16:creationId xmlns:a16="http://schemas.microsoft.com/office/drawing/2014/main" id="{47F1BCC0-7D8E-4FB1-A06F-41BF0EA4B20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7">
            <a:extLst>
              <a:ext uri="{FF2B5EF4-FFF2-40B4-BE49-F238E27FC236}">
                <a16:creationId xmlns:a16="http://schemas.microsoft.com/office/drawing/2014/main" id="{926FE950-3FD4-42A5-A605-D15968985A96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3851275" y="9431340"/>
            <a:ext cx="2946400" cy="496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F2FFE12B-771F-4E45-B5BC-584E71A3DFFE}" type="slidenum">
              <a:rPr lang="en-US" altLang="zh-CN">
                <a:latin typeface="Arial" panose="020B0604020202020204" pitchFamily="34" charset="0"/>
              </a:rPr>
              <a:pPr algn="r" eaLnBrk="1" hangingPunct="1">
                <a:spcBef>
                  <a:spcPct val="0"/>
                </a:spcBef>
              </a:pPr>
              <a:t>26</a:t>
            </a:fld>
            <a:endParaRPr lang="en-US" altLang="zh-CN">
              <a:latin typeface="Arial" panose="020B0604020202020204" pitchFamily="34" charset="0"/>
            </a:endParaRPr>
          </a:p>
        </p:txBody>
      </p:sp>
      <p:sp>
        <p:nvSpPr>
          <p:cNvPr id="29699" name="Rectangle 2">
            <a:extLst>
              <a:ext uri="{FF2B5EF4-FFF2-40B4-BE49-F238E27FC236}">
                <a16:creationId xmlns:a16="http://schemas.microsoft.com/office/drawing/2014/main" id="{A76D5A13-E36F-42DB-9C11-79000013FC9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9700" name="Rectangle 3">
            <a:extLst>
              <a:ext uri="{FF2B5EF4-FFF2-40B4-BE49-F238E27FC236}">
                <a16:creationId xmlns:a16="http://schemas.microsoft.com/office/drawing/2014/main" id="{9752FD64-6224-4B95-8709-5128ADAE1CE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7">
            <a:extLst>
              <a:ext uri="{FF2B5EF4-FFF2-40B4-BE49-F238E27FC236}">
                <a16:creationId xmlns:a16="http://schemas.microsoft.com/office/drawing/2014/main" id="{AEACDCDF-DB5C-4BD1-9EC1-C5C00C8B978A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3851275" y="9431340"/>
            <a:ext cx="2946400" cy="496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FA0B1F22-62FD-4120-8F69-0DCC204C5D30}" type="slidenum">
              <a:rPr lang="en-US" altLang="zh-CN">
                <a:latin typeface="Arial" panose="020B0604020202020204" pitchFamily="34" charset="0"/>
              </a:rPr>
              <a:pPr algn="r" eaLnBrk="1" hangingPunct="1">
                <a:spcBef>
                  <a:spcPct val="0"/>
                </a:spcBef>
              </a:pPr>
              <a:t>27</a:t>
            </a:fld>
            <a:endParaRPr lang="en-US" altLang="zh-CN">
              <a:latin typeface="Arial" panose="020B0604020202020204" pitchFamily="34" charset="0"/>
            </a:endParaRPr>
          </a:p>
        </p:txBody>
      </p:sp>
      <p:sp>
        <p:nvSpPr>
          <p:cNvPr id="31747" name="Rectangle 2">
            <a:extLst>
              <a:ext uri="{FF2B5EF4-FFF2-40B4-BE49-F238E27FC236}">
                <a16:creationId xmlns:a16="http://schemas.microsoft.com/office/drawing/2014/main" id="{EFF62887-83A2-48AE-A458-7C2542F87C9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1748" name="Rectangle 3">
            <a:extLst>
              <a:ext uri="{FF2B5EF4-FFF2-40B4-BE49-F238E27FC236}">
                <a16:creationId xmlns:a16="http://schemas.microsoft.com/office/drawing/2014/main" id="{E94D8313-011A-4459-858E-F436A3251CF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fourObj">
  <p:cSld name="标题和四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sz="quarter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4038600" cy="21859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4648200" y="1600200"/>
            <a:ext cx="4038600" cy="21859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457200" y="3938588"/>
            <a:ext cx="4038600" cy="21875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8200" y="3938588"/>
            <a:ext cx="4038600" cy="21875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rgbClr val="00182F"/>
            </a:gs>
            <a:gs pos="100000">
              <a:srgbClr val="003366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AutoShape 7"/>
          <p:cNvSpPr>
            <a:spLocks noChangeArrowheads="1"/>
          </p:cNvSpPr>
          <p:nvPr/>
        </p:nvSpPr>
        <p:spPr bwMode="auto">
          <a:xfrm>
            <a:off x="-25400" y="0"/>
            <a:ext cx="9204325" cy="6858000"/>
          </a:xfrm>
          <a:prstGeom prst="bevel">
            <a:avLst>
              <a:gd name="adj" fmla="val 1273"/>
            </a:avLst>
          </a:prstGeom>
          <a:solidFill>
            <a:srgbClr val="006699"/>
          </a:solidFill>
          <a:ln w="9525">
            <a:solidFill>
              <a:srgbClr val="006699"/>
            </a:solidFill>
            <a:miter lim="800000"/>
          </a:ln>
        </p:spPr>
        <p:txBody>
          <a:bodyPr wrap="none" anchor="ctr"/>
          <a:lstStyle>
            <a:lvl1pPr algn="ctr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algn="ctr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algn="ctr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algn="ctr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algn="ctr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endParaRPr lang="zh-CN" altLang="en-US"/>
          </a:p>
        </p:txBody>
      </p:sp>
      <p:sp>
        <p:nvSpPr>
          <p:cNvPr id="1027" name="Rectangle 8"/>
          <p:cNvSpPr>
            <a:spLocks noChangeArrowheads="1"/>
          </p:cNvSpPr>
          <p:nvPr/>
        </p:nvSpPr>
        <p:spPr bwMode="auto">
          <a:xfrm>
            <a:off x="250825" y="265113"/>
            <a:ext cx="8626475" cy="6330950"/>
          </a:xfrm>
          <a:prstGeom prst="rect">
            <a:avLst/>
          </a:prstGeom>
          <a:noFill/>
          <a:ln w="12700">
            <a:solidFill>
              <a:srgbClr val="FF0000"/>
            </a:solidFill>
            <a:prstDash val="dash"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algn="ctr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algn="ctr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algn="ctr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algn="ctr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algn="ctr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.bin"/><Relationship Id="rId3" Type="http://schemas.openxmlformats.org/officeDocument/2006/relationships/notesSlide" Target="../notesSlides/notesSlide4.xml"/><Relationship Id="rId7" Type="http://schemas.openxmlformats.org/officeDocument/2006/relationships/image" Target="../media/image4.e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.vml"/><Relationship Id="rId6" Type="http://schemas.openxmlformats.org/officeDocument/2006/relationships/oleObject" Target="../embeddings/oleObject2.bin"/><Relationship Id="rId11" Type="http://schemas.openxmlformats.org/officeDocument/2006/relationships/image" Target="../media/image6.emf"/><Relationship Id="rId5" Type="http://schemas.openxmlformats.org/officeDocument/2006/relationships/image" Target="../media/image3.emf"/><Relationship Id="rId10" Type="http://schemas.openxmlformats.org/officeDocument/2006/relationships/oleObject" Target="../embeddings/oleObject4.bin"/><Relationship Id="rId4" Type="http://schemas.openxmlformats.org/officeDocument/2006/relationships/oleObject" Target="../embeddings/oleObject1.bin"/><Relationship Id="rId9" Type="http://schemas.openxmlformats.org/officeDocument/2006/relationships/image" Target="../media/image5.emf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7.bin"/><Relationship Id="rId3" Type="http://schemas.openxmlformats.org/officeDocument/2006/relationships/notesSlide" Target="../notesSlides/notesSlide5.xml"/><Relationship Id="rId7" Type="http://schemas.openxmlformats.org/officeDocument/2006/relationships/image" Target="../media/image8.e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.vml"/><Relationship Id="rId6" Type="http://schemas.openxmlformats.org/officeDocument/2006/relationships/oleObject" Target="../embeddings/oleObject6.bin"/><Relationship Id="rId11" Type="http://schemas.openxmlformats.org/officeDocument/2006/relationships/image" Target="../media/image10.emf"/><Relationship Id="rId5" Type="http://schemas.openxmlformats.org/officeDocument/2006/relationships/image" Target="../media/image7.emf"/><Relationship Id="rId10" Type="http://schemas.openxmlformats.org/officeDocument/2006/relationships/oleObject" Target="../embeddings/oleObject8.bin"/><Relationship Id="rId4" Type="http://schemas.openxmlformats.org/officeDocument/2006/relationships/oleObject" Target="../embeddings/oleObject5.bin"/><Relationship Id="rId9" Type="http://schemas.openxmlformats.org/officeDocument/2006/relationships/image" Target="../media/image9.emf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emf"/><Relationship Id="rId13" Type="http://schemas.openxmlformats.org/officeDocument/2006/relationships/oleObject" Target="../embeddings/oleObject14.bin"/><Relationship Id="rId3" Type="http://schemas.openxmlformats.org/officeDocument/2006/relationships/oleObject" Target="../embeddings/oleObject9.bin"/><Relationship Id="rId7" Type="http://schemas.openxmlformats.org/officeDocument/2006/relationships/oleObject" Target="../embeddings/oleObject11.bin"/><Relationship Id="rId12" Type="http://schemas.openxmlformats.org/officeDocument/2006/relationships/image" Target="../media/image15.e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12.emf"/><Relationship Id="rId11" Type="http://schemas.openxmlformats.org/officeDocument/2006/relationships/oleObject" Target="../embeddings/oleObject13.bin"/><Relationship Id="rId5" Type="http://schemas.openxmlformats.org/officeDocument/2006/relationships/oleObject" Target="../embeddings/oleObject10.bin"/><Relationship Id="rId10" Type="http://schemas.openxmlformats.org/officeDocument/2006/relationships/image" Target="../media/image14.emf"/><Relationship Id="rId4" Type="http://schemas.openxmlformats.org/officeDocument/2006/relationships/image" Target="../media/image11.emf"/><Relationship Id="rId9" Type="http://schemas.openxmlformats.org/officeDocument/2006/relationships/oleObject" Target="../embeddings/oleObject12.bin"/><Relationship Id="rId14" Type="http://schemas.openxmlformats.org/officeDocument/2006/relationships/image" Target="../media/image16.emf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5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4.vml"/><Relationship Id="rId4" Type="http://schemas.openxmlformats.org/officeDocument/2006/relationships/image" Target="../media/image17.emf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emf"/><Relationship Id="rId13" Type="http://schemas.openxmlformats.org/officeDocument/2006/relationships/oleObject" Target="../embeddings/oleObject21.bin"/><Relationship Id="rId3" Type="http://schemas.openxmlformats.org/officeDocument/2006/relationships/oleObject" Target="../embeddings/oleObject16.bin"/><Relationship Id="rId7" Type="http://schemas.openxmlformats.org/officeDocument/2006/relationships/oleObject" Target="../embeddings/oleObject18.bin"/><Relationship Id="rId12" Type="http://schemas.openxmlformats.org/officeDocument/2006/relationships/image" Target="../media/image22.e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5.vml"/><Relationship Id="rId6" Type="http://schemas.openxmlformats.org/officeDocument/2006/relationships/image" Target="../media/image19.emf"/><Relationship Id="rId11" Type="http://schemas.openxmlformats.org/officeDocument/2006/relationships/oleObject" Target="../embeddings/oleObject20.bin"/><Relationship Id="rId5" Type="http://schemas.openxmlformats.org/officeDocument/2006/relationships/oleObject" Target="../embeddings/oleObject17.bin"/><Relationship Id="rId10" Type="http://schemas.openxmlformats.org/officeDocument/2006/relationships/image" Target="../media/image21.emf"/><Relationship Id="rId4" Type="http://schemas.openxmlformats.org/officeDocument/2006/relationships/image" Target="../media/image18.emf"/><Relationship Id="rId9" Type="http://schemas.openxmlformats.org/officeDocument/2006/relationships/oleObject" Target="../embeddings/oleObject19.bin"/><Relationship Id="rId14" Type="http://schemas.openxmlformats.org/officeDocument/2006/relationships/image" Target="../media/image23.emf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emf"/><Relationship Id="rId3" Type="http://schemas.openxmlformats.org/officeDocument/2006/relationships/oleObject" Target="../embeddings/oleObject22.bin"/><Relationship Id="rId7" Type="http://schemas.openxmlformats.org/officeDocument/2006/relationships/oleObject" Target="../embeddings/oleObject24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6.vml"/><Relationship Id="rId6" Type="http://schemas.openxmlformats.org/officeDocument/2006/relationships/image" Target="../media/image25.emf"/><Relationship Id="rId5" Type="http://schemas.openxmlformats.org/officeDocument/2006/relationships/oleObject" Target="../embeddings/oleObject23.bin"/><Relationship Id="rId10" Type="http://schemas.openxmlformats.org/officeDocument/2006/relationships/image" Target="../media/image27.emf"/><Relationship Id="rId4" Type="http://schemas.openxmlformats.org/officeDocument/2006/relationships/image" Target="../media/image24.emf"/><Relationship Id="rId9" Type="http://schemas.openxmlformats.org/officeDocument/2006/relationships/oleObject" Target="../embeddings/oleObject25.bin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emf"/><Relationship Id="rId13" Type="http://schemas.openxmlformats.org/officeDocument/2006/relationships/oleObject" Target="../embeddings/oleObject31.bin"/><Relationship Id="rId3" Type="http://schemas.openxmlformats.org/officeDocument/2006/relationships/oleObject" Target="../embeddings/oleObject26.bin"/><Relationship Id="rId7" Type="http://schemas.openxmlformats.org/officeDocument/2006/relationships/oleObject" Target="../embeddings/oleObject28.bin"/><Relationship Id="rId12" Type="http://schemas.openxmlformats.org/officeDocument/2006/relationships/image" Target="../media/image32.emf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34.emf"/><Relationship Id="rId1" Type="http://schemas.openxmlformats.org/officeDocument/2006/relationships/vmlDrawing" Target="../drawings/vmlDrawing7.vml"/><Relationship Id="rId6" Type="http://schemas.openxmlformats.org/officeDocument/2006/relationships/image" Target="../media/image29.emf"/><Relationship Id="rId11" Type="http://schemas.openxmlformats.org/officeDocument/2006/relationships/oleObject" Target="../embeddings/oleObject30.bin"/><Relationship Id="rId5" Type="http://schemas.openxmlformats.org/officeDocument/2006/relationships/oleObject" Target="../embeddings/oleObject27.bin"/><Relationship Id="rId15" Type="http://schemas.openxmlformats.org/officeDocument/2006/relationships/oleObject" Target="../embeddings/oleObject32.bin"/><Relationship Id="rId10" Type="http://schemas.openxmlformats.org/officeDocument/2006/relationships/image" Target="../media/image31.emf"/><Relationship Id="rId4" Type="http://schemas.openxmlformats.org/officeDocument/2006/relationships/image" Target="../media/image28.emf"/><Relationship Id="rId9" Type="http://schemas.openxmlformats.org/officeDocument/2006/relationships/oleObject" Target="../embeddings/oleObject29.bin"/><Relationship Id="rId14" Type="http://schemas.openxmlformats.org/officeDocument/2006/relationships/image" Target="../media/image33.emf"/></Relationships>
</file>

<file path=ppt/slides/_rels/slide15.xml.rels><?xml version="1.0" encoding="UTF-8" standalone="yes"?>
<Relationships xmlns="http://schemas.openxmlformats.org/package/2006/relationships"><Relationship Id="rId26" Type="http://schemas.openxmlformats.org/officeDocument/2006/relationships/image" Target="../media/image46.emf"/><Relationship Id="rId21" Type="http://schemas.openxmlformats.org/officeDocument/2006/relationships/oleObject" Target="../embeddings/oleObject42.bin"/><Relationship Id="rId42" Type="http://schemas.openxmlformats.org/officeDocument/2006/relationships/image" Target="../media/image54.emf"/><Relationship Id="rId47" Type="http://schemas.openxmlformats.org/officeDocument/2006/relationships/oleObject" Target="../embeddings/oleObject55.bin"/><Relationship Id="rId63" Type="http://schemas.openxmlformats.org/officeDocument/2006/relationships/oleObject" Target="../embeddings/oleObject63.bin"/><Relationship Id="rId68" Type="http://schemas.openxmlformats.org/officeDocument/2006/relationships/image" Target="../media/image67.emf"/><Relationship Id="rId7" Type="http://schemas.openxmlformats.org/officeDocument/2006/relationships/oleObject" Target="../embeddings/oleObject35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41.emf"/><Relationship Id="rId29" Type="http://schemas.openxmlformats.org/officeDocument/2006/relationships/oleObject" Target="../embeddings/oleObject46.bin"/><Relationship Id="rId11" Type="http://schemas.openxmlformats.org/officeDocument/2006/relationships/oleObject" Target="../embeddings/oleObject37.bin"/><Relationship Id="rId24" Type="http://schemas.openxmlformats.org/officeDocument/2006/relationships/image" Target="../media/image45.emf"/><Relationship Id="rId32" Type="http://schemas.openxmlformats.org/officeDocument/2006/relationships/image" Target="../media/image49.emf"/><Relationship Id="rId37" Type="http://schemas.openxmlformats.org/officeDocument/2006/relationships/oleObject" Target="../embeddings/oleObject50.bin"/><Relationship Id="rId40" Type="http://schemas.openxmlformats.org/officeDocument/2006/relationships/image" Target="../media/image53.emf"/><Relationship Id="rId45" Type="http://schemas.openxmlformats.org/officeDocument/2006/relationships/oleObject" Target="../embeddings/oleObject54.bin"/><Relationship Id="rId53" Type="http://schemas.openxmlformats.org/officeDocument/2006/relationships/oleObject" Target="../embeddings/oleObject58.bin"/><Relationship Id="rId58" Type="http://schemas.openxmlformats.org/officeDocument/2006/relationships/image" Target="../media/image62.emf"/><Relationship Id="rId66" Type="http://schemas.openxmlformats.org/officeDocument/2006/relationships/image" Target="../media/image66.emf"/><Relationship Id="rId5" Type="http://schemas.openxmlformats.org/officeDocument/2006/relationships/oleObject" Target="../embeddings/oleObject34.bin"/><Relationship Id="rId61" Type="http://schemas.openxmlformats.org/officeDocument/2006/relationships/oleObject" Target="../embeddings/oleObject62.bin"/><Relationship Id="rId19" Type="http://schemas.openxmlformats.org/officeDocument/2006/relationships/oleObject" Target="../embeddings/oleObject41.bin"/><Relationship Id="rId14" Type="http://schemas.openxmlformats.org/officeDocument/2006/relationships/image" Target="../media/image40.emf"/><Relationship Id="rId22" Type="http://schemas.openxmlformats.org/officeDocument/2006/relationships/image" Target="../media/image44.emf"/><Relationship Id="rId27" Type="http://schemas.openxmlformats.org/officeDocument/2006/relationships/oleObject" Target="../embeddings/oleObject45.bin"/><Relationship Id="rId30" Type="http://schemas.openxmlformats.org/officeDocument/2006/relationships/image" Target="../media/image48.emf"/><Relationship Id="rId35" Type="http://schemas.openxmlformats.org/officeDocument/2006/relationships/oleObject" Target="../embeddings/oleObject49.bin"/><Relationship Id="rId43" Type="http://schemas.openxmlformats.org/officeDocument/2006/relationships/oleObject" Target="../embeddings/oleObject53.bin"/><Relationship Id="rId48" Type="http://schemas.openxmlformats.org/officeDocument/2006/relationships/image" Target="../media/image57.emf"/><Relationship Id="rId56" Type="http://schemas.openxmlformats.org/officeDocument/2006/relationships/image" Target="../media/image61.emf"/><Relationship Id="rId64" Type="http://schemas.openxmlformats.org/officeDocument/2006/relationships/image" Target="../media/image65.emf"/><Relationship Id="rId69" Type="http://schemas.openxmlformats.org/officeDocument/2006/relationships/oleObject" Target="../embeddings/oleObject66.bin"/><Relationship Id="rId8" Type="http://schemas.openxmlformats.org/officeDocument/2006/relationships/image" Target="../media/image37.emf"/><Relationship Id="rId51" Type="http://schemas.openxmlformats.org/officeDocument/2006/relationships/oleObject" Target="../embeddings/oleObject57.bin"/><Relationship Id="rId3" Type="http://schemas.openxmlformats.org/officeDocument/2006/relationships/oleObject" Target="../embeddings/oleObject33.bin"/><Relationship Id="rId12" Type="http://schemas.openxmlformats.org/officeDocument/2006/relationships/image" Target="../media/image39.emf"/><Relationship Id="rId17" Type="http://schemas.openxmlformats.org/officeDocument/2006/relationships/oleObject" Target="../embeddings/oleObject40.bin"/><Relationship Id="rId25" Type="http://schemas.openxmlformats.org/officeDocument/2006/relationships/oleObject" Target="../embeddings/oleObject44.bin"/><Relationship Id="rId33" Type="http://schemas.openxmlformats.org/officeDocument/2006/relationships/oleObject" Target="../embeddings/oleObject48.bin"/><Relationship Id="rId38" Type="http://schemas.openxmlformats.org/officeDocument/2006/relationships/image" Target="../media/image52.emf"/><Relationship Id="rId46" Type="http://schemas.openxmlformats.org/officeDocument/2006/relationships/image" Target="../media/image56.emf"/><Relationship Id="rId59" Type="http://schemas.openxmlformats.org/officeDocument/2006/relationships/oleObject" Target="../embeddings/oleObject61.bin"/><Relationship Id="rId67" Type="http://schemas.openxmlformats.org/officeDocument/2006/relationships/oleObject" Target="../embeddings/oleObject65.bin"/><Relationship Id="rId20" Type="http://schemas.openxmlformats.org/officeDocument/2006/relationships/image" Target="../media/image43.emf"/><Relationship Id="rId41" Type="http://schemas.openxmlformats.org/officeDocument/2006/relationships/oleObject" Target="../embeddings/oleObject52.bin"/><Relationship Id="rId54" Type="http://schemas.openxmlformats.org/officeDocument/2006/relationships/image" Target="../media/image60.emf"/><Relationship Id="rId62" Type="http://schemas.openxmlformats.org/officeDocument/2006/relationships/image" Target="../media/image64.emf"/><Relationship Id="rId70" Type="http://schemas.openxmlformats.org/officeDocument/2006/relationships/image" Target="../media/image68.emf"/><Relationship Id="rId1" Type="http://schemas.openxmlformats.org/officeDocument/2006/relationships/vmlDrawing" Target="../drawings/vmlDrawing8.vml"/><Relationship Id="rId6" Type="http://schemas.openxmlformats.org/officeDocument/2006/relationships/image" Target="../media/image36.emf"/><Relationship Id="rId15" Type="http://schemas.openxmlformats.org/officeDocument/2006/relationships/oleObject" Target="../embeddings/oleObject39.bin"/><Relationship Id="rId23" Type="http://schemas.openxmlformats.org/officeDocument/2006/relationships/oleObject" Target="../embeddings/oleObject43.bin"/><Relationship Id="rId28" Type="http://schemas.openxmlformats.org/officeDocument/2006/relationships/image" Target="../media/image47.emf"/><Relationship Id="rId36" Type="http://schemas.openxmlformats.org/officeDocument/2006/relationships/image" Target="../media/image51.emf"/><Relationship Id="rId49" Type="http://schemas.openxmlformats.org/officeDocument/2006/relationships/oleObject" Target="../embeddings/oleObject56.bin"/><Relationship Id="rId57" Type="http://schemas.openxmlformats.org/officeDocument/2006/relationships/oleObject" Target="../embeddings/oleObject60.bin"/><Relationship Id="rId10" Type="http://schemas.openxmlformats.org/officeDocument/2006/relationships/image" Target="../media/image38.emf"/><Relationship Id="rId31" Type="http://schemas.openxmlformats.org/officeDocument/2006/relationships/oleObject" Target="../embeddings/oleObject47.bin"/><Relationship Id="rId44" Type="http://schemas.openxmlformats.org/officeDocument/2006/relationships/image" Target="../media/image55.emf"/><Relationship Id="rId52" Type="http://schemas.openxmlformats.org/officeDocument/2006/relationships/image" Target="../media/image59.emf"/><Relationship Id="rId60" Type="http://schemas.openxmlformats.org/officeDocument/2006/relationships/image" Target="../media/image63.emf"/><Relationship Id="rId65" Type="http://schemas.openxmlformats.org/officeDocument/2006/relationships/oleObject" Target="../embeddings/oleObject64.bin"/><Relationship Id="rId4" Type="http://schemas.openxmlformats.org/officeDocument/2006/relationships/image" Target="../media/image35.emf"/><Relationship Id="rId9" Type="http://schemas.openxmlformats.org/officeDocument/2006/relationships/oleObject" Target="../embeddings/oleObject36.bin"/><Relationship Id="rId13" Type="http://schemas.openxmlformats.org/officeDocument/2006/relationships/oleObject" Target="../embeddings/oleObject38.bin"/><Relationship Id="rId18" Type="http://schemas.openxmlformats.org/officeDocument/2006/relationships/image" Target="../media/image42.emf"/><Relationship Id="rId39" Type="http://schemas.openxmlformats.org/officeDocument/2006/relationships/oleObject" Target="../embeddings/oleObject51.bin"/><Relationship Id="rId34" Type="http://schemas.openxmlformats.org/officeDocument/2006/relationships/image" Target="../media/image50.emf"/><Relationship Id="rId50" Type="http://schemas.openxmlformats.org/officeDocument/2006/relationships/image" Target="../media/image58.emf"/><Relationship Id="rId55" Type="http://schemas.openxmlformats.org/officeDocument/2006/relationships/oleObject" Target="../embeddings/oleObject59.bin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1.emf"/><Relationship Id="rId13" Type="http://schemas.openxmlformats.org/officeDocument/2006/relationships/oleObject" Target="../embeddings/oleObject72.bin"/><Relationship Id="rId3" Type="http://schemas.openxmlformats.org/officeDocument/2006/relationships/oleObject" Target="../embeddings/oleObject67.bin"/><Relationship Id="rId7" Type="http://schemas.openxmlformats.org/officeDocument/2006/relationships/oleObject" Target="../embeddings/oleObject69.bin"/><Relationship Id="rId12" Type="http://schemas.openxmlformats.org/officeDocument/2006/relationships/image" Target="../media/image73.e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9.vml"/><Relationship Id="rId6" Type="http://schemas.openxmlformats.org/officeDocument/2006/relationships/image" Target="../media/image70.emf"/><Relationship Id="rId11" Type="http://schemas.openxmlformats.org/officeDocument/2006/relationships/oleObject" Target="../embeddings/oleObject71.bin"/><Relationship Id="rId5" Type="http://schemas.openxmlformats.org/officeDocument/2006/relationships/oleObject" Target="../embeddings/oleObject68.bin"/><Relationship Id="rId10" Type="http://schemas.openxmlformats.org/officeDocument/2006/relationships/image" Target="../media/image72.emf"/><Relationship Id="rId4" Type="http://schemas.openxmlformats.org/officeDocument/2006/relationships/image" Target="../media/image69.emf"/><Relationship Id="rId9" Type="http://schemas.openxmlformats.org/officeDocument/2006/relationships/oleObject" Target="../embeddings/oleObject70.bin"/><Relationship Id="rId14" Type="http://schemas.openxmlformats.org/officeDocument/2006/relationships/image" Target="../media/image74.emf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3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0.vml"/><Relationship Id="rId4" Type="http://schemas.openxmlformats.org/officeDocument/2006/relationships/image" Target="../media/image17.emf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4.bin"/><Relationship Id="rId7" Type="http://schemas.openxmlformats.org/officeDocument/2006/relationships/image" Target="../media/image4.png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1.vml"/><Relationship Id="rId6" Type="http://schemas.openxmlformats.org/officeDocument/2006/relationships/image" Target="../media/image76.emf"/><Relationship Id="rId5" Type="http://schemas.openxmlformats.org/officeDocument/2006/relationships/oleObject" Target="../embeddings/oleObject75.bin"/><Relationship Id="rId4" Type="http://schemas.openxmlformats.org/officeDocument/2006/relationships/image" Target="../media/image75.emf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79.emf"/><Relationship Id="rId13" Type="http://schemas.openxmlformats.org/officeDocument/2006/relationships/oleObject" Target="../embeddings/oleObject81.bin"/><Relationship Id="rId3" Type="http://schemas.openxmlformats.org/officeDocument/2006/relationships/oleObject" Target="../embeddings/oleObject76.bin"/><Relationship Id="rId7" Type="http://schemas.openxmlformats.org/officeDocument/2006/relationships/oleObject" Target="../embeddings/oleObject78.bin"/><Relationship Id="rId12" Type="http://schemas.openxmlformats.org/officeDocument/2006/relationships/image" Target="../media/image81.emf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83.emf"/><Relationship Id="rId1" Type="http://schemas.openxmlformats.org/officeDocument/2006/relationships/vmlDrawing" Target="../drawings/vmlDrawing12.vml"/><Relationship Id="rId6" Type="http://schemas.openxmlformats.org/officeDocument/2006/relationships/image" Target="../media/image78.emf"/><Relationship Id="rId11" Type="http://schemas.openxmlformats.org/officeDocument/2006/relationships/oleObject" Target="../embeddings/oleObject80.bin"/><Relationship Id="rId5" Type="http://schemas.openxmlformats.org/officeDocument/2006/relationships/oleObject" Target="../embeddings/oleObject77.bin"/><Relationship Id="rId15" Type="http://schemas.openxmlformats.org/officeDocument/2006/relationships/oleObject" Target="../embeddings/oleObject82.bin"/><Relationship Id="rId10" Type="http://schemas.openxmlformats.org/officeDocument/2006/relationships/image" Target="../media/image80.emf"/><Relationship Id="rId4" Type="http://schemas.openxmlformats.org/officeDocument/2006/relationships/image" Target="../media/image77.emf"/><Relationship Id="rId9" Type="http://schemas.openxmlformats.org/officeDocument/2006/relationships/oleObject" Target="../embeddings/oleObject79.bin"/><Relationship Id="rId14" Type="http://schemas.openxmlformats.org/officeDocument/2006/relationships/image" Target="../media/image82.emf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7" Type="http://schemas.openxmlformats.org/officeDocument/2006/relationships/image" Target="../media/image85.e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3.vml"/><Relationship Id="rId6" Type="http://schemas.openxmlformats.org/officeDocument/2006/relationships/oleObject" Target="../embeddings/oleObject84.bin"/><Relationship Id="rId5" Type="http://schemas.openxmlformats.org/officeDocument/2006/relationships/image" Target="../media/image84.emf"/><Relationship Id="rId4" Type="http://schemas.openxmlformats.org/officeDocument/2006/relationships/oleObject" Target="../embeddings/oleObject83.bin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4.vml"/><Relationship Id="rId5" Type="http://schemas.openxmlformats.org/officeDocument/2006/relationships/image" Target="../media/image86.emf"/><Relationship Id="rId4" Type="http://schemas.openxmlformats.org/officeDocument/2006/relationships/oleObject" Target="../embeddings/oleObject85.bin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8.emf"/><Relationship Id="rId13" Type="http://schemas.openxmlformats.org/officeDocument/2006/relationships/oleObject" Target="../embeddings/oleObject90.bin"/><Relationship Id="rId18" Type="http://schemas.openxmlformats.org/officeDocument/2006/relationships/image" Target="../media/image93.emf"/><Relationship Id="rId3" Type="http://schemas.openxmlformats.org/officeDocument/2006/relationships/notesSlide" Target="../notesSlides/notesSlide8.xml"/><Relationship Id="rId7" Type="http://schemas.openxmlformats.org/officeDocument/2006/relationships/oleObject" Target="../embeddings/oleObject87.bin"/><Relationship Id="rId12" Type="http://schemas.openxmlformats.org/officeDocument/2006/relationships/image" Target="../media/image90.emf"/><Relationship Id="rId17" Type="http://schemas.openxmlformats.org/officeDocument/2006/relationships/oleObject" Target="../embeddings/oleObject92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92.emf"/><Relationship Id="rId20" Type="http://schemas.openxmlformats.org/officeDocument/2006/relationships/image" Target="../media/image94.emf"/><Relationship Id="rId1" Type="http://schemas.openxmlformats.org/officeDocument/2006/relationships/vmlDrawing" Target="../drawings/vmlDrawing15.vml"/><Relationship Id="rId6" Type="http://schemas.openxmlformats.org/officeDocument/2006/relationships/image" Target="../media/image87.emf"/><Relationship Id="rId11" Type="http://schemas.openxmlformats.org/officeDocument/2006/relationships/oleObject" Target="../embeddings/oleObject89.bin"/><Relationship Id="rId5" Type="http://schemas.openxmlformats.org/officeDocument/2006/relationships/oleObject" Target="../embeddings/oleObject86.bin"/><Relationship Id="rId15" Type="http://schemas.openxmlformats.org/officeDocument/2006/relationships/oleObject" Target="../embeddings/oleObject91.bin"/><Relationship Id="rId10" Type="http://schemas.openxmlformats.org/officeDocument/2006/relationships/image" Target="../media/image89.emf"/><Relationship Id="rId19" Type="http://schemas.openxmlformats.org/officeDocument/2006/relationships/oleObject" Target="../embeddings/oleObject93.bin"/><Relationship Id="rId4" Type="http://schemas.openxmlformats.org/officeDocument/2006/relationships/image" Target="../media/image95.jpeg"/><Relationship Id="rId9" Type="http://schemas.openxmlformats.org/officeDocument/2006/relationships/oleObject" Target="../embeddings/oleObject88.bin"/><Relationship Id="rId14" Type="http://schemas.openxmlformats.org/officeDocument/2006/relationships/image" Target="../media/image91.emf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6.png"/><Relationship Id="rId3" Type="http://schemas.openxmlformats.org/officeDocument/2006/relationships/hyperlink" Target="file:///C:\Documents%20and%20Settings\Administrator\&#26700;&#38754;\&#24433;&#29255;&#27284;\ibm.avi" TargetMode="External"/><Relationship Id="rId7" Type="http://schemas.openxmlformats.org/officeDocument/2006/relationships/oleObject" Target="../embeddings/oleObject94.bin"/><Relationship Id="rId12" Type="http://schemas.openxmlformats.org/officeDocument/2006/relationships/image" Target="http://www.spm.com.cn/images/wpea.jpg" TargetMode="External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6.vml"/><Relationship Id="rId6" Type="http://schemas.openxmlformats.org/officeDocument/2006/relationships/hyperlink" Target="file:///C:\Documents%20and%20Settings\Administrator\&#26700;&#38754;\&#24433;&#29255;&#27284;\afm6.avi" TargetMode="External"/><Relationship Id="rId11" Type="http://schemas.openxmlformats.org/officeDocument/2006/relationships/image" Target="../media/image100.jpeg"/><Relationship Id="rId5" Type="http://schemas.openxmlformats.org/officeDocument/2006/relationships/image" Target="http://www.spm.com.cn/images/wpe8.jpg" TargetMode="External"/><Relationship Id="rId10" Type="http://schemas.openxmlformats.org/officeDocument/2006/relationships/image" Target="../media/image99.jpeg"/><Relationship Id="rId4" Type="http://schemas.openxmlformats.org/officeDocument/2006/relationships/image" Target="../media/image97.jpeg"/><Relationship Id="rId9" Type="http://schemas.openxmlformats.org/officeDocument/2006/relationships/image" Target="../media/image98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1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97.bin"/><Relationship Id="rId13" Type="http://schemas.openxmlformats.org/officeDocument/2006/relationships/image" Target="../media/image106.emf"/><Relationship Id="rId3" Type="http://schemas.openxmlformats.org/officeDocument/2006/relationships/notesSlide" Target="../notesSlides/notesSlide10.xml"/><Relationship Id="rId7" Type="http://schemas.openxmlformats.org/officeDocument/2006/relationships/image" Target="../media/image103.emf"/><Relationship Id="rId12" Type="http://schemas.openxmlformats.org/officeDocument/2006/relationships/oleObject" Target="../embeddings/oleObject99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7.vml"/><Relationship Id="rId6" Type="http://schemas.openxmlformats.org/officeDocument/2006/relationships/oleObject" Target="../embeddings/oleObject96.bin"/><Relationship Id="rId11" Type="http://schemas.openxmlformats.org/officeDocument/2006/relationships/image" Target="../media/image105.emf"/><Relationship Id="rId5" Type="http://schemas.openxmlformats.org/officeDocument/2006/relationships/image" Target="../media/image102.emf"/><Relationship Id="rId10" Type="http://schemas.openxmlformats.org/officeDocument/2006/relationships/oleObject" Target="../embeddings/oleObject98.bin"/><Relationship Id="rId4" Type="http://schemas.openxmlformats.org/officeDocument/2006/relationships/oleObject" Target="../embeddings/oleObject95.bin"/><Relationship Id="rId9" Type="http://schemas.openxmlformats.org/officeDocument/2006/relationships/image" Target="../media/image104.emf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9.emf"/><Relationship Id="rId13" Type="http://schemas.openxmlformats.org/officeDocument/2006/relationships/oleObject" Target="../embeddings/oleObject105.bin"/><Relationship Id="rId18" Type="http://schemas.openxmlformats.org/officeDocument/2006/relationships/image" Target="../media/image114.emf"/><Relationship Id="rId3" Type="http://schemas.openxmlformats.org/officeDocument/2006/relationships/oleObject" Target="../embeddings/oleObject100.bin"/><Relationship Id="rId21" Type="http://schemas.openxmlformats.org/officeDocument/2006/relationships/oleObject" Target="../embeddings/oleObject109.bin"/><Relationship Id="rId7" Type="http://schemas.openxmlformats.org/officeDocument/2006/relationships/oleObject" Target="../embeddings/oleObject102.bin"/><Relationship Id="rId12" Type="http://schemas.openxmlformats.org/officeDocument/2006/relationships/image" Target="../media/image111.emf"/><Relationship Id="rId17" Type="http://schemas.openxmlformats.org/officeDocument/2006/relationships/oleObject" Target="../embeddings/oleObject107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13.emf"/><Relationship Id="rId20" Type="http://schemas.openxmlformats.org/officeDocument/2006/relationships/image" Target="../media/image115.emf"/><Relationship Id="rId1" Type="http://schemas.openxmlformats.org/officeDocument/2006/relationships/vmlDrawing" Target="../drawings/vmlDrawing18.vml"/><Relationship Id="rId6" Type="http://schemas.openxmlformats.org/officeDocument/2006/relationships/image" Target="../media/image108.emf"/><Relationship Id="rId11" Type="http://schemas.openxmlformats.org/officeDocument/2006/relationships/oleObject" Target="../embeddings/oleObject104.bin"/><Relationship Id="rId5" Type="http://schemas.openxmlformats.org/officeDocument/2006/relationships/oleObject" Target="../embeddings/oleObject101.bin"/><Relationship Id="rId15" Type="http://schemas.openxmlformats.org/officeDocument/2006/relationships/oleObject" Target="../embeddings/oleObject106.bin"/><Relationship Id="rId10" Type="http://schemas.openxmlformats.org/officeDocument/2006/relationships/image" Target="../media/image110.emf"/><Relationship Id="rId19" Type="http://schemas.openxmlformats.org/officeDocument/2006/relationships/oleObject" Target="../embeddings/oleObject108.bin"/><Relationship Id="rId4" Type="http://schemas.openxmlformats.org/officeDocument/2006/relationships/image" Target="../media/image107.emf"/><Relationship Id="rId9" Type="http://schemas.openxmlformats.org/officeDocument/2006/relationships/oleObject" Target="../embeddings/oleObject103.bin"/><Relationship Id="rId14" Type="http://schemas.openxmlformats.org/officeDocument/2006/relationships/image" Target="../media/image112.emf"/><Relationship Id="rId22" Type="http://schemas.openxmlformats.org/officeDocument/2006/relationships/image" Target="../media/image116.emf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9.emf"/><Relationship Id="rId13" Type="http://schemas.openxmlformats.org/officeDocument/2006/relationships/oleObject" Target="../embeddings/oleObject115.bin"/><Relationship Id="rId18" Type="http://schemas.openxmlformats.org/officeDocument/2006/relationships/image" Target="../media/image124.emf"/><Relationship Id="rId3" Type="http://schemas.openxmlformats.org/officeDocument/2006/relationships/oleObject" Target="../embeddings/oleObject110.bin"/><Relationship Id="rId21" Type="http://schemas.openxmlformats.org/officeDocument/2006/relationships/oleObject" Target="../embeddings/oleObject119.bin"/><Relationship Id="rId7" Type="http://schemas.openxmlformats.org/officeDocument/2006/relationships/oleObject" Target="../embeddings/oleObject112.bin"/><Relationship Id="rId12" Type="http://schemas.openxmlformats.org/officeDocument/2006/relationships/image" Target="../media/image121.emf"/><Relationship Id="rId17" Type="http://schemas.openxmlformats.org/officeDocument/2006/relationships/oleObject" Target="../embeddings/oleObject117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23.emf"/><Relationship Id="rId20" Type="http://schemas.openxmlformats.org/officeDocument/2006/relationships/image" Target="../media/image125.emf"/><Relationship Id="rId1" Type="http://schemas.openxmlformats.org/officeDocument/2006/relationships/vmlDrawing" Target="../drawings/vmlDrawing19.vml"/><Relationship Id="rId6" Type="http://schemas.openxmlformats.org/officeDocument/2006/relationships/image" Target="../media/image118.emf"/><Relationship Id="rId11" Type="http://schemas.openxmlformats.org/officeDocument/2006/relationships/oleObject" Target="../embeddings/oleObject114.bin"/><Relationship Id="rId5" Type="http://schemas.openxmlformats.org/officeDocument/2006/relationships/oleObject" Target="../embeddings/oleObject111.bin"/><Relationship Id="rId15" Type="http://schemas.openxmlformats.org/officeDocument/2006/relationships/oleObject" Target="../embeddings/oleObject116.bin"/><Relationship Id="rId10" Type="http://schemas.openxmlformats.org/officeDocument/2006/relationships/image" Target="../media/image120.emf"/><Relationship Id="rId19" Type="http://schemas.openxmlformats.org/officeDocument/2006/relationships/oleObject" Target="../embeddings/oleObject118.bin"/><Relationship Id="rId4" Type="http://schemas.openxmlformats.org/officeDocument/2006/relationships/image" Target="../media/image117.emf"/><Relationship Id="rId9" Type="http://schemas.openxmlformats.org/officeDocument/2006/relationships/oleObject" Target="../embeddings/oleObject113.bin"/><Relationship Id="rId14" Type="http://schemas.openxmlformats.org/officeDocument/2006/relationships/image" Target="../media/image122.emf"/><Relationship Id="rId22" Type="http://schemas.openxmlformats.org/officeDocument/2006/relationships/image" Target="../media/image126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5">
            <a:extLst>
              <a:ext uri="{FF2B5EF4-FFF2-40B4-BE49-F238E27FC236}">
                <a16:creationId xmlns:a16="http://schemas.microsoft.com/office/drawing/2014/main" id="{07E43EF3-D066-4373-A94E-07BA3884BEF6}"/>
              </a:ext>
            </a:extLst>
          </p:cNvPr>
          <p:cNvGrpSpPr>
            <a:grpSpLocks/>
          </p:cNvGrpSpPr>
          <p:nvPr/>
        </p:nvGrpSpPr>
        <p:grpSpPr bwMode="auto">
          <a:xfrm>
            <a:off x="-571500" y="0"/>
            <a:ext cx="10293350" cy="6858000"/>
            <a:chOff x="-571500" y="0"/>
            <a:chExt cx="10293350" cy="6858024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B454AEDA-DF76-464B-B275-DA37D0B06A0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-571500" y="0"/>
              <a:ext cx="10293350" cy="6858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6" name="矩形 4">
              <a:extLst>
                <a:ext uri="{FF2B5EF4-FFF2-40B4-BE49-F238E27FC236}">
                  <a16:creationId xmlns:a16="http://schemas.microsoft.com/office/drawing/2014/main" id="{957412E8-7F55-49AC-9415-861153D003C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44208" y="6457914"/>
              <a:ext cx="2619627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000" b="0" dirty="0">
                  <a:solidFill>
                    <a:srgbClr val="FF0000"/>
                  </a:solidFill>
                </a:rPr>
                <a:t>Yosemite National Park</a:t>
              </a:r>
              <a:endParaRPr lang="zh-CN" altLang="en-US" sz="2000" dirty="0">
                <a:solidFill>
                  <a:srgbClr val="FF0000"/>
                </a:solidFill>
              </a:endParaRPr>
            </a:p>
          </p:txBody>
        </p:sp>
      </p:grpSp>
      <p:sp>
        <p:nvSpPr>
          <p:cNvPr id="7" name="Text Box 1039"/>
          <p:cNvSpPr txBox="1">
            <a:spLocks noChangeArrowheads="1"/>
          </p:cNvSpPr>
          <p:nvPr/>
        </p:nvSpPr>
        <p:spPr bwMode="auto">
          <a:xfrm>
            <a:off x="1295400" y="3705225"/>
            <a:ext cx="6705600" cy="17589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algn="ctr" eaLnBrk="1" hangingPunct="1">
              <a:lnSpc>
                <a:spcPct val="75000"/>
              </a:lnSpc>
              <a:defRPr/>
            </a:pPr>
            <a:r>
              <a:rPr lang="en-US" altLang="zh-CN" sz="4000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Xi’an  </a:t>
            </a:r>
            <a:r>
              <a:rPr lang="en-US" altLang="zh-CN" sz="4000" dirty="0" err="1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Jiaotong</a:t>
            </a:r>
            <a:r>
              <a:rPr lang="en-US" altLang="zh-CN" sz="4000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 University</a:t>
            </a:r>
          </a:p>
          <a:p>
            <a:pPr algn="ctr" eaLnBrk="1" hangingPunct="1">
              <a:lnSpc>
                <a:spcPct val="75000"/>
              </a:lnSpc>
              <a:defRPr/>
            </a:pPr>
            <a:endParaRPr lang="zh-CN" altLang="en-US" sz="4000" dirty="0">
              <a:solidFill>
                <a:srgbClr val="FFFF00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" panose="020B0604020202020204" pitchFamily="34" charset="0"/>
              <a:ea typeface="楷体_GB2312" pitchFamily="49" charset="-122"/>
            </a:endParaRPr>
          </a:p>
          <a:p>
            <a:pPr algn="ctr" eaLnBrk="1" hangingPunct="1">
              <a:lnSpc>
                <a:spcPct val="75000"/>
              </a:lnSpc>
              <a:defRPr/>
            </a:pPr>
            <a:endParaRPr lang="en-US" altLang="zh-CN" sz="2800" dirty="0">
              <a:solidFill>
                <a:srgbClr val="FFFF00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" panose="020B0604020202020204" pitchFamily="34" charset="0"/>
              <a:ea typeface="华文仿宋" panose="02010600040101010101" pitchFamily="17" charset="-122"/>
            </a:endParaRPr>
          </a:p>
          <a:p>
            <a:pPr algn="ctr" eaLnBrk="1" hangingPunct="1">
              <a:lnSpc>
                <a:spcPct val="75000"/>
              </a:lnSpc>
              <a:defRPr/>
            </a:pPr>
            <a:r>
              <a:rPr lang="en-US" altLang="zh-CN" sz="3600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华文仿宋" panose="02010600040101010101" pitchFamily="17" charset="-122"/>
              </a:rPr>
              <a:t>Nov. 20, 2025</a:t>
            </a:r>
          </a:p>
        </p:txBody>
      </p:sp>
      <p:sp>
        <p:nvSpPr>
          <p:cNvPr id="4099" name="WordArt 1044"/>
          <p:cNvSpPr>
            <a:spLocks noChangeArrowheads="1" noChangeShapeType="1" noTextEdit="1"/>
          </p:cNvSpPr>
          <p:nvPr/>
        </p:nvSpPr>
        <p:spPr bwMode="auto">
          <a:xfrm>
            <a:off x="539750" y="1268413"/>
            <a:ext cx="8077200" cy="1296987"/>
          </a:xfrm>
          <a:prstGeom prst="rect">
            <a:avLst/>
          </a:prstGeom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altLang="zh-CN" sz="4800" i="1" kern="10" dirty="0">
                <a:solidFill>
                  <a:srgbClr val="FF0000"/>
                </a:solidFill>
                <a:effectLst>
                  <a:outerShdw dist="35921" dir="2700000" algn="ctr" rotWithShape="0">
                    <a:srgbClr val="808080"/>
                  </a:outerShdw>
                </a:effectLst>
                <a:cs typeface="Times New Roman" panose="02020603050405020304" pitchFamily="18" charset="0"/>
              </a:rPr>
              <a:t>University Physics</a:t>
            </a:r>
            <a:endParaRPr lang="zh-CN" altLang="en-US" sz="4800" i="1" kern="10" dirty="0">
              <a:solidFill>
                <a:srgbClr val="FF0000"/>
              </a:solidFill>
              <a:effectLst>
                <a:outerShdw dist="35921" dir="2700000" algn="ctr" rotWithShape="0">
                  <a:srgbClr val="808080"/>
                </a:outerShdw>
              </a:effectLst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2">
            <a:extLst>
              <a:ext uri="{FF2B5EF4-FFF2-40B4-BE49-F238E27FC236}">
                <a16:creationId xmlns:a16="http://schemas.microsoft.com/office/drawing/2014/main" id="{22959DE8-AE62-40D3-ABB6-9F8F657D858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2604" y="1034637"/>
            <a:ext cx="7815264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dirty="0">
                <a:solidFill>
                  <a:srgbClr val="FFFF00"/>
                </a:solidFill>
              </a:rPr>
              <a:t>开尔文表述</a:t>
            </a:r>
            <a:r>
              <a:rPr lang="en-US" altLang="zh-CN" dirty="0">
                <a:solidFill>
                  <a:srgbClr val="FFFF00"/>
                </a:solidFill>
              </a:rPr>
              <a:t>:</a:t>
            </a:r>
            <a:endParaRPr lang="zh-CN" altLang="en-US" dirty="0">
              <a:solidFill>
                <a:schemeClr val="bg1"/>
              </a:solidFill>
            </a:endParaRPr>
          </a:p>
        </p:txBody>
      </p:sp>
      <p:sp>
        <p:nvSpPr>
          <p:cNvPr id="3" name="Text Box 3">
            <a:extLst>
              <a:ext uri="{FF2B5EF4-FFF2-40B4-BE49-F238E27FC236}">
                <a16:creationId xmlns:a16="http://schemas.microsoft.com/office/drawing/2014/main" id="{134E590D-E31A-472F-AFBC-1199F4FF9FD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4410" y="1558429"/>
            <a:ext cx="7920038" cy="1006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5000"/>
              </a:lnSpc>
            </a:pPr>
            <a:r>
              <a:rPr lang="zh-CN" altLang="en-US" dirty="0">
                <a:solidFill>
                  <a:schemeClr val="bg1"/>
                </a:solidFill>
              </a:rPr>
              <a:t>不可能只从</a:t>
            </a:r>
            <a:r>
              <a:rPr lang="zh-CN" altLang="en-US" dirty="0">
                <a:solidFill>
                  <a:srgbClr val="FFFF00"/>
                </a:solidFill>
              </a:rPr>
              <a:t>单一热源</a:t>
            </a:r>
            <a:r>
              <a:rPr lang="zh-CN" altLang="en-US" dirty="0">
                <a:solidFill>
                  <a:schemeClr val="bg1"/>
                </a:solidFill>
              </a:rPr>
              <a:t>吸收热量，使之完全转化为功而</a:t>
            </a:r>
            <a:r>
              <a:rPr lang="zh-CN" altLang="en-US" dirty="0">
                <a:solidFill>
                  <a:srgbClr val="FFFF00"/>
                </a:solidFill>
              </a:rPr>
              <a:t>不引起其它变化</a:t>
            </a:r>
            <a:r>
              <a:rPr lang="zh-CN" altLang="en-US" dirty="0">
                <a:solidFill>
                  <a:schemeClr val="bg1"/>
                </a:solidFill>
              </a:rPr>
              <a:t>。</a:t>
            </a:r>
          </a:p>
        </p:txBody>
      </p:sp>
      <p:sp>
        <p:nvSpPr>
          <p:cNvPr id="4" name="Text Box 10">
            <a:extLst>
              <a:ext uri="{FF2B5EF4-FFF2-40B4-BE49-F238E27FC236}">
                <a16:creationId xmlns:a16="http://schemas.microsoft.com/office/drawing/2014/main" id="{47FA7BC4-E9A9-4283-AD5C-99BCC5A6CB6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1580" y="2924944"/>
            <a:ext cx="530701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dirty="0">
                <a:solidFill>
                  <a:srgbClr val="FFFF00"/>
                </a:solidFill>
              </a:rPr>
              <a:t>克劳修斯表述</a:t>
            </a:r>
            <a:r>
              <a:rPr lang="en-US" altLang="zh-CN" dirty="0">
                <a:solidFill>
                  <a:srgbClr val="FFFF00"/>
                </a:solidFill>
              </a:rPr>
              <a:t>:</a:t>
            </a:r>
            <a:endParaRPr lang="zh-CN" altLang="en-US" dirty="0">
              <a:solidFill>
                <a:srgbClr val="FFFF00"/>
              </a:solidFill>
            </a:endParaRPr>
          </a:p>
        </p:txBody>
      </p:sp>
      <p:sp>
        <p:nvSpPr>
          <p:cNvPr id="5" name="Text Box 11">
            <a:extLst>
              <a:ext uri="{FF2B5EF4-FFF2-40B4-BE49-F238E27FC236}">
                <a16:creationId xmlns:a16="http://schemas.microsoft.com/office/drawing/2014/main" id="{916BA0A8-7753-4BC8-A10F-BF49BD76384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9746" y="3475856"/>
            <a:ext cx="82867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dirty="0">
                <a:solidFill>
                  <a:schemeClr val="bg1"/>
                </a:solidFill>
              </a:rPr>
              <a:t>不可能使热量从低温物体传向高温物体而</a:t>
            </a:r>
            <a:r>
              <a:rPr lang="zh-CN" altLang="en-US" dirty="0">
                <a:solidFill>
                  <a:srgbClr val="FFFF00"/>
                </a:solidFill>
              </a:rPr>
              <a:t>不引起其它变化</a:t>
            </a:r>
            <a:r>
              <a:rPr lang="zh-CN" altLang="en-US" dirty="0">
                <a:solidFill>
                  <a:schemeClr val="bg1"/>
                </a:solidFill>
              </a:rPr>
              <a:t> </a:t>
            </a:r>
          </a:p>
        </p:txBody>
      </p:sp>
      <p:sp>
        <p:nvSpPr>
          <p:cNvPr id="6" name="Text Box 11">
            <a:extLst>
              <a:ext uri="{FF2B5EF4-FFF2-40B4-BE49-F238E27FC236}">
                <a16:creationId xmlns:a16="http://schemas.microsoft.com/office/drawing/2014/main" id="{046C26BF-3D8D-4911-99D5-7E0CFBB264A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4381" y="4242970"/>
            <a:ext cx="8064896" cy="11302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</a:pPr>
            <a:r>
              <a:rPr lang="zh-CN" altLang="en-US" dirty="0">
                <a:solidFill>
                  <a:srgbClr val="FFFF00"/>
                </a:solidFill>
              </a:rPr>
              <a:t>实质：</a:t>
            </a:r>
            <a:r>
              <a:rPr lang="zh-CN" altLang="en-US" dirty="0">
                <a:solidFill>
                  <a:schemeClr val="bg1"/>
                </a:solidFill>
              </a:rPr>
              <a:t>自发过程中，热力学过程都是沿着一定的方向行进的 </a:t>
            </a:r>
          </a:p>
        </p:txBody>
      </p:sp>
      <p:sp>
        <p:nvSpPr>
          <p:cNvPr id="7" name="Text Box 160">
            <a:extLst>
              <a:ext uri="{FF2B5EF4-FFF2-40B4-BE49-F238E27FC236}">
                <a16:creationId xmlns:a16="http://schemas.microsoft.com/office/drawing/2014/main" id="{2CA18C7B-630B-4CBA-9C16-6BBFE16BBA2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3568" y="523528"/>
            <a:ext cx="460851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dirty="0">
                <a:solidFill>
                  <a:srgbClr val="FFFF00"/>
                </a:solidFill>
                <a:ea typeface="仿宋_GB2312"/>
                <a:cs typeface="仿宋_GB2312"/>
              </a:rPr>
              <a:t>回顾：</a:t>
            </a:r>
            <a:r>
              <a:rPr lang="zh-CN" altLang="en-US" dirty="0">
                <a:solidFill>
                  <a:schemeClr val="bg1"/>
                </a:solidFill>
                <a:ea typeface="仿宋_GB2312"/>
                <a:cs typeface="仿宋_GB2312"/>
              </a:rPr>
              <a:t>热力学第二定律</a:t>
            </a:r>
          </a:p>
        </p:txBody>
      </p:sp>
    </p:spTree>
    <p:extLst>
      <p:ext uri="{BB962C8B-B14F-4D97-AF65-F5344CB8AC3E}">
        <p14:creationId xmlns:p14="http://schemas.microsoft.com/office/powerpoint/2010/main" val="16507268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autoUpdateAnimBg="0"/>
      <p:bldP spid="4" grpId="0" autoUpdateAnimBg="0"/>
      <p:bldP spid="5" grpId="0"/>
      <p:bldP spid="6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80" name="Rectangle 4">
            <a:extLst>
              <a:ext uri="{FF2B5EF4-FFF2-40B4-BE49-F238E27FC236}">
                <a16:creationId xmlns:a16="http://schemas.microsoft.com/office/drawing/2014/main" id="{550A21BA-31AC-451F-B9ED-752B311D80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3838" y="328613"/>
            <a:ext cx="49053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rgbClr val="FFFF00"/>
                </a:solidFill>
                <a:latin typeface="Arial" panose="020B0604020202020204" pitchFamily="34" charset="0"/>
              </a:rPr>
              <a:t>例</a:t>
            </a:r>
          </a:p>
        </p:txBody>
      </p:sp>
      <p:sp>
        <p:nvSpPr>
          <p:cNvPr id="24582" name="Text Box 6">
            <a:extLst>
              <a:ext uri="{FF2B5EF4-FFF2-40B4-BE49-F238E27FC236}">
                <a16:creationId xmlns:a16="http://schemas.microsoft.com/office/drawing/2014/main" id="{9E69740B-9816-4182-B38E-0801D71859C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1838" y="293688"/>
            <a:ext cx="7983537" cy="1006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5000"/>
              </a:lnSpc>
            </a:pPr>
            <a:r>
              <a:rPr lang="zh-CN" altLang="en-US">
                <a:solidFill>
                  <a:schemeClr val="bg1"/>
                </a:solidFill>
              </a:rPr>
              <a:t>下列图示表示某人设想的理想气体的四个循环过程，其中一个是可能实现的循环过程，请指出。</a:t>
            </a:r>
          </a:p>
        </p:txBody>
      </p:sp>
      <p:grpSp>
        <p:nvGrpSpPr>
          <p:cNvPr id="2" name="Group 20">
            <a:extLst>
              <a:ext uri="{FF2B5EF4-FFF2-40B4-BE49-F238E27FC236}">
                <a16:creationId xmlns:a16="http://schemas.microsoft.com/office/drawing/2014/main" id="{D333CC9C-2E3F-49F4-83F3-4D9E6F0E4741}"/>
              </a:ext>
            </a:extLst>
          </p:cNvPr>
          <p:cNvGrpSpPr>
            <a:grpSpLocks/>
          </p:cNvGrpSpPr>
          <p:nvPr/>
        </p:nvGrpSpPr>
        <p:grpSpPr bwMode="auto">
          <a:xfrm>
            <a:off x="800100" y="1484313"/>
            <a:ext cx="3195638" cy="2535237"/>
            <a:chOff x="657" y="1389"/>
            <a:chExt cx="2013" cy="1597"/>
          </a:xfrm>
        </p:grpSpPr>
        <p:sp>
          <p:nvSpPr>
            <p:cNvPr id="22597" name="Line 8">
              <a:extLst>
                <a:ext uri="{FF2B5EF4-FFF2-40B4-BE49-F238E27FC236}">
                  <a16:creationId xmlns:a16="http://schemas.microsoft.com/office/drawing/2014/main" id="{61450480-F7F6-4970-ABD7-E92E250AEE3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883" y="2698"/>
              <a:ext cx="1757" cy="16"/>
            </a:xfrm>
            <a:prstGeom prst="line">
              <a:avLst/>
            </a:prstGeom>
            <a:noFill/>
            <a:ln w="28575">
              <a:solidFill>
                <a:srgbClr val="FFFFFF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2598" name="Line 9">
              <a:extLst>
                <a:ext uri="{FF2B5EF4-FFF2-40B4-BE49-F238E27FC236}">
                  <a16:creationId xmlns:a16="http://schemas.microsoft.com/office/drawing/2014/main" id="{2C29272D-CC4A-41AF-ADED-6259C241FA68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H="1" flipV="1">
              <a:off x="893" y="1605"/>
              <a:ext cx="1" cy="1104"/>
            </a:xfrm>
            <a:prstGeom prst="line">
              <a:avLst/>
            </a:prstGeom>
            <a:noFill/>
            <a:ln w="28575">
              <a:solidFill>
                <a:srgbClr val="FFFFFF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2599" name="Text Box 10">
              <a:extLst>
                <a:ext uri="{FF2B5EF4-FFF2-40B4-BE49-F238E27FC236}">
                  <a16:creationId xmlns:a16="http://schemas.microsoft.com/office/drawing/2014/main" id="{EB413862-C443-4EC0-AC63-E0C5F148618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26" y="2698"/>
              <a:ext cx="24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i="1">
                  <a:solidFill>
                    <a:srgbClr val="FFFF00"/>
                  </a:solidFill>
                </a:rPr>
                <a:t>V</a:t>
              </a:r>
            </a:p>
          </p:txBody>
        </p:sp>
        <p:sp>
          <p:nvSpPr>
            <p:cNvPr id="22600" name="Text Box 11">
              <a:extLst>
                <a:ext uri="{FF2B5EF4-FFF2-40B4-BE49-F238E27FC236}">
                  <a16:creationId xmlns:a16="http://schemas.microsoft.com/office/drawing/2014/main" id="{2291DA94-7B1E-4B0B-9C8F-F7784EACF7E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28" y="1389"/>
              <a:ext cx="228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800" i="1">
                  <a:solidFill>
                    <a:srgbClr val="FFFF00"/>
                  </a:solidFill>
                </a:rPr>
                <a:t>p</a:t>
              </a:r>
            </a:p>
          </p:txBody>
        </p:sp>
        <p:sp>
          <p:nvSpPr>
            <p:cNvPr id="22601" name="Text Box 12">
              <a:extLst>
                <a:ext uri="{FF2B5EF4-FFF2-40B4-BE49-F238E27FC236}">
                  <a16:creationId xmlns:a16="http://schemas.microsoft.com/office/drawing/2014/main" id="{D24F1374-EB48-4AC3-B2CD-6030FA7DCAF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57" y="2653"/>
              <a:ext cx="255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i="1">
                  <a:solidFill>
                    <a:srgbClr val="FFFF00"/>
                  </a:solidFill>
                </a:rPr>
                <a:t>O</a:t>
              </a:r>
            </a:p>
          </p:txBody>
        </p:sp>
      </p:grpSp>
      <p:sp>
        <p:nvSpPr>
          <p:cNvPr id="24597" name="Arc 21">
            <a:extLst>
              <a:ext uri="{FF2B5EF4-FFF2-40B4-BE49-F238E27FC236}">
                <a16:creationId xmlns:a16="http://schemas.microsoft.com/office/drawing/2014/main" id="{0656CD8E-5E39-4F39-A0E8-422A84B560B9}"/>
              </a:ext>
            </a:extLst>
          </p:cNvPr>
          <p:cNvSpPr>
            <a:spLocks/>
          </p:cNvSpPr>
          <p:nvPr/>
        </p:nvSpPr>
        <p:spPr bwMode="auto">
          <a:xfrm rot="-2049804">
            <a:off x="2411413" y="1268413"/>
            <a:ext cx="2119312" cy="1325562"/>
          </a:xfrm>
          <a:custGeom>
            <a:avLst/>
            <a:gdLst>
              <a:gd name="T0" fmla="*/ 2147483646 w 21600"/>
              <a:gd name="T1" fmla="*/ 2147483646 h 10261"/>
              <a:gd name="T2" fmla="*/ 0 w 21600"/>
              <a:gd name="T3" fmla="*/ 0 h 10261"/>
              <a:gd name="T4" fmla="*/ 2147483646 w 21600"/>
              <a:gd name="T5" fmla="*/ 2147483646 h 10261"/>
              <a:gd name="T6" fmla="*/ 0 60000 65536"/>
              <a:gd name="T7" fmla="*/ 0 60000 65536"/>
              <a:gd name="T8" fmla="*/ 0 60000 65536"/>
              <a:gd name="T9" fmla="*/ 0 w 21600"/>
              <a:gd name="T10" fmla="*/ 0 h 10261"/>
              <a:gd name="T11" fmla="*/ 21600 w 21600"/>
              <a:gd name="T12" fmla="*/ 10261 h 10261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600" h="10261" fill="none" extrusionOk="0">
                <a:moveTo>
                  <a:pt x="2586" y="10261"/>
                </a:moveTo>
                <a:cubicBezTo>
                  <a:pt x="888" y="7111"/>
                  <a:pt x="0" y="3589"/>
                  <a:pt x="0" y="11"/>
                </a:cubicBezTo>
                <a:cubicBezTo>
                  <a:pt x="-1" y="7"/>
                  <a:pt x="0" y="3"/>
                  <a:pt x="0" y="0"/>
                </a:cubicBezTo>
              </a:path>
              <a:path w="21600" h="10261" stroke="0" extrusionOk="0">
                <a:moveTo>
                  <a:pt x="2586" y="10261"/>
                </a:moveTo>
                <a:cubicBezTo>
                  <a:pt x="888" y="7111"/>
                  <a:pt x="0" y="3589"/>
                  <a:pt x="0" y="11"/>
                </a:cubicBezTo>
                <a:cubicBezTo>
                  <a:pt x="-1" y="7"/>
                  <a:pt x="0" y="3"/>
                  <a:pt x="0" y="0"/>
                </a:cubicBezTo>
                <a:lnTo>
                  <a:pt x="21600" y="11"/>
                </a:lnTo>
                <a:lnTo>
                  <a:pt x="2586" y="10261"/>
                </a:lnTo>
                <a:close/>
              </a:path>
            </a:pathLst>
          </a:custGeom>
          <a:noFill/>
          <a:ln w="19050">
            <a:solidFill>
              <a:srgbClr val="FFFF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4598" name="Line 22">
            <a:extLst>
              <a:ext uri="{FF2B5EF4-FFF2-40B4-BE49-F238E27FC236}">
                <a16:creationId xmlns:a16="http://schemas.microsoft.com/office/drawing/2014/main" id="{19E823C2-B9FB-4E47-8F9D-3281F65CADBF}"/>
              </a:ext>
            </a:extLst>
          </p:cNvPr>
          <p:cNvSpPr>
            <a:spLocks noChangeShapeType="1"/>
          </p:cNvSpPr>
          <p:nvPr/>
        </p:nvSpPr>
        <p:spPr bwMode="auto">
          <a:xfrm>
            <a:off x="3175000" y="2933700"/>
            <a:ext cx="0" cy="539750"/>
          </a:xfrm>
          <a:prstGeom prst="line">
            <a:avLst/>
          </a:prstGeom>
          <a:noFill/>
          <a:ln w="19050">
            <a:solidFill>
              <a:srgbClr val="FFFF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4599" name="Arc 23">
            <a:extLst>
              <a:ext uri="{FF2B5EF4-FFF2-40B4-BE49-F238E27FC236}">
                <a16:creationId xmlns:a16="http://schemas.microsoft.com/office/drawing/2014/main" id="{0286DDC6-A885-46AD-B8AA-E59F2F7CF497}"/>
              </a:ext>
            </a:extLst>
          </p:cNvPr>
          <p:cNvSpPr>
            <a:spLocks/>
          </p:cNvSpPr>
          <p:nvPr/>
        </p:nvSpPr>
        <p:spPr bwMode="auto">
          <a:xfrm rot="235284">
            <a:off x="2203450" y="1057275"/>
            <a:ext cx="2203450" cy="2413000"/>
          </a:xfrm>
          <a:custGeom>
            <a:avLst/>
            <a:gdLst>
              <a:gd name="T0" fmla="*/ 2147483646 w 20218"/>
              <a:gd name="T1" fmla="*/ 2147483646 h 18807"/>
              <a:gd name="T2" fmla="*/ 0 w 20218"/>
              <a:gd name="T3" fmla="*/ 2147483646 h 18807"/>
              <a:gd name="T4" fmla="*/ 2147483646 w 20218"/>
              <a:gd name="T5" fmla="*/ 0 h 18807"/>
              <a:gd name="T6" fmla="*/ 0 60000 65536"/>
              <a:gd name="T7" fmla="*/ 0 60000 65536"/>
              <a:gd name="T8" fmla="*/ 0 60000 65536"/>
              <a:gd name="T9" fmla="*/ 0 w 20218"/>
              <a:gd name="T10" fmla="*/ 0 h 18807"/>
              <a:gd name="T11" fmla="*/ 20218 w 20218"/>
              <a:gd name="T12" fmla="*/ 18807 h 18807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0218" h="18807" fill="none" extrusionOk="0">
                <a:moveTo>
                  <a:pt x="9594" y="18807"/>
                </a:moveTo>
                <a:cubicBezTo>
                  <a:pt x="5181" y="16314"/>
                  <a:pt x="1784" y="12347"/>
                  <a:pt x="0" y="7602"/>
                </a:cubicBezTo>
              </a:path>
              <a:path w="20218" h="18807" stroke="0" extrusionOk="0">
                <a:moveTo>
                  <a:pt x="9594" y="18807"/>
                </a:moveTo>
                <a:cubicBezTo>
                  <a:pt x="5181" y="16314"/>
                  <a:pt x="1784" y="12347"/>
                  <a:pt x="0" y="7602"/>
                </a:cubicBezTo>
                <a:lnTo>
                  <a:pt x="20218" y="0"/>
                </a:lnTo>
                <a:lnTo>
                  <a:pt x="9594" y="18807"/>
                </a:lnTo>
                <a:close/>
              </a:path>
            </a:pathLst>
          </a:custGeom>
          <a:noFill/>
          <a:ln w="19050">
            <a:solidFill>
              <a:srgbClr val="FFFF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4600" name="Line 24">
            <a:extLst>
              <a:ext uri="{FF2B5EF4-FFF2-40B4-BE49-F238E27FC236}">
                <a16:creationId xmlns:a16="http://schemas.microsoft.com/office/drawing/2014/main" id="{1B325787-B202-49E2-B68E-31C7F6683417}"/>
              </a:ext>
            </a:extLst>
          </p:cNvPr>
          <p:cNvSpPr>
            <a:spLocks noChangeShapeType="1"/>
          </p:cNvSpPr>
          <p:nvPr/>
        </p:nvSpPr>
        <p:spPr bwMode="auto">
          <a:xfrm>
            <a:off x="3175000" y="3068638"/>
            <a:ext cx="0" cy="215900"/>
          </a:xfrm>
          <a:prstGeom prst="line">
            <a:avLst/>
          </a:prstGeom>
          <a:noFill/>
          <a:ln w="25400">
            <a:solidFill>
              <a:srgbClr val="FFFF00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4601" name="Text Box 25">
            <a:extLst>
              <a:ext uri="{FF2B5EF4-FFF2-40B4-BE49-F238E27FC236}">
                <a16:creationId xmlns:a16="http://schemas.microsoft.com/office/drawing/2014/main" id="{07654271-E321-49DA-AC1E-2817E13C77C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27313" y="2168525"/>
            <a:ext cx="1223962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000">
                <a:solidFill>
                  <a:schemeClr val="bg1"/>
                </a:solidFill>
              </a:rPr>
              <a:t>绝热</a:t>
            </a:r>
          </a:p>
        </p:txBody>
      </p:sp>
      <p:sp>
        <p:nvSpPr>
          <p:cNvPr id="24602" name="Text Box 26">
            <a:extLst>
              <a:ext uri="{FF2B5EF4-FFF2-40B4-BE49-F238E27FC236}">
                <a16:creationId xmlns:a16="http://schemas.microsoft.com/office/drawing/2014/main" id="{13D06B29-10A7-42C5-A052-D35C4AB7455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90875" y="2973388"/>
            <a:ext cx="12382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000">
                <a:solidFill>
                  <a:schemeClr val="bg1"/>
                </a:solidFill>
              </a:rPr>
              <a:t>等容</a:t>
            </a:r>
          </a:p>
        </p:txBody>
      </p:sp>
      <p:sp>
        <p:nvSpPr>
          <p:cNvPr id="24603" name="Text Box 27">
            <a:extLst>
              <a:ext uri="{FF2B5EF4-FFF2-40B4-BE49-F238E27FC236}">
                <a16:creationId xmlns:a16="http://schemas.microsoft.com/office/drawing/2014/main" id="{0BC12233-C224-4356-830C-E1AB7910CAD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30400" y="2757488"/>
            <a:ext cx="105727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000">
                <a:solidFill>
                  <a:schemeClr val="bg1"/>
                </a:solidFill>
              </a:rPr>
              <a:t>等温</a:t>
            </a:r>
          </a:p>
        </p:txBody>
      </p:sp>
      <p:sp>
        <p:nvSpPr>
          <p:cNvPr id="24604" name="Text Box 28">
            <a:extLst>
              <a:ext uri="{FF2B5EF4-FFF2-40B4-BE49-F238E27FC236}">
                <a16:creationId xmlns:a16="http://schemas.microsoft.com/office/drawing/2014/main" id="{823E2F09-81A0-4F8E-834A-F3761CB76CE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08338" y="2157413"/>
            <a:ext cx="1100137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000" i="1">
                <a:solidFill>
                  <a:schemeClr val="bg1"/>
                </a:solidFill>
              </a:rPr>
              <a:t>Q</a:t>
            </a:r>
            <a:r>
              <a:rPr lang="en-US" altLang="zh-CN" sz="2000">
                <a:solidFill>
                  <a:schemeClr val="bg1"/>
                </a:solidFill>
              </a:rPr>
              <a:t>=0</a:t>
            </a:r>
          </a:p>
        </p:txBody>
      </p:sp>
      <p:sp>
        <p:nvSpPr>
          <p:cNvPr id="24605" name="Text Box 29">
            <a:extLst>
              <a:ext uri="{FF2B5EF4-FFF2-40B4-BE49-F238E27FC236}">
                <a16:creationId xmlns:a16="http://schemas.microsoft.com/office/drawing/2014/main" id="{F6A93D01-5276-4AAD-AC56-F5CB61AED5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89363" y="2960688"/>
            <a:ext cx="1100137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000" i="1">
                <a:solidFill>
                  <a:schemeClr val="bg1"/>
                </a:solidFill>
              </a:rPr>
              <a:t>Q</a:t>
            </a:r>
            <a:r>
              <a:rPr lang="en-GB" altLang="zh-CN" sz="2000">
                <a:solidFill>
                  <a:schemeClr val="bg1"/>
                </a:solidFill>
              </a:rPr>
              <a:t>&lt;0</a:t>
            </a:r>
            <a:endParaRPr lang="en-US" altLang="zh-CN" sz="2000">
              <a:solidFill>
                <a:schemeClr val="bg1"/>
              </a:solidFill>
            </a:endParaRPr>
          </a:p>
        </p:txBody>
      </p:sp>
      <p:sp>
        <p:nvSpPr>
          <p:cNvPr id="24606" name="Text Box 30">
            <a:extLst>
              <a:ext uri="{FF2B5EF4-FFF2-40B4-BE49-F238E27FC236}">
                <a16:creationId xmlns:a16="http://schemas.microsoft.com/office/drawing/2014/main" id="{DB5A1198-E597-494C-BA9D-EF386AEAA65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00175" y="2786063"/>
            <a:ext cx="10287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GB" altLang="zh-CN" sz="2000" i="1">
                <a:solidFill>
                  <a:schemeClr val="bg1"/>
                </a:solidFill>
              </a:rPr>
              <a:t>Q</a:t>
            </a:r>
            <a:r>
              <a:rPr lang="en-GB" altLang="zh-CN" sz="2000">
                <a:solidFill>
                  <a:schemeClr val="bg1"/>
                </a:solidFill>
              </a:rPr>
              <a:t>&lt;0</a:t>
            </a:r>
            <a:endParaRPr lang="en-US" altLang="zh-CN" sz="2000">
              <a:solidFill>
                <a:schemeClr val="bg1"/>
              </a:solidFill>
            </a:endParaRPr>
          </a:p>
        </p:txBody>
      </p:sp>
      <p:grpSp>
        <p:nvGrpSpPr>
          <p:cNvPr id="3" name="Group 31">
            <a:extLst>
              <a:ext uri="{FF2B5EF4-FFF2-40B4-BE49-F238E27FC236}">
                <a16:creationId xmlns:a16="http://schemas.microsoft.com/office/drawing/2014/main" id="{92857441-02E2-4C84-9CFC-B5E997D431FB}"/>
              </a:ext>
            </a:extLst>
          </p:cNvPr>
          <p:cNvGrpSpPr>
            <a:grpSpLocks/>
          </p:cNvGrpSpPr>
          <p:nvPr/>
        </p:nvGrpSpPr>
        <p:grpSpPr bwMode="auto">
          <a:xfrm>
            <a:off x="4946650" y="1460500"/>
            <a:ext cx="3195638" cy="2535238"/>
            <a:chOff x="657" y="1389"/>
            <a:chExt cx="2013" cy="1597"/>
          </a:xfrm>
        </p:grpSpPr>
        <p:sp>
          <p:nvSpPr>
            <p:cNvPr id="22592" name="Line 32">
              <a:extLst>
                <a:ext uri="{FF2B5EF4-FFF2-40B4-BE49-F238E27FC236}">
                  <a16:creationId xmlns:a16="http://schemas.microsoft.com/office/drawing/2014/main" id="{65638F29-42C1-4B51-8C77-88C0035BB8E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883" y="2698"/>
              <a:ext cx="1757" cy="16"/>
            </a:xfrm>
            <a:prstGeom prst="line">
              <a:avLst/>
            </a:prstGeom>
            <a:noFill/>
            <a:ln w="28575">
              <a:solidFill>
                <a:srgbClr val="FFFFFF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2593" name="Line 33">
              <a:extLst>
                <a:ext uri="{FF2B5EF4-FFF2-40B4-BE49-F238E27FC236}">
                  <a16:creationId xmlns:a16="http://schemas.microsoft.com/office/drawing/2014/main" id="{53850181-105A-4C61-97F0-D4F9EE2C1023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H="1" flipV="1">
              <a:off x="893" y="1605"/>
              <a:ext cx="1" cy="1104"/>
            </a:xfrm>
            <a:prstGeom prst="line">
              <a:avLst/>
            </a:prstGeom>
            <a:noFill/>
            <a:ln w="28575">
              <a:solidFill>
                <a:srgbClr val="FFFFFF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2594" name="Text Box 34">
              <a:extLst>
                <a:ext uri="{FF2B5EF4-FFF2-40B4-BE49-F238E27FC236}">
                  <a16:creationId xmlns:a16="http://schemas.microsoft.com/office/drawing/2014/main" id="{6BE3899E-54C9-4145-9385-6873EFA16B9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26" y="2698"/>
              <a:ext cx="24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i="1">
                  <a:solidFill>
                    <a:srgbClr val="FFFF00"/>
                  </a:solidFill>
                </a:rPr>
                <a:t>V</a:t>
              </a:r>
            </a:p>
          </p:txBody>
        </p:sp>
        <p:sp>
          <p:nvSpPr>
            <p:cNvPr id="22595" name="Text Box 35">
              <a:extLst>
                <a:ext uri="{FF2B5EF4-FFF2-40B4-BE49-F238E27FC236}">
                  <a16:creationId xmlns:a16="http://schemas.microsoft.com/office/drawing/2014/main" id="{BCDE0A81-8E9F-48AB-AAE9-4AE29E7BA24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28" y="1389"/>
              <a:ext cx="228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800" i="1">
                  <a:solidFill>
                    <a:srgbClr val="FFFF00"/>
                  </a:solidFill>
                </a:rPr>
                <a:t>p</a:t>
              </a:r>
            </a:p>
          </p:txBody>
        </p:sp>
        <p:sp>
          <p:nvSpPr>
            <p:cNvPr id="22596" name="Text Box 36">
              <a:extLst>
                <a:ext uri="{FF2B5EF4-FFF2-40B4-BE49-F238E27FC236}">
                  <a16:creationId xmlns:a16="http://schemas.microsoft.com/office/drawing/2014/main" id="{9198A4DE-2499-4B54-A193-CACEE0096CE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57" y="2653"/>
              <a:ext cx="255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i="1">
                  <a:solidFill>
                    <a:srgbClr val="FFFF00"/>
                  </a:solidFill>
                </a:rPr>
                <a:t>O</a:t>
              </a:r>
            </a:p>
          </p:txBody>
        </p:sp>
      </p:grpSp>
      <p:sp>
        <p:nvSpPr>
          <p:cNvPr id="24613" name="Arc 37">
            <a:extLst>
              <a:ext uri="{FF2B5EF4-FFF2-40B4-BE49-F238E27FC236}">
                <a16:creationId xmlns:a16="http://schemas.microsoft.com/office/drawing/2014/main" id="{7361717F-E6AC-42D7-A67D-B2182B7746A3}"/>
              </a:ext>
            </a:extLst>
          </p:cNvPr>
          <p:cNvSpPr>
            <a:spLocks/>
          </p:cNvSpPr>
          <p:nvPr/>
        </p:nvSpPr>
        <p:spPr bwMode="auto">
          <a:xfrm rot="-2049804">
            <a:off x="6989763" y="1235075"/>
            <a:ext cx="2119312" cy="1430338"/>
          </a:xfrm>
          <a:custGeom>
            <a:avLst/>
            <a:gdLst>
              <a:gd name="T0" fmla="*/ 2147483646 w 21600"/>
              <a:gd name="T1" fmla="*/ 2147483646 h 11089"/>
              <a:gd name="T2" fmla="*/ 0 w 21600"/>
              <a:gd name="T3" fmla="*/ 0 h 11089"/>
              <a:gd name="T4" fmla="*/ 2147483646 w 21600"/>
              <a:gd name="T5" fmla="*/ 2147483646 h 11089"/>
              <a:gd name="T6" fmla="*/ 0 60000 65536"/>
              <a:gd name="T7" fmla="*/ 0 60000 65536"/>
              <a:gd name="T8" fmla="*/ 0 60000 65536"/>
              <a:gd name="T9" fmla="*/ 0 w 21600"/>
              <a:gd name="T10" fmla="*/ 0 h 11089"/>
              <a:gd name="T11" fmla="*/ 21600 w 21600"/>
              <a:gd name="T12" fmla="*/ 11089 h 11089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600" h="11089" fill="none" extrusionOk="0">
                <a:moveTo>
                  <a:pt x="3057" y="11088"/>
                </a:moveTo>
                <a:cubicBezTo>
                  <a:pt x="1056" y="7740"/>
                  <a:pt x="0" y="3911"/>
                  <a:pt x="0" y="11"/>
                </a:cubicBezTo>
                <a:cubicBezTo>
                  <a:pt x="-1" y="7"/>
                  <a:pt x="0" y="3"/>
                  <a:pt x="0" y="0"/>
                </a:cubicBezTo>
              </a:path>
              <a:path w="21600" h="11089" stroke="0" extrusionOk="0">
                <a:moveTo>
                  <a:pt x="3057" y="11088"/>
                </a:moveTo>
                <a:cubicBezTo>
                  <a:pt x="1056" y="7740"/>
                  <a:pt x="0" y="3911"/>
                  <a:pt x="0" y="11"/>
                </a:cubicBezTo>
                <a:cubicBezTo>
                  <a:pt x="-1" y="7"/>
                  <a:pt x="0" y="3"/>
                  <a:pt x="0" y="0"/>
                </a:cubicBezTo>
                <a:lnTo>
                  <a:pt x="21600" y="11"/>
                </a:lnTo>
                <a:lnTo>
                  <a:pt x="3057" y="11088"/>
                </a:lnTo>
                <a:close/>
              </a:path>
            </a:pathLst>
          </a:custGeom>
          <a:noFill/>
          <a:ln w="19050">
            <a:solidFill>
              <a:srgbClr val="FFFF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4614" name="Line 38">
            <a:extLst>
              <a:ext uri="{FF2B5EF4-FFF2-40B4-BE49-F238E27FC236}">
                <a16:creationId xmlns:a16="http://schemas.microsoft.com/office/drawing/2014/main" id="{D0E3F6C9-8DD1-49BA-AAEC-4F39EB8ECEEC}"/>
              </a:ext>
            </a:extLst>
          </p:cNvPr>
          <p:cNvSpPr>
            <a:spLocks noChangeShapeType="1"/>
          </p:cNvSpPr>
          <p:nvPr/>
        </p:nvSpPr>
        <p:spPr bwMode="auto">
          <a:xfrm>
            <a:off x="6770688" y="1963738"/>
            <a:ext cx="0" cy="539750"/>
          </a:xfrm>
          <a:prstGeom prst="line">
            <a:avLst/>
          </a:prstGeom>
          <a:noFill/>
          <a:ln w="19050">
            <a:solidFill>
              <a:srgbClr val="FFFF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4615" name="Arc 39">
            <a:extLst>
              <a:ext uri="{FF2B5EF4-FFF2-40B4-BE49-F238E27FC236}">
                <a16:creationId xmlns:a16="http://schemas.microsoft.com/office/drawing/2014/main" id="{F90339BB-52CD-4FF7-9D72-64E4AA888626}"/>
              </a:ext>
            </a:extLst>
          </p:cNvPr>
          <p:cNvSpPr>
            <a:spLocks/>
          </p:cNvSpPr>
          <p:nvPr/>
        </p:nvSpPr>
        <p:spPr bwMode="auto">
          <a:xfrm rot="-2184256">
            <a:off x="6556375" y="849313"/>
            <a:ext cx="2203450" cy="1998662"/>
          </a:xfrm>
          <a:custGeom>
            <a:avLst/>
            <a:gdLst>
              <a:gd name="T0" fmla="*/ 2147483646 w 20218"/>
              <a:gd name="T1" fmla="*/ 2147483646 h 15581"/>
              <a:gd name="T2" fmla="*/ 0 w 20218"/>
              <a:gd name="T3" fmla="*/ 2147483646 h 15581"/>
              <a:gd name="T4" fmla="*/ 2147483646 w 20218"/>
              <a:gd name="T5" fmla="*/ 0 h 15581"/>
              <a:gd name="T6" fmla="*/ 0 60000 65536"/>
              <a:gd name="T7" fmla="*/ 0 60000 65536"/>
              <a:gd name="T8" fmla="*/ 0 60000 65536"/>
              <a:gd name="T9" fmla="*/ 0 w 20218"/>
              <a:gd name="T10" fmla="*/ 0 h 15581"/>
              <a:gd name="T11" fmla="*/ 20218 w 20218"/>
              <a:gd name="T12" fmla="*/ 15581 h 15581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0218" h="15581" fill="none" extrusionOk="0">
                <a:moveTo>
                  <a:pt x="5258" y="15581"/>
                </a:moveTo>
                <a:cubicBezTo>
                  <a:pt x="2932" y="13347"/>
                  <a:pt x="1135" y="10621"/>
                  <a:pt x="0" y="7602"/>
                </a:cubicBezTo>
              </a:path>
              <a:path w="20218" h="15581" stroke="0" extrusionOk="0">
                <a:moveTo>
                  <a:pt x="5258" y="15581"/>
                </a:moveTo>
                <a:cubicBezTo>
                  <a:pt x="2932" y="13347"/>
                  <a:pt x="1135" y="10621"/>
                  <a:pt x="0" y="7602"/>
                </a:cubicBezTo>
                <a:lnTo>
                  <a:pt x="20218" y="0"/>
                </a:lnTo>
                <a:lnTo>
                  <a:pt x="5258" y="15581"/>
                </a:lnTo>
                <a:close/>
              </a:path>
            </a:pathLst>
          </a:custGeom>
          <a:noFill/>
          <a:ln w="19050">
            <a:solidFill>
              <a:srgbClr val="FFFF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4616" name="Line 40">
            <a:extLst>
              <a:ext uri="{FF2B5EF4-FFF2-40B4-BE49-F238E27FC236}">
                <a16:creationId xmlns:a16="http://schemas.microsoft.com/office/drawing/2014/main" id="{21761164-E7CB-4CDB-AA4D-081F12DA2F29}"/>
              </a:ext>
            </a:extLst>
          </p:cNvPr>
          <p:cNvSpPr>
            <a:spLocks noChangeShapeType="1"/>
          </p:cNvSpPr>
          <p:nvPr/>
        </p:nvSpPr>
        <p:spPr bwMode="auto">
          <a:xfrm rot="10800000">
            <a:off x="6770688" y="2098675"/>
            <a:ext cx="0" cy="215900"/>
          </a:xfrm>
          <a:prstGeom prst="line">
            <a:avLst/>
          </a:prstGeom>
          <a:noFill/>
          <a:ln w="25400">
            <a:solidFill>
              <a:srgbClr val="FFFF00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4617" name="Text Box 41">
            <a:extLst>
              <a:ext uri="{FF2B5EF4-FFF2-40B4-BE49-F238E27FC236}">
                <a16:creationId xmlns:a16="http://schemas.microsoft.com/office/drawing/2014/main" id="{11A5D072-6E83-4DD8-A483-5C5BE26605F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77088" y="2144713"/>
            <a:ext cx="1223962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000">
                <a:solidFill>
                  <a:schemeClr val="bg1"/>
                </a:solidFill>
              </a:rPr>
              <a:t>绝热</a:t>
            </a:r>
          </a:p>
        </p:txBody>
      </p:sp>
      <p:sp>
        <p:nvSpPr>
          <p:cNvPr id="24618" name="Text Box 42">
            <a:extLst>
              <a:ext uri="{FF2B5EF4-FFF2-40B4-BE49-F238E27FC236}">
                <a16:creationId xmlns:a16="http://schemas.microsoft.com/office/drawing/2014/main" id="{8D085B9E-A357-471E-96E6-06930079F56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48375" y="2095500"/>
            <a:ext cx="12382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000">
                <a:solidFill>
                  <a:schemeClr val="bg1"/>
                </a:solidFill>
              </a:rPr>
              <a:t>等容</a:t>
            </a:r>
          </a:p>
        </p:txBody>
      </p:sp>
      <p:sp>
        <p:nvSpPr>
          <p:cNvPr id="24619" name="Text Box 43">
            <a:extLst>
              <a:ext uri="{FF2B5EF4-FFF2-40B4-BE49-F238E27FC236}">
                <a16:creationId xmlns:a16="http://schemas.microsoft.com/office/drawing/2014/main" id="{319A8872-73EC-4418-811A-F98C5438F74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86538" y="2714625"/>
            <a:ext cx="105727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000">
                <a:solidFill>
                  <a:schemeClr val="bg1"/>
                </a:solidFill>
              </a:rPr>
              <a:t>等温</a:t>
            </a:r>
          </a:p>
        </p:txBody>
      </p:sp>
      <p:sp>
        <p:nvSpPr>
          <p:cNvPr id="24620" name="Text Box 44">
            <a:extLst>
              <a:ext uri="{FF2B5EF4-FFF2-40B4-BE49-F238E27FC236}">
                <a16:creationId xmlns:a16="http://schemas.microsoft.com/office/drawing/2014/main" id="{311EE26C-36FF-412D-8CCE-01E6CC043BD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86688" y="2103438"/>
            <a:ext cx="1100137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000" i="1">
                <a:solidFill>
                  <a:schemeClr val="bg1"/>
                </a:solidFill>
              </a:rPr>
              <a:t>Q</a:t>
            </a:r>
            <a:r>
              <a:rPr lang="en-US" altLang="zh-CN" sz="2000">
                <a:solidFill>
                  <a:schemeClr val="bg1"/>
                </a:solidFill>
              </a:rPr>
              <a:t>=0</a:t>
            </a:r>
          </a:p>
        </p:txBody>
      </p:sp>
      <p:sp>
        <p:nvSpPr>
          <p:cNvPr id="24621" name="Text Box 45">
            <a:extLst>
              <a:ext uri="{FF2B5EF4-FFF2-40B4-BE49-F238E27FC236}">
                <a16:creationId xmlns:a16="http://schemas.microsoft.com/office/drawing/2014/main" id="{A6EB161D-466C-4E09-A70E-E9F074109A3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43550" y="2103438"/>
            <a:ext cx="1100138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000" i="1">
                <a:solidFill>
                  <a:schemeClr val="bg1"/>
                </a:solidFill>
              </a:rPr>
              <a:t>Q&gt;</a:t>
            </a:r>
            <a:r>
              <a:rPr lang="en-GB" altLang="zh-CN" sz="2000">
                <a:solidFill>
                  <a:schemeClr val="bg1"/>
                </a:solidFill>
              </a:rPr>
              <a:t>0</a:t>
            </a:r>
            <a:endParaRPr lang="en-US" altLang="zh-CN" sz="2000">
              <a:solidFill>
                <a:schemeClr val="bg1"/>
              </a:solidFill>
            </a:endParaRPr>
          </a:p>
        </p:txBody>
      </p:sp>
      <p:sp>
        <p:nvSpPr>
          <p:cNvPr id="24622" name="Text Box 46">
            <a:extLst>
              <a:ext uri="{FF2B5EF4-FFF2-40B4-BE49-F238E27FC236}">
                <a16:creationId xmlns:a16="http://schemas.microsoft.com/office/drawing/2014/main" id="{07B6B123-426D-43B4-9FDC-D26975BF5FF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72188" y="2714625"/>
            <a:ext cx="10287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GB" altLang="zh-CN" sz="2000" i="1">
                <a:solidFill>
                  <a:schemeClr val="bg1"/>
                </a:solidFill>
              </a:rPr>
              <a:t>Q</a:t>
            </a:r>
            <a:r>
              <a:rPr lang="en-GB" altLang="zh-CN" sz="2000">
                <a:solidFill>
                  <a:schemeClr val="bg1"/>
                </a:solidFill>
              </a:rPr>
              <a:t>&lt;0</a:t>
            </a:r>
            <a:endParaRPr lang="en-US" altLang="zh-CN" sz="2000">
              <a:solidFill>
                <a:schemeClr val="bg1"/>
              </a:solidFill>
            </a:endParaRPr>
          </a:p>
        </p:txBody>
      </p:sp>
      <p:grpSp>
        <p:nvGrpSpPr>
          <p:cNvPr id="4" name="Group 48">
            <a:extLst>
              <a:ext uri="{FF2B5EF4-FFF2-40B4-BE49-F238E27FC236}">
                <a16:creationId xmlns:a16="http://schemas.microsoft.com/office/drawing/2014/main" id="{797DC42A-5A4B-4368-B207-4BBDCE4E9C74}"/>
              </a:ext>
            </a:extLst>
          </p:cNvPr>
          <p:cNvGrpSpPr>
            <a:grpSpLocks/>
          </p:cNvGrpSpPr>
          <p:nvPr/>
        </p:nvGrpSpPr>
        <p:grpSpPr bwMode="auto">
          <a:xfrm>
            <a:off x="862013" y="4132263"/>
            <a:ext cx="3195637" cy="2535237"/>
            <a:chOff x="657" y="1389"/>
            <a:chExt cx="2013" cy="1597"/>
          </a:xfrm>
        </p:grpSpPr>
        <p:sp>
          <p:nvSpPr>
            <p:cNvPr id="22587" name="Line 49">
              <a:extLst>
                <a:ext uri="{FF2B5EF4-FFF2-40B4-BE49-F238E27FC236}">
                  <a16:creationId xmlns:a16="http://schemas.microsoft.com/office/drawing/2014/main" id="{EDEF16B7-CD9E-4661-9668-8F5E77FBD8A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883" y="2698"/>
              <a:ext cx="1757" cy="16"/>
            </a:xfrm>
            <a:prstGeom prst="line">
              <a:avLst/>
            </a:prstGeom>
            <a:noFill/>
            <a:ln w="28575">
              <a:solidFill>
                <a:srgbClr val="FFFFFF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2588" name="Line 50">
              <a:extLst>
                <a:ext uri="{FF2B5EF4-FFF2-40B4-BE49-F238E27FC236}">
                  <a16:creationId xmlns:a16="http://schemas.microsoft.com/office/drawing/2014/main" id="{8B818A24-6550-46E3-9CF8-4F248EF307EE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H="1" flipV="1">
              <a:off x="893" y="1605"/>
              <a:ext cx="1" cy="1104"/>
            </a:xfrm>
            <a:prstGeom prst="line">
              <a:avLst/>
            </a:prstGeom>
            <a:noFill/>
            <a:ln w="28575">
              <a:solidFill>
                <a:srgbClr val="FFFFFF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2589" name="Text Box 51">
              <a:extLst>
                <a:ext uri="{FF2B5EF4-FFF2-40B4-BE49-F238E27FC236}">
                  <a16:creationId xmlns:a16="http://schemas.microsoft.com/office/drawing/2014/main" id="{7EC9BAC0-E454-40B8-88CA-53A00F2C378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26" y="2698"/>
              <a:ext cx="24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i="1">
                  <a:solidFill>
                    <a:srgbClr val="FFFF00"/>
                  </a:solidFill>
                </a:rPr>
                <a:t>V</a:t>
              </a:r>
            </a:p>
          </p:txBody>
        </p:sp>
        <p:sp>
          <p:nvSpPr>
            <p:cNvPr id="22590" name="Text Box 52">
              <a:extLst>
                <a:ext uri="{FF2B5EF4-FFF2-40B4-BE49-F238E27FC236}">
                  <a16:creationId xmlns:a16="http://schemas.microsoft.com/office/drawing/2014/main" id="{CA5C1490-0CBA-4AE8-AAEE-BCB80CB84FC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28" y="1389"/>
              <a:ext cx="228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800" i="1">
                  <a:solidFill>
                    <a:srgbClr val="FFFF00"/>
                  </a:solidFill>
                </a:rPr>
                <a:t>p</a:t>
              </a:r>
            </a:p>
          </p:txBody>
        </p:sp>
        <p:sp>
          <p:nvSpPr>
            <p:cNvPr id="22591" name="Text Box 53">
              <a:extLst>
                <a:ext uri="{FF2B5EF4-FFF2-40B4-BE49-F238E27FC236}">
                  <a16:creationId xmlns:a16="http://schemas.microsoft.com/office/drawing/2014/main" id="{4D6EB6D0-D39B-4546-A303-1A73A96E3C6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57" y="2653"/>
              <a:ext cx="255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i="1">
                  <a:solidFill>
                    <a:srgbClr val="FFFF00"/>
                  </a:solidFill>
                </a:rPr>
                <a:t>O</a:t>
              </a:r>
            </a:p>
          </p:txBody>
        </p:sp>
      </p:grpSp>
      <p:sp>
        <p:nvSpPr>
          <p:cNvPr id="24630" name="Arc 54">
            <a:extLst>
              <a:ext uri="{FF2B5EF4-FFF2-40B4-BE49-F238E27FC236}">
                <a16:creationId xmlns:a16="http://schemas.microsoft.com/office/drawing/2014/main" id="{D1E1FCA6-E224-496B-827D-76EA565E2216}"/>
              </a:ext>
            </a:extLst>
          </p:cNvPr>
          <p:cNvSpPr>
            <a:spLocks/>
          </p:cNvSpPr>
          <p:nvPr/>
        </p:nvSpPr>
        <p:spPr bwMode="auto">
          <a:xfrm rot="-2049804">
            <a:off x="2740025" y="4186238"/>
            <a:ext cx="2119313" cy="1325562"/>
          </a:xfrm>
          <a:custGeom>
            <a:avLst/>
            <a:gdLst>
              <a:gd name="T0" fmla="*/ 2147483646 w 21600"/>
              <a:gd name="T1" fmla="*/ 2147483646 h 10261"/>
              <a:gd name="T2" fmla="*/ 0 w 21600"/>
              <a:gd name="T3" fmla="*/ 0 h 10261"/>
              <a:gd name="T4" fmla="*/ 2147483646 w 21600"/>
              <a:gd name="T5" fmla="*/ 2147483646 h 10261"/>
              <a:gd name="T6" fmla="*/ 0 60000 65536"/>
              <a:gd name="T7" fmla="*/ 0 60000 65536"/>
              <a:gd name="T8" fmla="*/ 0 60000 65536"/>
              <a:gd name="T9" fmla="*/ 0 w 21600"/>
              <a:gd name="T10" fmla="*/ 0 h 10261"/>
              <a:gd name="T11" fmla="*/ 21600 w 21600"/>
              <a:gd name="T12" fmla="*/ 10261 h 10261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600" h="10261" fill="none" extrusionOk="0">
                <a:moveTo>
                  <a:pt x="2586" y="10261"/>
                </a:moveTo>
                <a:cubicBezTo>
                  <a:pt x="888" y="7111"/>
                  <a:pt x="0" y="3589"/>
                  <a:pt x="0" y="11"/>
                </a:cubicBezTo>
                <a:cubicBezTo>
                  <a:pt x="-1" y="7"/>
                  <a:pt x="0" y="3"/>
                  <a:pt x="0" y="0"/>
                </a:cubicBezTo>
              </a:path>
              <a:path w="21600" h="10261" stroke="0" extrusionOk="0">
                <a:moveTo>
                  <a:pt x="2586" y="10261"/>
                </a:moveTo>
                <a:cubicBezTo>
                  <a:pt x="888" y="7111"/>
                  <a:pt x="0" y="3589"/>
                  <a:pt x="0" y="11"/>
                </a:cubicBezTo>
                <a:cubicBezTo>
                  <a:pt x="-1" y="7"/>
                  <a:pt x="0" y="3"/>
                  <a:pt x="0" y="0"/>
                </a:cubicBezTo>
                <a:lnTo>
                  <a:pt x="21600" y="11"/>
                </a:lnTo>
                <a:lnTo>
                  <a:pt x="2586" y="10261"/>
                </a:lnTo>
                <a:close/>
              </a:path>
            </a:pathLst>
          </a:custGeom>
          <a:noFill/>
          <a:ln w="19050">
            <a:solidFill>
              <a:srgbClr val="FFFF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4631" name="Line 55">
            <a:extLst>
              <a:ext uri="{FF2B5EF4-FFF2-40B4-BE49-F238E27FC236}">
                <a16:creationId xmlns:a16="http://schemas.microsoft.com/office/drawing/2014/main" id="{70152E2C-97C8-48DB-8F6E-83C5FA32651A}"/>
              </a:ext>
            </a:extLst>
          </p:cNvPr>
          <p:cNvSpPr>
            <a:spLocks noChangeShapeType="1"/>
          </p:cNvSpPr>
          <p:nvPr/>
        </p:nvSpPr>
        <p:spPr bwMode="auto">
          <a:xfrm rot="-5400000">
            <a:off x="2280444" y="4615657"/>
            <a:ext cx="1587" cy="539750"/>
          </a:xfrm>
          <a:prstGeom prst="line">
            <a:avLst/>
          </a:prstGeom>
          <a:noFill/>
          <a:ln w="19050">
            <a:solidFill>
              <a:srgbClr val="FFFF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4632" name="Arc 56">
            <a:extLst>
              <a:ext uri="{FF2B5EF4-FFF2-40B4-BE49-F238E27FC236}">
                <a16:creationId xmlns:a16="http://schemas.microsoft.com/office/drawing/2014/main" id="{15ED6D97-8E3D-46A0-888A-EF6F7767282B}"/>
              </a:ext>
            </a:extLst>
          </p:cNvPr>
          <p:cNvSpPr>
            <a:spLocks/>
          </p:cNvSpPr>
          <p:nvPr/>
        </p:nvSpPr>
        <p:spPr bwMode="auto">
          <a:xfrm rot="-1300963">
            <a:off x="2016125" y="3489325"/>
            <a:ext cx="2203450" cy="2413000"/>
          </a:xfrm>
          <a:custGeom>
            <a:avLst/>
            <a:gdLst>
              <a:gd name="T0" fmla="*/ 2147483646 w 20218"/>
              <a:gd name="T1" fmla="*/ 2147483646 h 18807"/>
              <a:gd name="T2" fmla="*/ 0 w 20218"/>
              <a:gd name="T3" fmla="*/ 2147483646 h 18807"/>
              <a:gd name="T4" fmla="*/ 2147483646 w 20218"/>
              <a:gd name="T5" fmla="*/ 0 h 18807"/>
              <a:gd name="T6" fmla="*/ 0 60000 65536"/>
              <a:gd name="T7" fmla="*/ 0 60000 65536"/>
              <a:gd name="T8" fmla="*/ 0 60000 65536"/>
              <a:gd name="T9" fmla="*/ 0 w 20218"/>
              <a:gd name="T10" fmla="*/ 0 h 18807"/>
              <a:gd name="T11" fmla="*/ 20218 w 20218"/>
              <a:gd name="T12" fmla="*/ 18807 h 18807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0218" h="18807" fill="none" extrusionOk="0">
                <a:moveTo>
                  <a:pt x="9594" y="18807"/>
                </a:moveTo>
                <a:cubicBezTo>
                  <a:pt x="5181" y="16314"/>
                  <a:pt x="1784" y="12347"/>
                  <a:pt x="0" y="7602"/>
                </a:cubicBezTo>
              </a:path>
              <a:path w="20218" h="18807" stroke="0" extrusionOk="0">
                <a:moveTo>
                  <a:pt x="9594" y="18807"/>
                </a:moveTo>
                <a:cubicBezTo>
                  <a:pt x="5181" y="16314"/>
                  <a:pt x="1784" y="12347"/>
                  <a:pt x="0" y="7602"/>
                </a:cubicBezTo>
                <a:lnTo>
                  <a:pt x="20218" y="0"/>
                </a:lnTo>
                <a:lnTo>
                  <a:pt x="9594" y="18807"/>
                </a:lnTo>
                <a:close/>
              </a:path>
            </a:pathLst>
          </a:custGeom>
          <a:noFill/>
          <a:ln w="19050">
            <a:solidFill>
              <a:srgbClr val="FFFF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4633" name="Line 57">
            <a:extLst>
              <a:ext uri="{FF2B5EF4-FFF2-40B4-BE49-F238E27FC236}">
                <a16:creationId xmlns:a16="http://schemas.microsoft.com/office/drawing/2014/main" id="{1845197E-6881-4451-B4A8-C63B86EB6907}"/>
              </a:ext>
            </a:extLst>
          </p:cNvPr>
          <p:cNvSpPr>
            <a:spLocks noChangeShapeType="1"/>
          </p:cNvSpPr>
          <p:nvPr/>
        </p:nvSpPr>
        <p:spPr bwMode="auto">
          <a:xfrm rot="-5400000">
            <a:off x="2280444" y="4779169"/>
            <a:ext cx="1588" cy="215900"/>
          </a:xfrm>
          <a:prstGeom prst="line">
            <a:avLst/>
          </a:prstGeom>
          <a:noFill/>
          <a:ln w="25400">
            <a:solidFill>
              <a:srgbClr val="FFFF00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4634" name="Text Box 58">
            <a:extLst>
              <a:ext uri="{FF2B5EF4-FFF2-40B4-BE49-F238E27FC236}">
                <a16:creationId xmlns:a16="http://schemas.microsoft.com/office/drawing/2014/main" id="{C9E506FD-7A90-4461-B72C-9BA867D7C4A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55925" y="5086350"/>
            <a:ext cx="1223963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000">
                <a:solidFill>
                  <a:schemeClr val="bg1"/>
                </a:solidFill>
              </a:rPr>
              <a:t>绝热</a:t>
            </a:r>
          </a:p>
        </p:txBody>
      </p:sp>
      <p:sp>
        <p:nvSpPr>
          <p:cNvPr id="24635" name="Text Box 59">
            <a:extLst>
              <a:ext uri="{FF2B5EF4-FFF2-40B4-BE49-F238E27FC236}">
                <a16:creationId xmlns:a16="http://schemas.microsoft.com/office/drawing/2014/main" id="{D4C3F36F-B6B5-4E16-BAEC-71B743E3382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58975" y="4435475"/>
            <a:ext cx="12382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000">
                <a:solidFill>
                  <a:schemeClr val="bg1"/>
                </a:solidFill>
              </a:rPr>
              <a:t>等压</a:t>
            </a:r>
          </a:p>
        </p:txBody>
      </p:sp>
      <p:sp>
        <p:nvSpPr>
          <p:cNvPr id="24637" name="Text Box 61">
            <a:extLst>
              <a:ext uri="{FF2B5EF4-FFF2-40B4-BE49-F238E27FC236}">
                <a16:creationId xmlns:a16="http://schemas.microsoft.com/office/drawing/2014/main" id="{E791828E-917C-4BB4-8BF0-F9B956BEA83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36950" y="5072063"/>
            <a:ext cx="1100138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000" i="1">
                <a:solidFill>
                  <a:schemeClr val="bg1"/>
                </a:solidFill>
              </a:rPr>
              <a:t>Q</a:t>
            </a:r>
            <a:r>
              <a:rPr lang="en-US" altLang="zh-CN" sz="2000">
                <a:solidFill>
                  <a:schemeClr val="bg1"/>
                </a:solidFill>
              </a:rPr>
              <a:t>=0</a:t>
            </a:r>
          </a:p>
        </p:txBody>
      </p:sp>
      <p:sp>
        <p:nvSpPr>
          <p:cNvPr id="24638" name="Text Box 62">
            <a:extLst>
              <a:ext uri="{FF2B5EF4-FFF2-40B4-BE49-F238E27FC236}">
                <a16:creationId xmlns:a16="http://schemas.microsoft.com/office/drawing/2014/main" id="{1D77AF5F-5484-4F4F-9F34-9A8EC82D0E2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06675" y="4421188"/>
            <a:ext cx="10287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GB" altLang="zh-CN" sz="2000" i="1">
                <a:solidFill>
                  <a:schemeClr val="bg1"/>
                </a:solidFill>
              </a:rPr>
              <a:t>Q</a:t>
            </a:r>
            <a:r>
              <a:rPr lang="en-GB" altLang="zh-CN" sz="2000">
                <a:solidFill>
                  <a:schemeClr val="bg1"/>
                </a:solidFill>
              </a:rPr>
              <a:t>&gt;0</a:t>
            </a:r>
            <a:endParaRPr lang="en-US" altLang="zh-CN" sz="2000">
              <a:solidFill>
                <a:schemeClr val="bg1"/>
              </a:solidFill>
            </a:endParaRPr>
          </a:p>
        </p:txBody>
      </p:sp>
      <p:sp>
        <p:nvSpPr>
          <p:cNvPr id="24639" name="Text Box 63">
            <a:extLst>
              <a:ext uri="{FF2B5EF4-FFF2-40B4-BE49-F238E27FC236}">
                <a16:creationId xmlns:a16="http://schemas.microsoft.com/office/drawing/2014/main" id="{46A9E9F5-BA05-40B5-A7B5-C124A0815FD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36725" y="5286375"/>
            <a:ext cx="1223963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000">
                <a:solidFill>
                  <a:schemeClr val="bg1"/>
                </a:solidFill>
              </a:rPr>
              <a:t>绝热</a:t>
            </a:r>
          </a:p>
        </p:txBody>
      </p:sp>
      <p:sp>
        <p:nvSpPr>
          <p:cNvPr id="24640" name="Text Box 64">
            <a:extLst>
              <a:ext uri="{FF2B5EF4-FFF2-40B4-BE49-F238E27FC236}">
                <a16:creationId xmlns:a16="http://schemas.microsoft.com/office/drawing/2014/main" id="{13EE8896-C3E2-45D7-8ADC-E4973C720DC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71688" y="5643563"/>
            <a:ext cx="1100137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000" i="1">
                <a:solidFill>
                  <a:schemeClr val="bg1"/>
                </a:solidFill>
              </a:rPr>
              <a:t>Q</a:t>
            </a:r>
            <a:r>
              <a:rPr lang="en-US" altLang="zh-CN" sz="2000">
                <a:solidFill>
                  <a:schemeClr val="bg1"/>
                </a:solidFill>
              </a:rPr>
              <a:t>=0</a:t>
            </a:r>
          </a:p>
        </p:txBody>
      </p:sp>
      <p:grpSp>
        <p:nvGrpSpPr>
          <p:cNvPr id="5" name="Group 65">
            <a:extLst>
              <a:ext uri="{FF2B5EF4-FFF2-40B4-BE49-F238E27FC236}">
                <a16:creationId xmlns:a16="http://schemas.microsoft.com/office/drawing/2014/main" id="{29D72A52-16E4-4EFD-A007-58A1836DB474}"/>
              </a:ext>
            </a:extLst>
          </p:cNvPr>
          <p:cNvGrpSpPr>
            <a:grpSpLocks/>
          </p:cNvGrpSpPr>
          <p:nvPr/>
        </p:nvGrpSpPr>
        <p:grpSpPr bwMode="auto">
          <a:xfrm>
            <a:off x="4968875" y="4121150"/>
            <a:ext cx="3195638" cy="2535238"/>
            <a:chOff x="657" y="1389"/>
            <a:chExt cx="2013" cy="1597"/>
          </a:xfrm>
        </p:grpSpPr>
        <p:sp>
          <p:nvSpPr>
            <p:cNvPr id="22582" name="Line 66">
              <a:extLst>
                <a:ext uri="{FF2B5EF4-FFF2-40B4-BE49-F238E27FC236}">
                  <a16:creationId xmlns:a16="http://schemas.microsoft.com/office/drawing/2014/main" id="{F7E6CB60-1193-42AF-9C56-C9A7E0F439C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883" y="2698"/>
              <a:ext cx="1757" cy="16"/>
            </a:xfrm>
            <a:prstGeom prst="line">
              <a:avLst/>
            </a:prstGeom>
            <a:noFill/>
            <a:ln w="28575">
              <a:solidFill>
                <a:srgbClr val="FFFFFF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2583" name="Line 67">
              <a:extLst>
                <a:ext uri="{FF2B5EF4-FFF2-40B4-BE49-F238E27FC236}">
                  <a16:creationId xmlns:a16="http://schemas.microsoft.com/office/drawing/2014/main" id="{37527863-C684-4658-8D1E-2CEEA1FE6384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H="1" flipV="1">
              <a:off x="893" y="1605"/>
              <a:ext cx="1" cy="1104"/>
            </a:xfrm>
            <a:prstGeom prst="line">
              <a:avLst/>
            </a:prstGeom>
            <a:noFill/>
            <a:ln w="28575">
              <a:solidFill>
                <a:srgbClr val="FFFFFF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2584" name="Text Box 68">
              <a:extLst>
                <a:ext uri="{FF2B5EF4-FFF2-40B4-BE49-F238E27FC236}">
                  <a16:creationId xmlns:a16="http://schemas.microsoft.com/office/drawing/2014/main" id="{38436DFA-D478-4F6E-AE80-1EFD16AF4D4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26" y="2698"/>
              <a:ext cx="24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i="1">
                  <a:solidFill>
                    <a:srgbClr val="FFFF00"/>
                  </a:solidFill>
                </a:rPr>
                <a:t>V</a:t>
              </a:r>
            </a:p>
          </p:txBody>
        </p:sp>
        <p:sp>
          <p:nvSpPr>
            <p:cNvPr id="22585" name="Text Box 69">
              <a:extLst>
                <a:ext uri="{FF2B5EF4-FFF2-40B4-BE49-F238E27FC236}">
                  <a16:creationId xmlns:a16="http://schemas.microsoft.com/office/drawing/2014/main" id="{3D2F3961-8984-4B3D-B8BD-7E755727BBD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28" y="1389"/>
              <a:ext cx="228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800" i="1">
                  <a:solidFill>
                    <a:srgbClr val="FFFF00"/>
                  </a:solidFill>
                </a:rPr>
                <a:t>p</a:t>
              </a:r>
            </a:p>
          </p:txBody>
        </p:sp>
        <p:sp>
          <p:nvSpPr>
            <p:cNvPr id="22586" name="Text Box 70">
              <a:extLst>
                <a:ext uri="{FF2B5EF4-FFF2-40B4-BE49-F238E27FC236}">
                  <a16:creationId xmlns:a16="http://schemas.microsoft.com/office/drawing/2014/main" id="{3D86A9DF-B3C9-46B1-A949-4C8EF38EC77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57" y="2653"/>
              <a:ext cx="255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i="1">
                  <a:solidFill>
                    <a:srgbClr val="FFFF00"/>
                  </a:solidFill>
                </a:rPr>
                <a:t>O</a:t>
              </a:r>
            </a:p>
          </p:txBody>
        </p:sp>
      </p:grpSp>
      <p:sp>
        <p:nvSpPr>
          <p:cNvPr id="24647" name="Arc 71">
            <a:extLst>
              <a:ext uri="{FF2B5EF4-FFF2-40B4-BE49-F238E27FC236}">
                <a16:creationId xmlns:a16="http://schemas.microsoft.com/office/drawing/2014/main" id="{466D99C4-81CC-4BFE-AA26-4B1BD413F3A8}"/>
              </a:ext>
            </a:extLst>
          </p:cNvPr>
          <p:cNvSpPr>
            <a:spLocks/>
          </p:cNvSpPr>
          <p:nvPr/>
        </p:nvSpPr>
        <p:spPr bwMode="auto">
          <a:xfrm rot="-2049804">
            <a:off x="6937375" y="4364038"/>
            <a:ext cx="2119313" cy="1033462"/>
          </a:xfrm>
          <a:custGeom>
            <a:avLst/>
            <a:gdLst>
              <a:gd name="T0" fmla="*/ 2147483646 w 21600"/>
              <a:gd name="T1" fmla="*/ 2147483646 h 8000"/>
              <a:gd name="T2" fmla="*/ 0 w 21600"/>
              <a:gd name="T3" fmla="*/ 2147483646 h 8000"/>
              <a:gd name="T4" fmla="*/ 2147483646 w 21600"/>
              <a:gd name="T5" fmla="*/ 0 h 8000"/>
              <a:gd name="T6" fmla="*/ 0 60000 65536"/>
              <a:gd name="T7" fmla="*/ 0 60000 65536"/>
              <a:gd name="T8" fmla="*/ 0 60000 65536"/>
              <a:gd name="T9" fmla="*/ 0 w 21600"/>
              <a:gd name="T10" fmla="*/ 0 h 8000"/>
              <a:gd name="T11" fmla="*/ 21600 w 21600"/>
              <a:gd name="T12" fmla="*/ 8000 h 80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600" h="8000" fill="none" extrusionOk="0">
                <a:moveTo>
                  <a:pt x="1536" y="7999"/>
                </a:moveTo>
                <a:cubicBezTo>
                  <a:pt x="533" y="5484"/>
                  <a:pt x="12" y="2802"/>
                  <a:pt x="0" y="94"/>
                </a:cubicBezTo>
              </a:path>
              <a:path w="21600" h="8000" stroke="0" extrusionOk="0">
                <a:moveTo>
                  <a:pt x="1536" y="7999"/>
                </a:moveTo>
                <a:cubicBezTo>
                  <a:pt x="533" y="5484"/>
                  <a:pt x="12" y="2802"/>
                  <a:pt x="0" y="94"/>
                </a:cubicBezTo>
                <a:lnTo>
                  <a:pt x="21600" y="0"/>
                </a:lnTo>
                <a:lnTo>
                  <a:pt x="1536" y="7999"/>
                </a:lnTo>
                <a:close/>
              </a:path>
            </a:pathLst>
          </a:custGeom>
          <a:noFill/>
          <a:ln w="19050">
            <a:solidFill>
              <a:srgbClr val="FFFF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4649" name="Arc 73">
            <a:extLst>
              <a:ext uri="{FF2B5EF4-FFF2-40B4-BE49-F238E27FC236}">
                <a16:creationId xmlns:a16="http://schemas.microsoft.com/office/drawing/2014/main" id="{8E6A9535-3CE1-45D1-A831-EAA10AAF52B8}"/>
              </a:ext>
            </a:extLst>
          </p:cNvPr>
          <p:cNvSpPr>
            <a:spLocks/>
          </p:cNvSpPr>
          <p:nvPr/>
        </p:nvSpPr>
        <p:spPr bwMode="auto">
          <a:xfrm rot="-1300963">
            <a:off x="6111875" y="3479800"/>
            <a:ext cx="2203450" cy="2352675"/>
          </a:xfrm>
          <a:custGeom>
            <a:avLst/>
            <a:gdLst>
              <a:gd name="T0" fmla="*/ 2147483646 w 20218"/>
              <a:gd name="T1" fmla="*/ 2147483646 h 18341"/>
              <a:gd name="T2" fmla="*/ 0 w 20218"/>
              <a:gd name="T3" fmla="*/ 2147483646 h 18341"/>
              <a:gd name="T4" fmla="*/ 2147483646 w 20218"/>
              <a:gd name="T5" fmla="*/ 0 h 18341"/>
              <a:gd name="T6" fmla="*/ 0 60000 65536"/>
              <a:gd name="T7" fmla="*/ 0 60000 65536"/>
              <a:gd name="T8" fmla="*/ 0 60000 65536"/>
              <a:gd name="T9" fmla="*/ 0 w 20218"/>
              <a:gd name="T10" fmla="*/ 0 h 18341"/>
              <a:gd name="T11" fmla="*/ 20218 w 20218"/>
              <a:gd name="T12" fmla="*/ 18341 h 18341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0218" h="18341" fill="none" extrusionOk="0">
                <a:moveTo>
                  <a:pt x="8808" y="18340"/>
                </a:moveTo>
                <a:cubicBezTo>
                  <a:pt x="4770" y="15828"/>
                  <a:pt x="1674" y="12054"/>
                  <a:pt x="0" y="7602"/>
                </a:cubicBezTo>
              </a:path>
              <a:path w="20218" h="18341" stroke="0" extrusionOk="0">
                <a:moveTo>
                  <a:pt x="8808" y="18340"/>
                </a:moveTo>
                <a:cubicBezTo>
                  <a:pt x="4770" y="15828"/>
                  <a:pt x="1674" y="12054"/>
                  <a:pt x="0" y="7602"/>
                </a:cubicBezTo>
                <a:lnTo>
                  <a:pt x="20218" y="0"/>
                </a:lnTo>
                <a:lnTo>
                  <a:pt x="8808" y="18340"/>
                </a:lnTo>
                <a:close/>
              </a:path>
            </a:pathLst>
          </a:custGeom>
          <a:noFill/>
          <a:ln w="19050">
            <a:solidFill>
              <a:srgbClr val="FFFF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4650" name="Line 74">
            <a:extLst>
              <a:ext uri="{FF2B5EF4-FFF2-40B4-BE49-F238E27FC236}">
                <a16:creationId xmlns:a16="http://schemas.microsoft.com/office/drawing/2014/main" id="{39183D83-AE06-4772-8D6E-B78EE762B4DD}"/>
              </a:ext>
            </a:extLst>
          </p:cNvPr>
          <p:cNvSpPr>
            <a:spLocks noChangeShapeType="1"/>
          </p:cNvSpPr>
          <p:nvPr/>
        </p:nvSpPr>
        <p:spPr bwMode="auto">
          <a:xfrm rot="-2597457">
            <a:off x="7026275" y="5194300"/>
            <a:ext cx="1588" cy="215900"/>
          </a:xfrm>
          <a:prstGeom prst="line">
            <a:avLst/>
          </a:prstGeom>
          <a:noFill/>
          <a:ln w="25400">
            <a:solidFill>
              <a:srgbClr val="FFFF00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4651" name="Text Box 75">
            <a:extLst>
              <a:ext uri="{FF2B5EF4-FFF2-40B4-BE49-F238E27FC236}">
                <a16:creationId xmlns:a16="http://schemas.microsoft.com/office/drawing/2014/main" id="{FDD3BA86-C086-4B21-B1EC-CBEDFCA0E20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62788" y="5075238"/>
            <a:ext cx="1223962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000">
                <a:solidFill>
                  <a:schemeClr val="bg1"/>
                </a:solidFill>
              </a:rPr>
              <a:t>绝热</a:t>
            </a:r>
          </a:p>
        </p:txBody>
      </p:sp>
      <p:sp>
        <p:nvSpPr>
          <p:cNvPr id="24652" name="Text Box 76">
            <a:extLst>
              <a:ext uri="{FF2B5EF4-FFF2-40B4-BE49-F238E27FC236}">
                <a16:creationId xmlns:a16="http://schemas.microsoft.com/office/drawing/2014/main" id="{5AB2ADE3-9014-4E29-920E-B20DE68E1EA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65838" y="4424363"/>
            <a:ext cx="12382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000">
                <a:solidFill>
                  <a:schemeClr val="bg1"/>
                </a:solidFill>
              </a:rPr>
              <a:t>等温</a:t>
            </a:r>
          </a:p>
        </p:txBody>
      </p:sp>
      <p:sp>
        <p:nvSpPr>
          <p:cNvPr id="24653" name="Text Box 77">
            <a:extLst>
              <a:ext uri="{FF2B5EF4-FFF2-40B4-BE49-F238E27FC236}">
                <a16:creationId xmlns:a16="http://schemas.microsoft.com/office/drawing/2014/main" id="{05DC51CA-CE22-444F-A833-6E2F44DBD75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43813" y="5064125"/>
            <a:ext cx="1100137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000" i="1">
                <a:solidFill>
                  <a:schemeClr val="bg1"/>
                </a:solidFill>
              </a:rPr>
              <a:t>Q</a:t>
            </a:r>
            <a:r>
              <a:rPr lang="en-US" altLang="zh-CN" sz="2000">
                <a:solidFill>
                  <a:schemeClr val="bg1"/>
                </a:solidFill>
              </a:rPr>
              <a:t>=0</a:t>
            </a:r>
          </a:p>
        </p:txBody>
      </p:sp>
      <p:sp>
        <p:nvSpPr>
          <p:cNvPr id="24654" name="Text Box 78">
            <a:extLst>
              <a:ext uri="{FF2B5EF4-FFF2-40B4-BE49-F238E27FC236}">
                <a16:creationId xmlns:a16="http://schemas.microsoft.com/office/drawing/2014/main" id="{C99B81EB-2E84-4B70-B364-545A6AF5049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13538" y="4410075"/>
            <a:ext cx="10287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GB" altLang="zh-CN" sz="2000" i="1">
                <a:solidFill>
                  <a:schemeClr val="bg1"/>
                </a:solidFill>
              </a:rPr>
              <a:t>Q</a:t>
            </a:r>
            <a:r>
              <a:rPr lang="en-GB" altLang="zh-CN" sz="2000">
                <a:solidFill>
                  <a:schemeClr val="bg1"/>
                </a:solidFill>
              </a:rPr>
              <a:t>&gt;0</a:t>
            </a:r>
            <a:endParaRPr lang="en-US" altLang="zh-CN" sz="2000">
              <a:solidFill>
                <a:schemeClr val="bg1"/>
              </a:solidFill>
            </a:endParaRPr>
          </a:p>
        </p:txBody>
      </p:sp>
      <p:sp>
        <p:nvSpPr>
          <p:cNvPr id="24655" name="Text Box 79">
            <a:extLst>
              <a:ext uri="{FF2B5EF4-FFF2-40B4-BE49-F238E27FC236}">
                <a16:creationId xmlns:a16="http://schemas.microsoft.com/office/drawing/2014/main" id="{203BF740-9A0F-48F3-91CD-350472F7545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43588" y="5557838"/>
            <a:ext cx="1223962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000">
                <a:solidFill>
                  <a:schemeClr val="bg1"/>
                </a:solidFill>
              </a:rPr>
              <a:t>绝热</a:t>
            </a:r>
          </a:p>
        </p:txBody>
      </p:sp>
      <p:sp>
        <p:nvSpPr>
          <p:cNvPr id="24656" name="Text Box 80">
            <a:extLst>
              <a:ext uri="{FF2B5EF4-FFF2-40B4-BE49-F238E27FC236}">
                <a16:creationId xmlns:a16="http://schemas.microsoft.com/office/drawing/2014/main" id="{EB3B5762-0CC3-4DDA-940D-DEA4CC2901D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24613" y="5546725"/>
            <a:ext cx="1100137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000" i="1">
                <a:solidFill>
                  <a:schemeClr val="bg1"/>
                </a:solidFill>
              </a:rPr>
              <a:t>Q</a:t>
            </a:r>
            <a:r>
              <a:rPr lang="en-US" altLang="zh-CN" sz="2000">
                <a:solidFill>
                  <a:schemeClr val="bg1"/>
                </a:solidFill>
              </a:rPr>
              <a:t>=0</a:t>
            </a:r>
          </a:p>
        </p:txBody>
      </p:sp>
      <p:sp>
        <p:nvSpPr>
          <p:cNvPr id="24657" name="Arc 81">
            <a:extLst>
              <a:ext uri="{FF2B5EF4-FFF2-40B4-BE49-F238E27FC236}">
                <a16:creationId xmlns:a16="http://schemas.microsoft.com/office/drawing/2014/main" id="{F9E48C92-BE33-409A-9FF9-F45BAC7C675C}"/>
              </a:ext>
            </a:extLst>
          </p:cNvPr>
          <p:cNvSpPr>
            <a:spLocks/>
          </p:cNvSpPr>
          <p:nvPr/>
        </p:nvSpPr>
        <p:spPr bwMode="auto">
          <a:xfrm rot="-3174625">
            <a:off x="5574507" y="3102768"/>
            <a:ext cx="2203450" cy="1630363"/>
          </a:xfrm>
          <a:custGeom>
            <a:avLst/>
            <a:gdLst>
              <a:gd name="T0" fmla="*/ 2147483646 w 20218"/>
              <a:gd name="T1" fmla="*/ 2147483646 h 12706"/>
              <a:gd name="T2" fmla="*/ 0 w 20218"/>
              <a:gd name="T3" fmla="*/ 2147483646 h 12706"/>
              <a:gd name="T4" fmla="*/ 2147483646 w 20218"/>
              <a:gd name="T5" fmla="*/ 0 h 12706"/>
              <a:gd name="T6" fmla="*/ 0 60000 65536"/>
              <a:gd name="T7" fmla="*/ 0 60000 65536"/>
              <a:gd name="T8" fmla="*/ 0 60000 65536"/>
              <a:gd name="T9" fmla="*/ 0 w 20218"/>
              <a:gd name="T10" fmla="*/ 0 h 12706"/>
              <a:gd name="T11" fmla="*/ 20218 w 20218"/>
              <a:gd name="T12" fmla="*/ 12706 h 1270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0218" h="12706" fill="none" extrusionOk="0">
                <a:moveTo>
                  <a:pt x="2750" y="12705"/>
                </a:moveTo>
                <a:cubicBezTo>
                  <a:pt x="1608" y="11136"/>
                  <a:pt x="683" y="9419"/>
                  <a:pt x="0" y="7602"/>
                </a:cubicBezTo>
              </a:path>
              <a:path w="20218" h="12706" stroke="0" extrusionOk="0">
                <a:moveTo>
                  <a:pt x="2750" y="12705"/>
                </a:moveTo>
                <a:cubicBezTo>
                  <a:pt x="1608" y="11136"/>
                  <a:pt x="683" y="9419"/>
                  <a:pt x="0" y="7602"/>
                </a:cubicBezTo>
                <a:lnTo>
                  <a:pt x="20218" y="0"/>
                </a:lnTo>
                <a:lnTo>
                  <a:pt x="2750" y="12705"/>
                </a:lnTo>
                <a:close/>
              </a:path>
            </a:pathLst>
          </a:custGeom>
          <a:noFill/>
          <a:ln w="19050">
            <a:solidFill>
              <a:srgbClr val="FFFF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0" name="Text Box 28">
            <a:extLst>
              <a:ext uri="{FF2B5EF4-FFF2-40B4-BE49-F238E27FC236}">
                <a16:creationId xmlns:a16="http://schemas.microsoft.com/office/drawing/2014/main" id="{5E402002-AF6C-4364-876F-635BF22F891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28863" y="3643313"/>
            <a:ext cx="1100137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000">
                <a:solidFill>
                  <a:srgbClr val="FFFF00"/>
                </a:solidFill>
              </a:rPr>
              <a:t>(1)</a:t>
            </a:r>
          </a:p>
        </p:txBody>
      </p:sp>
      <p:sp>
        <p:nvSpPr>
          <p:cNvPr id="71" name="Text Box 28">
            <a:extLst>
              <a:ext uri="{FF2B5EF4-FFF2-40B4-BE49-F238E27FC236}">
                <a16:creationId xmlns:a16="http://schemas.microsoft.com/office/drawing/2014/main" id="{9B8DF872-736A-4932-A732-B58B46868D7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72238" y="3603625"/>
            <a:ext cx="1100137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000">
                <a:solidFill>
                  <a:srgbClr val="FFFF00"/>
                </a:solidFill>
              </a:rPr>
              <a:t>(2)</a:t>
            </a:r>
          </a:p>
        </p:txBody>
      </p:sp>
      <p:sp>
        <p:nvSpPr>
          <p:cNvPr id="72" name="Text Box 28">
            <a:extLst>
              <a:ext uri="{FF2B5EF4-FFF2-40B4-BE49-F238E27FC236}">
                <a16:creationId xmlns:a16="http://schemas.microsoft.com/office/drawing/2014/main" id="{BAFCBE83-92E9-468B-8454-FE3A353EC8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28863" y="6286500"/>
            <a:ext cx="1100137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000">
                <a:solidFill>
                  <a:srgbClr val="FFFF00"/>
                </a:solidFill>
              </a:rPr>
              <a:t>(3)</a:t>
            </a:r>
          </a:p>
        </p:txBody>
      </p:sp>
      <p:sp>
        <p:nvSpPr>
          <p:cNvPr id="73" name="Text Box 28">
            <a:extLst>
              <a:ext uri="{FF2B5EF4-FFF2-40B4-BE49-F238E27FC236}">
                <a16:creationId xmlns:a16="http://schemas.microsoft.com/office/drawing/2014/main" id="{E6E486D3-58F6-426E-9B32-1D6A693EB9E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00813" y="6286500"/>
            <a:ext cx="1100137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000">
                <a:solidFill>
                  <a:srgbClr val="FFFF00"/>
                </a:solidFill>
              </a:rPr>
              <a:t>(4)</a:t>
            </a:r>
          </a:p>
        </p:txBody>
      </p:sp>
      <p:sp>
        <p:nvSpPr>
          <p:cNvPr id="24628" name="任意多边形 73">
            <a:extLst>
              <a:ext uri="{FF2B5EF4-FFF2-40B4-BE49-F238E27FC236}">
                <a16:creationId xmlns:a16="http://schemas.microsoft.com/office/drawing/2014/main" id="{6D554460-DED2-4BC0-94A9-8694F751F1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26188" y="3246438"/>
            <a:ext cx="1317625" cy="881062"/>
          </a:xfrm>
          <a:custGeom>
            <a:avLst/>
            <a:gdLst>
              <a:gd name="T0" fmla="*/ 0 w 1317072"/>
              <a:gd name="T1" fmla="*/ 465390 h 880845"/>
              <a:gd name="T2" fmla="*/ 255395 w 1317072"/>
              <a:gd name="T3" fmla="*/ 795395 h 880845"/>
              <a:gd name="T4" fmla="*/ 408629 w 1317072"/>
              <a:gd name="T5" fmla="*/ 863086 h 880845"/>
              <a:gd name="T6" fmla="*/ 570383 w 1317072"/>
              <a:gd name="T7" fmla="*/ 744623 h 880845"/>
              <a:gd name="T8" fmla="*/ 1336565 w 1317072"/>
              <a:gd name="T9" fmla="*/ 0 h 88084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317072"/>
              <a:gd name="T16" fmla="*/ 0 h 880845"/>
              <a:gd name="T17" fmla="*/ 1317072 w 1317072"/>
              <a:gd name="T18" fmla="*/ 880845 h 88084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317072" h="880845">
                <a:moveTo>
                  <a:pt x="0" y="461395"/>
                </a:moveTo>
                <a:cubicBezTo>
                  <a:pt x="92279" y="592123"/>
                  <a:pt x="184558" y="722852"/>
                  <a:pt x="251670" y="788566"/>
                </a:cubicBezTo>
                <a:cubicBezTo>
                  <a:pt x="318782" y="854280"/>
                  <a:pt x="350940" y="864067"/>
                  <a:pt x="402672" y="855678"/>
                </a:cubicBezTo>
                <a:cubicBezTo>
                  <a:pt x="454404" y="847289"/>
                  <a:pt x="409663" y="880845"/>
                  <a:pt x="562063" y="738232"/>
                </a:cubicBezTo>
                <a:cubicBezTo>
                  <a:pt x="714463" y="595619"/>
                  <a:pt x="1015767" y="297809"/>
                  <a:pt x="1317072" y="0"/>
                </a:cubicBezTo>
              </a:path>
            </a:pathLst>
          </a:custGeom>
          <a:noFill/>
          <a:ln w="31750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2581" name="灯片编号占位符 1">
            <a:extLst>
              <a:ext uri="{FF2B5EF4-FFF2-40B4-BE49-F238E27FC236}">
                <a16:creationId xmlns:a16="http://schemas.microsoft.com/office/drawing/2014/main" id="{56A378C4-F301-4737-806D-C8CF9B294025}"/>
              </a:ext>
            </a:extLst>
          </p:cNvPr>
          <p:cNvSpPr txBox="1">
            <a:spLocks/>
          </p:cNvSpPr>
          <p:nvPr/>
        </p:nvSpPr>
        <p:spPr bwMode="auto">
          <a:xfrm>
            <a:off x="0" y="6381750"/>
            <a:ext cx="213360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6579377C-F627-471B-8949-BCF13625E506}" type="slidenum">
              <a:rPr lang="en-US" altLang="zh-CN" b="0">
                <a:solidFill>
                  <a:srgbClr val="FF00FF"/>
                </a:solidFill>
              </a:rPr>
              <a:pPr eaLnBrk="1" hangingPunct="1"/>
              <a:t>3</a:t>
            </a:fld>
            <a:r>
              <a:rPr lang="en-US" altLang="zh-CN" b="0">
                <a:solidFill>
                  <a:srgbClr val="FF00FF"/>
                </a:solidFill>
              </a:rPr>
              <a:t>/28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45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245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45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246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" dur="500"/>
                                        <p:tgtEl>
                                          <p:spTgt spid="245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3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246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6" dur="500"/>
                                        <p:tgtEl>
                                          <p:spTgt spid="246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38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0" dur="500"/>
                                        <p:tgtEl>
                                          <p:spTgt spid="245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4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246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9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246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246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61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3" dur="500"/>
                                        <p:tgtEl>
                                          <p:spTgt spid="246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246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68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0" dur="500"/>
                                        <p:tgtEl>
                                          <p:spTgt spid="246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3" dur="500"/>
                                        <p:tgtEl>
                                          <p:spTgt spid="246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7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246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 nodeType="clickPar">
                      <p:stCondLst>
                        <p:cond delay="indefinite"/>
                      </p:stCondLst>
                      <p:childTnLst>
                        <p:par>
                          <p:cTn id="7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84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8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0" dur="500"/>
                                        <p:tgtEl>
                                          <p:spTgt spid="246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3" dur="500"/>
                                        <p:tgtEl>
                                          <p:spTgt spid="246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6" dur="500"/>
                                        <p:tgtEl>
                                          <p:spTgt spid="246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7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9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0" dur="500"/>
                                        <p:tgtEl>
                                          <p:spTgt spid="246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3" dur="500"/>
                                        <p:tgtEl>
                                          <p:spTgt spid="246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4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05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7" dur="500"/>
                                        <p:tgtEl>
                                          <p:spTgt spid="246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0" dur="500"/>
                                        <p:tgtEl>
                                          <p:spTgt spid="246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 nodeType="clickPar">
                      <p:stCondLst>
                        <p:cond delay="indefinite"/>
                      </p:stCondLst>
                      <p:childTnLst>
                        <p:par>
                          <p:cTn id="1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5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17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0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2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3" dur="500"/>
                                        <p:tgtEl>
                                          <p:spTgt spid="246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6" dur="500"/>
                                        <p:tgtEl>
                                          <p:spTgt spid="246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7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2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0" dur="500"/>
                                        <p:tgtEl>
                                          <p:spTgt spid="246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3" dur="500"/>
                                        <p:tgtEl>
                                          <p:spTgt spid="246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6" dur="500"/>
                                        <p:tgtEl>
                                          <p:spTgt spid="246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7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38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0" dur="500"/>
                                        <p:tgtEl>
                                          <p:spTgt spid="246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3" dur="500"/>
                                        <p:tgtEl>
                                          <p:spTgt spid="246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4" fill="hold" nodeType="clickPar">
                      <p:stCondLst>
                        <p:cond delay="indefinite"/>
                      </p:stCondLst>
                      <p:childTnLst>
                        <p:par>
                          <p:cTn id="1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8" dur="500"/>
                                        <p:tgtEl>
                                          <p:spTgt spid="246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9" fill="hold" nodeType="clickPar">
                      <p:stCondLst>
                        <p:cond delay="indefinite"/>
                      </p:stCondLst>
                      <p:childTnLst>
                        <p:par>
                          <p:cTn id="1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3" dur="500"/>
                                        <p:tgtEl>
                                          <p:spTgt spid="246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4" fill="hold" nodeType="clickPar">
                      <p:stCondLst>
                        <p:cond delay="indefinite"/>
                      </p:stCondLst>
                      <p:childTnLst>
                        <p:par>
                          <p:cTn id="1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8" dur="500"/>
                                        <p:tgtEl>
                                          <p:spTgt spid="246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9" fill="hold" nodeType="clickPar">
                      <p:stCondLst>
                        <p:cond delay="indefinite"/>
                      </p:stCondLst>
                      <p:childTnLst>
                        <p:par>
                          <p:cTn id="1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3" dur="500"/>
                                        <p:tgtEl>
                                          <p:spTgt spid="246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4" fill="hold" nodeType="clickPar">
                      <p:stCondLst>
                        <p:cond delay="indefinite"/>
                      </p:stCondLst>
                      <p:childTnLst>
                        <p:par>
                          <p:cTn id="16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8" dur="500"/>
                                        <p:tgtEl>
                                          <p:spTgt spid="246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9" fill="hold" nodeType="clickPar">
                      <p:stCondLst>
                        <p:cond delay="indefinite"/>
                      </p:stCondLst>
                      <p:childTnLst>
                        <p:par>
                          <p:cTn id="17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3" dur="500"/>
                                        <p:tgtEl>
                                          <p:spTgt spid="246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4" fill="hold" nodeType="clickPar">
                      <p:stCondLst>
                        <p:cond delay="indefinite"/>
                      </p:stCondLst>
                      <p:childTnLst>
                        <p:par>
                          <p:cTn id="17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8" dur="500"/>
                                        <p:tgtEl>
                                          <p:spTgt spid="246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9" fill="hold" nodeType="clickPar">
                      <p:stCondLst>
                        <p:cond delay="indefinite"/>
                      </p:stCondLst>
                      <p:childTnLst>
                        <p:par>
                          <p:cTn id="18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3" dur="500"/>
                                        <p:tgtEl>
                                          <p:spTgt spid="246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4" fill="hold" nodeType="clickPar">
                      <p:stCondLst>
                        <p:cond delay="indefinite"/>
                      </p:stCondLst>
                      <p:childTnLst>
                        <p:par>
                          <p:cTn id="18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8" dur="500"/>
                                        <p:tgtEl>
                                          <p:spTgt spid="246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9" fill="hold" nodeType="clickPar">
                      <p:stCondLst>
                        <p:cond delay="indefinite"/>
                      </p:stCondLst>
                      <p:childTnLst>
                        <p:par>
                          <p:cTn id="19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3" dur="500"/>
                                        <p:tgtEl>
                                          <p:spTgt spid="246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4" fill="hold" nodeType="clickPar">
                      <p:stCondLst>
                        <p:cond delay="indefinite"/>
                      </p:stCondLst>
                      <p:childTnLst>
                        <p:par>
                          <p:cTn id="19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8" dur="500"/>
                                        <p:tgtEl>
                                          <p:spTgt spid="246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9" fill="hold" nodeType="clickPar">
                      <p:stCondLst>
                        <p:cond delay="indefinite"/>
                      </p:stCondLst>
                      <p:childTnLst>
                        <p:par>
                          <p:cTn id="20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3" dur="500"/>
                                        <p:tgtEl>
                                          <p:spTgt spid="246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4" fill="hold" nodeType="clickPar">
                      <p:stCondLst>
                        <p:cond delay="indefinite"/>
                      </p:stCondLst>
                      <p:childTnLst>
                        <p:par>
                          <p:cTn id="20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8" dur="500"/>
                                        <p:tgtEl>
                                          <p:spTgt spid="246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580" grpId="0"/>
      <p:bldP spid="24582" grpId="0"/>
      <p:bldP spid="24601" grpId="0"/>
      <p:bldP spid="24602" grpId="0"/>
      <p:bldP spid="24603" grpId="0"/>
      <p:bldP spid="24604" grpId="0"/>
      <p:bldP spid="24605" grpId="0"/>
      <p:bldP spid="24606" grpId="0"/>
      <p:bldP spid="24617" grpId="0"/>
      <p:bldP spid="24618" grpId="0"/>
      <p:bldP spid="24619" grpId="0"/>
      <p:bldP spid="24620" grpId="0"/>
      <p:bldP spid="24621" grpId="0"/>
      <p:bldP spid="24622" grpId="0"/>
      <p:bldP spid="24634" grpId="0"/>
      <p:bldP spid="24635" grpId="0"/>
      <p:bldP spid="24637" grpId="0"/>
      <p:bldP spid="24638" grpId="0"/>
      <p:bldP spid="24639" grpId="0"/>
      <p:bldP spid="24640" grpId="0"/>
      <p:bldP spid="24651" grpId="0"/>
      <p:bldP spid="24652" grpId="0"/>
      <p:bldP spid="24653" grpId="0"/>
      <p:bldP spid="24654" grpId="0"/>
      <p:bldP spid="24655" grpId="0"/>
      <p:bldP spid="24656" grpId="0"/>
      <p:bldP spid="70" grpId="0"/>
      <p:bldP spid="71" grpId="0"/>
      <p:bldP spid="72" grpId="0"/>
      <p:bldP spid="7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直接箭头连接符 4">
            <a:extLst>
              <a:ext uri="{FF2B5EF4-FFF2-40B4-BE49-F238E27FC236}">
                <a16:creationId xmlns:a16="http://schemas.microsoft.com/office/drawing/2014/main" id="{D2EBBCC6-B37B-4CA8-B427-7CF401DFBFB7}"/>
              </a:ext>
            </a:extLst>
          </p:cNvPr>
          <p:cNvCxnSpPr/>
          <p:nvPr/>
        </p:nvCxnSpPr>
        <p:spPr bwMode="auto">
          <a:xfrm flipV="1">
            <a:off x="5154450" y="548680"/>
            <a:ext cx="0" cy="2880320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bg1"/>
            </a:solidFill>
            <a:prstDash val="solid"/>
            <a:round/>
            <a:headEnd type="none" w="med" len="med"/>
            <a:tailEnd type="arrow"/>
          </a:ln>
        </p:spPr>
      </p:cxnSp>
      <p:cxnSp>
        <p:nvCxnSpPr>
          <p:cNvPr id="6" name="直接箭头连接符 5">
            <a:extLst>
              <a:ext uri="{FF2B5EF4-FFF2-40B4-BE49-F238E27FC236}">
                <a16:creationId xmlns:a16="http://schemas.microsoft.com/office/drawing/2014/main" id="{550C2161-DE2F-47DB-A9AB-A0E94D24236D}"/>
              </a:ext>
            </a:extLst>
          </p:cNvPr>
          <p:cNvCxnSpPr>
            <a:cxnSpLocks/>
          </p:cNvCxnSpPr>
          <p:nvPr/>
        </p:nvCxnSpPr>
        <p:spPr bwMode="auto">
          <a:xfrm>
            <a:off x="5154450" y="3429000"/>
            <a:ext cx="3456384" cy="0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bg1"/>
            </a:solidFill>
            <a:prstDash val="solid"/>
            <a:round/>
            <a:headEnd type="none" w="med" len="med"/>
            <a:tailEnd type="arrow"/>
          </a:ln>
        </p:spPr>
      </p:cxnSp>
      <p:sp>
        <p:nvSpPr>
          <p:cNvPr id="18" name="Text Box 6">
            <a:extLst>
              <a:ext uri="{FF2B5EF4-FFF2-40B4-BE49-F238E27FC236}">
                <a16:creationId xmlns:a16="http://schemas.microsoft.com/office/drawing/2014/main" id="{77BED7CB-C26B-489D-BBFD-E240659110D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74638" y="3198167"/>
            <a:ext cx="38985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i="1" dirty="0">
                <a:solidFill>
                  <a:schemeClr val="bg1"/>
                </a:solidFill>
              </a:rPr>
              <a:t>V</a:t>
            </a:r>
          </a:p>
        </p:txBody>
      </p:sp>
      <p:sp>
        <p:nvSpPr>
          <p:cNvPr id="19" name="Text Box 6">
            <a:extLst>
              <a:ext uri="{FF2B5EF4-FFF2-40B4-BE49-F238E27FC236}">
                <a16:creationId xmlns:a16="http://schemas.microsoft.com/office/drawing/2014/main" id="{16267DD6-B86F-4976-BFD0-4C1E5F7AD77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50708" y="87014"/>
            <a:ext cx="338554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i="1" dirty="0">
                <a:solidFill>
                  <a:schemeClr val="bg1"/>
                </a:solidFill>
              </a:rPr>
              <a:t>p</a:t>
            </a:r>
          </a:p>
        </p:txBody>
      </p:sp>
      <p:sp>
        <p:nvSpPr>
          <p:cNvPr id="20" name="Text Box 6">
            <a:extLst>
              <a:ext uri="{FF2B5EF4-FFF2-40B4-BE49-F238E27FC236}">
                <a16:creationId xmlns:a16="http://schemas.microsoft.com/office/drawing/2014/main" id="{10ADEB73-D9FB-455B-BC6D-7DA0343FC82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8520" y="188640"/>
            <a:ext cx="4173035" cy="22382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</a:pPr>
            <a:r>
              <a:rPr lang="zh-CN" altLang="en-US" dirty="0">
                <a:solidFill>
                  <a:schemeClr val="bg1"/>
                </a:solidFill>
              </a:rPr>
              <a:t>已知：如图，</a:t>
            </a:r>
            <a:r>
              <a:rPr lang="en-US" altLang="zh-CN" dirty="0">
                <a:solidFill>
                  <a:schemeClr val="bg1"/>
                </a:solidFill>
              </a:rPr>
              <a:t>AB</a:t>
            </a:r>
            <a:r>
              <a:rPr lang="zh-CN" altLang="en-US" dirty="0">
                <a:solidFill>
                  <a:schemeClr val="bg1"/>
                </a:solidFill>
              </a:rPr>
              <a:t>、</a:t>
            </a:r>
            <a:r>
              <a:rPr lang="en-US" altLang="zh-CN" dirty="0">
                <a:solidFill>
                  <a:schemeClr val="bg1"/>
                </a:solidFill>
              </a:rPr>
              <a:t>DC</a:t>
            </a:r>
            <a:r>
              <a:rPr lang="zh-CN" altLang="en-US" dirty="0">
                <a:solidFill>
                  <a:schemeClr val="bg1"/>
                </a:solidFill>
              </a:rPr>
              <a:t>是绝热膨胀过程，</a:t>
            </a:r>
            <a:r>
              <a:rPr lang="en-US" altLang="zh-CN" dirty="0">
                <a:solidFill>
                  <a:schemeClr val="bg1"/>
                </a:solidFill>
              </a:rPr>
              <a:t>COA</a:t>
            </a:r>
            <a:r>
              <a:rPr lang="zh-CN" altLang="en-US" dirty="0">
                <a:solidFill>
                  <a:schemeClr val="bg1"/>
                </a:solidFill>
              </a:rPr>
              <a:t>为等温压缩过程，放热大小 </a:t>
            </a:r>
            <a:r>
              <a:rPr lang="en-US" altLang="zh-CN" dirty="0">
                <a:solidFill>
                  <a:schemeClr val="bg1"/>
                </a:solidFill>
              </a:rPr>
              <a:t>Q</a:t>
            </a:r>
            <a:r>
              <a:rPr lang="zh-CN" altLang="en-US" baseline="-25000" dirty="0">
                <a:solidFill>
                  <a:schemeClr val="bg1"/>
                </a:solidFill>
              </a:rPr>
              <a:t>放 </a:t>
            </a:r>
            <a:r>
              <a:rPr lang="en-US" altLang="zh-CN" dirty="0">
                <a:solidFill>
                  <a:schemeClr val="bg1"/>
                </a:solidFill>
              </a:rPr>
              <a:t>= 100 J</a:t>
            </a:r>
            <a:r>
              <a:rPr lang="zh-CN" altLang="en-US" dirty="0">
                <a:solidFill>
                  <a:schemeClr val="bg1"/>
                </a:solidFill>
              </a:rPr>
              <a:t>，</a:t>
            </a:r>
            <a:r>
              <a:rPr lang="en-US" altLang="zh-CN" dirty="0">
                <a:solidFill>
                  <a:schemeClr val="bg1"/>
                </a:solidFill>
              </a:rPr>
              <a:t>S</a:t>
            </a:r>
            <a:r>
              <a:rPr lang="en-US" altLang="zh-CN" baseline="-25000" dirty="0">
                <a:solidFill>
                  <a:schemeClr val="bg1"/>
                </a:solidFill>
              </a:rPr>
              <a:t>OAB </a:t>
            </a:r>
            <a:r>
              <a:rPr lang="en-US" altLang="zh-CN" dirty="0">
                <a:solidFill>
                  <a:schemeClr val="bg1"/>
                </a:solidFill>
              </a:rPr>
              <a:t>= 30 J</a:t>
            </a:r>
            <a:r>
              <a:rPr lang="zh-CN" altLang="en-US" dirty="0">
                <a:solidFill>
                  <a:schemeClr val="bg1"/>
                </a:solidFill>
              </a:rPr>
              <a:t>，</a:t>
            </a:r>
            <a:r>
              <a:rPr lang="en-US" altLang="zh-CN" dirty="0">
                <a:solidFill>
                  <a:schemeClr val="bg1"/>
                </a:solidFill>
              </a:rPr>
              <a:t>S</a:t>
            </a:r>
            <a:r>
              <a:rPr lang="en-US" altLang="zh-CN" baseline="-25000" dirty="0">
                <a:solidFill>
                  <a:schemeClr val="bg1"/>
                </a:solidFill>
              </a:rPr>
              <a:t>ODC </a:t>
            </a:r>
            <a:r>
              <a:rPr lang="en-US" altLang="zh-CN" dirty="0">
                <a:solidFill>
                  <a:schemeClr val="bg1"/>
                </a:solidFill>
              </a:rPr>
              <a:t>= 70 J</a:t>
            </a:r>
            <a:endParaRPr lang="zh-CN" altLang="en-US" dirty="0">
              <a:solidFill>
                <a:schemeClr val="bg1"/>
              </a:solidFill>
            </a:endParaRPr>
          </a:p>
        </p:txBody>
      </p:sp>
      <p:sp>
        <p:nvSpPr>
          <p:cNvPr id="21" name="Text Box 6">
            <a:extLst>
              <a:ext uri="{FF2B5EF4-FFF2-40B4-BE49-F238E27FC236}">
                <a16:creationId xmlns:a16="http://schemas.microsoft.com/office/drawing/2014/main" id="{35277258-5437-42CB-BF64-8B8BA929153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2885" y="2420888"/>
            <a:ext cx="4258251" cy="11302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</a:pPr>
            <a:r>
              <a:rPr lang="zh-CN" altLang="en-US" dirty="0">
                <a:solidFill>
                  <a:schemeClr val="bg1"/>
                </a:solidFill>
              </a:rPr>
              <a:t>求：过程</a:t>
            </a:r>
            <a:r>
              <a:rPr lang="en-US" altLang="zh-CN" dirty="0">
                <a:solidFill>
                  <a:schemeClr val="bg1"/>
                </a:solidFill>
              </a:rPr>
              <a:t>BOD</a:t>
            </a:r>
            <a:r>
              <a:rPr lang="zh-CN" altLang="en-US" dirty="0">
                <a:solidFill>
                  <a:schemeClr val="bg1"/>
                </a:solidFill>
              </a:rPr>
              <a:t>是吸热还是放热？热量大小为多少？</a:t>
            </a:r>
          </a:p>
        </p:txBody>
      </p:sp>
      <p:grpSp>
        <p:nvGrpSpPr>
          <p:cNvPr id="26" name="组合 25">
            <a:extLst>
              <a:ext uri="{FF2B5EF4-FFF2-40B4-BE49-F238E27FC236}">
                <a16:creationId xmlns:a16="http://schemas.microsoft.com/office/drawing/2014/main" id="{D1D142C5-2D62-4B3E-BE9D-8429BCAB3204}"/>
              </a:ext>
            </a:extLst>
          </p:cNvPr>
          <p:cNvGrpSpPr/>
          <p:nvPr/>
        </p:nvGrpSpPr>
        <p:grpSpPr>
          <a:xfrm>
            <a:off x="6036709" y="44610"/>
            <a:ext cx="2855771" cy="3384390"/>
            <a:chOff x="5532653" y="-171400"/>
            <a:chExt cx="2855771" cy="3384390"/>
          </a:xfrm>
        </p:grpSpPr>
        <p:sp>
          <p:nvSpPr>
            <p:cNvPr id="9" name="弧形 8">
              <a:extLst>
                <a:ext uri="{FF2B5EF4-FFF2-40B4-BE49-F238E27FC236}">
                  <a16:creationId xmlns:a16="http://schemas.microsoft.com/office/drawing/2014/main" id="{42C0B3AF-7350-4B31-B5A8-19D22FDD2954}"/>
                </a:ext>
              </a:extLst>
            </p:cNvPr>
            <p:cNvSpPr/>
            <p:nvPr/>
          </p:nvSpPr>
          <p:spPr bwMode="auto">
            <a:xfrm flipH="1" flipV="1">
              <a:off x="6374843" y="-171400"/>
              <a:ext cx="2013581" cy="2664307"/>
            </a:xfrm>
            <a:prstGeom prst="arc">
              <a:avLst/>
            </a:prstGeom>
            <a:noFill/>
            <a:ln w="22225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none" lIns="91440" tIns="45720" rIns="91440" bIns="45720" numCol="1" rtlCol="0" anchor="ctr" anchorCtr="0" compatLnSpc="1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0" name="弧形 9">
              <a:extLst>
                <a:ext uri="{FF2B5EF4-FFF2-40B4-BE49-F238E27FC236}">
                  <a16:creationId xmlns:a16="http://schemas.microsoft.com/office/drawing/2014/main" id="{0FB00BF9-9E1D-4351-B086-010A39D542EE}"/>
                </a:ext>
              </a:extLst>
            </p:cNvPr>
            <p:cNvSpPr/>
            <p:nvPr/>
          </p:nvSpPr>
          <p:spPr bwMode="auto">
            <a:xfrm flipH="1" flipV="1">
              <a:off x="5927292" y="1412773"/>
              <a:ext cx="1308995" cy="1427907"/>
            </a:xfrm>
            <a:prstGeom prst="arc">
              <a:avLst/>
            </a:prstGeom>
            <a:noFill/>
            <a:ln w="22225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none" lIns="91440" tIns="45720" rIns="91440" bIns="45720" numCol="1" rtlCol="0" anchor="ctr" anchorCtr="0" compatLnSpc="1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1" name="任意多边形: 形状 10">
              <a:extLst>
                <a:ext uri="{FF2B5EF4-FFF2-40B4-BE49-F238E27FC236}">
                  <a16:creationId xmlns:a16="http://schemas.microsoft.com/office/drawing/2014/main" id="{BBB45E02-08CD-44F6-BFBC-FF26AD246980}"/>
                </a:ext>
              </a:extLst>
            </p:cNvPr>
            <p:cNvSpPr/>
            <p:nvPr/>
          </p:nvSpPr>
          <p:spPr bwMode="auto">
            <a:xfrm>
              <a:off x="5927294" y="2132856"/>
              <a:ext cx="1440157" cy="396063"/>
            </a:xfrm>
            <a:custGeom>
              <a:avLst/>
              <a:gdLst>
                <a:gd name="connsiteX0" fmla="*/ 0 w 1489165"/>
                <a:gd name="connsiteY0" fmla="*/ 0 h 576509"/>
                <a:gd name="connsiteX1" fmla="*/ 313508 w 1489165"/>
                <a:gd name="connsiteY1" fmla="*/ 287383 h 576509"/>
                <a:gd name="connsiteX2" fmla="*/ 748937 w 1489165"/>
                <a:gd name="connsiteY2" fmla="*/ 505097 h 576509"/>
                <a:gd name="connsiteX3" fmla="*/ 1114697 w 1489165"/>
                <a:gd name="connsiteY3" fmla="*/ 574766 h 576509"/>
                <a:gd name="connsiteX4" fmla="*/ 1489165 w 1489165"/>
                <a:gd name="connsiteY4" fmla="*/ 548640 h 5765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89165" h="576509">
                  <a:moveTo>
                    <a:pt x="0" y="0"/>
                  </a:moveTo>
                  <a:cubicBezTo>
                    <a:pt x="94342" y="101600"/>
                    <a:pt x="188685" y="203200"/>
                    <a:pt x="313508" y="287383"/>
                  </a:cubicBezTo>
                  <a:cubicBezTo>
                    <a:pt x="438331" y="371566"/>
                    <a:pt x="615406" y="457200"/>
                    <a:pt x="748937" y="505097"/>
                  </a:cubicBezTo>
                  <a:cubicBezTo>
                    <a:pt x="882468" y="552994"/>
                    <a:pt x="991326" y="567509"/>
                    <a:pt x="1114697" y="574766"/>
                  </a:cubicBezTo>
                  <a:cubicBezTo>
                    <a:pt x="1238068" y="582023"/>
                    <a:pt x="1363616" y="565331"/>
                    <a:pt x="1489165" y="548640"/>
                  </a:cubicBezTo>
                </a:path>
              </a:pathLst>
            </a:custGeom>
            <a:noFill/>
            <a:ln w="22225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none" lIns="91440" tIns="45720" rIns="91440" bIns="45720" numCol="1" rtlCol="0" anchor="ctr" anchorCtr="0" compatLnSpc="1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2" name="任意多边形: 形状 11">
              <a:extLst>
                <a:ext uri="{FF2B5EF4-FFF2-40B4-BE49-F238E27FC236}">
                  <a16:creationId xmlns:a16="http://schemas.microsoft.com/office/drawing/2014/main" id="{AB70BFE0-0118-45F1-81C7-EB49BC0325BE}"/>
                </a:ext>
              </a:extLst>
            </p:cNvPr>
            <p:cNvSpPr/>
            <p:nvPr/>
          </p:nvSpPr>
          <p:spPr bwMode="auto">
            <a:xfrm>
              <a:off x="6286900" y="1177347"/>
              <a:ext cx="296780" cy="1663338"/>
            </a:xfrm>
            <a:custGeom>
              <a:avLst/>
              <a:gdLst>
                <a:gd name="connsiteX0" fmla="*/ 87774 w 296780"/>
                <a:gd name="connsiteY0" fmla="*/ 0 h 1663338"/>
                <a:gd name="connsiteX1" fmla="*/ 44231 w 296780"/>
                <a:gd name="connsiteY1" fmla="*/ 330926 h 1663338"/>
                <a:gd name="connsiteX2" fmla="*/ 689 w 296780"/>
                <a:gd name="connsiteY2" fmla="*/ 775063 h 1663338"/>
                <a:gd name="connsiteX3" fmla="*/ 26814 w 296780"/>
                <a:gd name="connsiteY3" fmla="*/ 1184366 h 1663338"/>
                <a:gd name="connsiteX4" fmla="*/ 140026 w 296780"/>
                <a:gd name="connsiteY4" fmla="*/ 1454332 h 1663338"/>
                <a:gd name="connsiteX5" fmla="*/ 235820 w 296780"/>
                <a:gd name="connsiteY5" fmla="*/ 1602378 h 1663338"/>
                <a:gd name="connsiteX6" fmla="*/ 296780 w 296780"/>
                <a:gd name="connsiteY6" fmla="*/ 1663338 h 16633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96780" h="1663338">
                  <a:moveTo>
                    <a:pt x="87774" y="0"/>
                  </a:moveTo>
                  <a:cubicBezTo>
                    <a:pt x="73259" y="100874"/>
                    <a:pt x="58745" y="201749"/>
                    <a:pt x="44231" y="330926"/>
                  </a:cubicBezTo>
                  <a:cubicBezTo>
                    <a:pt x="29717" y="460103"/>
                    <a:pt x="3592" y="632823"/>
                    <a:pt x="689" y="775063"/>
                  </a:cubicBezTo>
                  <a:cubicBezTo>
                    <a:pt x="-2214" y="917303"/>
                    <a:pt x="3591" y="1071155"/>
                    <a:pt x="26814" y="1184366"/>
                  </a:cubicBezTo>
                  <a:cubicBezTo>
                    <a:pt x="50037" y="1297577"/>
                    <a:pt x="105192" y="1384663"/>
                    <a:pt x="140026" y="1454332"/>
                  </a:cubicBezTo>
                  <a:cubicBezTo>
                    <a:pt x="174860" y="1524001"/>
                    <a:pt x="209694" y="1567544"/>
                    <a:pt x="235820" y="1602378"/>
                  </a:cubicBezTo>
                  <a:cubicBezTo>
                    <a:pt x="261946" y="1637212"/>
                    <a:pt x="279363" y="1650275"/>
                    <a:pt x="296780" y="1663338"/>
                  </a:cubicBezTo>
                </a:path>
              </a:pathLst>
            </a:custGeom>
            <a:noFill/>
            <a:ln w="22225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none" lIns="91440" tIns="45720" rIns="91440" bIns="45720" numCol="1" rtlCol="0" anchor="ctr" anchorCtr="0" compatLnSpc="1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3" name="Text Box 6">
              <a:extLst>
                <a:ext uri="{FF2B5EF4-FFF2-40B4-BE49-F238E27FC236}">
                  <a16:creationId xmlns:a16="http://schemas.microsoft.com/office/drawing/2014/main" id="{3E7405F2-7446-4772-BB82-AC924553058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532653" y="1870622"/>
              <a:ext cx="407484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dirty="0">
                  <a:solidFill>
                    <a:schemeClr val="bg1"/>
                  </a:solidFill>
                </a:rPr>
                <a:t>A</a:t>
              </a:r>
            </a:p>
          </p:txBody>
        </p:sp>
        <p:sp>
          <p:nvSpPr>
            <p:cNvPr id="14" name="Text Box 6">
              <a:extLst>
                <a:ext uri="{FF2B5EF4-FFF2-40B4-BE49-F238E27FC236}">
                  <a16:creationId xmlns:a16="http://schemas.microsoft.com/office/drawing/2014/main" id="{4058FC24-1EE5-414A-91F9-3FAED6035B5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300192" y="2751325"/>
              <a:ext cx="389850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dirty="0">
                  <a:solidFill>
                    <a:schemeClr val="bg1"/>
                  </a:solidFill>
                </a:rPr>
                <a:t>B</a:t>
              </a:r>
            </a:p>
          </p:txBody>
        </p:sp>
        <p:sp>
          <p:nvSpPr>
            <p:cNvPr id="15" name="Text Box 6">
              <a:extLst>
                <a:ext uri="{FF2B5EF4-FFF2-40B4-BE49-F238E27FC236}">
                  <a16:creationId xmlns:a16="http://schemas.microsoft.com/office/drawing/2014/main" id="{DF0A2A85-95DC-4ABA-9DFA-E648A28A878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387039" y="2262074"/>
              <a:ext cx="407484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dirty="0">
                  <a:solidFill>
                    <a:schemeClr val="bg1"/>
                  </a:solidFill>
                </a:rPr>
                <a:t>C</a:t>
              </a:r>
            </a:p>
          </p:txBody>
        </p:sp>
        <p:sp>
          <p:nvSpPr>
            <p:cNvPr id="16" name="Text Box 6">
              <a:extLst>
                <a:ext uri="{FF2B5EF4-FFF2-40B4-BE49-F238E27FC236}">
                  <a16:creationId xmlns:a16="http://schemas.microsoft.com/office/drawing/2014/main" id="{AADECDF8-2651-4843-BC2E-22DEE6F0DB9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239888" y="717167"/>
              <a:ext cx="407484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dirty="0">
                  <a:solidFill>
                    <a:schemeClr val="bg1"/>
                  </a:solidFill>
                </a:rPr>
                <a:t>D</a:t>
              </a:r>
            </a:p>
          </p:txBody>
        </p:sp>
        <p:sp>
          <p:nvSpPr>
            <p:cNvPr id="17" name="Text Box 6">
              <a:extLst>
                <a:ext uri="{FF2B5EF4-FFF2-40B4-BE49-F238E27FC236}">
                  <a16:creationId xmlns:a16="http://schemas.microsoft.com/office/drawing/2014/main" id="{65791C41-AFA9-40DC-900C-9C432ABF1F3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228184" y="2031231"/>
              <a:ext cx="423514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dirty="0">
                  <a:solidFill>
                    <a:schemeClr val="bg1"/>
                  </a:solidFill>
                </a:rPr>
                <a:t>O</a:t>
              </a:r>
            </a:p>
          </p:txBody>
        </p:sp>
        <p:sp>
          <p:nvSpPr>
            <p:cNvPr id="22" name="任意多边形: 形状 21">
              <a:extLst>
                <a:ext uri="{FF2B5EF4-FFF2-40B4-BE49-F238E27FC236}">
                  <a16:creationId xmlns:a16="http://schemas.microsoft.com/office/drawing/2014/main" id="{07172333-27C2-4C8E-843B-BA6B9AC1DD5D}"/>
                </a:ext>
              </a:extLst>
            </p:cNvPr>
            <p:cNvSpPr/>
            <p:nvPr/>
          </p:nvSpPr>
          <p:spPr bwMode="auto">
            <a:xfrm>
              <a:off x="5956663" y="2342606"/>
              <a:ext cx="121920" cy="217714"/>
            </a:xfrm>
            <a:custGeom>
              <a:avLst/>
              <a:gdLst>
                <a:gd name="connsiteX0" fmla="*/ 0 w 121920"/>
                <a:gd name="connsiteY0" fmla="*/ 0 h 217714"/>
                <a:gd name="connsiteX1" fmla="*/ 43543 w 121920"/>
                <a:gd name="connsiteY1" fmla="*/ 121920 h 217714"/>
                <a:gd name="connsiteX2" fmla="*/ 121920 w 121920"/>
                <a:gd name="connsiteY2" fmla="*/ 217714 h 217714"/>
                <a:gd name="connsiteX3" fmla="*/ 121920 w 121920"/>
                <a:gd name="connsiteY3" fmla="*/ 217714 h 217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1920" h="217714">
                  <a:moveTo>
                    <a:pt x="0" y="0"/>
                  </a:moveTo>
                  <a:cubicBezTo>
                    <a:pt x="11611" y="42817"/>
                    <a:pt x="23223" y="85634"/>
                    <a:pt x="43543" y="121920"/>
                  </a:cubicBezTo>
                  <a:cubicBezTo>
                    <a:pt x="63863" y="158206"/>
                    <a:pt x="121920" y="217714"/>
                    <a:pt x="121920" y="217714"/>
                  </a:cubicBezTo>
                  <a:lnTo>
                    <a:pt x="121920" y="217714"/>
                  </a:lnTo>
                </a:path>
              </a:pathLst>
            </a:custGeom>
            <a:noFill/>
            <a:ln w="22225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arrow" w="med" len="med"/>
            </a:ln>
          </p:spPr>
          <p:txBody>
            <a:bodyPr vert="horz" wrap="none" lIns="91440" tIns="45720" rIns="91440" bIns="45720" numCol="1" rtlCol="0" anchor="ctr" anchorCtr="0" compatLnSpc="1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3" name="任意多边形: 形状 22">
              <a:extLst>
                <a:ext uri="{FF2B5EF4-FFF2-40B4-BE49-F238E27FC236}">
                  <a16:creationId xmlns:a16="http://schemas.microsoft.com/office/drawing/2014/main" id="{4A5289FF-232E-4942-8DBF-4D8B4F923C50}"/>
                </a:ext>
              </a:extLst>
            </p:cNvPr>
            <p:cNvSpPr/>
            <p:nvPr/>
          </p:nvSpPr>
          <p:spPr bwMode="auto">
            <a:xfrm>
              <a:off x="6509629" y="1814369"/>
              <a:ext cx="121920" cy="217714"/>
            </a:xfrm>
            <a:custGeom>
              <a:avLst/>
              <a:gdLst>
                <a:gd name="connsiteX0" fmla="*/ 0 w 121920"/>
                <a:gd name="connsiteY0" fmla="*/ 0 h 217714"/>
                <a:gd name="connsiteX1" fmla="*/ 43543 w 121920"/>
                <a:gd name="connsiteY1" fmla="*/ 121920 h 217714"/>
                <a:gd name="connsiteX2" fmla="*/ 121920 w 121920"/>
                <a:gd name="connsiteY2" fmla="*/ 217714 h 217714"/>
                <a:gd name="connsiteX3" fmla="*/ 121920 w 121920"/>
                <a:gd name="connsiteY3" fmla="*/ 217714 h 217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1920" h="217714">
                  <a:moveTo>
                    <a:pt x="0" y="0"/>
                  </a:moveTo>
                  <a:cubicBezTo>
                    <a:pt x="11611" y="42817"/>
                    <a:pt x="23223" y="85634"/>
                    <a:pt x="43543" y="121920"/>
                  </a:cubicBezTo>
                  <a:cubicBezTo>
                    <a:pt x="63863" y="158206"/>
                    <a:pt x="121920" y="217714"/>
                    <a:pt x="121920" y="217714"/>
                  </a:cubicBezTo>
                  <a:lnTo>
                    <a:pt x="121920" y="217714"/>
                  </a:lnTo>
                </a:path>
              </a:pathLst>
            </a:custGeom>
            <a:noFill/>
            <a:ln w="22225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arrow" w="med" len="med"/>
            </a:ln>
          </p:spPr>
          <p:txBody>
            <a:bodyPr vert="horz" wrap="none" lIns="91440" tIns="45720" rIns="91440" bIns="45720" numCol="1" rtlCol="0" anchor="ctr" anchorCtr="0" compatLnSpc="1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4" name="任意多边形: 形状 23">
              <a:extLst>
                <a:ext uri="{FF2B5EF4-FFF2-40B4-BE49-F238E27FC236}">
                  <a16:creationId xmlns:a16="http://schemas.microsoft.com/office/drawing/2014/main" id="{E766381C-2337-4AE9-891B-3F8472764D63}"/>
                </a:ext>
              </a:extLst>
            </p:cNvPr>
            <p:cNvSpPr/>
            <p:nvPr/>
          </p:nvSpPr>
          <p:spPr bwMode="auto">
            <a:xfrm rot="267397">
              <a:off x="6300192" y="1700401"/>
              <a:ext cx="0" cy="278674"/>
            </a:xfrm>
            <a:custGeom>
              <a:avLst/>
              <a:gdLst>
                <a:gd name="connsiteX0" fmla="*/ 0 w 0"/>
                <a:gd name="connsiteY0" fmla="*/ 278674 h 278674"/>
                <a:gd name="connsiteX1" fmla="*/ 0 w 0"/>
                <a:gd name="connsiteY1" fmla="*/ 148045 h 278674"/>
                <a:gd name="connsiteX2" fmla="*/ 0 w 0"/>
                <a:gd name="connsiteY2" fmla="*/ 0 h 278674"/>
                <a:gd name="connsiteX3" fmla="*/ 0 w 0"/>
                <a:gd name="connsiteY3" fmla="*/ 0 h 2786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h="278674">
                  <a:moveTo>
                    <a:pt x="0" y="278674"/>
                  </a:moveTo>
                  <a:lnTo>
                    <a:pt x="0" y="148045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noFill/>
            <a:ln w="22225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arrow" w="med" len="med"/>
            </a:ln>
          </p:spPr>
          <p:txBody>
            <a:bodyPr vert="horz" wrap="none" lIns="91440" tIns="45720" rIns="91440" bIns="45720" numCol="1" rtlCol="0" anchor="ctr" anchorCtr="0" compatLnSpc="1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5" name="任意多边形: 形状 24">
              <a:extLst>
                <a:ext uri="{FF2B5EF4-FFF2-40B4-BE49-F238E27FC236}">
                  <a16:creationId xmlns:a16="http://schemas.microsoft.com/office/drawing/2014/main" id="{7B94B9B1-D35E-4D66-988C-5B4FF83024CF}"/>
                </a:ext>
              </a:extLst>
            </p:cNvPr>
            <p:cNvSpPr/>
            <p:nvPr/>
          </p:nvSpPr>
          <p:spPr bwMode="auto">
            <a:xfrm rot="16716202">
              <a:off x="6687728" y="2348695"/>
              <a:ext cx="0" cy="278674"/>
            </a:xfrm>
            <a:custGeom>
              <a:avLst/>
              <a:gdLst>
                <a:gd name="connsiteX0" fmla="*/ 0 w 0"/>
                <a:gd name="connsiteY0" fmla="*/ 278674 h 278674"/>
                <a:gd name="connsiteX1" fmla="*/ 0 w 0"/>
                <a:gd name="connsiteY1" fmla="*/ 148045 h 278674"/>
                <a:gd name="connsiteX2" fmla="*/ 0 w 0"/>
                <a:gd name="connsiteY2" fmla="*/ 0 h 278674"/>
                <a:gd name="connsiteX3" fmla="*/ 0 w 0"/>
                <a:gd name="connsiteY3" fmla="*/ 0 h 2786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h="278674">
                  <a:moveTo>
                    <a:pt x="0" y="278674"/>
                  </a:moveTo>
                  <a:lnTo>
                    <a:pt x="0" y="148045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noFill/>
            <a:ln w="22225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arrow" w="med" len="med"/>
            </a:ln>
          </p:spPr>
          <p:txBody>
            <a:bodyPr vert="horz" wrap="none" lIns="91440" tIns="45720" rIns="91440" bIns="45720" numCol="1" rtlCol="0" anchor="ctr" anchorCtr="0" compatLnSpc="1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sp>
        <p:nvSpPr>
          <p:cNvPr id="27" name="Text Box 6">
            <a:extLst>
              <a:ext uri="{FF2B5EF4-FFF2-40B4-BE49-F238E27FC236}">
                <a16:creationId xmlns:a16="http://schemas.microsoft.com/office/drawing/2014/main" id="{BCCF50E4-1614-4B36-A726-8AE9F815E0A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7544" y="3501008"/>
            <a:ext cx="1035484" cy="5762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</a:pPr>
            <a:r>
              <a:rPr lang="zh-CN" altLang="en-US" dirty="0">
                <a:solidFill>
                  <a:schemeClr val="bg1"/>
                </a:solidFill>
              </a:rPr>
              <a:t>解：</a:t>
            </a:r>
          </a:p>
        </p:txBody>
      </p:sp>
      <p:sp>
        <p:nvSpPr>
          <p:cNvPr id="28" name="Text Box 6">
            <a:extLst>
              <a:ext uri="{FF2B5EF4-FFF2-40B4-BE49-F238E27FC236}">
                <a16:creationId xmlns:a16="http://schemas.microsoft.com/office/drawing/2014/main" id="{604C7011-768B-4A1B-AC6A-E6D61EC677C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75055" y="3501192"/>
            <a:ext cx="3108913" cy="5762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</a:pPr>
            <a:r>
              <a:rPr lang="zh-CN" altLang="en-US" dirty="0">
                <a:solidFill>
                  <a:schemeClr val="bg1"/>
                </a:solidFill>
              </a:rPr>
              <a:t>过程</a:t>
            </a:r>
            <a:r>
              <a:rPr lang="en-US" altLang="zh-CN" dirty="0">
                <a:solidFill>
                  <a:schemeClr val="bg1"/>
                </a:solidFill>
              </a:rPr>
              <a:t>BOD</a:t>
            </a:r>
            <a:r>
              <a:rPr lang="zh-CN" altLang="en-US" dirty="0">
                <a:solidFill>
                  <a:schemeClr val="bg1"/>
                </a:solidFill>
              </a:rPr>
              <a:t>是吸热</a:t>
            </a:r>
          </a:p>
        </p:txBody>
      </p:sp>
      <p:sp>
        <p:nvSpPr>
          <p:cNvPr id="29" name="Freeform 16">
            <a:extLst>
              <a:ext uri="{FF2B5EF4-FFF2-40B4-BE49-F238E27FC236}">
                <a16:creationId xmlns:a16="http://schemas.microsoft.com/office/drawing/2014/main" id="{256D8A6C-238B-485A-B785-D89664D7A7D8}"/>
              </a:ext>
            </a:extLst>
          </p:cNvPr>
          <p:cNvSpPr>
            <a:spLocks/>
          </p:cNvSpPr>
          <p:nvPr/>
        </p:nvSpPr>
        <p:spPr bwMode="auto">
          <a:xfrm rot="10994419" flipH="1">
            <a:off x="7228852" y="2593253"/>
            <a:ext cx="329049" cy="404934"/>
          </a:xfrm>
          <a:custGeom>
            <a:avLst/>
            <a:gdLst>
              <a:gd name="T0" fmla="*/ 0 w 192"/>
              <a:gd name="T1" fmla="*/ 2147483646 h 384"/>
              <a:gd name="T2" fmla="*/ 2147483646 w 192"/>
              <a:gd name="T3" fmla="*/ 2147483646 h 384"/>
              <a:gd name="T4" fmla="*/ 2147483646 w 192"/>
              <a:gd name="T5" fmla="*/ 0 h 384"/>
              <a:gd name="T6" fmla="*/ 0 60000 65536"/>
              <a:gd name="T7" fmla="*/ 0 60000 65536"/>
              <a:gd name="T8" fmla="*/ 0 60000 65536"/>
              <a:gd name="T9" fmla="*/ 0 w 192"/>
              <a:gd name="T10" fmla="*/ 0 h 384"/>
              <a:gd name="T11" fmla="*/ 192 w 192"/>
              <a:gd name="T12" fmla="*/ 384 h 384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92" h="384">
                <a:moveTo>
                  <a:pt x="0" y="384"/>
                </a:moveTo>
                <a:cubicBezTo>
                  <a:pt x="8" y="320"/>
                  <a:pt x="16" y="256"/>
                  <a:pt x="48" y="192"/>
                </a:cubicBezTo>
                <a:cubicBezTo>
                  <a:pt x="80" y="128"/>
                  <a:pt x="136" y="64"/>
                  <a:pt x="192" y="0"/>
                </a:cubicBezTo>
              </a:path>
            </a:pathLst>
          </a:custGeom>
          <a:noFill/>
          <a:ln w="57150">
            <a:solidFill>
              <a:srgbClr val="FC5050"/>
            </a:solidFill>
            <a:round/>
            <a:headEnd/>
            <a:tailEnd type="triangle" w="sm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0" name="Rectangle 18">
            <a:extLst>
              <a:ext uri="{FF2B5EF4-FFF2-40B4-BE49-F238E27FC236}">
                <a16:creationId xmlns:a16="http://schemas.microsoft.com/office/drawing/2014/main" id="{A7FD8F6F-4F12-45C4-9036-E6868F3229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52060" y="2751740"/>
            <a:ext cx="767084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0" lang="en-US" altLang="zh-CN" i="1" dirty="0">
                <a:solidFill>
                  <a:srgbClr val="FF5050"/>
                </a:solidFill>
              </a:rPr>
              <a:t>Q</a:t>
            </a:r>
            <a:r>
              <a:rPr kumimoji="0" lang="zh-CN" altLang="en-US" baseline="-25000" dirty="0">
                <a:solidFill>
                  <a:srgbClr val="FF5050"/>
                </a:solidFill>
              </a:rPr>
              <a:t>放</a:t>
            </a:r>
            <a:r>
              <a:rPr kumimoji="0" lang="en-US" altLang="zh-CN" baseline="-25000" dirty="0">
                <a:solidFill>
                  <a:srgbClr val="FF5050"/>
                </a:solidFill>
              </a:rPr>
              <a:t>2</a:t>
            </a:r>
          </a:p>
        </p:txBody>
      </p:sp>
      <p:sp>
        <p:nvSpPr>
          <p:cNvPr id="31" name="Freeform 16">
            <a:extLst>
              <a:ext uri="{FF2B5EF4-FFF2-40B4-BE49-F238E27FC236}">
                <a16:creationId xmlns:a16="http://schemas.microsoft.com/office/drawing/2014/main" id="{CDD43BC3-5D3E-44FE-A712-5D841E4CBC99}"/>
              </a:ext>
            </a:extLst>
          </p:cNvPr>
          <p:cNvSpPr>
            <a:spLocks/>
          </p:cNvSpPr>
          <p:nvPr/>
        </p:nvSpPr>
        <p:spPr bwMode="auto">
          <a:xfrm rot="10994419" flipV="1">
            <a:off x="6349719" y="2103133"/>
            <a:ext cx="318222" cy="491455"/>
          </a:xfrm>
          <a:custGeom>
            <a:avLst/>
            <a:gdLst>
              <a:gd name="T0" fmla="*/ 0 w 192"/>
              <a:gd name="T1" fmla="*/ 2147483646 h 384"/>
              <a:gd name="T2" fmla="*/ 2147483646 w 192"/>
              <a:gd name="T3" fmla="*/ 2147483646 h 384"/>
              <a:gd name="T4" fmla="*/ 2147483646 w 192"/>
              <a:gd name="T5" fmla="*/ 0 h 384"/>
              <a:gd name="T6" fmla="*/ 0 60000 65536"/>
              <a:gd name="T7" fmla="*/ 0 60000 65536"/>
              <a:gd name="T8" fmla="*/ 0 60000 65536"/>
              <a:gd name="T9" fmla="*/ 0 w 192"/>
              <a:gd name="T10" fmla="*/ 0 h 384"/>
              <a:gd name="T11" fmla="*/ 192 w 192"/>
              <a:gd name="T12" fmla="*/ 384 h 384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92" h="384">
                <a:moveTo>
                  <a:pt x="0" y="384"/>
                </a:moveTo>
                <a:cubicBezTo>
                  <a:pt x="8" y="320"/>
                  <a:pt x="16" y="256"/>
                  <a:pt x="48" y="192"/>
                </a:cubicBezTo>
                <a:cubicBezTo>
                  <a:pt x="80" y="128"/>
                  <a:pt x="136" y="64"/>
                  <a:pt x="192" y="0"/>
                </a:cubicBezTo>
              </a:path>
            </a:pathLst>
          </a:custGeom>
          <a:noFill/>
          <a:ln w="57150">
            <a:solidFill>
              <a:srgbClr val="FC5050"/>
            </a:solidFill>
            <a:round/>
            <a:headEnd/>
            <a:tailEnd type="triangle" w="sm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2" name="Rectangle 18">
            <a:extLst>
              <a:ext uri="{FF2B5EF4-FFF2-40B4-BE49-F238E27FC236}">
                <a16:creationId xmlns:a16="http://schemas.microsoft.com/office/drawing/2014/main" id="{D517D003-E953-434E-8BEF-3B363ABC32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28386" y="1715431"/>
            <a:ext cx="91181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0" lang="en-US" altLang="zh-CN" i="1" dirty="0">
                <a:solidFill>
                  <a:srgbClr val="FF5050"/>
                </a:solidFill>
              </a:rPr>
              <a:t>Q</a:t>
            </a:r>
            <a:r>
              <a:rPr kumimoji="0" lang="zh-CN" altLang="en-US" baseline="-25000" dirty="0">
                <a:solidFill>
                  <a:srgbClr val="FF5050"/>
                </a:solidFill>
              </a:rPr>
              <a:t>放</a:t>
            </a:r>
            <a:r>
              <a:rPr kumimoji="0" lang="en-US" altLang="zh-CN" baseline="-25000" dirty="0">
                <a:solidFill>
                  <a:srgbClr val="FF5050"/>
                </a:solidFill>
              </a:rPr>
              <a:t>1</a:t>
            </a:r>
          </a:p>
        </p:txBody>
      </p:sp>
      <p:sp>
        <p:nvSpPr>
          <p:cNvPr id="33" name="Freeform 16">
            <a:extLst>
              <a:ext uri="{FF2B5EF4-FFF2-40B4-BE49-F238E27FC236}">
                <a16:creationId xmlns:a16="http://schemas.microsoft.com/office/drawing/2014/main" id="{86963F4C-05E9-4988-B21B-ED637BBD018B}"/>
              </a:ext>
            </a:extLst>
          </p:cNvPr>
          <p:cNvSpPr>
            <a:spLocks/>
          </p:cNvSpPr>
          <p:nvPr/>
        </p:nvSpPr>
        <p:spPr bwMode="auto">
          <a:xfrm rot="10424422" flipV="1">
            <a:off x="6764110" y="2737783"/>
            <a:ext cx="563077" cy="615364"/>
          </a:xfrm>
          <a:custGeom>
            <a:avLst/>
            <a:gdLst>
              <a:gd name="T0" fmla="*/ 0 w 192"/>
              <a:gd name="T1" fmla="*/ 2147483646 h 384"/>
              <a:gd name="T2" fmla="*/ 2147483646 w 192"/>
              <a:gd name="T3" fmla="*/ 2147483646 h 384"/>
              <a:gd name="T4" fmla="*/ 2147483646 w 192"/>
              <a:gd name="T5" fmla="*/ 0 h 384"/>
              <a:gd name="T6" fmla="*/ 0 60000 65536"/>
              <a:gd name="T7" fmla="*/ 0 60000 65536"/>
              <a:gd name="T8" fmla="*/ 0 60000 65536"/>
              <a:gd name="T9" fmla="*/ 0 w 192"/>
              <a:gd name="T10" fmla="*/ 0 h 384"/>
              <a:gd name="T11" fmla="*/ 192 w 192"/>
              <a:gd name="T12" fmla="*/ 384 h 384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92" h="384">
                <a:moveTo>
                  <a:pt x="0" y="384"/>
                </a:moveTo>
                <a:cubicBezTo>
                  <a:pt x="8" y="320"/>
                  <a:pt x="16" y="256"/>
                  <a:pt x="48" y="192"/>
                </a:cubicBezTo>
                <a:cubicBezTo>
                  <a:pt x="80" y="128"/>
                  <a:pt x="136" y="64"/>
                  <a:pt x="192" y="0"/>
                </a:cubicBezTo>
              </a:path>
            </a:pathLst>
          </a:custGeom>
          <a:noFill/>
          <a:ln w="57150">
            <a:solidFill>
              <a:srgbClr val="FFFF00"/>
            </a:solidFill>
            <a:round/>
            <a:headEnd/>
            <a:tailEnd type="triangle" w="sm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4" name="Rectangle 18">
            <a:extLst>
              <a:ext uri="{FF2B5EF4-FFF2-40B4-BE49-F238E27FC236}">
                <a16:creationId xmlns:a16="http://schemas.microsoft.com/office/drawing/2014/main" id="{4B7457E1-DAAF-40DD-B294-C035859765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68593" y="3251763"/>
            <a:ext cx="911815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0" lang="en-US" altLang="zh-CN" i="1" dirty="0">
                <a:solidFill>
                  <a:srgbClr val="FFFF00"/>
                </a:solidFill>
              </a:rPr>
              <a:t>Q</a:t>
            </a:r>
            <a:r>
              <a:rPr kumimoji="0" lang="zh-CN" altLang="en-US" baseline="-25000" dirty="0">
                <a:solidFill>
                  <a:srgbClr val="FFFF00"/>
                </a:solidFill>
              </a:rPr>
              <a:t>吸</a:t>
            </a:r>
            <a:r>
              <a:rPr kumimoji="0" lang="en-US" altLang="zh-CN" baseline="-25000" dirty="0">
                <a:solidFill>
                  <a:srgbClr val="FFFF00"/>
                </a:solidFill>
              </a:rPr>
              <a:t>1</a:t>
            </a:r>
          </a:p>
        </p:txBody>
      </p:sp>
      <p:sp>
        <p:nvSpPr>
          <p:cNvPr id="35" name="Freeform 16">
            <a:extLst>
              <a:ext uri="{FF2B5EF4-FFF2-40B4-BE49-F238E27FC236}">
                <a16:creationId xmlns:a16="http://schemas.microsoft.com/office/drawing/2014/main" id="{F73263EF-49CB-4ECF-A485-AB538922203D}"/>
              </a:ext>
            </a:extLst>
          </p:cNvPr>
          <p:cNvSpPr>
            <a:spLocks/>
          </p:cNvSpPr>
          <p:nvPr/>
        </p:nvSpPr>
        <p:spPr bwMode="auto">
          <a:xfrm rot="225356" flipV="1">
            <a:off x="6434767" y="1526717"/>
            <a:ext cx="563077" cy="728600"/>
          </a:xfrm>
          <a:custGeom>
            <a:avLst/>
            <a:gdLst>
              <a:gd name="T0" fmla="*/ 0 w 192"/>
              <a:gd name="T1" fmla="*/ 2147483646 h 384"/>
              <a:gd name="T2" fmla="*/ 2147483646 w 192"/>
              <a:gd name="T3" fmla="*/ 2147483646 h 384"/>
              <a:gd name="T4" fmla="*/ 2147483646 w 192"/>
              <a:gd name="T5" fmla="*/ 0 h 384"/>
              <a:gd name="T6" fmla="*/ 0 60000 65536"/>
              <a:gd name="T7" fmla="*/ 0 60000 65536"/>
              <a:gd name="T8" fmla="*/ 0 60000 65536"/>
              <a:gd name="T9" fmla="*/ 0 w 192"/>
              <a:gd name="T10" fmla="*/ 0 h 384"/>
              <a:gd name="T11" fmla="*/ 192 w 192"/>
              <a:gd name="T12" fmla="*/ 384 h 384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92" h="384">
                <a:moveTo>
                  <a:pt x="0" y="384"/>
                </a:moveTo>
                <a:cubicBezTo>
                  <a:pt x="8" y="320"/>
                  <a:pt x="16" y="256"/>
                  <a:pt x="48" y="192"/>
                </a:cubicBezTo>
                <a:cubicBezTo>
                  <a:pt x="80" y="128"/>
                  <a:pt x="136" y="64"/>
                  <a:pt x="192" y="0"/>
                </a:cubicBezTo>
              </a:path>
            </a:pathLst>
          </a:custGeom>
          <a:noFill/>
          <a:ln w="57150">
            <a:solidFill>
              <a:srgbClr val="FFFF00"/>
            </a:solidFill>
            <a:round/>
            <a:headEnd/>
            <a:tailEnd type="triangle" w="sm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6" name="Rectangle 18">
            <a:extLst>
              <a:ext uri="{FF2B5EF4-FFF2-40B4-BE49-F238E27FC236}">
                <a16:creationId xmlns:a16="http://schemas.microsoft.com/office/drawing/2014/main" id="{B13F456F-3278-4B16-8B52-8C0454A09D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88285" y="1021523"/>
            <a:ext cx="911815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0" lang="en-US" altLang="zh-CN" i="1" dirty="0">
                <a:solidFill>
                  <a:srgbClr val="FFFF00"/>
                </a:solidFill>
              </a:rPr>
              <a:t>Q</a:t>
            </a:r>
            <a:r>
              <a:rPr kumimoji="0" lang="zh-CN" altLang="en-US" baseline="-25000" dirty="0">
                <a:solidFill>
                  <a:srgbClr val="FFFF00"/>
                </a:solidFill>
              </a:rPr>
              <a:t>吸</a:t>
            </a:r>
            <a:r>
              <a:rPr kumimoji="0" lang="en-US" altLang="zh-CN" baseline="-25000" dirty="0">
                <a:solidFill>
                  <a:srgbClr val="FFFF00"/>
                </a:solidFill>
              </a:rPr>
              <a:t>2</a:t>
            </a:r>
          </a:p>
        </p:txBody>
      </p:sp>
      <p:sp>
        <p:nvSpPr>
          <p:cNvPr id="37" name="Text Box 6">
            <a:extLst>
              <a:ext uri="{FF2B5EF4-FFF2-40B4-BE49-F238E27FC236}">
                <a16:creationId xmlns:a16="http://schemas.microsoft.com/office/drawing/2014/main" id="{D4DAEC5E-621E-4AE5-97B7-7320BCE95F7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56757" y="4169830"/>
            <a:ext cx="3108913" cy="5762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</a:pPr>
            <a:r>
              <a:rPr lang="zh-CN" altLang="en-US" dirty="0">
                <a:solidFill>
                  <a:schemeClr val="bg1"/>
                </a:solidFill>
              </a:rPr>
              <a:t>正循环：</a:t>
            </a:r>
            <a:r>
              <a:rPr lang="en-US" altLang="zh-CN" dirty="0">
                <a:solidFill>
                  <a:schemeClr val="bg1"/>
                </a:solidFill>
              </a:rPr>
              <a:t>ODCO</a:t>
            </a:r>
            <a:endParaRPr lang="zh-CN" altLang="en-US" dirty="0">
              <a:solidFill>
                <a:schemeClr val="bg1"/>
              </a:solidFill>
            </a:endParaRPr>
          </a:p>
        </p:txBody>
      </p:sp>
      <p:sp>
        <p:nvSpPr>
          <p:cNvPr id="38" name="Text Box 6">
            <a:extLst>
              <a:ext uri="{FF2B5EF4-FFF2-40B4-BE49-F238E27FC236}">
                <a16:creationId xmlns:a16="http://schemas.microsoft.com/office/drawing/2014/main" id="{1793B7AC-C5B7-4BFF-8F84-5B638CE5782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9472" y="4796968"/>
            <a:ext cx="3108913" cy="5762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</a:pPr>
            <a:r>
              <a:rPr lang="zh-CN" altLang="en-US" dirty="0">
                <a:solidFill>
                  <a:schemeClr val="bg1"/>
                </a:solidFill>
              </a:rPr>
              <a:t>逆循环：</a:t>
            </a:r>
            <a:r>
              <a:rPr lang="en-US" altLang="zh-CN" dirty="0">
                <a:solidFill>
                  <a:schemeClr val="bg1"/>
                </a:solidFill>
              </a:rPr>
              <a:t>OABO</a:t>
            </a:r>
            <a:endParaRPr lang="zh-CN" altLang="en-US" dirty="0">
              <a:solidFill>
                <a:schemeClr val="bg1"/>
              </a:solidFill>
            </a:endParaRPr>
          </a:p>
        </p:txBody>
      </p:sp>
      <p:sp>
        <p:nvSpPr>
          <p:cNvPr id="39" name="Text Box 6">
            <a:extLst>
              <a:ext uri="{FF2B5EF4-FFF2-40B4-BE49-F238E27FC236}">
                <a16:creationId xmlns:a16="http://schemas.microsoft.com/office/drawing/2014/main" id="{024BCBAC-470E-4EDB-8578-514A75B9AEE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0" y="4149080"/>
            <a:ext cx="3108913" cy="5762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</a:pPr>
            <a:r>
              <a:rPr lang="en-US" altLang="zh-CN" dirty="0">
                <a:solidFill>
                  <a:srgbClr val="FFFF00"/>
                </a:solidFill>
              </a:rPr>
              <a:t>Q</a:t>
            </a:r>
            <a:r>
              <a:rPr lang="zh-CN" altLang="en-US" baseline="-25000" dirty="0">
                <a:solidFill>
                  <a:srgbClr val="FFFF00"/>
                </a:solidFill>
              </a:rPr>
              <a:t>吸</a:t>
            </a:r>
            <a:r>
              <a:rPr lang="en-US" altLang="zh-CN" baseline="-25000" dirty="0">
                <a:solidFill>
                  <a:srgbClr val="FFFF00"/>
                </a:solidFill>
              </a:rPr>
              <a:t>2 </a:t>
            </a:r>
            <a:r>
              <a:rPr lang="en-US" altLang="zh-CN" dirty="0">
                <a:solidFill>
                  <a:srgbClr val="FFFF00"/>
                </a:solidFill>
              </a:rPr>
              <a:t>- Q</a:t>
            </a:r>
            <a:r>
              <a:rPr lang="zh-CN" altLang="en-US" baseline="-25000" dirty="0">
                <a:solidFill>
                  <a:srgbClr val="FFFF00"/>
                </a:solidFill>
              </a:rPr>
              <a:t>放</a:t>
            </a:r>
            <a:r>
              <a:rPr lang="en-US" altLang="zh-CN" baseline="-25000" dirty="0">
                <a:solidFill>
                  <a:srgbClr val="FFFF00"/>
                </a:solidFill>
              </a:rPr>
              <a:t>2 </a:t>
            </a:r>
            <a:r>
              <a:rPr lang="en-US" altLang="zh-CN" dirty="0">
                <a:solidFill>
                  <a:srgbClr val="FFFF00"/>
                </a:solidFill>
              </a:rPr>
              <a:t>= 70 J</a:t>
            </a:r>
            <a:endParaRPr lang="zh-CN" altLang="en-US" dirty="0">
              <a:solidFill>
                <a:srgbClr val="FFFF00"/>
              </a:solidFill>
            </a:endParaRPr>
          </a:p>
        </p:txBody>
      </p:sp>
      <p:sp>
        <p:nvSpPr>
          <p:cNvPr id="40" name="Text Box 6">
            <a:extLst>
              <a:ext uri="{FF2B5EF4-FFF2-40B4-BE49-F238E27FC236}">
                <a16:creationId xmlns:a16="http://schemas.microsoft.com/office/drawing/2014/main" id="{0CA92149-348A-48CC-A7AA-2D99EBC079B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00039" y="4763009"/>
            <a:ext cx="2852021" cy="5762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</a:pPr>
            <a:r>
              <a:rPr lang="en-US" altLang="zh-CN" dirty="0">
                <a:solidFill>
                  <a:srgbClr val="FFFF00"/>
                </a:solidFill>
              </a:rPr>
              <a:t>Q</a:t>
            </a:r>
            <a:r>
              <a:rPr lang="zh-CN" altLang="en-US" baseline="-25000" dirty="0">
                <a:solidFill>
                  <a:srgbClr val="FFFF00"/>
                </a:solidFill>
              </a:rPr>
              <a:t>吸</a:t>
            </a:r>
            <a:r>
              <a:rPr lang="en-US" altLang="zh-CN" baseline="-25000" dirty="0">
                <a:solidFill>
                  <a:srgbClr val="FFFF00"/>
                </a:solidFill>
              </a:rPr>
              <a:t>1 </a:t>
            </a:r>
            <a:r>
              <a:rPr lang="en-US" altLang="zh-CN" dirty="0">
                <a:solidFill>
                  <a:srgbClr val="FFFF00"/>
                </a:solidFill>
              </a:rPr>
              <a:t>- Q</a:t>
            </a:r>
            <a:r>
              <a:rPr lang="zh-CN" altLang="en-US" baseline="-25000" dirty="0">
                <a:solidFill>
                  <a:srgbClr val="FFFF00"/>
                </a:solidFill>
              </a:rPr>
              <a:t>放</a:t>
            </a:r>
            <a:r>
              <a:rPr lang="en-US" altLang="zh-CN" baseline="-25000" dirty="0">
                <a:solidFill>
                  <a:srgbClr val="FFFF00"/>
                </a:solidFill>
              </a:rPr>
              <a:t>1 </a:t>
            </a:r>
            <a:r>
              <a:rPr lang="en-US" altLang="zh-CN" dirty="0">
                <a:solidFill>
                  <a:srgbClr val="FFFF00"/>
                </a:solidFill>
              </a:rPr>
              <a:t>= -30 J</a:t>
            </a:r>
            <a:endParaRPr lang="zh-CN" altLang="en-US" dirty="0">
              <a:solidFill>
                <a:srgbClr val="FFFF00"/>
              </a:solidFill>
            </a:endParaRPr>
          </a:p>
        </p:txBody>
      </p:sp>
      <p:sp>
        <p:nvSpPr>
          <p:cNvPr id="41" name="右大括号 40">
            <a:extLst>
              <a:ext uri="{FF2B5EF4-FFF2-40B4-BE49-F238E27FC236}">
                <a16:creationId xmlns:a16="http://schemas.microsoft.com/office/drawing/2014/main" id="{AB9727C6-E077-4013-90AE-CCF64B1C01C9}"/>
              </a:ext>
            </a:extLst>
          </p:cNvPr>
          <p:cNvSpPr/>
          <p:nvPr/>
        </p:nvSpPr>
        <p:spPr bwMode="auto">
          <a:xfrm>
            <a:off x="7335719" y="4365104"/>
            <a:ext cx="246900" cy="895196"/>
          </a:xfrm>
          <a:prstGeom prst="rightBrace">
            <a:avLst>
              <a:gd name="adj1" fmla="val 54215"/>
              <a:gd name="adj2" fmla="val 50000"/>
            </a:avLst>
          </a:prstGeom>
          <a:noFill/>
          <a:ln w="222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none" lIns="91440" tIns="45720" rIns="91440" bIns="45720" numCol="1" rtlCol="0" anchor="ctr" anchorCtr="0" compatLnSpc="1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zh-CN" altLang="en-US" sz="24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2" name="箭头: 右 41">
            <a:extLst>
              <a:ext uri="{FF2B5EF4-FFF2-40B4-BE49-F238E27FC236}">
                <a16:creationId xmlns:a16="http://schemas.microsoft.com/office/drawing/2014/main" id="{45DBA101-2C20-46D7-99E9-0DC29086BD06}"/>
              </a:ext>
            </a:extLst>
          </p:cNvPr>
          <p:cNvSpPr/>
          <p:nvPr/>
        </p:nvSpPr>
        <p:spPr bwMode="auto">
          <a:xfrm>
            <a:off x="1259632" y="5593143"/>
            <a:ext cx="690376" cy="288032"/>
          </a:xfrm>
          <a:prstGeom prst="rightArrow">
            <a:avLst>
              <a:gd name="adj1" fmla="val 50000"/>
              <a:gd name="adj2" fmla="val 96491"/>
            </a:avLst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none" lIns="91440" tIns="45720" rIns="91440" bIns="45720" numCol="1" rtlCol="0" anchor="ctr" anchorCtr="0" compatLnSpc="1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zh-CN" altLang="en-US" sz="24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3" name="Text Box 6">
            <a:extLst>
              <a:ext uri="{FF2B5EF4-FFF2-40B4-BE49-F238E27FC236}">
                <a16:creationId xmlns:a16="http://schemas.microsoft.com/office/drawing/2014/main" id="{5738ACCD-3922-4EFD-9772-6ECA0282DA3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39752" y="5373216"/>
            <a:ext cx="5939601" cy="5799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</a:pPr>
            <a:r>
              <a:rPr lang="en-US" altLang="zh-CN" dirty="0">
                <a:solidFill>
                  <a:srgbClr val="FFFF00"/>
                </a:solidFill>
              </a:rPr>
              <a:t>(Q</a:t>
            </a:r>
            <a:r>
              <a:rPr lang="zh-CN" altLang="en-US" baseline="-25000" dirty="0">
                <a:solidFill>
                  <a:srgbClr val="FFFF00"/>
                </a:solidFill>
              </a:rPr>
              <a:t>吸</a:t>
            </a:r>
            <a:r>
              <a:rPr lang="en-US" altLang="zh-CN" baseline="-25000" dirty="0">
                <a:solidFill>
                  <a:srgbClr val="FFFF00"/>
                </a:solidFill>
              </a:rPr>
              <a:t>1 </a:t>
            </a:r>
            <a:r>
              <a:rPr lang="en-US" altLang="zh-CN" dirty="0">
                <a:solidFill>
                  <a:srgbClr val="FFFF00"/>
                </a:solidFill>
              </a:rPr>
              <a:t>+ Q</a:t>
            </a:r>
            <a:r>
              <a:rPr lang="zh-CN" altLang="en-US" baseline="-25000" dirty="0">
                <a:solidFill>
                  <a:srgbClr val="FFFF00"/>
                </a:solidFill>
              </a:rPr>
              <a:t>吸</a:t>
            </a:r>
            <a:r>
              <a:rPr lang="en-US" altLang="zh-CN" baseline="-25000" dirty="0">
                <a:solidFill>
                  <a:srgbClr val="FFFF00"/>
                </a:solidFill>
              </a:rPr>
              <a:t>2 </a:t>
            </a:r>
            <a:r>
              <a:rPr lang="en-US" altLang="zh-CN" dirty="0">
                <a:solidFill>
                  <a:srgbClr val="FFFF00"/>
                </a:solidFill>
              </a:rPr>
              <a:t>) - ( Q</a:t>
            </a:r>
            <a:r>
              <a:rPr lang="zh-CN" altLang="en-US" baseline="-25000" dirty="0">
                <a:solidFill>
                  <a:srgbClr val="FFFF00"/>
                </a:solidFill>
              </a:rPr>
              <a:t>放</a:t>
            </a:r>
            <a:r>
              <a:rPr lang="en-US" altLang="zh-CN" baseline="-25000" dirty="0">
                <a:solidFill>
                  <a:srgbClr val="FFFF00"/>
                </a:solidFill>
              </a:rPr>
              <a:t>1</a:t>
            </a:r>
            <a:r>
              <a:rPr lang="en-US" altLang="zh-CN" dirty="0">
                <a:solidFill>
                  <a:srgbClr val="FFFF00"/>
                </a:solidFill>
              </a:rPr>
              <a:t> +</a:t>
            </a:r>
            <a:r>
              <a:rPr lang="en-US" altLang="zh-CN" baseline="-25000" dirty="0">
                <a:solidFill>
                  <a:srgbClr val="FFFF00"/>
                </a:solidFill>
              </a:rPr>
              <a:t> </a:t>
            </a:r>
            <a:r>
              <a:rPr lang="en-US" altLang="zh-CN" dirty="0">
                <a:solidFill>
                  <a:srgbClr val="FFFF00"/>
                </a:solidFill>
              </a:rPr>
              <a:t>Q</a:t>
            </a:r>
            <a:r>
              <a:rPr lang="zh-CN" altLang="en-US" baseline="-25000" dirty="0">
                <a:solidFill>
                  <a:srgbClr val="FFFF00"/>
                </a:solidFill>
              </a:rPr>
              <a:t>放</a:t>
            </a:r>
            <a:r>
              <a:rPr lang="en-US" altLang="zh-CN" baseline="-25000" dirty="0">
                <a:solidFill>
                  <a:srgbClr val="FFFF00"/>
                </a:solidFill>
              </a:rPr>
              <a:t>2 </a:t>
            </a:r>
            <a:r>
              <a:rPr lang="en-US" altLang="zh-CN" dirty="0">
                <a:solidFill>
                  <a:srgbClr val="FFFF00"/>
                </a:solidFill>
              </a:rPr>
              <a:t>) = 40 J</a:t>
            </a:r>
            <a:endParaRPr lang="zh-CN" altLang="en-US" dirty="0">
              <a:solidFill>
                <a:srgbClr val="FFFF00"/>
              </a:solidFill>
            </a:endParaRPr>
          </a:p>
        </p:txBody>
      </p:sp>
      <p:sp>
        <p:nvSpPr>
          <p:cNvPr id="44" name="箭头: 右 43">
            <a:extLst>
              <a:ext uri="{FF2B5EF4-FFF2-40B4-BE49-F238E27FC236}">
                <a16:creationId xmlns:a16="http://schemas.microsoft.com/office/drawing/2014/main" id="{177C1325-45C2-4181-BDBD-5F99BD3C7D78}"/>
              </a:ext>
            </a:extLst>
          </p:cNvPr>
          <p:cNvSpPr/>
          <p:nvPr/>
        </p:nvSpPr>
        <p:spPr bwMode="auto">
          <a:xfrm>
            <a:off x="1259632" y="6286044"/>
            <a:ext cx="690376" cy="288032"/>
          </a:xfrm>
          <a:prstGeom prst="rightArrow">
            <a:avLst>
              <a:gd name="adj1" fmla="val 50000"/>
              <a:gd name="adj2" fmla="val 96491"/>
            </a:avLst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none" lIns="91440" tIns="45720" rIns="91440" bIns="45720" numCol="1" rtlCol="0" anchor="ctr" anchorCtr="0" compatLnSpc="1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zh-CN" altLang="en-US" sz="24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5" name="Text Box 6">
            <a:extLst>
              <a:ext uri="{FF2B5EF4-FFF2-40B4-BE49-F238E27FC236}">
                <a16:creationId xmlns:a16="http://schemas.microsoft.com/office/drawing/2014/main" id="{C0FD2AD9-97CB-4A7E-8077-3A0A164DC85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39752" y="6066117"/>
            <a:ext cx="5939601" cy="5799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</a:pPr>
            <a:r>
              <a:rPr lang="en-US" altLang="zh-CN" dirty="0">
                <a:solidFill>
                  <a:srgbClr val="FFFF00"/>
                </a:solidFill>
              </a:rPr>
              <a:t>Q</a:t>
            </a:r>
            <a:r>
              <a:rPr lang="zh-CN" altLang="en-US" baseline="-25000" dirty="0">
                <a:solidFill>
                  <a:srgbClr val="FFFF00"/>
                </a:solidFill>
              </a:rPr>
              <a:t>吸</a:t>
            </a:r>
            <a:r>
              <a:rPr lang="en-US" altLang="zh-CN" dirty="0">
                <a:solidFill>
                  <a:srgbClr val="FFFF00"/>
                </a:solidFill>
              </a:rPr>
              <a:t> = Q</a:t>
            </a:r>
            <a:r>
              <a:rPr lang="zh-CN" altLang="en-US" baseline="-25000" dirty="0">
                <a:solidFill>
                  <a:srgbClr val="FFFF00"/>
                </a:solidFill>
              </a:rPr>
              <a:t>吸</a:t>
            </a:r>
            <a:r>
              <a:rPr lang="en-US" altLang="zh-CN" baseline="-25000" dirty="0">
                <a:solidFill>
                  <a:srgbClr val="FFFF00"/>
                </a:solidFill>
              </a:rPr>
              <a:t>1 </a:t>
            </a:r>
            <a:r>
              <a:rPr lang="en-US" altLang="zh-CN" dirty="0">
                <a:solidFill>
                  <a:srgbClr val="FFFF00"/>
                </a:solidFill>
              </a:rPr>
              <a:t>+ Q</a:t>
            </a:r>
            <a:r>
              <a:rPr lang="zh-CN" altLang="en-US" baseline="-25000" dirty="0">
                <a:solidFill>
                  <a:srgbClr val="FFFF00"/>
                </a:solidFill>
              </a:rPr>
              <a:t>吸</a:t>
            </a:r>
            <a:r>
              <a:rPr lang="en-US" altLang="zh-CN" baseline="-25000" dirty="0">
                <a:solidFill>
                  <a:srgbClr val="FFFF00"/>
                </a:solidFill>
              </a:rPr>
              <a:t>2 </a:t>
            </a:r>
            <a:r>
              <a:rPr lang="en-US" altLang="zh-CN" dirty="0">
                <a:solidFill>
                  <a:srgbClr val="FFFF00"/>
                </a:solidFill>
              </a:rPr>
              <a:t>= 140 J</a:t>
            </a:r>
            <a:endParaRPr lang="zh-CN" altLang="en-US" dirty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234911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000"/>
                            </p:stCondLst>
                            <p:childTnLst>
                              <p:par>
                                <p:cTn id="24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0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8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1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6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9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4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2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2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3" fill="hold">
                            <p:stCondLst>
                              <p:cond delay="500"/>
                            </p:stCondLst>
                            <p:childTnLst>
                              <p:par>
                                <p:cTn id="9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6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1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2" fill="hold">
                            <p:stCondLst>
                              <p:cond delay="500"/>
                            </p:stCondLst>
                            <p:childTnLst>
                              <p:par>
                                <p:cTn id="103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5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indefinite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0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1" fill="hold">
                            <p:stCondLst>
                              <p:cond delay="500"/>
                            </p:stCondLst>
                            <p:childTnLst>
                              <p:par>
                                <p:cTn id="112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4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19" grpId="0"/>
      <p:bldP spid="20" grpId="0"/>
      <p:bldP spid="21" grpId="0"/>
      <p:bldP spid="27" grpId="0"/>
      <p:bldP spid="28" grpId="0"/>
      <p:bldP spid="30" grpId="0"/>
      <p:bldP spid="32" grpId="0"/>
      <p:bldP spid="34" grpId="0"/>
      <p:bldP spid="36" grpId="0"/>
      <p:bldP spid="37" grpId="0"/>
      <p:bldP spid="38" grpId="0"/>
      <p:bldP spid="39" grpId="0"/>
      <p:bldP spid="40" grpId="0"/>
      <p:bldP spid="41" grpId="0" animBg="1"/>
      <p:bldP spid="42" grpId="0" animBg="1"/>
      <p:bldP spid="43" grpId="0"/>
      <p:bldP spid="44" grpId="0" animBg="1"/>
      <p:bldP spid="45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ext Box 2">
            <a:extLst>
              <a:ext uri="{FF2B5EF4-FFF2-40B4-BE49-F238E27FC236}">
                <a16:creationId xmlns:a16="http://schemas.microsoft.com/office/drawing/2014/main" id="{5FCF1A2A-D194-4205-9486-F14A46AB0DB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28813" y="214313"/>
            <a:ext cx="6335712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3200" dirty="0">
                <a:solidFill>
                  <a:srgbClr val="00FF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§</a:t>
            </a:r>
            <a:r>
              <a:rPr lang="en-US" altLang="zh-CN" sz="3200" dirty="0">
                <a:solidFill>
                  <a:srgbClr val="00FF00"/>
                </a:solidFill>
                <a:ea typeface="黑体" panose="02010609060101010101" pitchFamily="49" charset="-122"/>
              </a:rPr>
              <a:t>11.10  </a:t>
            </a:r>
            <a:r>
              <a:rPr lang="zh-CN" altLang="en-US" sz="3200" dirty="0">
                <a:solidFill>
                  <a:srgbClr val="00FF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可逆与不可逆过程</a:t>
            </a:r>
          </a:p>
        </p:txBody>
      </p:sp>
      <p:sp>
        <p:nvSpPr>
          <p:cNvPr id="14339" name="Rectangle 3">
            <a:extLst>
              <a:ext uri="{FF2B5EF4-FFF2-40B4-BE49-F238E27FC236}">
                <a16:creationId xmlns:a16="http://schemas.microsoft.com/office/drawing/2014/main" id="{CDCA01BB-B335-4DB5-8531-0C9500B3AD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43125" y="1389063"/>
            <a:ext cx="6643688" cy="101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5000"/>
              </a:lnSpc>
            </a:pPr>
            <a:r>
              <a:rPr lang="zh-CN" altLang="en-US" b="0" dirty="0">
                <a:solidFill>
                  <a:schemeClr val="bg1"/>
                </a:solidFill>
                <a:latin typeface="宋体" panose="02010600030101010101" pitchFamily="2" charset="-122"/>
              </a:rPr>
              <a:t>若系统经历了一个过程，而过程的每一步都可沿相反的方向进行，同时不引起外界的任何变化。</a:t>
            </a:r>
          </a:p>
        </p:txBody>
      </p:sp>
      <p:sp>
        <p:nvSpPr>
          <p:cNvPr id="14340" name="Text Box 4">
            <a:extLst>
              <a:ext uri="{FF2B5EF4-FFF2-40B4-BE49-F238E27FC236}">
                <a16:creationId xmlns:a16="http://schemas.microsoft.com/office/drawing/2014/main" id="{FF1370EA-9E2D-492A-8E11-A0827B447F0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0063" y="838200"/>
            <a:ext cx="1706562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>
                <a:solidFill>
                  <a:srgbClr val="FFFF00"/>
                </a:solidFill>
                <a:latin typeface="宋体" panose="02010600030101010101" pitchFamily="2" charset="-122"/>
              </a:rPr>
              <a:t>一</a:t>
            </a:r>
            <a:r>
              <a:rPr lang="en-US" altLang="zh-CN" sz="2800">
                <a:solidFill>
                  <a:srgbClr val="FFFF00"/>
                </a:solidFill>
              </a:rPr>
              <a:t>. </a:t>
            </a:r>
            <a:r>
              <a:rPr lang="zh-CN" altLang="en-US" sz="2800">
                <a:solidFill>
                  <a:srgbClr val="FFFF00"/>
                </a:solidFill>
                <a:latin typeface="宋体" panose="02010600030101010101" pitchFamily="2" charset="-122"/>
              </a:rPr>
              <a:t>概念</a:t>
            </a:r>
          </a:p>
        </p:txBody>
      </p:sp>
      <p:sp>
        <p:nvSpPr>
          <p:cNvPr id="14341" name="Rectangle 5">
            <a:extLst>
              <a:ext uri="{FF2B5EF4-FFF2-40B4-BE49-F238E27FC236}">
                <a16:creationId xmlns:a16="http://schemas.microsoft.com/office/drawing/2014/main" id="{9010C59B-A14A-439F-9A2B-E8C213E0A0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84438" y="2905125"/>
            <a:ext cx="6435725" cy="952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5000"/>
              </a:lnSpc>
            </a:pPr>
            <a:r>
              <a:rPr lang="zh-CN" altLang="en-US" b="0">
                <a:solidFill>
                  <a:schemeClr val="bg1"/>
                </a:solidFill>
                <a:latin typeface="宋体" panose="02010600030101010101" pitchFamily="2" charset="-122"/>
              </a:rPr>
              <a:t>如对于某一过程，用任何方法都不能使系统和外界恢复到原来状态</a:t>
            </a:r>
          </a:p>
        </p:txBody>
      </p:sp>
      <p:sp>
        <p:nvSpPr>
          <p:cNvPr id="14342" name="Rectangle 6">
            <a:extLst>
              <a:ext uri="{FF2B5EF4-FFF2-40B4-BE49-F238E27FC236}">
                <a16:creationId xmlns:a16="http://schemas.microsoft.com/office/drawing/2014/main" id="{7E4AF1AE-C48C-4FE5-898C-174138E7E4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6113" y="1441450"/>
            <a:ext cx="16922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dirty="0">
                <a:solidFill>
                  <a:srgbClr val="66FFFF"/>
                </a:solidFill>
                <a:latin typeface="宋体" panose="02010600030101010101" pitchFamily="2" charset="-122"/>
              </a:rPr>
              <a:t>可逆过程：</a:t>
            </a:r>
          </a:p>
        </p:txBody>
      </p:sp>
      <p:sp>
        <p:nvSpPr>
          <p:cNvPr id="14343" name="Rectangle 7">
            <a:extLst>
              <a:ext uri="{FF2B5EF4-FFF2-40B4-BE49-F238E27FC236}">
                <a16:creationId xmlns:a16="http://schemas.microsoft.com/office/drawing/2014/main" id="{CEED0D5F-5F4D-4135-A8C9-1817E7C083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2938" y="2925763"/>
            <a:ext cx="19589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rgbClr val="66FFFF"/>
                </a:solidFill>
                <a:latin typeface="宋体" panose="02010600030101010101" pitchFamily="2" charset="-122"/>
              </a:rPr>
              <a:t>不可逆过程：</a:t>
            </a:r>
          </a:p>
        </p:txBody>
      </p:sp>
      <p:sp>
        <p:nvSpPr>
          <p:cNvPr id="14344" name="Text Box 8">
            <a:extLst>
              <a:ext uri="{FF2B5EF4-FFF2-40B4-BE49-F238E27FC236}">
                <a16:creationId xmlns:a16="http://schemas.microsoft.com/office/drawing/2014/main" id="{FE0DB286-A88A-4F61-AC7E-D301535062A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7225" y="3929063"/>
            <a:ext cx="205740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rgbClr val="66FFFF"/>
                </a:solidFill>
              </a:rPr>
              <a:t>自发过程：</a:t>
            </a:r>
          </a:p>
        </p:txBody>
      </p:sp>
      <p:sp>
        <p:nvSpPr>
          <p:cNvPr id="14345" name="Text Box 9">
            <a:extLst>
              <a:ext uri="{FF2B5EF4-FFF2-40B4-BE49-F238E27FC236}">
                <a16:creationId xmlns:a16="http://schemas.microsoft.com/office/drawing/2014/main" id="{D279B2CC-60C9-4455-8CC7-DA76DCA10C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62213" y="3937000"/>
            <a:ext cx="66103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="0">
                <a:solidFill>
                  <a:schemeClr val="bg1"/>
                </a:solidFill>
              </a:rPr>
              <a:t>自然界中不受外界影响而能够自动发生的过程</a:t>
            </a:r>
          </a:p>
        </p:txBody>
      </p:sp>
      <p:sp>
        <p:nvSpPr>
          <p:cNvPr id="14346" name="Text Box 10">
            <a:extLst>
              <a:ext uri="{FF2B5EF4-FFF2-40B4-BE49-F238E27FC236}">
                <a16:creationId xmlns:a16="http://schemas.microsoft.com/office/drawing/2014/main" id="{DC32C29B-1E8C-486F-B30E-F377E3F4FF6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2938" y="4972050"/>
            <a:ext cx="367506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>
                <a:solidFill>
                  <a:srgbClr val="66FFFF"/>
                </a:solidFill>
                <a:latin typeface="宋体" panose="02010600030101010101" pitchFamily="2" charset="-122"/>
              </a:rPr>
              <a:t>1</a:t>
            </a:r>
            <a:r>
              <a:rPr lang="en-US" altLang="zh-CN">
                <a:solidFill>
                  <a:srgbClr val="66FFFF"/>
                </a:solidFill>
              </a:rPr>
              <a:t>. </a:t>
            </a:r>
            <a:r>
              <a:rPr lang="zh-CN" altLang="en-US">
                <a:solidFill>
                  <a:srgbClr val="66FFFF"/>
                </a:solidFill>
                <a:latin typeface="宋体" panose="02010600030101010101" pitchFamily="2" charset="-122"/>
              </a:rPr>
              <a:t>不可逆过程的实例</a:t>
            </a:r>
          </a:p>
        </p:txBody>
      </p:sp>
      <p:sp>
        <p:nvSpPr>
          <p:cNvPr id="14347" name="Rectangle 11">
            <a:extLst>
              <a:ext uri="{FF2B5EF4-FFF2-40B4-BE49-F238E27FC236}">
                <a16:creationId xmlns:a16="http://schemas.microsoft.com/office/drawing/2014/main" id="{8EDC24A8-88FB-4BBB-A909-9A5F0E2FEE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3900" y="5518150"/>
            <a:ext cx="284003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chemeClr val="bg1"/>
                </a:solidFill>
              </a:rPr>
              <a:t>力学 （无摩擦时）</a:t>
            </a:r>
            <a:endParaRPr lang="en-US" altLang="zh-CN">
              <a:solidFill>
                <a:schemeClr val="bg1"/>
              </a:solidFill>
            </a:endParaRPr>
          </a:p>
        </p:txBody>
      </p:sp>
      <p:grpSp>
        <p:nvGrpSpPr>
          <p:cNvPr id="2" name="Group 12">
            <a:extLst>
              <a:ext uri="{FF2B5EF4-FFF2-40B4-BE49-F238E27FC236}">
                <a16:creationId xmlns:a16="http://schemas.microsoft.com/office/drawing/2014/main" id="{351CA751-1BD8-461A-A6B3-5380E2E6F337}"/>
              </a:ext>
            </a:extLst>
          </p:cNvPr>
          <p:cNvGrpSpPr>
            <a:grpSpLocks/>
          </p:cNvGrpSpPr>
          <p:nvPr/>
        </p:nvGrpSpPr>
        <p:grpSpPr bwMode="auto">
          <a:xfrm>
            <a:off x="5167313" y="5499100"/>
            <a:ext cx="3511550" cy="1098550"/>
            <a:chOff x="3255" y="3385"/>
            <a:chExt cx="2212" cy="692"/>
          </a:xfrm>
        </p:grpSpPr>
        <p:sp>
          <p:nvSpPr>
            <p:cNvPr id="25685" name="Line 13">
              <a:extLst>
                <a:ext uri="{FF2B5EF4-FFF2-40B4-BE49-F238E27FC236}">
                  <a16:creationId xmlns:a16="http://schemas.microsoft.com/office/drawing/2014/main" id="{65CA312E-CFD8-48A7-A396-7E7AD535EE23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3255" y="3385"/>
              <a:ext cx="2" cy="492"/>
            </a:xfrm>
            <a:prstGeom prst="line">
              <a:avLst/>
            </a:prstGeom>
            <a:noFill/>
            <a:ln w="38100">
              <a:solidFill>
                <a:srgbClr val="66FFFF"/>
              </a:solidFill>
              <a:round/>
              <a:headEnd type="none" w="med" len="sm"/>
              <a:tailEnd type="none" w="med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686" name="Line 14">
              <a:extLst>
                <a:ext uri="{FF2B5EF4-FFF2-40B4-BE49-F238E27FC236}">
                  <a16:creationId xmlns:a16="http://schemas.microsoft.com/office/drawing/2014/main" id="{7CF98F76-8EA3-488E-9584-C9A1BC9EA8A4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3256" y="3869"/>
              <a:ext cx="2159" cy="1"/>
            </a:xfrm>
            <a:prstGeom prst="line">
              <a:avLst/>
            </a:prstGeom>
            <a:noFill/>
            <a:ln w="38100">
              <a:solidFill>
                <a:srgbClr val="66FFFF"/>
              </a:solidFill>
              <a:round/>
              <a:headEnd type="none" w="med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687" name="Rectangle 15">
              <a:extLst>
                <a:ext uri="{FF2B5EF4-FFF2-40B4-BE49-F238E27FC236}">
                  <a16:creationId xmlns:a16="http://schemas.microsoft.com/office/drawing/2014/main" id="{F1589E35-0AD7-4092-889F-D1EAD2D2A826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5284" y="3838"/>
              <a:ext cx="183" cy="23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63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2700" tIns="12700" rIns="12700" bIns="12700"/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/>
              <a:r>
                <a:rPr lang="en-US" altLang="zh-CN" i="1">
                  <a:solidFill>
                    <a:srgbClr val="66FFFF"/>
                  </a:solidFill>
                </a:rPr>
                <a:t>x</a:t>
              </a:r>
              <a:endParaRPr lang="en-US" altLang="zh-CN" b="0">
                <a:solidFill>
                  <a:srgbClr val="66FFFF"/>
                </a:solidFill>
              </a:endParaRPr>
            </a:p>
          </p:txBody>
        </p:sp>
      </p:grpSp>
      <p:grpSp>
        <p:nvGrpSpPr>
          <p:cNvPr id="3" name="Group 16">
            <a:extLst>
              <a:ext uri="{FF2B5EF4-FFF2-40B4-BE49-F238E27FC236}">
                <a16:creationId xmlns:a16="http://schemas.microsoft.com/office/drawing/2014/main" id="{0C27F06F-C21F-4A7B-9E23-94C5BE0C1B20}"/>
              </a:ext>
            </a:extLst>
          </p:cNvPr>
          <p:cNvGrpSpPr>
            <a:grpSpLocks/>
          </p:cNvGrpSpPr>
          <p:nvPr/>
        </p:nvGrpSpPr>
        <p:grpSpPr bwMode="auto">
          <a:xfrm>
            <a:off x="5167313" y="5497513"/>
            <a:ext cx="2832100" cy="744537"/>
            <a:chOff x="1973" y="845"/>
            <a:chExt cx="1784" cy="469"/>
          </a:xfrm>
        </p:grpSpPr>
        <p:sp>
          <p:nvSpPr>
            <p:cNvPr id="25620" name="Rectangle 17">
              <a:extLst>
                <a:ext uri="{FF2B5EF4-FFF2-40B4-BE49-F238E27FC236}">
                  <a16:creationId xmlns:a16="http://schemas.microsoft.com/office/drawing/2014/main" id="{1AF47436-D3AF-4AA1-B2CD-9C97FCA838ED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 rot="-120000">
              <a:off x="3560" y="845"/>
              <a:ext cx="174" cy="24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63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2700" tIns="12700" rIns="12700" bIns="12700"/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/>
              <a:r>
                <a:rPr lang="en-US" altLang="zh-CN" i="1">
                  <a:solidFill>
                    <a:srgbClr val="FFFF66"/>
                  </a:solidFill>
                </a:rPr>
                <a:t>m</a:t>
              </a:r>
              <a:endParaRPr lang="en-US" altLang="zh-CN" sz="1000" b="0" i="1">
                <a:solidFill>
                  <a:srgbClr val="FFFF66"/>
                </a:solidFill>
              </a:endParaRPr>
            </a:p>
          </p:txBody>
        </p:sp>
        <p:grpSp>
          <p:nvGrpSpPr>
            <p:cNvPr id="25621" name="Group 18">
              <a:extLst>
                <a:ext uri="{FF2B5EF4-FFF2-40B4-BE49-F238E27FC236}">
                  <a16:creationId xmlns:a16="http://schemas.microsoft.com/office/drawing/2014/main" id="{9B2EC542-16EC-4ADC-8111-4F1FA49F90C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973" y="1070"/>
              <a:ext cx="1784" cy="244"/>
              <a:chOff x="1840" y="3582"/>
              <a:chExt cx="1784" cy="244"/>
            </a:xfrm>
          </p:grpSpPr>
          <p:grpSp>
            <p:nvGrpSpPr>
              <p:cNvPr id="25622" name="Group 19">
                <a:extLst>
                  <a:ext uri="{FF2B5EF4-FFF2-40B4-BE49-F238E27FC236}">
                    <a16:creationId xmlns:a16="http://schemas.microsoft.com/office/drawing/2014/main" id="{D2DB174E-73F2-4FCD-B203-C8EE1A90F1F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 rot="60000">
                <a:off x="1840" y="3688"/>
                <a:ext cx="793" cy="91"/>
                <a:chOff x="1076" y="1473"/>
                <a:chExt cx="584" cy="120"/>
              </a:xfrm>
            </p:grpSpPr>
            <p:grpSp>
              <p:nvGrpSpPr>
                <p:cNvPr id="25655" name="Group 20">
                  <a:extLst>
                    <a:ext uri="{FF2B5EF4-FFF2-40B4-BE49-F238E27FC236}">
                      <a16:creationId xmlns:a16="http://schemas.microsoft.com/office/drawing/2014/main" id="{2AF4551D-AE27-49DD-9EC3-9F32BFCD3C10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1076" y="1480"/>
                  <a:ext cx="298" cy="113"/>
                  <a:chOff x="1076" y="1480"/>
                  <a:chExt cx="298" cy="113"/>
                </a:xfrm>
              </p:grpSpPr>
              <p:grpSp>
                <p:nvGrpSpPr>
                  <p:cNvPr id="25671" name="Group 21">
                    <a:extLst>
                      <a:ext uri="{FF2B5EF4-FFF2-40B4-BE49-F238E27FC236}">
                        <a16:creationId xmlns:a16="http://schemas.microsoft.com/office/drawing/2014/main" id="{6C4379F4-F1E7-4411-86C2-A0EDEC438FC6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1076" y="1480"/>
                    <a:ext cx="157" cy="113"/>
                    <a:chOff x="1076" y="1480"/>
                    <a:chExt cx="157" cy="113"/>
                  </a:xfrm>
                </p:grpSpPr>
                <p:grpSp>
                  <p:nvGrpSpPr>
                    <p:cNvPr id="25679" name="Group 22">
                      <a:extLst>
                        <a:ext uri="{FF2B5EF4-FFF2-40B4-BE49-F238E27FC236}">
                          <a16:creationId xmlns:a16="http://schemas.microsoft.com/office/drawing/2014/main" id="{A8D74C8D-D1C3-4AF2-845E-A59D7083A02E}"/>
                        </a:ext>
                      </a:extLst>
                    </p:cNvPr>
                    <p:cNvGrpSpPr>
                      <a:grpSpLocks noChangeAspect="1"/>
                    </p:cNvGrpSpPr>
                    <p:nvPr/>
                  </p:nvGrpSpPr>
                  <p:grpSpPr bwMode="auto">
                    <a:xfrm flipH="1">
                      <a:off x="1076" y="1480"/>
                      <a:ext cx="86" cy="68"/>
                      <a:chOff x="1076" y="1480"/>
                      <a:chExt cx="171" cy="136"/>
                    </a:xfrm>
                  </p:grpSpPr>
                  <p:sp>
                    <p:nvSpPr>
                      <p:cNvPr id="25683" name="Line 23">
                        <a:extLst>
                          <a:ext uri="{FF2B5EF4-FFF2-40B4-BE49-F238E27FC236}">
                            <a16:creationId xmlns:a16="http://schemas.microsoft.com/office/drawing/2014/main" id="{F0E2FFC6-D49E-4A95-A530-59F251751BA1}"/>
                          </a:ext>
                        </a:extLst>
                      </p:cNvPr>
                      <p:cNvSpPr>
                        <a:spLocks noChangeAspect="1" noChangeShapeType="1"/>
                      </p:cNvSpPr>
                      <p:nvPr/>
                    </p:nvSpPr>
                    <p:spPr bwMode="auto">
                      <a:xfrm flipH="1" flipV="1">
                        <a:off x="1156" y="1480"/>
                        <a:ext cx="91" cy="136"/>
                      </a:xfrm>
                      <a:prstGeom prst="line">
                        <a:avLst/>
                      </a:prstGeom>
                      <a:noFill/>
                      <a:ln w="38100">
                        <a:solidFill>
                          <a:srgbClr val="00FF00"/>
                        </a:solidFill>
                        <a:round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</a:extLst>
                    </p:spPr>
                    <p:txBody>
                      <a:bodyPr/>
                      <a:lstStyle/>
                      <a:p>
                        <a:endParaRPr lang="zh-CN" altLang="en-US"/>
                      </a:p>
                    </p:txBody>
                  </p:sp>
                  <p:sp>
                    <p:nvSpPr>
                      <p:cNvPr id="25684" name="Line 24">
                        <a:extLst>
                          <a:ext uri="{FF2B5EF4-FFF2-40B4-BE49-F238E27FC236}">
                            <a16:creationId xmlns:a16="http://schemas.microsoft.com/office/drawing/2014/main" id="{1465032D-89AA-475C-8336-FCF77CB14294}"/>
                          </a:ext>
                        </a:extLst>
                      </p:cNvPr>
                      <p:cNvSpPr>
                        <a:spLocks noChangeAspect="1" noChangeShapeType="1"/>
                      </p:cNvSpPr>
                      <p:nvPr/>
                    </p:nvSpPr>
                    <p:spPr bwMode="auto">
                      <a:xfrm flipV="1">
                        <a:off x="1076" y="1480"/>
                        <a:ext cx="91" cy="136"/>
                      </a:xfrm>
                      <a:prstGeom prst="line">
                        <a:avLst/>
                      </a:prstGeom>
                      <a:noFill/>
                      <a:ln w="38100">
                        <a:solidFill>
                          <a:srgbClr val="00FF00"/>
                        </a:solidFill>
                        <a:round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</a:extLst>
                    </p:spPr>
                    <p:txBody>
                      <a:bodyPr/>
                      <a:lstStyle/>
                      <a:p>
                        <a:endParaRPr lang="zh-CN" altLang="en-US"/>
                      </a:p>
                    </p:txBody>
                  </p:sp>
                </p:grpSp>
                <p:grpSp>
                  <p:nvGrpSpPr>
                    <p:cNvPr id="25680" name="Group 25">
                      <a:extLst>
                        <a:ext uri="{FF2B5EF4-FFF2-40B4-BE49-F238E27FC236}">
                          <a16:creationId xmlns:a16="http://schemas.microsoft.com/office/drawing/2014/main" id="{1F09A3C5-71EC-4843-86B4-0D602B8025B1}"/>
                        </a:ext>
                      </a:extLst>
                    </p:cNvPr>
                    <p:cNvGrpSpPr>
                      <a:grpSpLocks noChangeAspect="1"/>
                    </p:cNvGrpSpPr>
                    <p:nvPr/>
                  </p:nvGrpSpPr>
                  <p:grpSpPr bwMode="auto">
                    <a:xfrm flipV="1">
                      <a:off x="1147" y="1525"/>
                      <a:ext cx="86" cy="68"/>
                      <a:chOff x="1076" y="1480"/>
                      <a:chExt cx="171" cy="136"/>
                    </a:xfrm>
                  </p:grpSpPr>
                  <p:sp>
                    <p:nvSpPr>
                      <p:cNvPr id="25681" name="Line 26">
                        <a:extLst>
                          <a:ext uri="{FF2B5EF4-FFF2-40B4-BE49-F238E27FC236}">
                            <a16:creationId xmlns:a16="http://schemas.microsoft.com/office/drawing/2014/main" id="{44D836EE-D692-4216-B725-ADC8249861BB}"/>
                          </a:ext>
                        </a:extLst>
                      </p:cNvPr>
                      <p:cNvSpPr>
                        <a:spLocks noChangeAspect="1" noChangeShapeType="1"/>
                      </p:cNvSpPr>
                      <p:nvPr/>
                    </p:nvSpPr>
                    <p:spPr bwMode="auto">
                      <a:xfrm flipH="1" flipV="1">
                        <a:off x="1156" y="1480"/>
                        <a:ext cx="91" cy="136"/>
                      </a:xfrm>
                      <a:prstGeom prst="line">
                        <a:avLst/>
                      </a:prstGeom>
                      <a:noFill/>
                      <a:ln w="38100">
                        <a:solidFill>
                          <a:srgbClr val="00FF00"/>
                        </a:solidFill>
                        <a:round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</a:extLst>
                    </p:spPr>
                    <p:txBody>
                      <a:bodyPr/>
                      <a:lstStyle/>
                      <a:p>
                        <a:endParaRPr lang="zh-CN" altLang="en-US"/>
                      </a:p>
                    </p:txBody>
                  </p:sp>
                  <p:sp>
                    <p:nvSpPr>
                      <p:cNvPr id="25682" name="Line 27">
                        <a:extLst>
                          <a:ext uri="{FF2B5EF4-FFF2-40B4-BE49-F238E27FC236}">
                            <a16:creationId xmlns:a16="http://schemas.microsoft.com/office/drawing/2014/main" id="{682EE8E1-5298-4D52-B5DC-0234D4DFF9A1}"/>
                          </a:ext>
                        </a:extLst>
                      </p:cNvPr>
                      <p:cNvSpPr>
                        <a:spLocks noChangeAspect="1" noChangeShapeType="1"/>
                      </p:cNvSpPr>
                      <p:nvPr/>
                    </p:nvSpPr>
                    <p:spPr bwMode="auto">
                      <a:xfrm flipV="1">
                        <a:off x="1076" y="1480"/>
                        <a:ext cx="91" cy="136"/>
                      </a:xfrm>
                      <a:prstGeom prst="line">
                        <a:avLst/>
                      </a:prstGeom>
                      <a:noFill/>
                      <a:ln w="38100">
                        <a:solidFill>
                          <a:srgbClr val="00FF00"/>
                        </a:solidFill>
                        <a:round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</a:extLst>
                    </p:spPr>
                    <p:txBody>
                      <a:bodyPr/>
                      <a:lstStyle/>
                      <a:p>
                        <a:endParaRPr lang="zh-CN" altLang="en-US"/>
                      </a:p>
                    </p:txBody>
                  </p:sp>
                </p:grpSp>
              </p:grpSp>
              <p:grpSp>
                <p:nvGrpSpPr>
                  <p:cNvPr id="25672" name="Group 28">
                    <a:extLst>
                      <a:ext uri="{FF2B5EF4-FFF2-40B4-BE49-F238E27FC236}">
                        <a16:creationId xmlns:a16="http://schemas.microsoft.com/office/drawing/2014/main" id="{42C4B9F6-BB50-4661-BDC9-D4B4D955BDC8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1217" y="1480"/>
                    <a:ext cx="157" cy="113"/>
                    <a:chOff x="1076" y="1480"/>
                    <a:chExt cx="157" cy="113"/>
                  </a:xfrm>
                </p:grpSpPr>
                <p:grpSp>
                  <p:nvGrpSpPr>
                    <p:cNvPr id="25673" name="Group 29">
                      <a:extLst>
                        <a:ext uri="{FF2B5EF4-FFF2-40B4-BE49-F238E27FC236}">
                          <a16:creationId xmlns:a16="http://schemas.microsoft.com/office/drawing/2014/main" id="{17D610C0-3F91-42DB-BFA4-0608C47850DA}"/>
                        </a:ext>
                      </a:extLst>
                    </p:cNvPr>
                    <p:cNvGrpSpPr>
                      <a:grpSpLocks noChangeAspect="1"/>
                    </p:cNvGrpSpPr>
                    <p:nvPr/>
                  </p:nvGrpSpPr>
                  <p:grpSpPr bwMode="auto">
                    <a:xfrm flipH="1">
                      <a:off x="1076" y="1480"/>
                      <a:ext cx="86" cy="68"/>
                      <a:chOff x="1076" y="1480"/>
                      <a:chExt cx="171" cy="136"/>
                    </a:xfrm>
                  </p:grpSpPr>
                  <p:sp>
                    <p:nvSpPr>
                      <p:cNvPr id="25677" name="Line 30">
                        <a:extLst>
                          <a:ext uri="{FF2B5EF4-FFF2-40B4-BE49-F238E27FC236}">
                            <a16:creationId xmlns:a16="http://schemas.microsoft.com/office/drawing/2014/main" id="{0F923CD9-5E16-4A75-9DD9-86638F6A871B}"/>
                          </a:ext>
                        </a:extLst>
                      </p:cNvPr>
                      <p:cNvSpPr>
                        <a:spLocks noChangeAspect="1" noChangeShapeType="1"/>
                      </p:cNvSpPr>
                      <p:nvPr/>
                    </p:nvSpPr>
                    <p:spPr bwMode="auto">
                      <a:xfrm flipH="1" flipV="1">
                        <a:off x="1156" y="1480"/>
                        <a:ext cx="91" cy="136"/>
                      </a:xfrm>
                      <a:prstGeom prst="line">
                        <a:avLst/>
                      </a:prstGeom>
                      <a:noFill/>
                      <a:ln w="38100">
                        <a:solidFill>
                          <a:srgbClr val="00FF00"/>
                        </a:solidFill>
                        <a:round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</a:extLst>
                    </p:spPr>
                    <p:txBody>
                      <a:bodyPr/>
                      <a:lstStyle/>
                      <a:p>
                        <a:endParaRPr lang="zh-CN" altLang="en-US"/>
                      </a:p>
                    </p:txBody>
                  </p:sp>
                  <p:sp>
                    <p:nvSpPr>
                      <p:cNvPr id="25678" name="Line 31">
                        <a:extLst>
                          <a:ext uri="{FF2B5EF4-FFF2-40B4-BE49-F238E27FC236}">
                            <a16:creationId xmlns:a16="http://schemas.microsoft.com/office/drawing/2014/main" id="{6CD51A73-AE12-480C-8FDA-056034278844}"/>
                          </a:ext>
                        </a:extLst>
                      </p:cNvPr>
                      <p:cNvSpPr>
                        <a:spLocks noChangeAspect="1" noChangeShapeType="1"/>
                      </p:cNvSpPr>
                      <p:nvPr/>
                    </p:nvSpPr>
                    <p:spPr bwMode="auto">
                      <a:xfrm flipV="1">
                        <a:off x="1076" y="1480"/>
                        <a:ext cx="91" cy="136"/>
                      </a:xfrm>
                      <a:prstGeom prst="line">
                        <a:avLst/>
                      </a:prstGeom>
                      <a:noFill/>
                      <a:ln w="38100">
                        <a:solidFill>
                          <a:srgbClr val="00FF00"/>
                        </a:solidFill>
                        <a:round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</a:extLst>
                    </p:spPr>
                    <p:txBody>
                      <a:bodyPr/>
                      <a:lstStyle/>
                      <a:p>
                        <a:endParaRPr lang="zh-CN" altLang="en-US"/>
                      </a:p>
                    </p:txBody>
                  </p:sp>
                </p:grpSp>
                <p:grpSp>
                  <p:nvGrpSpPr>
                    <p:cNvPr id="25674" name="Group 32">
                      <a:extLst>
                        <a:ext uri="{FF2B5EF4-FFF2-40B4-BE49-F238E27FC236}">
                          <a16:creationId xmlns:a16="http://schemas.microsoft.com/office/drawing/2014/main" id="{F84F8AEE-3310-487D-BAD5-784F1672748D}"/>
                        </a:ext>
                      </a:extLst>
                    </p:cNvPr>
                    <p:cNvGrpSpPr>
                      <a:grpSpLocks noChangeAspect="1"/>
                    </p:cNvGrpSpPr>
                    <p:nvPr/>
                  </p:nvGrpSpPr>
                  <p:grpSpPr bwMode="auto">
                    <a:xfrm flipV="1">
                      <a:off x="1147" y="1525"/>
                      <a:ext cx="86" cy="68"/>
                      <a:chOff x="1076" y="1480"/>
                      <a:chExt cx="171" cy="136"/>
                    </a:xfrm>
                  </p:grpSpPr>
                  <p:sp>
                    <p:nvSpPr>
                      <p:cNvPr id="25675" name="Line 33">
                        <a:extLst>
                          <a:ext uri="{FF2B5EF4-FFF2-40B4-BE49-F238E27FC236}">
                            <a16:creationId xmlns:a16="http://schemas.microsoft.com/office/drawing/2014/main" id="{5CB803F3-6101-43D5-AD6D-3813282BF650}"/>
                          </a:ext>
                        </a:extLst>
                      </p:cNvPr>
                      <p:cNvSpPr>
                        <a:spLocks noChangeAspect="1" noChangeShapeType="1"/>
                      </p:cNvSpPr>
                      <p:nvPr/>
                    </p:nvSpPr>
                    <p:spPr bwMode="auto">
                      <a:xfrm flipH="1" flipV="1">
                        <a:off x="1156" y="1480"/>
                        <a:ext cx="91" cy="136"/>
                      </a:xfrm>
                      <a:prstGeom prst="line">
                        <a:avLst/>
                      </a:prstGeom>
                      <a:noFill/>
                      <a:ln w="38100">
                        <a:solidFill>
                          <a:srgbClr val="00FF00"/>
                        </a:solidFill>
                        <a:round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</a:extLst>
                    </p:spPr>
                    <p:txBody>
                      <a:bodyPr/>
                      <a:lstStyle/>
                      <a:p>
                        <a:endParaRPr lang="zh-CN" altLang="en-US"/>
                      </a:p>
                    </p:txBody>
                  </p:sp>
                  <p:sp>
                    <p:nvSpPr>
                      <p:cNvPr id="25676" name="Line 34">
                        <a:extLst>
                          <a:ext uri="{FF2B5EF4-FFF2-40B4-BE49-F238E27FC236}">
                            <a16:creationId xmlns:a16="http://schemas.microsoft.com/office/drawing/2014/main" id="{A6CEBE0F-21D4-43AF-99D3-BF1A82F88C4A}"/>
                          </a:ext>
                        </a:extLst>
                      </p:cNvPr>
                      <p:cNvSpPr>
                        <a:spLocks noChangeAspect="1" noChangeShapeType="1"/>
                      </p:cNvSpPr>
                      <p:nvPr/>
                    </p:nvSpPr>
                    <p:spPr bwMode="auto">
                      <a:xfrm flipV="1">
                        <a:off x="1076" y="1480"/>
                        <a:ext cx="91" cy="136"/>
                      </a:xfrm>
                      <a:prstGeom prst="line">
                        <a:avLst/>
                      </a:prstGeom>
                      <a:noFill/>
                      <a:ln w="38100">
                        <a:solidFill>
                          <a:srgbClr val="00FF00"/>
                        </a:solidFill>
                        <a:round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</a:extLst>
                    </p:spPr>
                    <p:txBody>
                      <a:bodyPr/>
                      <a:lstStyle/>
                      <a:p>
                        <a:endParaRPr lang="zh-CN" altLang="en-US"/>
                      </a:p>
                    </p:txBody>
                  </p:sp>
                </p:grpSp>
              </p:grpSp>
            </p:grpSp>
            <p:grpSp>
              <p:nvGrpSpPr>
                <p:cNvPr id="25656" name="Group 35">
                  <a:extLst>
                    <a:ext uri="{FF2B5EF4-FFF2-40B4-BE49-F238E27FC236}">
                      <a16:creationId xmlns:a16="http://schemas.microsoft.com/office/drawing/2014/main" id="{E33539BC-FAF9-4F5E-858F-71160B49A55E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1362" y="1473"/>
                  <a:ext cx="298" cy="113"/>
                  <a:chOff x="1076" y="1480"/>
                  <a:chExt cx="298" cy="113"/>
                </a:xfrm>
              </p:grpSpPr>
              <p:grpSp>
                <p:nvGrpSpPr>
                  <p:cNvPr id="25657" name="Group 36">
                    <a:extLst>
                      <a:ext uri="{FF2B5EF4-FFF2-40B4-BE49-F238E27FC236}">
                        <a16:creationId xmlns:a16="http://schemas.microsoft.com/office/drawing/2014/main" id="{E3CEAECB-923D-4F47-A292-80772404D8C2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1076" y="1480"/>
                    <a:ext cx="157" cy="113"/>
                    <a:chOff x="1076" y="1480"/>
                    <a:chExt cx="157" cy="113"/>
                  </a:xfrm>
                </p:grpSpPr>
                <p:grpSp>
                  <p:nvGrpSpPr>
                    <p:cNvPr id="25665" name="Group 37">
                      <a:extLst>
                        <a:ext uri="{FF2B5EF4-FFF2-40B4-BE49-F238E27FC236}">
                          <a16:creationId xmlns:a16="http://schemas.microsoft.com/office/drawing/2014/main" id="{80DD49E6-9BAD-43B5-9CF0-6987A056EBC6}"/>
                        </a:ext>
                      </a:extLst>
                    </p:cNvPr>
                    <p:cNvGrpSpPr>
                      <a:grpSpLocks noChangeAspect="1"/>
                    </p:cNvGrpSpPr>
                    <p:nvPr/>
                  </p:nvGrpSpPr>
                  <p:grpSpPr bwMode="auto">
                    <a:xfrm flipH="1">
                      <a:off x="1076" y="1480"/>
                      <a:ext cx="86" cy="68"/>
                      <a:chOff x="1076" y="1480"/>
                      <a:chExt cx="171" cy="136"/>
                    </a:xfrm>
                  </p:grpSpPr>
                  <p:sp>
                    <p:nvSpPr>
                      <p:cNvPr id="25669" name="Line 38">
                        <a:extLst>
                          <a:ext uri="{FF2B5EF4-FFF2-40B4-BE49-F238E27FC236}">
                            <a16:creationId xmlns:a16="http://schemas.microsoft.com/office/drawing/2014/main" id="{0BA2D6BD-BCA8-40F2-A83C-D832B29DBDB7}"/>
                          </a:ext>
                        </a:extLst>
                      </p:cNvPr>
                      <p:cNvSpPr>
                        <a:spLocks noChangeAspect="1" noChangeShapeType="1"/>
                      </p:cNvSpPr>
                      <p:nvPr/>
                    </p:nvSpPr>
                    <p:spPr bwMode="auto">
                      <a:xfrm flipH="1" flipV="1">
                        <a:off x="1156" y="1480"/>
                        <a:ext cx="91" cy="136"/>
                      </a:xfrm>
                      <a:prstGeom prst="line">
                        <a:avLst/>
                      </a:prstGeom>
                      <a:noFill/>
                      <a:ln w="38100">
                        <a:solidFill>
                          <a:srgbClr val="00FF00"/>
                        </a:solidFill>
                        <a:round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</a:extLst>
                    </p:spPr>
                    <p:txBody>
                      <a:bodyPr/>
                      <a:lstStyle/>
                      <a:p>
                        <a:endParaRPr lang="zh-CN" altLang="en-US"/>
                      </a:p>
                    </p:txBody>
                  </p:sp>
                  <p:sp>
                    <p:nvSpPr>
                      <p:cNvPr id="25670" name="Line 39">
                        <a:extLst>
                          <a:ext uri="{FF2B5EF4-FFF2-40B4-BE49-F238E27FC236}">
                            <a16:creationId xmlns:a16="http://schemas.microsoft.com/office/drawing/2014/main" id="{B30C4FD9-45F3-45CF-89E1-5D62B6DECFD6}"/>
                          </a:ext>
                        </a:extLst>
                      </p:cNvPr>
                      <p:cNvSpPr>
                        <a:spLocks noChangeAspect="1" noChangeShapeType="1"/>
                      </p:cNvSpPr>
                      <p:nvPr/>
                    </p:nvSpPr>
                    <p:spPr bwMode="auto">
                      <a:xfrm flipV="1">
                        <a:off x="1076" y="1480"/>
                        <a:ext cx="91" cy="136"/>
                      </a:xfrm>
                      <a:prstGeom prst="line">
                        <a:avLst/>
                      </a:prstGeom>
                      <a:noFill/>
                      <a:ln w="38100">
                        <a:solidFill>
                          <a:srgbClr val="00FF00"/>
                        </a:solidFill>
                        <a:round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</a:extLst>
                    </p:spPr>
                    <p:txBody>
                      <a:bodyPr/>
                      <a:lstStyle/>
                      <a:p>
                        <a:endParaRPr lang="zh-CN" altLang="en-US"/>
                      </a:p>
                    </p:txBody>
                  </p:sp>
                </p:grpSp>
                <p:grpSp>
                  <p:nvGrpSpPr>
                    <p:cNvPr id="25666" name="Group 40">
                      <a:extLst>
                        <a:ext uri="{FF2B5EF4-FFF2-40B4-BE49-F238E27FC236}">
                          <a16:creationId xmlns:a16="http://schemas.microsoft.com/office/drawing/2014/main" id="{B49060DB-A30E-4E54-9853-DFBBE9FFAD1D}"/>
                        </a:ext>
                      </a:extLst>
                    </p:cNvPr>
                    <p:cNvGrpSpPr>
                      <a:grpSpLocks noChangeAspect="1"/>
                    </p:cNvGrpSpPr>
                    <p:nvPr/>
                  </p:nvGrpSpPr>
                  <p:grpSpPr bwMode="auto">
                    <a:xfrm flipV="1">
                      <a:off x="1147" y="1525"/>
                      <a:ext cx="86" cy="68"/>
                      <a:chOff x="1076" y="1480"/>
                      <a:chExt cx="171" cy="136"/>
                    </a:xfrm>
                  </p:grpSpPr>
                  <p:sp>
                    <p:nvSpPr>
                      <p:cNvPr id="25667" name="Line 41">
                        <a:extLst>
                          <a:ext uri="{FF2B5EF4-FFF2-40B4-BE49-F238E27FC236}">
                            <a16:creationId xmlns:a16="http://schemas.microsoft.com/office/drawing/2014/main" id="{9932C628-1873-4390-8C6B-9C7BBCAC4B9D}"/>
                          </a:ext>
                        </a:extLst>
                      </p:cNvPr>
                      <p:cNvSpPr>
                        <a:spLocks noChangeAspect="1" noChangeShapeType="1"/>
                      </p:cNvSpPr>
                      <p:nvPr/>
                    </p:nvSpPr>
                    <p:spPr bwMode="auto">
                      <a:xfrm flipH="1" flipV="1">
                        <a:off x="1156" y="1480"/>
                        <a:ext cx="91" cy="136"/>
                      </a:xfrm>
                      <a:prstGeom prst="line">
                        <a:avLst/>
                      </a:prstGeom>
                      <a:noFill/>
                      <a:ln w="38100">
                        <a:solidFill>
                          <a:srgbClr val="00FF00"/>
                        </a:solidFill>
                        <a:round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</a:extLst>
                    </p:spPr>
                    <p:txBody>
                      <a:bodyPr/>
                      <a:lstStyle/>
                      <a:p>
                        <a:endParaRPr lang="zh-CN" altLang="en-US"/>
                      </a:p>
                    </p:txBody>
                  </p:sp>
                  <p:sp>
                    <p:nvSpPr>
                      <p:cNvPr id="25668" name="Line 42">
                        <a:extLst>
                          <a:ext uri="{FF2B5EF4-FFF2-40B4-BE49-F238E27FC236}">
                            <a16:creationId xmlns:a16="http://schemas.microsoft.com/office/drawing/2014/main" id="{30B849E7-84D4-4C52-B9A5-5AEF5141B6BA}"/>
                          </a:ext>
                        </a:extLst>
                      </p:cNvPr>
                      <p:cNvSpPr>
                        <a:spLocks noChangeAspect="1" noChangeShapeType="1"/>
                      </p:cNvSpPr>
                      <p:nvPr/>
                    </p:nvSpPr>
                    <p:spPr bwMode="auto">
                      <a:xfrm flipV="1">
                        <a:off x="1076" y="1480"/>
                        <a:ext cx="91" cy="136"/>
                      </a:xfrm>
                      <a:prstGeom prst="line">
                        <a:avLst/>
                      </a:prstGeom>
                      <a:noFill/>
                      <a:ln w="38100">
                        <a:solidFill>
                          <a:srgbClr val="00FF00"/>
                        </a:solidFill>
                        <a:round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</a:extLst>
                    </p:spPr>
                    <p:txBody>
                      <a:bodyPr/>
                      <a:lstStyle/>
                      <a:p>
                        <a:endParaRPr lang="zh-CN" altLang="en-US"/>
                      </a:p>
                    </p:txBody>
                  </p:sp>
                </p:grpSp>
              </p:grpSp>
              <p:grpSp>
                <p:nvGrpSpPr>
                  <p:cNvPr id="25658" name="Group 43">
                    <a:extLst>
                      <a:ext uri="{FF2B5EF4-FFF2-40B4-BE49-F238E27FC236}">
                        <a16:creationId xmlns:a16="http://schemas.microsoft.com/office/drawing/2014/main" id="{9403B425-61CA-4103-BA7F-D86DC887E151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1217" y="1480"/>
                    <a:ext cx="157" cy="113"/>
                    <a:chOff x="1076" y="1480"/>
                    <a:chExt cx="157" cy="113"/>
                  </a:xfrm>
                </p:grpSpPr>
                <p:grpSp>
                  <p:nvGrpSpPr>
                    <p:cNvPr id="25659" name="Group 44">
                      <a:extLst>
                        <a:ext uri="{FF2B5EF4-FFF2-40B4-BE49-F238E27FC236}">
                          <a16:creationId xmlns:a16="http://schemas.microsoft.com/office/drawing/2014/main" id="{FDE5F8D5-79C6-4F7D-8DAF-55CA3CBABDAD}"/>
                        </a:ext>
                      </a:extLst>
                    </p:cNvPr>
                    <p:cNvGrpSpPr>
                      <a:grpSpLocks noChangeAspect="1"/>
                    </p:cNvGrpSpPr>
                    <p:nvPr/>
                  </p:nvGrpSpPr>
                  <p:grpSpPr bwMode="auto">
                    <a:xfrm flipH="1">
                      <a:off x="1076" y="1480"/>
                      <a:ext cx="86" cy="68"/>
                      <a:chOff x="1076" y="1480"/>
                      <a:chExt cx="171" cy="136"/>
                    </a:xfrm>
                  </p:grpSpPr>
                  <p:sp>
                    <p:nvSpPr>
                      <p:cNvPr id="25663" name="Line 45">
                        <a:extLst>
                          <a:ext uri="{FF2B5EF4-FFF2-40B4-BE49-F238E27FC236}">
                            <a16:creationId xmlns:a16="http://schemas.microsoft.com/office/drawing/2014/main" id="{D7473A61-D7B5-4EE5-A803-67B0FB1A6326}"/>
                          </a:ext>
                        </a:extLst>
                      </p:cNvPr>
                      <p:cNvSpPr>
                        <a:spLocks noChangeAspect="1" noChangeShapeType="1"/>
                      </p:cNvSpPr>
                      <p:nvPr/>
                    </p:nvSpPr>
                    <p:spPr bwMode="auto">
                      <a:xfrm flipH="1" flipV="1">
                        <a:off x="1156" y="1480"/>
                        <a:ext cx="91" cy="136"/>
                      </a:xfrm>
                      <a:prstGeom prst="line">
                        <a:avLst/>
                      </a:prstGeom>
                      <a:noFill/>
                      <a:ln w="38100">
                        <a:solidFill>
                          <a:srgbClr val="00FF00"/>
                        </a:solidFill>
                        <a:round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</a:extLst>
                    </p:spPr>
                    <p:txBody>
                      <a:bodyPr/>
                      <a:lstStyle/>
                      <a:p>
                        <a:endParaRPr lang="zh-CN" altLang="en-US"/>
                      </a:p>
                    </p:txBody>
                  </p:sp>
                  <p:sp>
                    <p:nvSpPr>
                      <p:cNvPr id="25664" name="Line 46">
                        <a:extLst>
                          <a:ext uri="{FF2B5EF4-FFF2-40B4-BE49-F238E27FC236}">
                            <a16:creationId xmlns:a16="http://schemas.microsoft.com/office/drawing/2014/main" id="{6B579358-879A-4271-9988-11B0EDB85BDF}"/>
                          </a:ext>
                        </a:extLst>
                      </p:cNvPr>
                      <p:cNvSpPr>
                        <a:spLocks noChangeAspect="1" noChangeShapeType="1"/>
                      </p:cNvSpPr>
                      <p:nvPr/>
                    </p:nvSpPr>
                    <p:spPr bwMode="auto">
                      <a:xfrm flipV="1">
                        <a:off x="1076" y="1480"/>
                        <a:ext cx="91" cy="136"/>
                      </a:xfrm>
                      <a:prstGeom prst="line">
                        <a:avLst/>
                      </a:prstGeom>
                      <a:noFill/>
                      <a:ln w="38100">
                        <a:solidFill>
                          <a:srgbClr val="00FF00"/>
                        </a:solidFill>
                        <a:round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</a:extLst>
                    </p:spPr>
                    <p:txBody>
                      <a:bodyPr/>
                      <a:lstStyle/>
                      <a:p>
                        <a:endParaRPr lang="zh-CN" altLang="en-US"/>
                      </a:p>
                    </p:txBody>
                  </p:sp>
                </p:grpSp>
                <p:grpSp>
                  <p:nvGrpSpPr>
                    <p:cNvPr id="25660" name="Group 47">
                      <a:extLst>
                        <a:ext uri="{FF2B5EF4-FFF2-40B4-BE49-F238E27FC236}">
                          <a16:creationId xmlns:a16="http://schemas.microsoft.com/office/drawing/2014/main" id="{E1CA1323-A018-4D39-B8BC-F66A0EE3D0B1}"/>
                        </a:ext>
                      </a:extLst>
                    </p:cNvPr>
                    <p:cNvGrpSpPr>
                      <a:grpSpLocks noChangeAspect="1"/>
                    </p:cNvGrpSpPr>
                    <p:nvPr/>
                  </p:nvGrpSpPr>
                  <p:grpSpPr bwMode="auto">
                    <a:xfrm flipV="1">
                      <a:off x="1147" y="1525"/>
                      <a:ext cx="86" cy="68"/>
                      <a:chOff x="1076" y="1480"/>
                      <a:chExt cx="171" cy="136"/>
                    </a:xfrm>
                  </p:grpSpPr>
                  <p:sp>
                    <p:nvSpPr>
                      <p:cNvPr id="25661" name="Line 48">
                        <a:extLst>
                          <a:ext uri="{FF2B5EF4-FFF2-40B4-BE49-F238E27FC236}">
                            <a16:creationId xmlns:a16="http://schemas.microsoft.com/office/drawing/2014/main" id="{ABE80549-4A8E-477E-8641-4B58F61178F0}"/>
                          </a:ext>
                        </a:extLst>
                      </p:cNvPr>
                      <p:cNvSpPr>
                        <a:spLocks noChangeAspect="1" noChangeShapeType="1"/>
                      </p:cNvSpPr>
                      <p:nvPr/>
                    </p:nvSpPr>
                    <p:spPr bwMode="auto">
                      <a:xfrm flipH="1" flipV="1">
                        <a:off x="1156" y="1480"/>
                        <a:ext cx="91" cy="136"/>
                      </a:xfrm>
                      <a:prstGeom prst="line">
                        <a:avLst/>
                      </a:prstGeom>
                      <a:noFill/>
                      <a:ln w="38100">
                        <a:solidFill>
                          <a:srgbClr val="00FF00"/>
                        </a:solidFill>
                        <a:round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</a:extLst>
                    </p:spPr>
                    <p:txBody>
                      <a:bodyPr/>
                      <a:lstStyle/>
                      <a:p>
                        <a:endParaRPr lang="zh-CN" altLang="en-US"/>
                      </a:p>
                    </p:txBody>
                  </p:sp>
                  <p:sp>
                    <p:nvSpPr>
                      <p:cNvPr id="25662" name="Line 49">
                        <a:extLst>
                          <a:ext uri="{FF2B5EF4-FFF2-40B4-BE49-F238E27FC236}">
                            <a16:creationId xmlns:a16="http://schemas.microsoft.com/office/drawing/2014/main" id="{010E38A8-2B84-4C8E-A93D-999B322D15C4}"/>
                          </a:ext>
                        </a:extLst>
                      </p:cNvPr>
                      <p:cNvSpPr>
                        <a:spLocks noChangeAspect="1" noChangeShapeType="1"/>
                      </p:cNvSpPr>
                      <p:nvPr/>
                    </p:nvSpPr>
                    <p:spPr bwMode="auto">
                      <a:xfrm flipV="1">
                        <a:off x="1076" y="1480"/>
                        <a:ext cx="91" cy="136"/>
                      </a:xfrm>
                      <a:prstGeom prst="line">
                        <a:avLst/>
                      </a:prstGeom>
                      <a:noFill/>
                      <a:ln w="38100">
                        <a:solidFill>
                          <a:srgbClr val="00FF00"/>
                        </a:solidFill>
                        <a:round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</a:extLst>
                    </p:spPr>
                    <p:txBody>
                      <a:bodyPr/>
                      <a:lstStyle/>
                      <a:p>
                        <a:endParaRPr lang="zh-CN" altLang="en-US"/>
                      </a:p>
                    </p:txBody>
                  </p:sp>
                </p:grpSp>
              </p:grpSp>
            </p:grpSp>
          </p:grpSp>
          <p:grpSp>
            <p:nvGrpSpPr>
              <p:cNvPr id="25623" name="Group 50">
                <a:extLst>
                  <a:ext uri="{FF2B5EF4-FFF2-40B4-BE49-F238E27FC236}">
                    <a16:creationId xmlns:a16="http://schemas.microsoft.com/office/drawing/2014/main" id="{E7783AB8-CDCE-4794-9C8A-2909F7848C83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 rot="60000">
                <a:off x="2618" y="3691"/>
                <a:ext cx="793" cy="91"/>
                <a:chOff x="1076" y="1473"/>
                <a:chExt cx="584" cy="120"/>
              </a:xfrm>
            </p:grpSpPr>
            <p:grpSp>
              <p:nvGrpSpPr>
                <p:cNvPr id="25625" name="Group 51">
                  <a:extLst>
                    <a:ext uri="{FF2B5EF4-FFF2-40B4-BE49-F238E27FC236}">
                      <a16:creationId xmlns:a16="http://schemas.microsoft.com/office/drawing/2014/main" id="{F6FAF761-DC9F-478E-8E02-566044D3715A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1076" y="1480"/>
                  <a:ext cx="298" cy="113"/>
                  <a:chOff x="1076" y="1480"/>
                  <a:chExt cx="298" cy="113"/>
                </a:xfrm>
              </p:grpSpPr>
              <p:grpSp>
                <p:nvGrpSpPr>
                  <p:cNvPr id="25641" name="Group 52">
                    <a:extLst>
                      <a:ext uri="{FF2B5EF4-FFF2-40B4-BE49-F238E27FC236}">
                        <a16:creationId xmlns:a16="http://schemas.microsoft.com/office/drawing/2014/main" id="{111E3033-2EAF-4184-B7D5-CBCDF5CEF4C3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1076" y="1480"/>
                    <a:ext cx="157" cy="113"/>
                    <a:chOff x="1076" y="1480"/>
                    <a:chExt cx="157" cy="113"/>
                  </a:xfrm>
                </p:grpSpPr>
                <p:grpSp>
                  <p:nvGrpSpPr>
                    <p:cNvPr id="25649" name="Group 53">
                      <a:extLst>
                        <a:ext uri="{FF2B5EF4-FFF2-40B4-BE49-F238E27FC236}">
                          <a16:creationId xmlns:a16="http://schemas.microsoft.com/office/drawing/2014/main" id="{9C8BDD73-4FD2-4F11-B025-3F491D1D7286}"/>
                        </a:ext>
                      </a:extLst>
                    </p:cNvPr>
                    <p:cNvGrpSpPr>
                      <a:grpSpLocks noChangeAspect="1"/>
                    </p:cNvGrpSpPr>
                    <p:nvPr/>
                  </p:nvGrpSpPr>
                  <p:grpSpPr bwMode="auto">
                    <a:xfrm flipH="1">
                      <a:off x="1076" y="1480"/>
                      <a:ext cx="86" cy="68"/>
                      <a:chOff x="1076" y="1480"/>
                      <a:chExt cx="171" cy="136"/>
                    </a:xfrm>
                  </p:grpSpPr>
                  <p:sp>
                    <p:nvSpPr>
                      <p:cNvPr id="25653" name="Line 54">
                        <a:extLst>
                          <a:ext uri="{FF2B5EF4-FFF2-40B4-BE49-F238E27FC236}">
                            <a16:creationId xmlns:a16="http://schemas.microsoft.com/office/drawing/2014/main" id="{CF4EECC6-B9BC-445D-BE44-B7A3B2C0E0CF}"/>
                          </a:ext>
                        </a:extLst>
                      </p:cNvPr>
                      <p:cNvSpPr>
                        <a:spLocks noChangeAspect="1" noChangeShapeType="1"/>
                      </p:cNvSpPr>
                      <p:nvPr/>
                    </p:nvSpPr>
                    <p:spPr bwMode="auto">
                      <a:xfrm flipH="1" flipV="1">
                        <a:off x="1156" y="1480"/>
                        <a:ext cx="91" cy="136"/>
                      </a:xfrm>
                      <a:prstGeom prst="line">
                        <a:avLst/>
                      </a:prstGeom>
                      <a:noFill/>
                      <a:ln w="38100">
                        <a:solidFill>
                          <a:srgbClr val="00FF00"/>
                        </a:solidFill>
                        <a:round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</a:extLst>
                    </p:spPr>
                    <p:txBody>
                      <a:bodyPr/>
                      <a:lstStyle/>
                      <a:p>
                        <a:endParaRPr lang="zh-CN" altLang="en-US"/>
                      </a:p>
                    </p:txBody>
                  </p:sp>
                  <p:sp>
                    <p:nvSpPr>
                      <p:cNvPr id="25654" name="Line 55">
                        <a:extLst>
                          <a:ext uri="{FF2B5EF4-FFF2-40B4-BE49-F238E27FC236}">
                            <a16:creationId xmlns:a16="http://schemas.microsoft.com/office/drawing/2014/main" id="{5D70D6E5-33E9-48EE-BAD3-EEE6C85D671D}"/>
                          </a:ext>
                        </a:extLst>
                      </p:cNvPr>
                      <p:cNvSpPr>
                        <a:spLocks noChangeAspect="1" noChangeShapeType="1"/>
                      </p:cNvSpPr>
                      <p:nvPr/>
                    </p:nvSpPr>
                    <p:spPr bwMode="auto">
                      <a:xfrm flipV="1">
                        <a:off x="1076" y="1480"/>
                        <a:ext cx="91" cy="136"/>
                      </a:xfrm>
                      <a:prstGeom prst="line">
                        <a:avLst/>
                      </a:prstGeom>
                      <a:noFill/>
                      <a:ln w="38100">
                        <a:solidFill>
                          <a:srgbClr val="00FF00"/>
                        </a:solidFill>
                        <a:round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</a:extLst>
                    </p:spPr>
                    <p:txBody>
                      <a:bodyPr/>
                      <a:lstStyle/>
                      <a:p>
                        <a:endParaRPr lang="zh-CN" altLang="en-US"/>
                      </a:p>
                    </p:txBody>
                  </p:sp>
                </p:grpSp>
                <p:grpSp>
                  <p:nvGrpSpPr>
                    <p:cNvPr id="25650" name="Group 56">
                      <a:extLst>
                        <a:ext uri="{FF2B5EF4-FFF2-40B4-BE49-F238E27FC236}">
                          <a16:creationId xmlns:a16="http://schemas.microsoft.com/office/drawing/2014/main" id="{1743471D-2F11-41BD-B59F-CD446EBA5C0C}"/>
                        </a:ext>
                      </a:extLst>
                    </p:cNvPr>
                    <p:cNvGrpSpPr>
                      <a:grpSpLocks noChangeAspect="1"/>
                    </p:cNvGrpSpPr>
                    <p:nvPr/>
                  </p:nvGrpSpPr>
                  <p:grpSpPr bwMode="auto">
                    <a:xfrm flipV="1">
                      <a:off x="1147" y="1525"/>
                      <a:ext cx="86" cy="68"/>
                      <a:chOff x="1076" y="1480"/>
                      <a:chExt cx="171" cy="136"/>
                    </a:xfrm>
                  </p:grpSpPr>
                  <p:sp>
                    <p:nvSpPr>
                      <p:cNvPr id="25651" name="Line 57">
                        <a:extLst>
                          <a:ext uri="{FF2B5EF4-FFF2-40B4-BE49-F238E27FC236}">
                            <a16:creationId xmlns:a16="http://schemas.microsoft.com/office/drawing/2014/main" id="{9BF24F68-D8BE-4F59-9008-B485D53C7F30}"/>
                          </a:ext>
                        </a:extLst>
                      </p:cNvPr>
                      <p:cNvSpPr>
                        <a:spLocks noChangeAspect="1" noChangeShapeType="1"/>
                      </p:cNvSpPr>
                      <p:nvPr/>
                    </p:nvSpPr>
                    <p:spPr bwMode="auto">
                      <a:xfrm flipH="1" flipV="1">
                        <a:off x="1156" y="1480"/>
                        <a:ext cx="91" cy="136"/>
                      </a:xfrm>
                      <a:prstGeom prst="line">
                        <a:avLst/>
                      </a:prstGeom>
                      <a:noFill/>
                      <a:ln w="38100">
                        <a:solidFill>
                          <a:srgbClr val="00FF00"/>
                        </a:solidFill>
                        <a:round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</a:extLst>
                    </p:spPr>
                    <p:txBody>
                      <a:bodyPr/>
                      <a:lstStyle/>
                      <a:p>
                        <a:endParaRPr lang="zh-CN" altLang="en-US"/>
                      </a:p>
                    </p:txBody>
                  </p:sp>
                  <p:sp>
                    <p:nvSpPr>
                      <p:cNvPr id="25652" name="Line 58">
                        <a:extLst>
                          <a:ext uri="{FF2B5EF4-FFF2-40B4-BE49-F238E27FC236}">
                            <a16:creationId xmlns:a16="http://schemas.microsoft.com/office/drawing/2014/main" id="{357D0C81-0105-4323-B16C-52C3EBC5F0DF}"/>
                          </a:ext>
                        </a:extLst>
                      </p:cNvPr>
                      <p:cNvSpPr>
                        <a:spLocks noChangeAspect="1" noChangeShapeType="1"/>
                      </p:cNvSpPr>
                      <p:nvPr/>
                    </p:nvSpPr>
                    <p:spPr bwMode="auto">
                      <a:xfrm flipV="1">
                        <a:off x="1076" y="1480"/>
                        <a:ext cx="91" cy="136"/>
                      </a:xfrm>
                      <a:prstGeom prst="line">
                        <a:avLst/>
                      </a:prstGeom>
                      <a:noFill/>
                      <a:ln w="38100">
                        <a:solidFill>
                          <a:srgbClr val="00FF00"/>
                        </a:solidFill>
                        <a:round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</a:extLst>
                    </p:spPr>
                    <p:txBody>
                      <a:bodyPr/>
                      <a:lstStyle/>
                      <a:p>
                        <a:endParaRPr lang="zh-CN" altLang="en-US"/>
                      </a:p>
                    </p:txBody>
                  </p:sp>
                </p:grpSp>
              </p:grpSp>
              <p:grpSp>
                <p:nvGrpSpPr>
                  <p:cNvPr id="25642" name="Group 59">
                    <a:extLst>
                      <a:ext uri="{FF2B5EF4-FFF2-40B4-BE49-F238E27FC236}">
                        <a16:creationId xmlns:a16="http://schemas.microsoft.com/office/drawing/2014/main" id="{AC039470-2FA6-401D-90B8-451433BACA99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1217" y="1480"/>
                    <a:ext cx="157" cy="113"/>
                    <a:chOff x="1076" y="1480"/>
                    <a:chExt cx="157" cy="113"/>
                  </a:xfrm>
                </p:grpSpPr>
                <p:grpSp>
                  <p:nvGrpSpPr>
                    <p:cNvPr id="25643" name="Group 60">
                      <a:extLst>
                        <a:ext uri="{FF2B5EF4-FFF2-40B4-BE49-F238E27FC236}">
                          <a16:creationId xmlns:a16="http://schemas.microsoft.com/office/drawing/2014/main" id="{2D28CF6E-C77C-4051-8BB6-FB618D673B8F}"/>
                        </a:ext>
                      </a:extLst>
                    </p:cNvPr>
                    <p:cNvGrpSpPr>
                      <a:grpSpLocks noChangeAspect="1"/>
                    </p:cNvGrpSpPr>
                    <p:nvPr/>
                  </p:nvGrpSpPr>
                  <p:grpSpPr bwMode="auto">
                    <a:xfrm flipH="1">
                      <a:off x="1076" y="1480"/>
                      <a:ext cx="86" cy="68"/>
                      <a:chOff x="1076" y="1480"/>
                      <a:chExt cx="171" cy="136"/>
                    </a:xfrm>
                  </p:grpSpPr>
                  <p:sp>
                    <p:nvSpPr>
                      <p:cNvPr id="25647" name="Line 61">
                        <a:extLst>
                          <a:ext uri="{FF2B5EF4-FFF2-40B4-BE49-F238E27FC236}">
                            <a16:creationId xmlns:a16="http://schemas.microsoft.com/office/drawing/2014/main" id="{1E627F32-2473-4719-82D2-A904753C0E1D}"/>
                          </a:ext>
                        </a:extLst>
                      </p:cNvPr>
                      <p:cNvSpPr>
                        <a:spLocks noChangeAspect="1" noChangeShapeType="1"/>
                      </p:cNvSpPr>
                      <p:nvPr/>
                    </p:nvSpPr>
                    <p:spPr bwMode="auto">
                      <a:xfrm flipH="1" flipV="1">
                        <a:off x="1156" y="1480"/>
                        <a:ext cx="91" cy="136"/>
                      </a:xfrm>
                      <a:prstGeom prst="line">
                        <a:avLst/>
                      </a:prstGeom>
                      <a:noFill/>
                      <a:ln w="38100">
                        <a:solidFill>
                          <a:srgbClr val="00FF00"/>
                        </a:solidFill>
                        <a:round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</a:extLst>
                    </p:spPr>
                    <p:txBody>
                      <a:bodyPr/>
                      <a:lstStyle/>
                      <a:p>
                        <a:endParaRPr lang="zh-CN" altLang="en-US"/>
                      </a:p>
                    </p:txBody>
                  </p:sp>
                  <p:sp>
                    <p:nvSpPr>
                      <p:cNvPr id="25648" name="Line 62">
                        <a:extLst>
                          <a:ext uri="{FF2B5EF4-FFF2-40B4-BE49-F238E27FC236}">
                            <a16:creationId xmlns:a16="http://schemas.microsoft.com/office/drawing/2014/main" id="{97AC8B9F-7C8B-4BE2-BE1A-CD5FBE8AEBD2}"/>
                          </a:ext>
                        </a:extLst>
                      </p:cNvPr>
                      <p:cNvSpPr>
                        <a:spLocks noChangeAspect="1" noChangeShapeType="1"/>
                      </p:cNvSpPr>
                      <p:nvPr/>
                    </p:nvSpPr>
                    <p:spPr bwMode="auto">
                      <a:xfrm flipV="1">
                        <a:off x="1076" y="1480"/>
                        <a:ext cx="91" cy="136"/>
                      </a:xfrm>
                      <a:prstGeom prst="line">
                        <a:avLst/>
                      </a:prstGeom>
                      <a:noFill/>
                      <a:ln w="38100">
                        <a:solidFill>
                          <a:srgbClr val="00FF00"/>
                        </a:solidFill>
                        <a:round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</a:extLst>
                    </p:spPr>
                    <p:txBody>
                      <a:bodyPr/>
                      <a:lstStyle/>
                      <a:p>
                        <a:endParaRPr lang="zh-CN" altLang="en-US"/>
                      </a:p>
                    </p:txBody>
                  </p:sp>
                </p:grpSp>
                <p:grpSp>
                  <p:nvGrpSpPr>
                    <p:cNvPr id="25644" name="Group 63">
                      <a:extLst>
                        <a:ext uri="{FF2B5EF4-FFF2-40B4-BE49-F238E27FC236}">
                          <a16:creationId xmlns:a16="http://schemas.microsoft.com/office/drawing/2014/main" id="{23293E84-2E89-4BAA-B257-7AAF84B9D280}"/>
                        </a:ext>
                      </a:extLst>
                    </p:cNvPr>
                    <p:cNvGrpSpPr>
                      <a:grpSpLocks noChangeAspect="1"/>
                    </p:cNvGrpSpPr>
                    <p:nvPr/>
                  </p:nvGrpSpPr>
                  <p:grpSpPr bwMode="auto">
                    <a:xfrm flipV="1">
                      <a:off x="1147" y="1525"/>
                      <a:ext cx="86" cy="68"/>
                      <a:chOff x="1076" y="1480"/>
                      <a:chExt cx="171" cy="136"/>
                    </a:xfrm>
                  </p:grpSpPr>
                  <p:sp>
                    <p:nvSpPr>
                      <p:cNvPr id="25645" name="Line 64">
                        <a:extLst>
                          <a:ext uri="{FF2B5EF4-FFF2-40B4-BE49-F238E27FC236}">
                            <a16:creationId xmlns:a16="http://schemas.microsoft.com/office/drawing/2014/main" id="{61CC5CFE-0837-4E37-821D-CA35259D90D8}"/>
                          </a:ext>
                        </a:extLst>
                      </p:cNvPr>
                      <p:cNvSpPr>
                        <a:spLocks noChangeAspect="1" noChangeShapeType="1"/>
                      </p:cNvSpPr>
                      <p:nvPr/>
                    </p:nvSpPr>
                    <p:spPr bwMode="auto">
                      <a:xfrm flipH="1" flipV="1">
                        <a:off x="1156" y="1480"/>
                        <a:ext cx="91" cy="136"/>
                      </a:xfrm>
                      <a:prstGeom prst="line">
                        <a:avLst/>
                      </a:prstGeom>
                      <a:noFill/>
                      <a:ln w="38100">
                        <a:solidFill>
                          <a:srgbClr val="00FF00"/>
                        </a:solidFill>
                        <a:round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</a:extLst>
                    </p:spPr>
                    <p:txBody>
                      <a:bodyPr/>
                      <a:lstStyle/>
                      <a:p>
                        <a:endParaRPr lang="zh-CN" altLang="en-US"/>
                      </a:p>
                    </p:txBody>
                  </p:sp>
                  <p:sp>
                    <p:nvSpPr>
                      <p:cNvPr id="25646" name="Line 65">
                        <a:extLst>
                          <a:ext uri="{FF2B5EF4-FFF2-40B4-BE49-F238E27FC236}">
                            <a16:creationId xmlns:a16="http://schemas.microsoft.com/office/drawing/2014/main" id="{9BE92B60-336E-47EB-B8BC-88AF2DC50C19}"/>
                          </a:ext>
                        </a:extLst>
                      </p:cNvPr>
                      <p:cNvSpPr>
                        <a:spLocks noChangeAspect="1" noChangeShapeType="1"/>
                      </p:cNvSpPr>
                      <p:nvPr/>
                    </p:nvSpPr>
                    <p:spPr bwMode="auto">
                      <a:xfrm flipV="1">
                        <a:off x="1076" y="1480"/>
                        <a:ext cx="91" cy="136"/>
                      </a:xfrm>
                      <a:prstGeom prst="line">
                        <a:avLst/>
                      </a:prstGeom>
                      <a:noFill/>
                      <a:ln w="38100">
                        <a:solidFill>
                          <a:srgbClr val="00FF00"/>
                        </a:solidFill>
                        <a:round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</a:extLst>
                    </p:spPr>
                    <p:txBody>
                      <a:bodyPr/>
                      <a:lstStyle/>
                      <a:p>
                        <a:endParaRPr lang="zh-CN" altLang="en-US"/>
                      </a:p>
                    </p:txBody>
                  </p:sp>
                </p:grpSp>
              </p:grpSp>
            </p:grpSp>
            <p:grpSp>
              <p:nvGrpSpPr>
                <p:cNvPr id="25626" name="Group 66">
                  <a:extLst>
                    <a:ext uri="{FF2B5EF4-FFF2-40B4-BE49-F238E27FC236}">
                      <a16:creationId xmlns:a16="http://schemas.microsoft.com/office/drawing/2014/main" id="{BEEB2616-3B07-4DE2-BEDD-E12526E5B691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1362" y="1473"/>
                  <a:ext cx="298" cy="113"/>
                  <a:chOff x="1076" y="1480"/>
                  <a:chExt cx="298" cy="113"/>
                </a:xfrm>
              </p:grpSpPr>
              <p:grpSp>
                <p:nvGrpSpPr>
                  <p:cNvPr id="25627" name="Group 67">
                    <a:extLst>
                      <a:ext uri="{FF2B5EF4-FFF2-40B4-BE49-F238E27FC236}">
                        <a16:creationId xmlns:a16="http://schemas.microsoft.com/office/drawing/2014/main" id="{EBC687CC-91BF-40E8-B453-1989B30D2A1A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1076" y="1480"/>
                    <a:ext cx="157" cy="113"/>
                    <a:chOff x="1076" y="1480"/>
                    <a:chExt cx="157" cy="113"/>
                  </a:xfrm>
                </p:grpSpPr>
                <p:grpSp>
                  <p:nvGrpSpPr>
                    <p:cNvPr id="25635" name="Group 68">
                      <a:extLst>
                        <a:ext uri="{FF2B5EF4-FFF2-40B4-BE49-F238E27FC236}">
                          <a16:creationId xmlns:a16="http://schemas.microsoft.com/office/drawing/2014/main" id="{4D525D6E-65F9-47C8-B4F1-B465FAB73E8A}"/>
                        </a:ext>
                      </a:extLst>
                    </p:cNvPr>
                    <p:cNvGrpSpPr>
                      <a:grpSpLocks noChangeAspect="1"/>
                    </p:cNvGrpSpPr>
                    <p:nvPr/>
                  </p:nvGrpSpPr>
                  <p:grpSpPr bwMode="auto">
                    <a:xfrm flipH="1">
                      <a:off x="1076" y="1480"/>
                      <a:ext cx="86" cy="68"/>
                      <a:chOff x="1076" y="1480"/>
                      <a:chExt cx="171" cy="136"/>
                    </a:xfrm>
                  </p:grpSpPr>
                  <p:sp>
                    <p:nvSpPr>
                      <p:cNvPr id="25639" name="Line 69">
                        <a:extLst>
                          <a:ext uri="{FF2B5EF4-FFF2-40B4-BE49-F238E27FC236}">
                            <a16:creationId xmlns:a16="http://schemas.microsoft.com/office/drawing/2014/main" id="{296A40AE-B186-4350-A099-700F522B875C}"/>
                          </a:ext>
                        </a:extLst>
                      </p:cNvPr>
                      <p:cNvSpPr>
                        <a:spLocks noChangeAspect="1" noChangeShapeType="1"/>
                      </p:cNvSpPr>
                      <p:nvPr/>
                    </p:nvSpPr>
                    <p:spPr bwMode="auto">
                      <a:xfrm flipH="1" flipV="1">
                        <a:off x="1156" y="1480"/>
                        <a:ext cx="91" cy="136"/>
                      </a:xfrm>
                      <a:prstGeom prst="line">
                        <a:avLst/>
                      </a:prstGeom>
                      <a:noFill/>
                      <a:ln w="38100">
                        <a:solidFill>
                          <a:srgbClr val="00FF00"/>
                        </a:solidFill>
                        <a:round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</a:extLst>
                    </p:spPr>
                    <p:txBody>
                      <a:bodyPr/>
                      <a:lstStyle/>
                      <a:p>
                        <a:endParaRPr lang="zh-CN" altLang="en-US"/>
                      </a:p>
                    </p:txBody>
                  </p:sp>
                  <p:sp>
                    <p:nvSpPr>
                      <p:cNvPr id="25640" name="Line 70">
                        <a:extLst>
                          <a:ext uri="{FF2B5EF4-FFF2-40B4-BE49-F238E27FC236}">
                            <a16:creationId xmlns:a16="http://schemas.microsoft.com/office/drawing/2014/main" id="{249B62F6-A370-426D-918C-7C43EB798E4D}"/>
                          </a:ext>
                        </a:extLst>
                      </p:cNvPr>
                      <p:cNvSpPr>
                        <a:spLocks noChangeAspect="1" noChangeShapeType="1"/>
                      </p:cNvSpPr>
                      <p:nvPr/>
                    </p:nvSpPr>
                    <p:spPr bwMode="auto">
                      <a:xfrm flipV="1">
                        <a:off x="1076" y="1480"/>
                        <a:ext cx="91" cy="136"/>
                      </a:xfrm>
                      <a:prstGeom prst="line">
                        <a:avLst/>
                      </a:prstGeom>
                      <a:noFill/>
                      <a:ln w="38100">
                        <a:solidFill>
                          <a:srgbClr val="00FF00"/>
                        </a:solidFill>
                        <a:round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</a:extLst>
                    </p:spPr>
                    <p:txBody>
                      <a:bodyPr/>
                      <a:lstStyle/>
                      <a:p>
                        <a:endParaRPr lang="zh-CN" altLang="en-US"/>
                      </a:p>
                    </p:txBody>
                  </p:sp>
                </p:grpSp>
                <p:grpSp>
                  <p:nvGrpSpPr>
                    <p:cNvPr id="25636" name="Group 71">
                      <a:extLst>
                        <a:ext uri="{FF2B5EF4-FFF2-40B4-BE49-F238E27FC236}">
                          <a16:creationId xmlns:a16="http://schemas.microsoft.com/office/drawing/2014/main" id="{1E46C2D1-4C80-4DEA-AD0A-F5A47AE2D262}"/>
                        </a:ext>
                      </a:extLst>
                    </p:cNvPr>
                    <p:cNvGrpSpPr>
                      <a:grpSpLocks noChangeAspect="1"/>
                    </p:cNvGrpSpPr>
                    <p:nvPr/>
                  </p:nvGrpSpPr>
                  <p:grpSpPr bwMode="auto">
                    <a:xfrm flipV="1">
                      <a:off x="1147" y="1525"/>
                      <a:ext cx="86" cy="68"/>
                      <a:chOff x="1076" y="1480"/>
                      <a:chExt cx="171" cy="136"/>
                    </a:xfrm>
                  </p:grpSpPr>
                  <p:sp>
                    <p:nvSpPr>
                      <p:cNvPr id="25637" name="Line 72">
                        <a:extLst>
                          <a:ext uri="{FF2B5EF4-FFF2-40B4-BE49-F238E27FC236}">
                            <a16:creationId xmlns:a16="http://schemas.microsoft.com/office/drawing/2014/main" id="{15A0FDDD-3C15-4F7A-8E01-33D0DC16A76E}"/>
                          </a:ext>
                        </a:extLst>
                      </p:cNvPr>
                      <p:cNvSpPr>
                        <a:spLocks noChangeAspect="1" noChangeShapeType="1"/>
                      </p:cNvSpPr>
                      <p:nvPr/>
                    </p:nvSpPr>
                    <p:spPr bwMode="auto">
                      <a:xfrm flipH="1" flipV="1">
                        <a:off x="1156" y="1480"/>
                        <a:ext cx="91" cy="136"/>
                      </a:xfrm>
                      <a:prstGeom prst="line">
                        <a:avLst/>
                      </a:prstGeom>
                      <a:noFill/>
                      <a:ln w="38100">
                        <a:solidFill>
                          <a:srgbClr val="00FF00"/>
                        </a:solidFill>
                        <a:round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</a:extLst>
                    </p:spPr>
                    <p:txBody>
                      <a:bodyPr/>
                      <a:lstStyle/>
                      <a:p>
                        <a:endParaRPr lang="zh-CN" altLang="en-US"/>
                      </a:p>
                    </p:txBody>
                  </p:sp>
                  <p:sp>
                    <p:nvSpPr>
                      <p:cNvPr id="25638" name="Line 73">
                        <a:extLst>
                          <a:ext uri="{FF2B5EF4-FFF2-40B4-BE49-F238E27FC236}">
                            <a16:creationId xmlns:a16="http://schemas.microsoft.com/office/drawing/2014/main" id="{2597AB59-C311-4837-ADF9-9CBAD128D737}"/>
                          </a:ext>
                        </a:extLst>
                      </p:cNvPr>
                      <p:cNvSpPr>
                        <a:spLocks noChangeAspect="1" noChangeShapeType="1"/>
                      </p:cNvSpPr>
                      <p:nvPr/>
                    </p:nvSpPr>
                    <p:spPr bwMode="auto">
                      <a:xfrm flipV="1">
                        <a:off x="1076" y="1480"/>
                        <a:ext cx="91" cy="136"/>
                      </a:xfrm>
                      <a:prstGeom prst="line">
                        <a:avLst/>
                      </a:prstGeom>
                      <a:noFill/>
                      <a:ln w="38100">
                        <a:solidFill>
                          <a:srgbClr val="00FF00"/>
                        </a:solidFill>
                        <a:round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</a:extLst>
                    </p:spPr>
                    <p:txBody>
                      <a:bodyPr/>
                      <a:lstStyle/>
                      <a:p>
                        <a:endParaRPr lang="zh-CN" altLang="en-US"/>
                      </a:p>
                    </p:txBody>
                  </p:sp>
                </p:grpSp>
              </p:grpSp>
              <p:grpSp>
                <p:nvGrpSpPr>
                  <p:cNvPr id="25628" name="Group 74">
                    <a:extLst>
                      <a:ext uri="{FF2B5EF4-FFF2-40B4-BE49-F238E27FC236}">
                        <a16:creationId xmlns:a16="http://schemas.microsoft.com/office/drawing/2014/main" id="{F517E4AA-5E7C-47D1-B82F-CA5F86D1813F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1217" y="1480"/>
                    <a:ext cx="157" cy="113"/>
                    <a:chOff x="1076" y="1480"/>
                    <a:chExt cx="157" cy="113"/>
                  </a:xfrm>
                </p:grpSpPr>
                <p:grpSp>
                  <p:nvGrpSpPr>
                    <p:cNvPr id="25629" name="Group 75">
                      <a:extLst>
                        <a:ext uri="{FF2B5EF4-FFF2-40B4-BE49-F238E27FC236}">
                          <a16:creationId xmlns:a16="http://schemas.microsoft.com/office/drawing/2014/main" id="{1929DF8C-5E41-4D3C-9CF4-7108109910EA}"/>
                        </a:ext>
                      </a:extLst>
                    </p:cNvPr>
                    <p:cNvGrpSpPr>
                      <a:grpSpLocks noChangeAspect="1"/>
                    </p:cNvGrpSpPr>
                    <p:nvPr/>
                  </p:nvGrpSpPr>
                  <p:grpSpPr bwMode="auto">
                    <a:xfrm flipH="1">
                      <a:off x="1076" y="1480"/>
                      <a:ext cx="86" cy="68"/>
                      <a:chOff x="1076" y="1480"/>
                      <a:chExt cx="171" cy="136"/>
                    </a:xfrm>
                  </p:grpSpPr>
                  <p:sp>
                    <p:nvSpPr>
                      <p:cNvPr id="25633" name="Line 76">
                        <a:extLst>
                          <a:ext uri="{FF2B5EF4-FFF2-40B4-BE49-F238E27FC236}">
                            <a16:creationId xmlns:a16="http://schemas.microsoft.com/office/drawing/2014/main" id="{D65A0AC1-2724-49AA-B4D7-F58BBAA5B9C7}"/>
                          </a:ext>
                        </a:extLst>
                      </p:cNvPr>
                      <p:cNvSpPr>
                        <a:spLocks noChangeAspect="1" noChangeShapeType="1"/>
                      </p:cNvSpPr>
                      <p:nvPr/>
                    </p:nvSpPr>
                    <p:spPr bwMode="auto">
                      <a:xfrm flipH="1" flipV="1">
                        <a:off x="1156" y="1480"/>
                        <a:ext cx="91" cy="136"/>
                      </a:xfrm>
                      <a:prstGeom prst="line">
                        <a:avLst/>
                      </a:prstGeom>
                      <a:noFill/>
                      <a:ln w="38100">
                        <a:solidFill>
                          <a:srgbClr val="00FF00"/>
                        </a:solidFill>
                        <a:round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</a:extLst>
                    </p:spPr>
                    <p:txBody>
                      <a:bodyPr/>
                      <a:lstStyle/>
                      <a:p>
                        <a:endParaRPr lang="zh-CN" altLang="en-US"/>
                      </a:p>
                    </p:txBody>
                  </p:sp>
                  <p:sp>
                    <p:nvSpPr>
                      <p:cNvPr id="25634" name="Line 77">
                        <a:extLst>
                          <a:ext uri="{FF2B5EF4-FFF2-40B4-BE49-F238E27FC236}">
                            <a16:creationId xmlns:a16="http://schemas.microsoft.com/office/drawing/2014/main" id="{9D7BB78E-98A2-49A3-BBC9-9CE64675CED2}"/>
                          </a:ext>
                        </a:extLst>
                      </p:cNvPr>
                      <p:cNvSpPr>
                        <a:spLocks noChangeAspect="1" noChangeShapeType="1"/>
                      </p:cNvSpPr>
                      <p:nvPr/>
                    </p:nvSpPr>
                    <p:spPr bwMode="auto">
                      <a:xfrm flipV="1">
                        <a:off x="1076" y="1480"/>
                        <a:ext cx="91" cy="136"/>
                      </a:xfrm>
                      <a:prstGeom prst="line">
                        <a:avLst/>
                      </a:prstGeom>
                      <a:noFill/>
                      <a:ln w="38100">
                        <a:solidFill>
                          <a:srgbClr val="00FF00"/>
                        </a:solidFill>
                        <a:round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</a:extLst>
                    </p:spPr>
                    <p:txBody>
                      <a:bodyPr/>
                      <a:lstStyle/>
                      <a:p>
                        <a:endParaRPr lang="zh-CN" altLang="en-US"/>
                      </a:p>
                    </p:txBody>
                  </p:sp>
                </p:grpSp>
                <p:grpSp>
                  <p:nvGrpSpPr>
                    <p:cNvPr id="25630" name="Group 78">
                      <a:extLst>
                        <a:ext uri="{FF2B5EF4-FFF2-40B4-BE49-F238E27FC236}">
                          <a16:creationId xmlns:a16="http://schemas.microsoft.com/office/drawing/2014/main" id="{AE449CD5-D92D-4A23-82D9-67DFF45011E2}"/>
                        </a:ext>
                      </a:extLst>
                    </p:cNvPr>
                    <p:cNvGrpSpPr>
                      <a:grpSpLocks noChangeAspect="1"/>
                    </p:cNvGrpSpPr>
                    <p:nvPr/>
                  </p:nvGrpSpPr>
                  <p:grpSpPr bwMode="auto">
                    <a:xfrm flipV="1">
                      <a:off x="1147" y="1525"/>
                      <a:ext cx="86" cy="68"/>
                      <a:chOff x="1076" y="1480"/>
                      <a:chExt cx="171" cy="136"/>
                    </a:xfrm>
                  </p:grpSpPr>
                  <p:sp>
                    <p:nvSpPr>
                      <p:cNvPr id="25631" name="Line 79">
                        <a:extLst>
                          <a:ext uri="{FF2B5EF4-FFF2-40B4-BE49-F238E27FC236}">
                            <a16:creationId xmlns:a16="http://schemas.microsoft.com/office/drawing/2014/main" id="{56E43C63-A865-4B6B-8E9B-515465827104}"/>
                          </a:ext>
                        </a:extLst>
                      </p:cNvPr>
                      <p:cNvSpPr>
                        <a:spLocks noChangeAspect="1" noChangeShapeType="1"/>
                      </p:cNvSpPr>
                      <p:nvPr/>
                    </p:nvSpPr>
                    <p:spPr bwMode="auto">
                      <a:xfrm flipH="1" flipV="1">
                        <a:off x="1156" y="1480"/>
                        <a:ext cx="91" cy="136"/>
                      </a:xfrm>
                      <a:prstGeom prst="line">
                        <a:avLst/>
                      </a:prstGeom>
                      <a:noFill/>
                      <a:ln w="38100">
                        <a:solidFill>
                          <a:srgbClr val="00FF00"/>
                        </a:solidFill>
                        <a:round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</a:extLst>
                    </p:spPr>
                    <p:txBody>
                      <a:bodyPr/>
                      <a:lstStyle/>
                      <a:p>
                        <a:endParaRPr lang="zh-CN" altLang="en-US"/>
                      </a:p>
                    </p:txBody>
                  </p:sp>
                  <p:sp>
                    <p:nvSpPr>
                      <p:cNvPr id="25632" name="Line 80">
                        <a:extLst>
                          <a:ext uri="{FF2B5EF4-FFF2-40B4-BE49-F238E27FC236}">
                            <a16:creationId xmlns:a16="http://schemas.microsoft.com/office/drawing/2014/main" id="{8C1982B3-C9A9-4822-A2B4-F5CE36E7B6C8}"/>
                          </a:ext>
                        </a:extLst>
                      </p:cNvPr>
                      <p:cNvSpPr>
                        <a:spLocks noChangeAspect="1" noChangeShapeType="1"/>
                      </p:cNvSpPr>
                      <p:nvPr/>
                    </p:nvSpPr>
                    <p:spPr bwMode="auto">
                      <a:xfrm flipV="1">
                        <a:off x="1076" y="1480"/>
                        <a:ext cx="91" cy="136"/>
                      </a:xfrm>
                      <a:prstGeom prst="line">
                        <a:avLst/>
                      </a:prstGeom>
                      <a:noFill/>
                      <a:ln w="38100">
                        <a:solidFill>
                          <a:srgbClr val="00FF00"/>
                        </a:solidFill>
                        <a:round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</a:extLst>
                    </p:spPr>
                    <p:txBody>
                      <a:bodyPr/>
                      <a:lstStyle/>
                      <a:p>
                        <a:endParaRPr lang="zh-CN" altLang="en-US"/>
                      </a:p>
                    </p:txBody>
                  </p:sp>
                </p:grpSp>
              </p:grpSp>
            </p:grpSp>
          </p:grpSp>
          <p:sp>
            <p:nvSpPr>
              <p:cNvPr id="25624" name="Oval 81">
                <a:extLst>
                  <a:ext uri="{FF2B5EF4-FFF2-40B4-BE49-F238E27FC236}">
                    <a16:creationId xmlns:a16="http://schemas.microsoft.com/office/drawing/2014/main" id="{AE125D40-6194-4178-9490-E3B5218BEC3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-120000">
                <a:off x="3400" y="3582"/>
                <a:ext cx="224" cy="244"/>
              </a:xfrm>
              <a:prstGeom prst="ellipse">
                <a:avLst/>
              </a:prstGeom>
              <a:solidFill>
                <a:srgbClr val="FFFF00"/>
              </a:solidFill>
              <a:ln w="19050">
                <a:solidFill>
                  <a:srgbClr val="006699"/>
                </a:solidFill>
                <a:round/>
                <a:headEnd/>
                <a:tailEnd/>
              </a:ln>
            </p:spPr>
            <p:txBody>
              <a:bodyPr/>
              <a:lstStyle>
                <a:lvl1pPr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zh-CN" b="0"/>
              </a:p>
            </p:txBody>
          </p:sp>
        </p:grpSp>
      </p:grpSp>
      <p:sp>
        <p:nvSpPr>
          <p:cNvPr id="14418" name="Text Box 82">
            <a:extLst>
              <a:ext uri="{FF2B5EF4-FFF2-40B4-BE49-F238E27FC236}">
                <a16:creationId xmlns:a16="http://schemas.microsoft.com/office/drawing/2014/main" id="{BB93ED3F-FB03-47E5-A992-CAFD10FE05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41688" y="5522913"/>
            <a:ext cx="18732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rgbClr val="FFCC00"/>
                </a:solidFill>
                <a:latin typeface="Arial" panose="020B0604020202020204" pitchFamily="34" charset="0"/>
              </a:rPr>
              <a:t>过程可逆</a:t>
            </a:r>
          </a:p>
        </p:txBody>
      </p:sp>
      <p:sp>
        <p:nvSpPr>
          <p:cNvPr id="14419" name="Rectangle 83">
            <a:extLst>
              <a:ext uri="{FF2B5EF4-FFF2-40B4-BE49-F238E27FC236}">
                <a16:creationId xmlns:a16="http://schemas.microsoft.com/office/drawing/2014/main" id="{25D3F1A6-6966-484E-B5C2-E30F90EA20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79538" y="6094413"/>
            <a:ext cx="233521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chemeClr val="bg1"/>
                </a:solidFill>
              </a:rPr>
              <a:t>（有摩擦时）</a:t>
            </a:r>
            <a:endParaRPr lang="en-US" altLang="zh-CN">
              <a:solidFill>
                <a:schemeClr val="bg1"/>
              </a:solidFill>
            </a:endParaRPr>
          </a:p>
        </p:txBody>
      </p:sp>
      <p:sp>
        <p:nvSpPr>
          <p:cNvPr id="14420" name="Text Box 84">
            <a:extLst>
              <a:ext uri="{FF2B5EF4-FFF2-40B4-BE49-F238E27FC236}">
                <a16:creationId xmlns:a16="http://schemas.microsoft.com/office/drawing/2014/main" id="{E7271030-2F45-43B3-AA8C-44ACF1C7573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41688" y="6099175"/>
            <a:ext cx="211613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rgbClr val="FFCC00"/>
                </a:solidFill>
                <a:latin typeface="Arial" panose="020B0604020202020204" pitchFamily="34" charset="0"/>
              </a:rPr>
              <a:t>不可逆</a:t>
            </a:r>
          </a:p>
        </p:txBody>
      </p:sp>
      <p:sp>
        <p:nvSpPr>
          <p:cNvPr id="14421" name="Text Box 85">
            <a:extLst>
              <a:ext uri="{FF2B5EF4-FFF2-40B4-BE49-F238E27FC236}">
                <a16:creationId xmlns:a16="http://schemas.microsoft.com/office/drawing/2014/main" id="{F9F69623-76AF-4CCB-B4AD-A63FD2A5E08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8625" y="4410075"/>
            <a:ext cx="31432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>
                <a:solidFill>
                  <a:srgbClr val="FFFF00"/>
                </a:solidFill>
              </a:rPr>
              <a:t>二</a:t>
            </a:r>
            <a:r>
              <a:rPr lang="en-US" altLang="zh-CN" sz="2800">
                <a:solidFill>
                  <a:srgbClr val="FFFF00"/>
                </a:solidFill>
                <a:latin typeface="宋体" panose="02010600030101010101" pitchFamily="2" charset="-122"/>
              </a:rPr>
              <a:t>.</a:t>
            </a:r>
            <a:r>
              <a:rPr lang="zh-CN" altLang="en-US" sz="2800">
                <a:solidFill>
                  <a:srgbClr val="FFFF00"/>
                </a:solidFill>
                <a:latin typeface="宋体" panose="02010600030101010101" pitchFamily="2" charset="-122"/>
              </a:rPr>
              <a:t>不可逆过程</a:t>
            </a:r>
          </a:p>
        </p:txBody>
      </p:sp>
      <p:sp>
        <p:nvSpPr>
          <p:cNvPr id="45143" name="Rectangle 87">
            <a:extLst>
              <a:ext uri="{FF2B5EF4-FFF2-40B4-BE49-F238E27FC236}">
                <a16:creationId xmlns:a16="http://schemas.microsoft.com/office/drawing/2014/main" id="{BDF213D2-0099-4511-B821-C3F5D889AE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0" y="2389188"/>
            <a:ext cx="6286500" cy="396875"/>
          </a:xfrm>
          <a:prstGeom prst="rect">
            <a:avLst/>
          </a:prstGeom>
          <a:noFill/>
          <a:ln w="28575" algn="ctr">
            <a:noFill/>
            <a:miter lim="800000"/>
            <a:headEnd/>
            <a:tailEnd type="none" w="med" len="lg"/>
          </a:ln>
          <a:effectLst/>
        </p:spPr>
        <p:txBody>
          <a:bodyPr>
            <a:spAutoFit/>
          </a:bodyPr>
          <a:lstStyle/>
          <a:p>
            <a:pPr>
              <a:spcBef>
                <a:spcPct val="20000"/>
              </a:spcBef>
              <a:defRPr/>
            </a:pPr>
            <a:r>
              <a:rPr lang="en-US" altLang="zh-CN" sz="2000" dirty="0">
                <a:solidFill>
                  <a:srgbClr val="FF99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仿宋_GB2312" pitchFamily="49" charset="-122"/>
                <a:ea typeface="仿宋_GB2312" pitchFamily="49" charset="-122"/>
              </a:rPr>
              <a:t>(</a:t>
            </a:r>
            <a:r>
              <a:rPr lang="zh-CN" altLang="en-US" sz="2000" dirty="0">
                <a:solidFill>
                  <a:srgbClr val="FF99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仿宋_GB2312" pitchFamily="49" charset="-122"/>
                <a:ea typeface="仿宋_GB2312" pitchFamily="49" charset="-122"/>
              </a:rPr>
              <a:t>可逆过程中，系统和外界都能恢复到原来的状态</a:t>
            </a:r>
            <a:r>
              <a:rPr lang="en-US" altLang="zh-CN" sz="2000" dirty="0">
                <a:solidFill>
                  <a:srgbClr val="FF99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仿宋_GB2312" pitchFamily="49" charset="-122"/>
                <a:ea typeface="仿宋_GB2312" pitchFamily="49" charset="-122"/>
              </a:rPr>
              <a:t>)</a:t>
            </a:r>
            <a:r>
              <a:rPr lang="en-US" altLang="zh-CN" sz="2000" dirty="0">
                <a:solidFill>
                  <a:srgbClr val="FF9900"/>
                </a:solidFill>
                <a:latin typeface="仿宋_GB2312" pitchFamily="49" charset="-122"/>
                <a:ea typeface="仿宋_GB2312" pitchFamily="49" charset="-122"/>
              </a:rPr>
              <a:t>  </a:t>
            </a:r>
          </a:p>
        </p:txBody>
      </p:sp>
      <p:sp>
        <p:nvSpPr>
          <p:cNvPr id="25619" name="灯片编号占位符 1">
            <a:extLst>
              <a:ext uri="{FF2B5EF4-FFF2-40B4-BE49-F238E27FC236}">
                <a16:creationId xmlns:a16="http://schemas.microsoft.com/office/drawing/2014/main" id="{AAAF6000-A75B-4215-B464-974583CEE55F}"/>
              </a:ext>
            </a:extLst>
          </p:cNvPr>
          <p:cNvSpPr txBox="1">
            <a:spLocks/>
          </p:cNvSpPr>
          <p:nvPr/>
        </p:nvSpPr>
        <p:spPr bwMode="auto">
          <a:xfrm>
            <a:off x="0" y="6381750"/>
            <a:ext cx="213360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CA989371-3CE3-4BD2-ABDF-096035D4DBC6}" type="slidenum">
              <a:rPr lang="en-US" altLang="zh-CN" b="0">
                <a:solidFill>
                  <a:srgbClr val="FF00FF"/>
                </a:solidFill>
              </a:rPr>
              <a:pPr eaLnBrk="1" hangingPunct="1"/>
              <a:t>5</a:t>
            </a:fld>
            <a:r>
              <a:rPr lang="en-US" altLang="zh-CN" b="0">
                <a:solidFill>
                  <a:srgbClr val="FF00FF"/>
                </a:solidFill>
              </a:rPr>
              <a:t>/28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43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43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43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43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451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43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143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1000"/>
                                        <p:tgtEl>
                                          <p:spTgt spid="143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4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1000"/>
                                        <p:tgtEl>
                                          <p:spTgt spid="143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144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143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 nodeType="clickPar">
                      <p:stCondLst>
                        <p:cond delay="indefinite"/>
                      </p:stCondLst>
                      <p:childTnLst>
                        <p:par>
                          <p:cTn id="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143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 nodeType="clickPar">
                      <p:stCondLst>
                        <p:cond delay="indefinite"/>
                      </p:stCondLst>
                      <p:childTnLst>
                        <p:par>
                          <p:cTn id="6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8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70" dur="500"/>
                                        <p:tgtEl>
                                          <p:spTgt spid="144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 nodeType="clickPar">
                      <p:stCondLst>
                        <p:cond delay="indefinite"/>
                      </p:stCondLst>
                      <p:childTnLst>
                        <p:par>
                          <p:cTn id="7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144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 nodeType="clickPar">
                      <p:stCondLst>
                        <p:cond delay="indefinite"/>
                      </p:stCondLst>
                      <p:childTnLst>
                        <p:par>
                          <p:cTn id="7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8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80" dur="500"/>
                                        <p:tgtEl>
                                          <p:spTgt spid="144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338" grpId="0" autoUpdateAnimBg="0"/>
      <p:bldP spid="14339" grpId="0" autoUpdateAnimBg="0"/>
      <p:bldP spid="14340" grpId="0" autoUpdateAnimBg="0"/>
      <p:bldP spid="14341" grpId="0" autoUpdateAnimBg="0"/>
      <p:bldP spid="14342" grpId="0" autoUpdateAnimBg="0"/>
      <p:bldP spid="14343" grpId="0" autoUpdateAnimBg="0"/>
      <p:bldP spid="14344" grpId="0"/>
      <p:bldP spid="14345" grpId="0"/>
      <p:bldP spid="14346" grpId="0" autoUpdateAnimBg="0"/>
      <p:bldP spid="14347" grpId="0" autoUpdateAnimBg="0"/>
      <p:bldP spid="14418" grpId="0"/>
      <p:bldP spid="14419" grpId="0" autoUpdateAnimBg="0"/>
      <p:bldP spid="14420" grpId="0"/>
      <p:bldP spid="14421" grpId="0"/>
      <p:bldP spid="45143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>
            <a:extLst>
              <a:ext uri="{FF2B5EF4-FFF2-40B4-BE49-F238E27FC236}">
                <a16:creationId xmlns:a16="http://schemas.microsoft.com/office/drawing/2014/main" id="{ADEF9226-4D6B-402A-B70F-E15B5B4A95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11900" y="2979738"/>
            <a:ext cx="1474788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000">
                <a:solidFill>
                  <a:schemeClr val="bg1"/>
                </a:solidFill>
              </a:rPr>
              <a:t>（</a:t>
            </a:r>
            <a:r>
              <a:rPr lang="zh-CN" altLang="en-US" sz="2000">
                <a:solidFill>
                  <a:schemeClr val="bg1"/>
                </a:solidFill>
                <a:ea typeface="楷体_GB2312" pitchFamily="49" charset="-122"/>
              </a:rPr>
              <a:t>真空室</a:t>
            </a:r>
            <a:r>
              <a:rPr lang="zh-CN" altLang="en-US" sz="2000">
                <a:solidFill>
                  <a:schemeClr val="bg1"/>
                </a:solidFill>
              </a:rPr>
              <a:t>）</a:t>
            </a:r>
          </a:p>
        </p:txBody>
      </p:sp>
      <p:sp>
        <p:nvSpPr>
          <p:cNvPr id="15363" name="Rectangle 3">
            <a:extLst>
              <a:ext uri="{FF2B5EF4-FFF2-40B4-BE49-F238E27FC236}">
                <a16:creationId xmlns:a16="http://schemas.microsoft.com/office/drawing/2014/main" id="{F9EA452C-216B-49DC-9E07-1654CA3D23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02388" y="307975"/>
            <a:ext cx="2057400" cy="2611438"/>
          </a:xfrm>
          <a:prstGeom prst="rect">
            <a:avLst/>
          </a:prstGeom>
          <a:solidFill>
            <a:srgbClr val="006699"/>
          </a:solidFill>
          <a:ln w="38100">
            <a:solidFill>
              <a:schemeClr val="bg2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5364" name="Text Box 4">
            <a:extLst>
              <a:ext uri="{FF2B5EF4-FFF2-40B4-BE49-F238E27FC236}">
                <a16:creationId xmlns:a16="http://schemas.microsoft.com/office/drawing/2014/main" id="{488C64D8-0F28-40E8-8E56-3FB5A71A26C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35863" y="2971800"/>
            <a:ext cx="1036637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000">
                <a:solidFill>
                  <a:srgbClr val="FFCC00"/>
                </a:solidFill>
                <a:latin typeface="Arial" panose="020B0604020202020204" pitchFamily="34" charset="0"/>
                <a:ea typeface="楷体_GB2312" pitchFamily="49" charset="-122"/>
              </a:rPr>
              <a:t>可逆</a:t>
            </a:r>
          </a:p>
        </p:txBody>
      </p:sp>
      <p:grpSp>
        <p:nvGrpSpPr>
          <p:cNvPr id="2" name="Group 5">
            <a:extLst>
              <a:ext uri="{FF2B5EF4-FFF2-40B4-BE49-F238E27FC236}">
                <a16:creationId xmlns:a16="http://schemas.microsoft.com/office/drawing/2014/main" id="{CDADE7CA-65FD-49D9-A520-CF3FA64C217A}"/>
              </a:ext>
            </a:extLst>
          </p:cNvPr>
          <p:cNvGrpSpPr>
            <a:grpSpLocks/>
          </p:cNvGrpSpPr>
          <p:nvPr/>
        </p:nvGrpSpPr>
        <p:grpSpPr bwMode="auto">
          <a:xfrm>
            <a:off x="6738938" y="447675"/>
            <a:ext cx="815975" cy="2381250"/>
            <a:chOff x="1962" y="1924"/>
            <a:chExt cx="514" cy="1500"/>
          </a:xfrm>
        </p:grpSpPr>
        <p:sp>
          <p:nvSpPr>
            <p:cNvPr id="27685" name="Line 6">
              <a:extLst>
                <a:ext uri="{FF2B5EF4-FFF2-40B4-BE49-F238E27FC236}">
                  <a16:creationId xmlns:a16="http://schemas.microsoft.com/office/drawing/2014/main" id="{05F69180-A3CE-4E76-A2C4-C4C36091A8B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058" y="1958"/>
              <a:ext cx="384" cy="1104"/>
            </a:xfrm>
            <a:prstGeom prst="line">
              <a:avLst/>
            </a:prstGeom>
            <a:noFill/>
            <a:ln w="28575">
              <a:solidFill>
                <a:schemeClr val="folHlink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686" name="Oval 7">
              <a:extLst>
                <a:ext uri="{FF2B5EF4-FFF2-40B4-BE49-F238E27FC236}">
                  <a16:creationId xmlns:a16="http://schemas.microsoft.com/office/drawing/2014/main" id="{618B4FF8-89AD-4BA3-9596-5B8159BD198B}"/>
                </a:ext>
              </a:extLst>
            </p:cNvPr>
            <p:cNvSpPr>
              <a:spLocks noChangeArrowheads="1"/>
            </p:cNvSpPr>
            <p:nvPr/>
          </p:nvSpPr>
          <p:spPr bwMode="auto">
            <a:xfrm flipH="1">
              <a:off x="1962" y="2966"/>
              <a:ext cx="192" cy="192"/>
            </a:xfrm>
            <a:prstGeom prst="ellipse">
              <a:avLst/>
            </a:prstGeom>
            <a:gradFill rotWithShape="1">
              <a:gsLst>
                <a:gs pos="0">
                  <a:srgbClr val="006699"/>
                </a:gs>
                <a:gs pos="100000">
                  <a:srgbClr val="004B70"/>
                </a:gs>
              </a:gsLst>
              <a:path path="shape">
                <a:fillToRect l="50000" t="50000" r="50000" b="50000"/>
              </a:path>
            </a:gradFill>
            <a:ln w="9525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27687" name="Line 8">
              <a:extLst>
                <a:ext uri="{FF2B5EF4-FFF2-40B4-BE49-F238E27FC236}">
                  <a16:creationId xmlns:a16="http://schemas.microsoft.com/office/drawing/2014/main" id="{A07A1169-D381-4EED-AF22-2E5898F11AC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28" y="1934"/>
              <a:ext cx="0" cy="1490"/>
            </a:xfrm>
            <a:prstGeom prst="line">
              <a:avLst/>
            </a:prstGeom>
            <a:noFill/>
            <a:ln w="12700">
              <a:solidFill>
                <a:srgbClr val="FFFF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688" name="Oval 9">
              <a:extLst>
                <a:ext uri="{FF2B5EF4-FFF2-40B4-BE49-F238E27FC236}">
                  <a16:creationId xmlns:a16="http://schemas.microsoft.com/office/drawing/2014/main" id="{92265C91-31D3-4CB7-A620-FC1E3AF8215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80" y="1924"/>
              <a:ext cx="96" cy="96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rgbClr val="FFFF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</p:grpSp>
      <p:sp>
        <p:nvSpPr>
          <p:cNvPr id="15370" name="Rectangle 10">
            <a:extLst>
              <a:ext uri="{FF2B5EF4-FFF2-40B4-BE49-F238E27FC236}">
                <a16:creationId xmlns:a16="http://schemas.microsoft.com/office/drawing/2014/main" id="{4C2C933E-F849-4E09-9C00-26355701EC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24600" y="3317875"/>
            <a:ext cx="1462088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000">
                <a:solidFill>
                  <a:schemeClr val="bg1"/>
                </a:solidFill>
                <a:ea typeface="楷体_GB2312" pitchFamily="49" charset="-122"/>
              </a:rPr>
              <a:t>（有气体）</a:t>
            </a:r>
          </a:p>
        </p:txBody>
      </p:sp>
      <p:sp>
        <p:nvSpPr>
          <p:cNvPr id="15371" name="Rectangle 11" descr="5%">
            <a:extLst>
              <a:ext uri="{FF2B5EF4-FFF2-40B4-BE49-F238E27FC236}">
                <a16:creationId xmlns:a16="http://schemas.microsoft.com/office/drawing/2014/main" id="{E1B8B686-F0A6-4062-95D5-357FE9C7DE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07150" y="307975"/>
            <a:ext cx="2057400" cy="2611438"/>
          </a:xfrm>
          <a:prstGeom prst="rect">
            <a:avLst/>
          </a:prstGeom>
          <a:blipFill dpi="0" rotWithShape="0">
            <a:blip r:embed="rId3"/>
            <a:srcRect/>
            <a:tile tx="0" ty="0" sx="100000" sy="100000" flip="none" algn="tl"/>
          </a:blipFill>
          <a:ln w="38100">
            <a:solidFill>
              <a:schemeClr val="bg2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5372" name="Text Box 12">
            <a:extLst>
              <a:ext uri="{FF2B5EF4-FFF2-40B4-BE49-F238E27FC236}">
                <a16:creationId xmlns:a16="http://schemas.microsoft.com/office/drawing/2014/main" id="{56E11EEC-FC3D-4046-A729-7EDA5DBA3DE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31100" y="3321050"/>
            <a:ext cx="16129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000">
                <a:solidFill>
                  <a:srgbClr val="FFCC00"/>
                </a:solidFill>
                <a:latin typeface="Arial" panose="020B0604020202020204" pitchFamily="34" charset="0"/>
                <a:ea typeface="楷体_GB2312" pitchFamily="49" charset="-122"/>
              </a:rPr>
              <a:t>不可逆</a:t>
            </a:r>
          </a:p>
        </p:txBody>
      </p:sp>
      <p:grpSp>
        <p:nvGrpSpPr>
          <p:cNvPr id="3" name="Group 13">
            <a:extLst>
              <a:ext uri="{FF2B5EF4-FFF2-40B4-BE49-F238E27FC236}">
                <a16:creationId xmlns:a16="http://schemas.microsoft.com/office/drawing/2014/main" id="{81A67284-6641-4808-9906-611F079D91E0}"/>
              </a:ext>
            </a:extLst>
          </p:cNvPr>
          <p:cNvGrpSpPr>
            <a:grpSpLocks/>
          </p:cNvGrpSpPr>
          <p:nvPr/>
        </p:nvGrpSpPr>
        <p:grpSpPr bwMode="auto">
          <a:xfrm>
            <a:off x="6651625" y="466725"/>
            <a:ext cx="815975" cy="2381250"/>
            <a:chOff x="3772" y="1839"/>
            <a:chExt cx="514" cy="1500"/>
          </a:xfrm>
        </p:grpSpPr>
        <p:sp>
          <p:nvSpPr>
            <p:cNvPr id="27681" name="Line 14">
              <a:extLst>
                <a:ext uri="{FF2B5EF4-FFF2-40B4-BE49-F238E27FC236}">
                  <a16:creationId xmlns:a16="http://schemas.microsoft.com/office/drawing/2014/main" id="{42498DBF-90C5-43F4-9F6F-CF8B182AA4B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868" y="1873"/>
              <a:ext cx="384" cy="1104"/>
            </a:xfrm>
            <a:prstGeom prst="line">
              <a:avLst/>
            </a:prstGeom>
            <a:noFill/>
            <a:ln w="28575">
              <a:solidFill>
                <a:schemeClr val="folHlink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682" name="Oval 15">
              <a:extLst>
                <a:ext uri="{FF2B5EF4-FFF2-40B4-BE49-F238E27FC236}">
                  <a16:creationId xmlns:a16="http://schemas.microsoft.com/office/drawing/2014/main" id="{89119126-AD3C-49A5-970F-4B0582D8EEB8}"/>
                </a:ext>
              </a:extLst>
            </p:cNvPr>
            <p:cNvSpPr>
              <a:spLocks noChangeArrowheads="1"/>
            </p:cNvSpPr>
            <p:nvPr/>
          </p:nvSpPr>
          <p:spPr bwMode="auto">
            <a:xfrm flipH="1">
              <a:off x="3772" y="2881"/>
              <a:ext cx="192" cy="192"/>
            </a:xfrm>
            <a:prstGeom prst="ellipse">
              <a:avLst/>
            </a:prstGeom>
            <a:gradFill rotWithShape="1">
              <a:gsLst>
                <a:gs pos="0">
                  <a:srgbClr val="006699"/>
                </a:gs>
                <a:gs pos="100000">
                  <a:srgbClr val="004B70"/>
                </a:gs>
              </a:gsLst>
              <a:path path="shape">
                <a:fillToRect l="50000" t="50000" r="50000" b="50000"/>
              </a:path>
            </a:gradFill>
            <a:ln w="9525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27683" name="Line 16">
              <a:extLst>
                <a:ext uri="{FF2B5EF4-FFF2-40B4-BE49-F238E27FC236}">
                  <a16:creationId xmlns:a16="http://schemas.microsoft.com/office/drawing/2014/main" id="{3FBCF1B6-EC71-4343-905F-9DA01C5C8BF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38" y="1849"/>
              <a:ext cx="0" cy="149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684" name="Oval 17">
              <a:extLst>
                <a:ext uri="{FF2B5EF4-FFF2-40B4-BE49-F238E27FC236}">
                  <a16:creationId xmlns:a16="http://schemas.microsoft.com/office/drawing/2014/main" id="{6D96B272-1AA0-4379-AD4F-28987536D42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90" y="1839"/>
              <a:ext cx="96" cy="96"/>
            </a:xfrm>
            <a:prstGeom prst="ellipse">
              <a:avLst/>
            </a:prstGeom>
            <a:solidFill>
              <a:srgbClr val="5F5F5F"/>
            </a:solidFill>
            <a:ln w="9525">
              <a:solidFill>
                <a:srgbClr val="5F5F5F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</p:grpSp>
      <p:sp>
        <p:nvSpPr>
          <p:cNvPr id="15378" name="Rectangle 18">
            <a:extLst>
              <a:ext uri="{FF2B5EF4-FFF2-40B4-BE49-F238E27FC236}">
                <a16:creationId xmlns:a16="http://schemas.microsoft.com/office/drawing/2014/main" id="{F6ABE913-8CCF-400F-BE4F-D519C65D8A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6300" y="334963"/>
            <a:ext cx="2767013" cy="101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5000"/>
              </a:lnSpc>
            </a:pPr>
            <a:r>
              <a:rPr lang="zh-CN" altLang="en-US">
                <a:solidFill>
                  <a:schemeClr val="bg1"/>
                </a:solidFill>
              </a:rPr>
              <a:t>功向热转化的过程是不可逆的。</a:t>
            </a:r>
            <a:endParaRPr lang="en-US" altLang="zh-CN">
              <a:solidFill>
                <a:schemeClr val="bg1"/>
              </a:solidFill>
            </a:endParaRPr>
          </a:p>
        </p:txBody>
      </p:sp>
      <p:sp>
        <p:nvSpPr>
          <p:cNvPr id="15379" name="Rectangle 19">
            <a:extLst>
              <a:ext uri="{FF2B5EF4-FFF2-40B4-BE49-F238E27FC236}">
                <a16:creationId xmlns:a16="http://schemas.microsoft.com/office/drawing/2014/main" id="{69B8BE37-86FE-450C-A4ED-7DA49FD6CC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9750" y="285750"/>
            <a:ext cx="344488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3600">
                <a:solidFill>
                  <a:srgbClr val="66FFFF"/>
                </a:solidFill>
              </a:rPr>
              <a:t>•</a:t>
            </a:r>
          </a:p>
        </p:txBody>
      </p:sp>
      <p:grpSp>
        <p:nvGrpSpPr>
          <p:cNvPr id="4" name="Group 40">
            <a:extLst>
              <a:ext uri="{FF2B5EF4-FFF2-40B4-BE49-F238E27FC236}">
                <a16:creationId xmlns:a16="http://schemas.microsoft.com/office/drawing/2014/main" id="{7E230BE4-3278-45D2-A2C5-E6EA2E859008}"/>
              </a:ext>
            </a:extLst>
          </p:cNvPr>
          <p:cNvGrpSpPr>
            <a:grpSpLocks/>
          </p:cNvGrpSpPr>
          <p:nvPr/>
        </p:nvGrpSpPr>
        <p:grpSpPr bwMode="auto">
          <a:xfrm>
            <a:off x="4140200" y="1701800"/>
            <a:ext cx="1655763" cy="1152525"/>
            <a:chOff x="2699" y="1224"/>
            <a:chExt cx="1043" cy="726"/>
          </a:xfrm>
        </p:grpSpPr>
        <p:sp>
          <p:nvSpPr>
            <p:cNvPr id="27679" name="Rectangle 21">
              <a:extLst>
                <a:ext uri="{FF2B5EF4-FFF2-40B4-BE49-F238E27FC236}">
                  <a16:creationId xmlns:a16="http://schemas.microsoft.com/office/drawing/2014/main" id="{E12E2F83-1F6B-42A8-962A-6EF3DA90B0E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44" y="1224"/>
              <a:ext cx="908" cy="726"/>
            </a:xfrm>
            <a:prstGeom prst="rect">
              <a:avLst/>
            </a:prstGeom>
            <a:solidFill>
              <a:srgbClr val="003366"/>
            </a:solidFill>
            <a:ln w="57150">
              <a:solidFill>
                <a:schemeClr val="folHlink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27680" name="Line 22">
              <a:extLst>
                <a:ext uri="{FF2B5EF4-FFF2-40B4-BE49-F238E27FC236}">
                  <a16:creationId xmlns:a16="http://schemas.microsoft.com/office/drawing/2014/main" id="{EC9C0256-72C4-4BCB-BF22-6CE3F2FFED2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699" y="1224"/>
              <a:ext cx="1043" cy="0"/>
            </a:xfrm>
            <a:prstGeom prst="line">
              <a:avLst/>
            </a:prstGeom>
            <a:noFill/>
            <a:ln w="76200">
              <a:solidFill>
                <a:srgbClr val="0033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5383" name="Rectangle 23">
            <a:extLst>
              <a:ext uri="{FF2B5EF4-FFF2-40B4-BE49-F238E27FC236}">
                <a16:creationId xmlns:a16="http://schemas.microsoft.com/office/drawing/2014/main" id="{F90B2F49-436C-4AE5-84F6-0D534DE4BE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46563" y="2062163"/>
            <a:ext cx="1382712" cy="792162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5384" name="Oval 24">
            <a:extLst>
              <a:ext uri="{FF2B5EF4-FFF2-40B4-BE49-F238E27FC236}">
                <a16:creationId xmlns:a16="http://schemas.microsoft.com/office/drawing/2014/main" id="{2960A1EB-D798-4486-A953-D206F37CF1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87900" y="1846263"/>
            <a:ext cx="161925" cy="215900"/>
          </a:xfrm>
          <a:prstGeom prst="ellipse">
            <a:avLst/>
          </a:prstGeom>
          <a:solidFill>
            <a:srgbClr val="FF0000"/>
          </a:solidFill>
          <a:ln w="9525">
            <a:solidFill>
              <a:srgbClr val="FF5050"/>
            </a:solidFill>
            <a:round/>
            <a:headEnd/>
            <a:tailEnd/>
          </a:ln>
        </p:spPr>
        <p:txBody>
          <a:bodyPr wrap="none" anchor="ctr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5385" name="Oval 25">
            <a:extLst>
              <a:ext uri="{FF2B5EF4-FFF2-40B4-BE49-F238E27FC236}">
                <a16:creationId xmlns:a16="http://schemas.microsoft.com/office/drawing/2014/main" id="{7B086D6D-8657-4D4E-B15A-9314ACCC32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87900" y="1557338"/>
            <a:ext cx="161925" cy="215900"/>
          </a:xfrm>
          <a:prstGeom prst="ellipse">
            <a:avLst/>
          </a:prstGeom>
          <a:solidFill>
            <a:srgbClr val="FF0000"/>
          </a:solidFill>
          <a:ln w="9525">
            <a:solidFill>
              <a:srgbClr val="FF5050"/>
            </a:solidFill>
            <a:round/>
            <a:headEnd/>
            <a:tailEnd/>
          </a:ln>
        </p:spPr>
        <p:txBody>
          <a:bodyPr wrap="none" anchor="ctr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5386" name="Oval 26">
            <a:extLst>
              <a:ext uri="{FF2B5EF4-FFF2-40B4-BE49-F238E27FC236}">
                <a16:creationId xmlns:a16="http://schemas.microsoft.com/office/drawing/2014/main" id="{B35A768C-3F75-4C24-B5DA-504CCB26D8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87900" y="981075"/>
            <a:ext cx="161925" cy="215900"/>
          </a:xfrm>
          <a:prstGeom prst="ellipse">
            <a:avLst/>
          </a:prstGeom>
          <a:solidFill>
            <a:srgbClr val="FF0000"/>
          </a:solidFill>
          <a:ln w="9525">
            <a:solidFill>
              <a:srgbClr val="FF5050"/>
            </a:solidFill>
            <a:round/>
            <a:headEnd/>
            <a:tailEnd/>
          </a:ln>
        </p:spPr>
        <p:txBody>
          <a:bodyPr wrap="none" anchor="ctr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5387" name="Oval 27">
            <a:extLst>
              <a:ext uri="{FF2B5EF4-FFF2-40B4-BE49-F238E27FC236}">
                <a16:creationId xmlns:a16="http://schemas.microsoft.com/office/drawing/2014/main" id="{AC986DC8-220D-4EC7-BC93-EDCE765D7E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87900" y="1270000"/>
            <a:ext cx="161925" cy="215900"/>
          </a:xfrm>
          <a:prstGeom prst="ellipse">
            <a:avLst/>
          </a:prstGeom>
          <a:solidFill>
            <a:srgbClr val="FF0000"/>
          </a:solidFill>
          <a:ln w="9525">
            <a:solidFill>
              <a:srgbClr val="FF5050"/>
            </a:solidFill>
            <a:round/>
            <a:headEnd/>
            <a:tailEnd/>
          </a:ln>
        </p:spPr>
        <p:txBody>
          <a:bodyPr wrap="none" anchor="ctr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5388" name="Oval 28">
            <a:extLst>
              <a:ext uri="{FF2B5EF4-FFF2-40B4-BE49-F238E27FC236}">
                <a16:creationId xmlns:a16="http://schemas.microsoft.com/office/drawing/2014/main" id="{2BC0651D-3A03-49AA-B591-3EDA4574D2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87900" y="693738"/>
            <a:ext cx="161925" cy="215900"/>
          </a:xfrm>
          <a:prstGeom prst="ellipse">
            <a:avLst/>
          </a:prstGeom>
          <a:solidFill>
            <a:srgbClr val="FF0000"/>
          </a:solidFill>
          <a:ln w="9525">
            <a:solidFill>
              <a:srgbClr val="FF5050"/>
            </a:solidFill>
            <a:round/>
            <a:headEnd/>
            <a:tailEnd/>
          </a:ln>
        </p:spPr>
        <p:txBody>
          <a:bodyPr wrap="none" anchor="ctr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5389" name="Rectangle 29">
            <a:extLst>
              <a:ext uri="{FF2B5EF4-FFF2-40B4-BE49-F238E27FC236}">
                <a16:creationId xmlns:a16="http://schemas.microsoft.com/office/drawing/2014/main" id="{58733910-8DF9-4DD7-9DD6-719D5F612F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46563" y="2062163"/>
            <a:ext cx="1382712" cy="792162"/>
          </a:xfrm>
          <a:prstGeom prst="rect">
            <a:avLst/>
          </a:prstGeom>
          <a:solidFill>
            <a:srgbClr val="FF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5390" name="Text Box 30">
            <a:extLst>
              <a:ext uri="{FF2B5EF4-FFF2-40B4-BE49-F238E27FC236}">
                <a16:creationId xmlns:a16="http://schemas.microsoft.com/office/drawing/2014/main" id="{508A02C9-D172-4B69-9A77-DE11507DBC3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24288" y="2989263"/>
            <a:ext cx="22288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000">
                <a:solidFill>
                  <a:schemeClr val="bg1"/>
                </a:solidFill>
                <a:ea typeface="楷体_GB2312" pitchFamily="49" charset="-122"/>
              </a:rPr>
              <a:t>墨水在水中的扩散</a:t>
            </a:r>
          </a:p>
        </p:txBody>
      </p:sp>
      <p:sp>
        <p:nvSpPr>
          <p:cNvPr id="15391" name="Text Box 31">
            <a:extLst>
              <a:ext uri="{FF2B5EF4-FFF2-40B4-BE49-F238E27FC236}">
                <a16:creationId xmlns:a16="http://schemas.microsoft.com/office/drawing/2014/main" id="{66325374-B931-4AC1-BB27-FEFF27CC797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98671" y="3333477"/>
            <a:ext cx="4399220" cy="968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5000"/>
              </a:lnSpc>
            </a:pPr>
            <a:r>
              <a:rPr lang="zh-CN" altLang="en-US" dirty="0">
                <a:solidFill>
                  <a:schemeClr val="bg1"/>
                </a:solidFill>
              </a:rPr>
              <a:t>一切自发过程都是</a:t>
            </a:r>
            <a:endParaRPr lang="en-US" altLang="zh-CN" dirty="0">
              <a:solidFill>
                <a:schemeClr val="bg1"/>
              </a:solidFill>
            </a:endParaRPr>
          </a:p>
          <a:p>
            <a:pPr eaLnBrk="1" hangingPunct="1">
              <a:lnSpc>
                <a:spcPct val="125000"/>
              </a:lnSpc>
            </a:pPr>
            <a:r>
              <a:rPr lang="zh-CN" altLang="en-US" dirty="0">
                <a:solidFill>
                  <a:schemeClr val="bg1"/>
                </a:solidFill>
              </a:rPr>
              <a:t>单方向进行的不可逆过程。</a:t>
            </a:r>
          </a:p>
        </p:txBody>
      </p:sp>
      <p:sp>
        <p:nvSpPr>
          <p:cNvPr id="15392" name="Rectangle 32">
            <a:extLst>
              <a:ext uri="{FF2B5EF4-FFF2-40B4-BE49-F238E27FC236}">
                <a16:creationId xmlns:a16="http://schemas.microsoft.com/office/drawing/2014/main" id="{A11A558E-7995-43D7-8F89-5430D79C32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9750" y="1271588"/>
            <a:ext cx="344488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3600">
                <a:solidFill>
                  <a:srgbClr val="66FFFF"/>
                </a:solidFill>
              </a:rPr>
              <a:t>•</a:t>
            </a:r>
          </a:p>
        </p:txBody>
      </p:sp>
      <p:sp>
        <p:nvSpPr>
          <p:cNvPr id="15393" name="Rectangle 33">
            <a:extLst>
              <a:ext uri="{FF2B5EF4-FFF2-40B4-BE49-F238E27FC236}">
                <a16:creationId xmlns:a16="http://schemas.microsoft.com/office/drawing/2014/main" id="{078E931F-1B21-45CA-8FB6-AD642F9022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2952" y="1353777"/>
            <a:ext cx="2663825" cy="1463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5000"/>
              </a:lnSpc>
            </a:pPr>
            <a:r>
              <a:rPr lang="zh-CN" altLang="en-US" dirty="0">
                <a:solidFill>
                  <a:schemeClr val="bg1"/>
                </a:solidFill>
              </a:rPr>
              <a:t>热量从高温自动传向低温物体的过程是不可逆的</a:t>
            </a:r>
          </a:p>
        </p:txBody>
      </p:sp>
      <p:sp>
        <p:nvSpPr>
          <p:cNvPr id="15394" name="Rectangle 34">
            <a:extLst>
              <a:ext uri="{FF2B5EF4-FFF2-40B4-BE49-F238E27FC236}">
                <a16:creationId xmlns:a16="http://schemas.microsoft.com/office/drawing/2014/main" id="{8744EFE8-BB9D-4A69-8589-374E89D093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9750" y="3260453"/>
            <a:ext cx="344488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3600" dirty="0">
                <a:solidFill>
                  <a:srgbClr val="66FFFF"/>
                </a:solidFill>
              </a:rPr>
              <a:t>•</a:t>
            </a:r>
          </a:p>
        </p:txBody>
      </p:sp>
      <p:sp>
        <p:nvSpPr>
          <p:cNvPr id="15395" name="Rectangle 35">
            <a:extLst>
              <a:ext uri="{FF2B5EF4-FFF2-40B4-BE49-F238E27FC236}">
                <a16:creationId xmlns:a16="http://schemas.microsoft.com/office/drawing/2014/main" id="{F52FFC7C-C19A-4A40-9596-6B9C7570E6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7088" y="4271888"/>
            <a:ext cx="5545137" cy="506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5000"/>
              </a:lnSpc>
            </a:pPr>
            <a:r>
              <a:rPr lang="zh-CN" altLang="en-US" dirty="0">
                <a:solidFill>
                  <a:schemeClr val="bg1"/>
                </a:solidFill>
              </a:rPr>
              <a:t>自由膨胀的过程是不可逆的。</a:t>
            </a:r>
          </a:p>
        </p:txBody>
      </p:sp>
      <p:sp>
        <p:nvSpPr>
          <p:cNvPr id="15396" name="Rectangle 36">
            <a:extLst>
              <a:ext uri="{FF2B5EF4-FFF2-40B4-BE49-F238E27FC236}">
                <a16:creationId xmlns:a16="http://schemas.microsoft.com/office/drawing/2014/main" id="{3E9D49F6-6DBB-4DD6-B9C2-EF30CBC771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9750" y="4221088"/>
            <a:ext cx="344488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3600">
                <a:solidFill>
                  <a:srgbClr val="66FFFF"/>
                </a:solidFill>
              </a:rPr>
              <a:t>•</a:t>
            </a:r>
          </a:p>
        </p:txBody>
      </p:sp>
      <p:sp>
        <p:nvSpPr>
          <p:cNvPr id="15397" name="Rectangle 37">
            <a:extLst>
              <a:ext uri="{FF2B5EF4-FFF2-40B4-BE49-F238E27FC236}">
                <a16:creationId xmlns:a16="http://schemas.microsoft.com/office/drawing/2014/main" id="{A8092C94-D0E3-42A1-8403-080260E12B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0063" y="5263406"/>
            <a:ext cx="8215312" cy="1477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5000"/>
              </a:lnSpc>
            </a:pPr>
            <a:r>
              <a:rPr lang="zh-CN" altLang="en-US" dirty="0">
                <a:solidFill>
                  <a:srgbClr val="00FFFF"/>
                </a:solidFill>
              </a:rPr>
              <a:t>        </a:t>
            </a:r>
            <a:r>
              <a:rPr lang="zh-CN" altLang="en-US" dirty="0">
                <a:solidFill>
                  <a:srgbClr val="FFFF00"/>
                </a:solidFill>
              </a:rPr>
              <a:t>一切与热现象有关的过程都是不可逆过程，一切实际热力学过程都是不可逆过程，如燃烧、扩散、生命过程等都不是可逆过程。</a:t>
            </a:r>
          </a:p>
        </p:txBody>
      </p:sp>
      <p:sp>
        <p:nvSpPr>
          <p:cNvPr id="46121" name="Rectangle 41">
            <a:extLst>
              <a:ext uri="{FF2B5EF4-FFF2-40B4-BE49-F238E27FC236}">
                <a16:creationId xmlns:a16="http://schemas.microsoft.com/office/drawing/2014/main" id="{7D3DFB31-D4DC-44BE-9F42-8F559563DC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8051" y="4814763"/>
            <a:ext cx="7196540" cy="3758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defRPr/>
            </a:pPr>
            <a:r>
              <a:rPr lang="en-US" altLang="zh-CN" sz="1800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仿宋_GB2312" pitchFamily="49" charset="-122"/>
                <a:ea typeface="仿宋_GB2312" pitchFamily="49" charset="-122"/>
              </a:rPr>
              <a:t>(</a:t>
            </a:r>
            <a:r>
              <a:rPr lang="zh-CN" altLang="en-US" sz="1800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仿宋_GB2312" pitchFamily="49" charset="-122"/>
                <a:ea typeface="仿宋_GB2312" pitchFamily="49" charset="-122"/>
              </a:rPr>
              <a:t>气体自由膨胀可以自发发生，但不会自行压缩</a:t>
            </a:r>
            <a:r>
              <a:rPr lang="en-US" altLang="zh-CN" sz="1800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仿宋_GB2312" pitchFamily="49" charset="-122"/>
                <a:ea typeface="仿宋_GB2312" pitchFamily="49" charset="-122"/>
              </a:rPr>
              <a:t>)</a:t>
            </a:r>
          </a:p>
        </p:txBody>
      </p:sp>
      <p:sp>
        <p:nvSpPr>
          <p:cNvPr id="46122" name="Rectangle 42">
            <a:extLst>
              <a:ext uri="{FF2B5EF4-FFF2-40B4-BE49-F238E27FC236}">
                <a16:creationId xmlns:a16="http://schemas.microsoft.com/office/drawing/2014/main" id="{7A747352-E3ED-4469-A600-BB042B9157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8051" y="2794638"/>
            <a:ext cx="3167062" cy="647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5" tIns="46038" rIns="92075" bIns="46038"/>
          <a:lstStyle/>
          <a:p>
            <a:pPr marL="354013" indent="-354013" algn="just">
              <a:lnSpc>
                <a:spcPct val="130000"/>
              </a:lnSpc>
              <a:spcBef>
                <a:spcPct val="20000"/>
              </a:spcBef>
              <a:defRPr/>
            </a:pPr>
            <a:r>
              <a:rPr lang="zh-CN" altLang="en-US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仿宋_GB2312" pitchFamily="49" charset="-122"/>
              </a:rPr>
              <a:t>热传导的方向性</a:t>
            </a:r>
          </a:p>
        </p:txBody>
      </p:sp>
      <p:sp>
        <p:nvSpPr>
          <p:cNvPr id="27678" name="灯片编号占位符 1">
            <a:extLst>
              <a:ext uri="{FF2B5EF4-FFF2-40B4-BE49-F238E27FC236}">
                <a16:creationId xmlns:a16="http://schemas.microsoft.com/office/drawing/2014/main" id="{B2770A28-DFDD-46FD-9197-4B2FE5D3B03D}"/>
              </a:ext>
            </a:extLst>
          </p:cNvPr>
          <p:cNvSpPr txBox="1">
            <a:spLocks/>
          </p:cNvSpPr>
          <p:nvPr/>
        </p:nvSpPr>
        <p:spPr bwMode="auto">
          <a:xfrm>
            <a:off x="0" y="6381750"/>
            <a:ext cx="213360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9FEC8881-FE4C-4402-A437-5821097597C4}" type="slidenum">
              <a:rPr lang="en-US" altLang="zh-CN" b="0">
                <a:solidFill>
                  <a:srgbClr val="FF00FF"/>
                </a:solidFill>
              </a:rPr>
              <a:pPr eaLnBrk="1" hangingPunct="1"/>
              <a:t>6</a:t>
            </a:fld>
            <a:r>
              <a:rPr lang="en-US" altLang="zh-CN" b="0">
                <a:solidFill>
                  <a:srgbClr val="FF00FF"/>
                </a:solidFill>
              </a:rPr>
              <a:t>/28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53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153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153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4" dur="500"/>
                                        <p:tgtEl>
                                          <p:spTgt spid="153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53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153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153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153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 nodeType="clickPar">
                      <p:stCondLst>
                        <p:cond delay="indefinite"/>
                      </p:stCondLst>
                      <p:childTnLst>
                        <p:par>
                          <p:cTn id="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2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4" dur="500"/>
                                        <p:tgtEl>
                                          <p:spTgt spid="153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68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70" dur="1000"/>
                                        <p:tgtEl>
                                          <p:spTgt spid="1538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68"/>
                                            </p:cond>
                                          </p:stCondLst>
                                        </p:cTn>
                                        <p:tgtEl>
                                          <p:spTgt spid="15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72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74" dur="1000"/>
                                        <p:tgtEl>
                                          <p:spTgt spid="1538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72"/>
                                            </p:cond>
                                          </p:stCondLst>
                                        </p:cTn>
                                        <p:tgtEl>
                                          <p:spTgt spid="15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76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78" dur="1000"/>
                                        <p:tgtEl>
                                          <p:spTgt spid="1538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76"/>
                                            </p:cond>
                                          </p:stCondLst>
                                        </p:cTn>
                                        <p:tgtEl>
                                          <p:spTgt spid="15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80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82" dur="1000"/>
                                        <p:tgtEl>
                                          <p:spTgt spid="1538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80"/>
                                            </p:cond>
                                          </p:stCondLst>
                                        </p:cTn>
                                        <p:tgtEl>
                                          <p:spTgt spid="153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83" fill="hold" nodeType="afterGroup">
                            <p:stCondLst>
                              <p:cond delay="5000"/>
                            </p:stCondLst>
                            <p:childTnLst>
                              <p:par>
                                <p:cTn id="84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86" dur="1000"/>
                                        <p:tgtEl>
                                          <p:spTgt spid="1538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84"/>
                                            </p:cond>
                                          </p:stCondLst>
                                        </p:cTn>
                                        <p:tgtEl>
                                          <p:spTgt spid="153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87" fill="hold" nodeType="afterGroup">
                            <p:stCondLst>
                              <p:cond delay="6000"/>
                            </p:stCondLst>
                            <p:childTnLst>
                              <p:par>
                                <p:cTn id="88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90" dur="500"/>
                                        <p:tgtEl>
                                          <p:spTgt spid="153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 nodeType="clickPar">
                      <p:stCondLst>
                        <p:cond delay="indefinite"/>
                      </p:stCondLst>
                      <p:childTnLst>
                        <p:par>
                          <p:cTn id="9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5" dur="500"/>
                                        <p:tgtEl>
                                          <p:spTgt spid="153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6" fill="hold">
                            <p:stCondLst>
                              <p:cond delay="500"/>
                            </p:stCondLst>
                            <p:childTnLst>
                              <p:par>
                                <p:cTn id="9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9" dur="500"/>
                                        <p:tgtEl>
                                          <p:spTgt spid="153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0" fill="hold">
                            <p:stCondLst>
                              <p:cond delay="1000"/>
                            </p:stCondLst>
                            <p:childTnLst>
                              <p:par>
                                <p:cTn id="10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3" dur="500"/>
                                        <p:tgtEl>
                                          <p:spTgt spid="461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 nodeType="clickPar">
                      <p:stCondLst>
                        <p:cond delay="indefinite"/>
                      </p:stCondLst>
                      <p:childTnLst>
                        <p:par>
                          <p:cTn id="10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8" dur="500"/>
                                        <p:tgtEl>
                                          <p:spTgt spid="153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9" fill="hold">
                            <p:stCondLst>
                              <p:cond delay="500"/>
                            </p:stCondLst>
                            <p:childTnLst>
                              <p:par>
                                <p:cTn id="11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2" dur="500"/>
                                        <p:tgtEl>
                                          <p:spTgt spid="153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 nodeType="clickPar">
                      <p:stCondLst>
                        <p:cond delay="indefinite"/>
                      </p:stCondLst>
                      <p:childTnLst>
                        <p:par>
                          <p:cTn id="1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7" dur="500"/>
                                        <p:tgtEl>
                                          <p:spTgt spid="153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1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1" dur="500"/>
                                        <p:tgtEl>
                                          <p:spTgt spid="153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2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5" dur="500"/>
                                        <p:tgtEl>
                                          <p:spTgt spid="46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6" fill="hold" nodeType="clickPar">
                      <p:stCondLst>
                        <p:cond delay="indefinite"/>
                      </p:stCondLst>
                      <p:childTnLst>
                        <p:par>
                          <p:cTn id="1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0" dur="500"/>
                                        <p:tgtEl>
                                          <p:spTgt spid="153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362" grpId="0" autoUpdateAnimBg="0"/>
      <p:bldP spid="15362" grpId="1"/>
      <p:bldP spid="15363" grpId="0" animBg="1"/>
      <p:bldP spid="15363" grpId="1" animBg="1"/>
      <p:bldP spid="15364" grpId="0"/>
      <p:bldP spid="15364" grpId="1"/>
      <p:bldP spid="15370" grpId="0"/>
      <p:bldP spid="15371" grpId="0" animBg="1"/>
      <p:bldP spid="15372" grpId="0"/>
      <p:bldP spid="15378" grpId="0"/>
      <p:bldP spid="15379" grpId="0"/>
      <p:bldP spid="15383" grpId="0" animBg="1"/>
      <p:bldP spid="15384" grpId="0" animBg="1"/>
      <p:bldP spid="15385" grpId="0" animBg="1"/>
      <p:bldP spid="15386" grpId="0" animBg="1"/>
      <p:bldP spid="15387" grpId="0" animBg="1"/>
      <p:bldP spid="15388" grpId="0" animBg="1"/>
      <p:bldP spid="15389" grpId="0" animBg="1"/>
      <p:bldP spid="15390" grpId="0"/>
      <p:bldP spid="15391" grpId="0"/>
      <p:bldP spid="15392" grpId="0"/>
      <p:bldP spid="15393" grpId="0"/>
      <p:bldP spid="15394" grpId="0"/>
      <p:bldP spid="15395" grpId="0"/>
      <p:bldP spid="15396" grpId="0"/>
      <p:bldP spid="15397" grpId="0"/>
      <p:bldP spid="46121" grpId="0"/>
      <p:bldP spid="46122" grpId="0" build="p" autoUpdateAnimBg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ext Box 2">
            <a:extLst>
              <a:ext uri="{FF2B5EF4-FFF2-40B4-BE49-F238E27FC236}">
                <a16:creationId xmlns:a16="http://schemas.microsoft.com/office/drawing/2014/main" id="{0DF7D7F3-EC5F-4BE5-A01D-F028195C2D6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1500" y="1828800"/>
            <a:ext cx="750093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chemeClr val="bg1"/>
                </a:solidFill>
              </a:rPr>
              <a:t>无摩擦的准静态过程是可逆过程（理想过程）。</a:t>
            </a:r>
            <a:endParaRPr lang="en-US" altLang="zh-CN" sz="1800" b="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sp>
        <p:nvSpPr>
          <p:cNvPr id="16387" name="Rectangle 3">
            <a:extLst>
              <a:ext uri="{FF2B5EF4-FFF2-40B4-BE49-F238E27FC236}">
                <a16:creationId xmlns:a16="http://schemas.microsoft.com/office/drawing/2014/main" id="{2BBD4883-5AF1-4B87-BDCA-4107576872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7188" y="2428875"/>
            <a:ext cx="8215312" cy="1006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5000"/>
              </a:lnSpc>
            </a:pPr>
            <a:r>
              <a:rPr lang="zh-CN" altLang="en-US">
                <a:solidFill>
                  <a:srgbClr val="FFFF00"/>
                </a:solidFill>
              </a:rPr>
              <a:t>三</a:t>
            </a:r>
            <a:r>
              <a:rPr lang="en-US" altLang="zh-CN">
                <a:solidFill>
                  <a:srgbClr val="FFFF00"/>
                </a:solidFill>
              </a:rPr>
              <a:t>. </a:t>
            </a:r>
            <a:r>
              <a:rPr lang="zh-CN" altLang="en-US">
                <a:solidFill>
                  <a:srgbClr val="FFFF00"/>
                </a:solidFill>
                <a:cs typeface="Times New Roman" panose="02020603050405020304" pitchFamily="18" charset="0"/>
              </a:rPr>
              <a:t>热力学第二定律的实质，就是揭示了自然界的一切自发    </a:t>
            </a:r>
          </a:p>
          <a:p>
            <a:pPr eaLnBrk="1" hangingPunct="1">
              <a:lnSpc>
                <a:spcPct val="125000"/>
              </a:lnSpc>
            </a:pPr>
            <a:r>
              <a:rPr lang="zh-CN" altLang="en-US">
                <a:solidFill>
                  <a:srgbClr val="FFFF00"/>
                </a:solidFill>
                <a:cs typeface="Times New Roman" panose="02020603050405020304" pitchFamily="18" charset="0"/>
              </a:rPr>
              <a:t>      过程都是单方向进行的不可逆过程</a:t>
            </a:r>
          </a:p>
        </p:txBody>
      </p:sp>
      <p:sp>
        <p:nvSpPr>
          <p:cNvPr id="16401" name="Text Box 17">
            <a:extLst>
              <a:ext uri="{FF2B5EF4-FFF2-40B4-BE49-F238E27FC236}">
                <a16:creationId xmlns:a16="http://schemas.microsoft.com/office/drawing/2014/main" id="{156F87D6-B6E8-4519-B97A-97D1D1F9B0E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7188" y="4071938"/>
            <a:ext cx="8208962" cy="1006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5000"/>
              </a:lnSpc>
            </a:pPr>
            <a:r>
              <a:rPr lang="en-US" altLang="zh-CN">
                <a:solidFill>
                  <a:srgbClr val="FFFFFF"/>
                </a:solidFill>
                <a:ea typeface="楷体_GB2312" pitchFamily="49" charset="-122"/>
              </a:rPr>
              <a:t> (1) </a:t>
            </a:r>
            <a:r>
              <a:rPr lang="zh-CN" altLang="en-US">
                <a:solidFill>
                  <a:schemeClr val="bg1"/>
                </a:solidFill>
                <a:ea typeface="楷体_GB2312" pitchFamily="49" charset="-122"/>
              </a:rPr>
              <a:t>热力学第二定律既然是涉及大量分子的运动的无序性变   </a:t>
            </a:r>
          </a:p>
          <a:p>
            <a:pPr eaLnBrk="1" hangingPunct="1">
              <a:lnSpc>
                <a:spcPct val="125000"/>
              </a:lnSpc>
            </a:pPr>
            <a:r>
              <a:rPr lang="zh-CN" altLang="en-US">
                <a:solidFill>
                  <a:schemeClr val="bg1"/>
                </a:solidFill>
                <a:ea typeface="楷体_GB2312" pitchFamily="49" charset="-122"/>
              </a:rPr>
              <a:t>       化的规律，是一条统计规律。</a:t>
            </a:r>
          </a:p>
        </p:txBody>
      </p:sp>
      <p:sp>
        <p:nvSpPr>
          <p:cNvPr id="16402" name="Rectangle 18">
            <a:extLst>
              <a:ext uri="{FF2B5EF4-FFF2-40B4-BE49-F238E27FC236}">
                <a16:creationId xmlns:a16="http://schemas.microsoft.com/office/drawing/2014/main" id="{BB631E8C-685B-4E27-BD82-258E724DEF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9775" y="3543300"/>
            <a:ext cx="13319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rgbClr val="FFFF00"/>
                </a:solidFill>
              </a:rPr>
              <a:t>说明</a:t>
            </a:r>
          </a:p>
        </p:txBody>
      </p:sp>
      <p:sp>
        <p:nvSpPr>
          <p:cNvPr id="16403" name="AutoShape 19">
            <a:extLst>
              <a:ext uri="{FF2B5EF4-FFF2-40B4-BE49-F238E27FC236}">
                <a16:creationId xmlns:a16="http://schemas.microsoft.com/office/drawing/2014/main" id="{0B8B7545-D3DA-492D-BE92-BAB6988C32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8625" y="3495675"/>
            <a:ext cx="360363" cy="576263"/>
          </a:xfrm>
          <a:prstGeom prst="star4">
            <a:avLst>
              <a:gd name="adj" fmla="val 18519"/>
            </a:avLst>
          </a:prstGeom>
          <a:gradFill rotWithShape="0">
            <a:gsLst>
              <a:gs pos="0">
                <a:srgbClr val="99FF99"/>
              </a:gs>
              <a:gs pos="100000">
                <a:srgbClr val="477647"/>
              </a:gs>
            </a:gsLst>
            <a:path path="shape">
              <a:fillToRect l="50000" t="50000" r="50000" b="50000"/>
            </a:path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6404" name="Rectangle 20">
            <a:extLst>
              <a:ext uri="{FF2B5EF4-FFF2-40B4-BE49-F238E27FC236}">
                <a16:creationId xmlns:a16="http://schemas.microsoft.com/office/drawing/2014/main" id="{D18E0C4C-62EF-44F0-B6F5-2368A05144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0213" y="5113338"/>
            <a:ext cx="8142287" cy="101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5000"/>
              </a:lnSpc>
            </a:pPr>
            <a:r>
              <a:rPr lang="en-US" altLang="zh-CN">
                <a:solidFill>
                  <a:schemeClr val="bg1"/>
                </a:solidFill>
                <a:ea typeface="楷体_GB2312" pitchFamily="49" charset="-122"/>
              </a:rPr>
              <a:t>(2) </a:t>
            </a:r>
            <a:r>
              <a:rPr lang="zh-CN" altLang="en-US">
                <a:solidFill>
                  <a:schemeClr val="bg1"/>
                </a:solidFill>
                <a:ea typeface="楷体_GB2312" pitchFamily="49" charset="-122"/>
              </a:rPr>
              <a:t>热力学第二定律只适用于大量分子的集体，而不适用于</a:t>
            </a:r>
            <a:endParaRPr lang="en-US" altLang="zh-CN">
              <a:solidFill>
                <a:schemeClr val="bg1"/>
              </a:solidFill>
              <a:ea typeface="楷体_GB2312" pitchFamily="49" charset="-122"/>
            </a:endParaRPr>
          </a:p>
          <a:p>
            <a:pPr eaLnBrk="1" hangingPunct="1">
              <a:lnSpc>
                <a:spcPct val="125000"/>
              </a:lnSpc>
            </a:pPr>
            <a:r>
              <a:rPr lang="en-US" altLang="zh-CN">
                <a:solidFill>
                  <a:schemeClr val="bg1"/>
                </a:solidFill>
                <a:ea typeface="楷体_GB2312" pitchFamily="49" charset="-122"/>
              </a:rPr>
              <a:t>      </a:t>
            </a:r>
            <a:r>
              <a:rPr lang="zh-CN" altLang="en-US">
                <a:solidFill>
                  <a:schemeClr val="bg1"/>
                </a:solidFill>
                <a:ea typeface="楷体_GB2312" pitchFamily="49" charset="-122"/>
              </a:rPr>
              <a:t>只有少量分子的系统。</a:t>
            </a:r>
            <a:endParaRPr lang="zh-CN" altLang="en-US">
              <a:solidFill>
                <a:schemeClr val="bg1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15398" name="Text Box 38">
            <a:extLst>
              <a:ext uri="{FF2B5EF4-FFF2-40B4-BE49-F238E27FC236}">
                <a16:creationId xmlns:a16="http://schemas.microsoft.com/office/drawing/2014/main" id="{73849F82-0219-4A48-9DCD-22F37F3BB9A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1500" y="1214438"/>
            <a:ext cx="83169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rgbClr val="FFFF00"/>
                </a:solidFill>
                <a:cs typeface="Times New Roman" panose="02020603050405020304" pitchFamily="18" charset="0"/>
              </a:rPr>
              <a:t>不平衡和耗散等</a:t>
            </a:r>
            <a:r>
              <a:rPr lang="zh-CN" altLang="en-US">
                <a:solidFill>
                  <a:schemeClr val="bg1"/>
                </a:solidFill>
                <a:cs typeface="Times New Roman" panose="02020603050405020304" pitchFamily="18" charset="0"/>
              </a:rPr>
              <a:t>因素的存在，是导致过程不可逆的原因。</a:t>
            </a:r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15399" name="Text Box 39">
            <a:extLst>
              <a:ext uri="{FF2B5EF4-FFF2-40B4-BE49-F238E27FC236}">
                <a16:creationId xmlns:a16="http://schemas.microsoft.com/office/drawing/2014/main" id="{0A474FB6-D05D-485A-9C6B-0E3F90E53B8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9750" y="642938"/>
            <a:ext cx="38893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>
                <a:solidFill>
                  <a:srgbClr val="66FFFF"/>
                </a:solidFill>
              </a:rPr>
              <a:t>2. </a:t>
            </a:r>
            <a:r>
              <a:rPr lang="zh-CN" altLang="en-US">
                <a:solidFill>
                  <a:srgbClr val="66FFFF"/>
                </a:solidFill>
              </a:rPr>
              <a:t>过程不可逆的因素</a:t>
            </a:r>
          </a:p>
        </p:txBody>
      </p:sp>
      <p:sp>
        <p:nvSpPr>
          <p:cNvPr id="29706" name="灯片编号占位符 1">
            <a:extLst>
              <a:ext uri="{FF2B5EF4-FFF2-40B4-BE49-F238E27FC236}">
                <a16:creationId xmlns:a16="http://schemas.microsoft.com/office/drawing/2014/main" id="{97F52CDC-0EB3-4719-ACEC-A909FDC00EB3}"/>
              </a:ext>
            </a:extLst>
          </p:cNvPr>
          <p:cNvSpPr txBox="1">
            <a:spLocks/>
          </p:cNvSpPr>
          <p:nvPr/>
        </p:nvSpPr>
        <p:spPr bwMode="auto">
          <a:xfrm>
            <a:off x="0" y="6381750"/>
            <a:ext cx="213360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79196BC8-A3D7-4BD4-AE90-B7C5317D7349}" type="slidenum">
              <a:rPr lang="en-US" altLang="zh-CN" b="0">
                <a:solidFill>
                  <a:srgbClr val="FF00FF"/>
                </a:solidFill>
              </a:rPr>
              <a:pPr eaLnBrk="1" hangingPunct="1"/>
              <a:t>7</a:t>
            </a:fld>
            <a:r>
              <a:rPr lang="en-US" altLang="zh-CN" b="0">
                <a:solidFill>
                  <a:srgbClr val="FF00FF"/>
                </a:solidFill>
              </a:rPr>
              <a:t>/28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53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53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63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63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4" presetID="50" presetClass="entr" presetSubtype="0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640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640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64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64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6" dur="500"/>
                                        <p:tgtEl>
                                          <p:spTgt spid="164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8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0" dur="500"/>
                                        <p:tgtEl>
                                          <p:spTgt spid="164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386" grpId="0"/>
      <p:bldP spid="16387" grpId="0"/>
      <p:bldP spid="16401" grpId="0" autoUpdateAnimBg="0"/>
      <p:bldP spid="16402" grpId="0" autoUpdateAnimBg="0"/>
      <p:bldP spid="16403" grpId="0" animBg="1"/>
      <p:bldP spid="16404" grpId="0"/>
      <p:bldP spid="15398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29" name="Rectangle 57">
            <a:extLst>
              <a:ext uri="{FF2B5EF4-FFF2-40B4-BE49-F238E27FC236}">
                <a16:creationId xmlns:a16="http://schemas.microsoft.com/office/drawing/2014/main" id="{FD896EA7-2674-4A1D-B3E3-44D82FF410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0063" y="1309688"/>
            <a:ext cx="8320087" cy="833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0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ts val="3200"/>
              </a:lnSpc>
            </a:pPr>
            <a:r>
              <a:rPr lang="zh-CN" altLang="en-US">
                <a:solidFill>
                  <a:schemeClr val="bg1"/>
                </a:solidFill>
                <a:ea typeface="楷体_GB2312" pitchFamily="49" charset="-122"/>
              </a:rPr>
              <a:t>                                                                        </a:t>
            </a:r>
            <a:r>
              <a:rPr lang="zh-CN" altLang="en-US">
                <a:solidFill>
                  <a:srgbClr val="FFFF00"/>
                </a:solidFill>
                <a:ea typeface="楷体_GB2312" pitchFamily="49" charset="-122"/>
              </a:rPr>
              <a:t>热机只与两个热源交换热量，并无散热、漏气、摩擦等耗损因素等 </a:t>
            </a:r>
            <a:r>
              <a:rPr lang="en-US" altLang="zh-CN">
                <a:solidFill>
                  <a:schemeClr val="bg1"/>
                </a:solidFill>
                <a:ea typeface="楷体_GB2312" pitchFamily="49" charset="-122"/>
              </a:rPr>
              <a:t>(</a:t>
            </a:r>
            <a:r>
              <a:rPr lang="zh-CN" altLang="en-US">
                <a:solidFill>
                  <a:schemeClr val="bg1"/>
                </a:solidFill>
                <a:ea typeface="楷体_GB2312" pitchFamily="49" charset="-122"/>
              </a:rPr>
              <a:t>卡诺热机</a:t>
            </a:r>
            <a:r>
              <a:rPr lang="en-US" altLang="zh-CN">
                <a:solidFill>
                  <a:schemeClr val="bg1"/>
                </a:solidFill>
                <a:ea typeface="楷体_GB2312" pitchFamily="49" charset="-122"/>
              </a:rPr>
              <a:t>)</a:t>
            </a:r>
            <a:endParaRPr lang="zh-CN" altLang="en-US">
              <a:solidFill>
                <a:schemeClr val="bg1"/>
              </a:solidFill>
              <a:ea typeface="楷体_GB2312" pitchFamily="49" charset="-122"/>
            </a:endParaRPr>
          </a:p>
        </p:txBody>
      </p:sp>
      <p:sp>
        <p:nvSpPr>
          <p:cNvPr id="17410" name="Text Box 2">
            <a:extLst>
              <a:ext uri="{FF2B5EF4-FFF2-40B4-BE49-F238E27FC236}">
                <a16:creationId xmlns:a16="http://schemas.microsoft.com/office/drawing/2014/main" id="{2C8F5950-A21D-42B4-AAB3-6A54B031727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90688" y="206375"/>
            <a:ext cx="60960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3200">
                <a:solidFill>
                  <a:srgbClr val="00FF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§</a:t>
            </a:r>
            <a:r>
              <a:rPr lang="en-US" altLang="zh-CN" sz="3200">
                <a:solidFill>
                  <a:srgbClr val="00FF00"/>
                </a:solidFill>
                <a:ea typeface="黑体" panose="02010609060101010101" pitchFamily="49" charset="-122"/>
              </a:rPr>
              <a:t>11.11  </a:t>
            </a:r>
            <a:r>
              <a:rPr lang="zh-CN" altLang="en-US" sz="3200">
                <a:solidFill>
                  <a:srgbClr val="00FF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卡诺循环  卡诺定理</a:t>
            </a:r>
          </a:p>
        </p:txBody>
      </p:sp>
      <p:sp>
        <p:nvSpPr>
          <p:cNvPr id="17411" name="Text Box 3">
            <a:extLst>
              <a:ext uri="{FF2B5EF4-FFF2-40B4-BE49-F238E27FC236}">
                <a16:creationId xmlns:a16="http://schemas.microsoft.com/office/drawing/2014/main" id="{68FBACE6-DF39-4DCD-AEB0-3B95A42C235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8625" y="766763"/>
            <a:ext cx="771525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>
                <a:solidFill>
                  <a:srgbClr val="FFFF00"/>
                </a:solidFill>
              </a:rPr>
              <a:t>一</a:t>
            </a:r>
            <a:r>
              <a:rPr lang="en-US" altLang="zh-CN" sz="2800">
                <a:solidFill>
                  <a:srgbClr val="FFFF00"/>
                </a:solidFill>
              </a:rPr>
              <a:t>. </a:t>
            </a:r>
            <a:r>
              <a:rPr lang="zh-CN" altLang="en-US" sz="2800">
                <a:solidFill>
                  <a:srgbClr val="FFFF00"/>
                </a:solidFill>
              </a:rPr>
              <a:t>卡诺循环 </a:t>
            </a:r>
            <a:r>
              <a:rPr lang="en-US" altLang="zh-CN">
                <a:solidFill>
                  <a:schemeClr val="bg1"/>
                </a:solidFill>
                <a:ea typeface="楷体_GB2312" pitchFamily="49" charset="-122"/>
              </a:rPr>
              <a:t>(1824</a:t>
            </a:r>
            <a:r>
              <a:rPr lang="zh-CN" altLang="en-US">
                <a:solidFill>
                  <a:schemeClr val="bg1"/>
                </a:solidFill>
                <a:ea typeface="楷体_GB2312" pitchFamily="49" charset="-122"/>
              </a:rPr>
              <a:t>，法国工程师</a:t>
            </a:r>
            <a:r>
              <a:rPr lang="en-US" altLang="zh-CN">
                <a:solidFill>
                  <a:schemeClr val="bg1"/>
                </a:solidFill>
                <a:ea typeface="楷体_GB2312" pitchFamily="49" charset="-122"/>
              </a:rPr>
              <a:t>-</a:t>
            </a:r>
            <a:r>
              <a:rPr lang="zh-CN" altLang="en-US">
                <a:solidFill>
                  <a:schemeClr val="bg1"/>
                </a:solidFill>
                <a:ea typeface="楷体_GB2312" pitchFamily="49" charset="-122"/>
              </a:rPr>
              <a:t>卡诺</a:t>
            </a:r>
            <a:r>
              <a:rPr lang="en-US" altLang="zh-CN">
                <a:solidFill>
                  <a:schemeClr val="bg1"/>
                </a:solidFill>
                <a:ea typeface="楷体_GB2312" pitchFamily="49" charset="-122"/>
              </a:rPr>
              <a:t>)</a:t>
            </a:r>
            <a:endParaRPr lang="zh-CN" altLang="en-US">
              <a:solidFill>
                <a:srgbClr val="FFFF00"/>
              </a:solidFill>
            </a:endParaRPr>
          </a:p>
        </p:txBody>
      </p:sp>
      <p:sp>
        <p:nvSpPr>
          <p:cNvPr id="17412" name="Text Box 4">
            <a:extLst>
              <a:ext uri="{FF2B5EF4-FFF2-40B4-BE49-F238E27FC236}">
                <a16:creationId xmlns:a16="http://schemas.microsoft.com/office/drawing/2014/main" id="{B22867E2-9C41-4B47-BF37-9A0BB038E21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8625" y="2257425"/>
            <a:ext cx="74183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rgbClr val="FFFF00"/>
                </a:solidFill>
              </a:rPr>
              <a:t>卡诺循环</a:t>
            </a:r>
            <a:r>
              <a:rPr lang="zh-CN" altLang="en-US">
                <a:solidFill>
                  <a:schemeClr val="bg1"/>
                </a:solidFill>
              </a:rPr>
              <a:t>是由两个等温过程和两个绝热过程组成的</a:t>
            </a:r>
          </a:p>
        </p:txBody>
      </p:sp>
      <p:sp>
        <p:nvSpPr>
          <p:cNvPr id="17413" name="Text Box 5">
            <a:extLst>
              <a:ext uri="{FF2B5EF4-FFF2-40B4-BE49-F238E27FC236}">
                <a16:creationId xmlns:a16="http://schemas.microsoft.com/office/drawing/2014/main" id="{B41232A4-5DD8-4806-8216-2DCF5F834DC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8313" y="2708275"/>
            <a:ext cx="384492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>
                <a:solidFill>
                  <a:srgbClr val="66FFFF"/>
                </a:solidFill>
              </a:rPr>
              <a:t>1. </a:t>
            </a:r>
            <a:r>
              <a:rPr lang="zh-CN" altLang="en-US">
                <a:solidFill>
                  <a:srgbClr val="66FFFF"/>
                </a:solidFill>
              </a:rPr>
              <a:t>卡诺热机的效率 </a:t>
            </a:r>
            <a:r>
              <a:rPr lang="zh-CN" altLang="en-US" sz="2800">
                <a:solidFill>
                  <a:srgbClr val="66FFFF"/>
                </a:solidFill>
              </a:rPr>
              <a:t> </a:t>
            </a:r>
          </a:p>
        </p:txBody>
      </p:sp>
      <p:sp>
        <p:nvSpPr>
          <p:cNvPr id="17414" name="Text Box 6">
            <a:extLst>
              <a:ext uri="{FF2B5EF4-FFF2-40B4-BE49-F238E27FC236}">
                <a16:creationId xmlns:a16="http://schemas.microsoft.com/office/drawing/2014/main" id="{B1C33190-C3B7-474A-8EE2-5883209CA0C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2413" y="3406775"/>
            <a:ext cx="3619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800" i="1" dirty="0">
                <a:solidFill>
                  <a:srgbClr val="66FFFF"/>
                </a:solidFill>
              </a:rPr>
              <a:t>a</a:t>
            </a:r>
          </a:p>
        </p:txBody>
      </p:sp>
      <p:sp>
        <p:nvSpPr>
          <p:cNvPr id="17415" name="Text Box 7">
            <a:extLst>
              <a:ext uri="{FF2B5EF4-FFF2-40B4-BE49-F238E27FC236}">
                <a16:creationId xmlns:a16="http://schemas.microsoft.com/office/drawing/2014/main" id="{4677B76A-E7E2-4932-8E6D-A3408C31638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00850" y="3711575"/>
            <a:ext cx="3619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800" i="1">
                <a:solidFill>
                  <a:srgbClr val="66FFFF"/>
                </a:solidFill>
              </a:rPr>
              <a:t>b</a:t>
            </a:r>
          </a:p>
        </p:txBody>
      </p:sp>
      <p:sp>
        <p:nvSpPr>
          <p:cNvPr id="17416" name="Text Box 8">
            <a:extLst>
              <a:ext uri="{FF2B5EF4-FFF2-40B4-BE49-F238E27FC236}">
                <a16:creationId xmlns:a16="http://schemas.microsoft.com/office/drawing/2014/main" id="{0E911622-49BE-46C5-9AE1-22CB0CF97EF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51775" y="5102225"/>
            <a:ext cx="341313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800" i="1">
                <a:solidFill>
                  <a:srgbClr val="66FFFF"/>
                </a:solidFill>
              </a:rPr>
              <a:t>c</a:t>
            </a:r>
          </a:p>
        </p:txBody>
      </p:sp>
      <p:sp>
        <p:nvSpPr>
          <p:cNvPr id="17417" name="Text Box 9">
            <a:extLst>
              <a:ext uri="{FF2B5EF4-FFF2-40B4-BE49-F238E27FC236}">
                <a16:creationId xmlns:a16="http://schemas.microsoft.com/office/drawing/2014/main" id="{281C3CD7-54DA-4C9D-82F6-A7701F0DE3E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67450" y="4702175"/>
            <a:ext cx="3619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800" i="1">
                <a:solidFill>
                  <a:srgbClr val="66FFFF"/>
                </a:solidFill>
              </a:rPr>
              <a:t>d</a:t>
            </a:r>
          </a:p>
        </p:txBody>
      </p:sp>
      <p:grpSp>
        <p:nvGrpSpPr>
          <p:cNvPr id="2" name="Group 10">
            <a:extLst>
              <a:ext uri="{FF2B5EF4-FFF2-40B4-BE49-F238E27FC236}">
                <a16:creationId xmlns:a16="http://schemas.microsoft.com/office/drawing/2014/main" id="{515E2C67-47A8-4DA6-B59C-2E4F38E01F9C}"/>
              </a:ext>
            </a:extLst>
          </p:cNvPr>
          <p:cNvGrpSpPr>
            <a:grpSpLocks/>
          </p:cNvGrpSpPr>
          <p:nvPr/>
        </p:nvGrpSpPr>
        <p:grpSpPr bwMode="auto">
          <a:xfrm>
            <a:off x="5734050" y="3508375"/>
            <a:ext cx="914400" cy="1066800"/>
            <a:chOff x="3703" y="1737"/>
            <a:chExt cx="576" cy="672"/>
          </a:xfrm>
        </p:grpSpPr>
        <p:sp>
          <p:nvSpPr>
            <p:cNvPr id="6200" name="Freeform 11">
              <a:extLst>
                <a:ext uri="{FF2B5EF4-FFF2-40B4-BE49-F238E27FC236}">
                  <a16:creationId xmlns:a16="http://schemas.microsoft.com/office/drawing/2014/main" id="{DB598971-EB09-41A7-8BDA-44379CE6F491}"/>
                </a:ext>
              </a:extLst>
            </p:cNvPr>
            <p:cNvSpPr>
              <a:spLocks/>
            </p:cNvSpPr>
            <p:nvPr/>
          </p:nvSpPr>
          <p:spPr bwMode="auto">
            <a:xfrm rot="-2235984">
              <a:off x="3703" y="1737"/>
              <a:ext cx="576" cy="672"/>
            </a:xfrm>
            <a:custGeom>
              <a:avLst/>
              <a:gdLst>
                <a:gd name="T0" fmla="*/ 0 w 576"/>
                <a:gd name="T1" fmla="*/ 0 h 672"/>
                <a:gd name="T2" fmla="*/ 96 w 576"/>
                <a:gd name="T3" fmla="*/ 192 h 672"/>
                <a:gd name="T4" fmla="*/ 240 w 576"/>
                <a:gd name="T5" fmla="*/ 384 h 672"/>
                <a:gd name="T6" fmla="*/ 384 w 576"/>
                <a:gd name="T7" fmla="*/ 528 h 672"/>
                <a:gd name="T8" fmla="*/ 576 w 576"/>
                <a:gd name="T9" fmla="*/ 672 h 67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576"/>
                <a:gd name="T16" fmla="*/ 0 h 672"/>
                <a:gd name="T17" fmla="*/ 576 w 576"/>
                <a:gd name="T18" fmla="*/ 672 h 67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576" h="672">
                  <a:moveTo>
                    <a:pt x="0" y="0"/>
                  </a:moveTo>
                  <a:cubicBezTo>
                    <a:pt x="28" y="64"/>
                    <a:pt x="56" y="128"/>
                    <a:pt x="96" y="192"/>
                  </a:cubicBezTo>
                  <a:cubicBezTo>
                    <a:pt x="136" y="256"/>
                    <a:pt x="192" y="328"/>
                    <a:pt x="240" y="384"/>
                  </a:cubicBezTo>
                  <a:cubicBezTo>
                    <a:pt x="288" y="440"/>
                    <a:pt x="328" y="480"/>
                    <a:pt x="384" y="528"/>
                  </a:cubicBezTo>
                  <a:cubicBezTo>
                    <a:pt x="440" y="576"/>
                    <a:pt x="544" y="648"/>
                    <a:pt x="576" y="672"/>
                  </a:cubicBezTo>
                </a:path>
              </a:pathLst>
            </a:custGeom>
            <a:noFill/>
            <a:ln w="38100">
              <a:solidFill>
                <a:srgbClr val="FFFF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6201" name="Object 12">
              <a:extLst>
                <a:ext uri="{FF2B5EF4-FFF2-40B4-BE49-F238E27FC236}">
                  <a16:creationId xmlns:a16="http://schemas.microsoft.com/office/drawing/2014/main" id="{7A052EE0-7AC3-413E-A82A-0BFCBD6460AE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895" y="1779"/>
            <a:ext cx="292" cy="32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56434" name="Equation" r:id="rId4" imgW="123857" imgH="180941" progId="Equation.3">
                    <p:embed/>
                  </p:oleObj>
                </mc:Choice>
                <mc:Fallback>
                  <p:oleObj name="Equation" r:id="rId4" imgW="123857" imgH="180941" progId="Equation.3">
                    <p:embed/>
                    <p:pic>
                      <p:nvPicPr>
                        <p:cNvPr id="6201" name="Object 12">
                          <a:extLst>
                            <a:ext uri="{FF2B5EF4-FFF2-40B4-BE49-F238E27FC236}">
                              <a16:creationId xmlns:a16="http://schemas.microsoft.com/office/drawing/2014/main" id="{7A052EE0-7AC3-413E-A82A-0BFCBD6460AE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895" y="1779"/>
                          <a:ext cx="292" cy="32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FF99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" name="Group 13">
            <a:extLst>
              <a:ext uri="{FF2B5EF4-FFF2-40B4-BE49-F238E27FC236}">
                <a16:creationId xmlns:a16="http://schemas.microsoft.com/office/drawing/2014/main" id="{B641229C-74AD-4FFD-A2A8-988051F3F637}"/>
              </a:ext>
            </a:extLst>
          </p:cNvPr>
          <p:cNvGrpSpPr>
            <a:grpSpLocks/>
          </p:cNvGrpSpPr>
          <p:nvPr/>
        </p:nvGrpSpPr>
        <p:grpSpPr bwMode="auto">
          <a:xfrm>
            <a:off x="6586538" y="4695825"/>
            <a:ext cx="990600" cy="1143000"/>
            <a:chOff x="4240" y="2485"/>
            <a:chExt cx="624" cy="720"/>
          </a:xfrm>
        </p:grpSpPr>
        <p:sp>
          <p:nvSpPr>
            <p:cNvPr id="6198" name="Freeform 14">
              <a:extLst>
                <a:ext uri="{FF2B5EF4-FFF2-40B4-BE49-F238E27FC236}">
                  <a16:creationId xmlns:a16="http://schemas.microsoft.com/office/drawing/2014/main" id="{9653735C-9F3D-4685-A143-91D384B5A7AC}"/>
                </a:ext>
              </a:extLst>
            </p:cNvPr>
            <p:cNvSpPr>
              <a:spLocks/>
            </p:cNvSpPr>
            <p:nvPr/>
          </p:nvSpPr>
          <p:spPr bwMode="auto">
            <a:xfrm rot="-2419220">
              <a:off x="4240" y="2485"/>
              <a:ext cx="624" cy="720"/>
            </a:xfrm>
            <a:custGeom>
              <a:avLst/>
              <a:gdLst>
                <a:gd name="T0" fmla="*/ 0 w 576"/>
                <a:gd name="T1" fmla="*/ 0 h 672"/>
                <a:gd name="T2" fmla="*/ 2167 w 576"/>
                <a:gd name="T3" fmla="*/ 2839 h 672"/>
                <a:gd name="T4" fmla="*/ 5444 w 576"/>
                <a:gd name="T5" fmla="*/ 5659 h 672"/>
                <a:gd name="T6" fmla="*/ 8722 w 576"/>
                <a:gd name="T7" fmla="*/ 7766 h 672"/>
                <a:gd name="T8" fmla="*/ 13072 w 576"/>
                <a:gd name="T9" fmla="*/ 9901 h 67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576"/>
                <a:gd name="T16" fmla="*/ 0 h 672"/>
                <a:gd name="T17" fmla="*/ 576 w 576"/>
                <a:gd name="T18" fmla="*/ 672 h 67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576" h="672">
                  <a:moveTo>
                    <a:pt x="0" y="0"/>
                  </a:moveTo>
                  <a:cubicBezTo>
                    <a:pt x="28" y="64"/>
                    <a:pt x="56" y="128"/>
                    <a:pt x="96" y="192"/>
                  </a:cubicBezTo>
                  <a:cubicBezTo>
                    <a:pt x="136" y="256"/>
                    <a:pt x="192" y="328"/>
                    <a:pt x="240" y="384"/>
                  </a:cubicBezTo>
                  <a:cubicBezTo>
                    <a:pt x="288" y="440"/>
                    <a:pt x="328" y="480"/>
                    <a:pt x="384" y="528"/>
                  </a:cubicBezTo>
                  <a:cubicBezTo>
                    <a:pt x="440" y="576"/>
                    <a:pt x="544" y="648"/>
                    <a:pt x="576" y="672"/>
                  </a:cubicBezTo>
                </a:path>
              </a:pathLst>
            </a:custGeom>
            <a:noFill/>
            <a:ln w="38100">
              <a:solidFill>
                <a:srgbClr val="FFFF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6199" name="Object 15">
              <a:extLst>
                <a:ext uri="{FF2B5EF4-FFF2-40B4-BE49-F238E27FC236}">
                  <a16:creationId xmlns:a16="http://schemas.microsoft.com/office/drawing/2014/main" id="{21B19CC0-3859-4358-9C7C-EDCA69B77B96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321" y="2587"/>
            <a:ext cx="314" cy="32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56435" name="Equation" r:id="rId6" imgW="142818" imgH="180941" progId="Equation.3">
                    <p:embed/>
                  </p:oleObj>
                </mc:Choice>
                <mc:Fallback>
                  <p:oleObj name="Equation" r:id="rId6" imgW="142818" imgH="180941" progId="Equation.3">
                    <p:embed/>
                    <p:pic>
                      <p:nvPicPr>
                        <p:cNvPr id="6199" name="Object 15">
                          <a:extLst>
                            <a:ext uri="{FF2B5EF4-FFF2-40B4-BE49-F238E27FC236}">
                              <a16:creationId xmlns:a16="http://schemas.microsoft.com/office/drawing/2014/main" id="{21B19CC0-3859-4358-9C7C-EDCA69B77B96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21" y="2587"/>
                          <a:ext cx="314" cy="32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FF99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7424" name="Arc 16">
            <a:extLst>
              <a:ext uri="{FF2B5EF4-FFF2-40B4-BE49-F238E27FC236}">
                <a16:creationId xmlns:a16="http://schemas.microsoft.com/office/drawing/2014/main" id="{05070F64-CD61-4D5F-BF41-905BFC2CC42F}"/>
              </a:ext>
            </a:extLst>
          </p:cNvPr>
          <p:cNvSpPr>
            <a:spLocks/>
          </p:cNvSpPr>
          <p:nvPr/>
        </p:nvSpPr>
        <p:spPr bwMode="auto">
          <a:xfrm rot="-600000">
            <a:off x="6873875" y="3133725"/>
            <a:ext cx="2017713" cy="2227263"/>
          </a:xfrm>
          <a:custGeom>
            <a:avLst/>
            <a:gdLst>
              <a:gd name="T0" fmla="*/ 2147483646 w 20567"/>
              <a:gd name="T1" fmla="*/ 2147483646 h 17252"/>
              <a:gd name="T2" fmla="*/ 0 w 20567"/>
              <a:gd name="T3" fmla="*/ 2147483646 h 17252"/>
              <a:gd name="T4" fmla="*/ 2147483646 w 20567"/>
              <a:gd name="T5" fmla="*/ 0 h 17252"/>
              <a:gd name="T6" fmla="*/ 0 60000 65536"/>
              <a:gd name="T7" fmla="*/ 0 60000 65536"/>
              <a:gd name="T8" fmla="*/ 0 60000 65536"/>
              <a:gd name="T9" fmla="*/ 0 w 20567"/>
              <a:gd name="T10" fmla="*/ 0 h 17252"/>
              <a:gd name="T11" fmla="*/ 20567 w 20567"/>
              <a:gd name="T12" fmla="*/ 17252 h 17252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0567" h="17252" fill="none" extrusionOk="0">
                <a:moveTo>
                  <a:pt x="7569" y="17252"/>
                </a:moveTo>
                <a:cubicBezTo>
                  <a:pt x="4007" y="14567"/>
                  <a:pt x="1362" y="10846"/>
                  <a:pt x="-1" y="6599"/>
                </a:cubicBezTo>
              </a:path>
              <a:path w="20567" h="17252" stroke="0" extrusionOk="0">
                <a:moveTo>
                  <a:pt x="7569" y="17252"/>
                </a:moveTo>
                <a:cubicBezTo>
                  <a:pt x="4007" y="14567"/>
                  <a:pt x="1362" y="10846"/>
                  <a:pt x="-1" y="6599"/>
                </a:cubicBezTo>
                <a:lnTo>
                  <a:pt x="20567" y="0"/>
                </a:lnTo>
                <a:lnTo>
                  <a:pt x="7569" y="17252"/>
                </a:lnTo>
                <a:close/>
              </a:path>
            </a:pathLst>
          </a:custGeom>
          <a:noFill/>
          <a:ln w="38100">
            <a:solidFill>
              <a:srgbClr val="66FFFF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425" name="Arc 17">
            <a:extLst>
              <a:ext uri="{FF2B5EF4-FFF2-40B4-BE49-F238E27FC236}">
                <a16:creationId xmlns:a16="http://schemas.microsoft.com/office/drawing/2014/main" id="{813BADF2-A68C-4927-A453-A92A49E18DF1}"/>
              </a:ext>
            </a:extLst>
          </p:cNvPr>
          <p:cNvSpPr>
            <a:spLocks/>
          </p:cNvSpPr>
          <p:nvPr/>
        </p:nvSpPr>
        <p:spPr bwMode="auto">
          <a:xfrm rot="341329">
            <a:off x="5502275" y="2740025"/>
            <a:ext cx="2106613" cy="2433638"/>
          </a:xfrm>
          <a:custGeom>
            <a:avLst/>
            <a:gdLst>
              <a:gd name="T0" fmla="*/ 2147483646 w 19331"/>
              <a:gd name="T1" fmla="*/ 2147483646 h 18984"/>
              <a:gd name="T2" fmla="*/ 0 w 19331"/>
              <a:gd name="T3" fmla="*/ 2147483646 h 18984"/>
              <a:gd name="T4" fmla="*/ 2147483646 w 19331"/>
              <a:gd name="T5" fmla="*/ 0 h 18984"/>
              <a:gd name="T6" fmla="*/ 0 60000 65536"/>
              <a:gd name="T7" fmla="*/ 0 60000 65536"/>
              <a:gd name="T8" fmla="*/ 0 60000 65536"/>
              <a:gd name="T9" fmla="*/ 0 w 19331"/>
              <a:gd name="T10" fmla="*/ 0 h 18984"/>
              <a:gd name="T11" fmla="*/ 19331 w 19331"/>
              <a:gd name="T12" fmla="*/ 18984 h 18984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9331" h="18984" fill="none" extrusionOk="0">
                <a:moveTo>
                  <a:pt x="9026" y="18983"/>
                </a:moveTo>
                <a:cubicBezTo>
                  <a:pt x="5129" y="16868"/>
                  <a:pt x="1978" y="13605"/>
                  <a:pt x="0" y="9637"/>
                </a:cubicBezTo>
              </a:path>
              <a:path w="19331" h="18984" stroke="0" extrusionOk="0">
                <a:moveTo>
                  <a:pt x="9026" y="18983"/>
                </a:moveTo>
                <a:cubicBezTo>
                  <a:pt x="5129" y="16868"/>
                  <a:pt x="1978" y="13605"/>
                  <a:pt x="0" y="9637"/>
                </a:cubicBezTo>
                <a:lnTo>
                  <a:pt x="19331" y="0"/>
                </a:lnTo>
                <a:lnTo>
                  <a:pt x="9026" y="18983"/>
                </a:lnTo>
                <a:close/>
              </a:path>
            </a:pathLst>
          </a:custGeom>
          <a:noFill/>
          <a:ln w="38100">
            <a:solidFill>
              <a:srgbClr val="66FFFF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4" name="Group 18">
            <a:extLst>
              <a:ext uri="{FF2B5EF4-FFF2-40B4-BE49-F238E27FC236}">
                <a16:creationId xmlns:a16="http://schemas.microsoft.com/office/drawing/2014/main" id="{F5CAA4BD-F1C8-4407-B283-DE841F680978}"/>
              </a:ext>
            </a:extLst>
          </p:cNvPr>
          <p:cNvGrpSpPr>
            <a:grpSpLocks/>
          </p:cNvGrpSpPr>
          <p:nvPr/>
        </p:nvGrpSpPr>
        <p:grpSpPr bwMode="auto">
          <a:xfrm>
            <a:off x="6286500" y="3267075"/>
            <a:ext cx="847725" cy="1233488"/>
            <a:chOff x="4051" y="1585"/>
            <a:chExt cx="534" cy="777"/>
          </a:xfrm>
        </p:grpSpPr>
        <p:sp>
          <p:nvSpPr>
            <p:cNvPr id="6196" name="Text Box 19">
              <a:extLst>
                <a:ext uri="{FF2B5EF4-FFF2-40B4-BE49-F238E27FC236}">
                  <a16:creationId xmlns:a16="http://schemas.microsoft.com/office/drawing/2014/main" id="{E7227C2E-3DA5-44F9-B15D-DA0086E1948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31" y="1585"/>
              <a:ext cx="354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800" i="1">
                  <a:solidFill>
                    <a:srgbClr val="FF0000"/>
                  </a:solidFill>
                </a:rPr>
                <a:t>Q</a:t>
              </a:r>
              <a:r>
                <a:rPr lang="en-US" altLang="zh-CN" sz="2800" baseline="-25000">
                  <a:solidFill>
                    <a:srgbClr val="FF0000"/>
                  </a:solidFill>
                </a:rPr>
                <a:t>1</a:t>
              </a:r>
            </a:p>
          </p:txBody>
        </p:sp>
        <p:sp>
          <p:nvSpPr>
            <p:cNvPr id="6197" name="Line 20">
              <a:extLst>
                <a:ext uri="{FF2B5EF4-FFF2-40B4-BE49-F238E27FC236}">
                  <a16:creationId xmlns:a16="http://schemas.microsoft.com/office/drawing/2014/main" id="{13D71D7C-DE27-41C8-ADDA-B8BF7037F59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051" y="1954"/>
              <a:ext cx="226" cy="408"/>
            </a:xfrm>
            <a:prstGeom prst="line">
              <a:avLst/>
            </a:prstGeom>
            <a:noFill/>
            <a:ln w="38100">
              <a:solidFill>
                <a:srgbClr val="FFCCFF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5" name="Group 21">
            <a:extLst>
              <a:ext uri="{FF2B5EF4-FFF2-40B4-BE49-F238E27FC236}">
                <a16:creationId xmlns:a16="http://schemas.microsoft.com/office/drawing/2014/main" id="{C07B858D-70D6-4DA9-A69B-FA0620A3A57B}"/>
              </a:ext>
            </a:extLst>
          </p:cNvPr>
          <p:cNvGrpSpPr>
            <a:grpSpLocks/>
          </p:cNvGrpSpPr>
          <p:nvPr/>
        </p:nvGrpSpPr>
        <p:grpSpPr bwMode="auto">
          <a:xfrm>
            <a:off x="7153275" y="5143500"/>
            <a:ext cx="561975" cy="1357313"/>
            <a:chOff x="4597" y="2767"/>
            <a:chExt cx="354" cy="855"/>
          </a:xfrm>
        </p:grpSpPr>
        <p:sp>
          <p:nvSpPr>
            <p:cNvPr id="6194" name="Text Box 22">
              <a:extLst>
                <a:ext uri="{FF2B5EF4-FFF2-40B4-BE49-F238E27FC236}">
                  <a16:creationId xmlns:a16="http://schemas.microsoft.com/office/drawing/2014/main" id="{3D7946FB-29BE-4B64-BA34-BE972498FA0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97" y="3295"/>
              <a:ext cx="354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800" i="1">
                  <a:solidFill>
                    <a:srgbClr val="FF0000"/>
                  </a:solidFill>
                </a:rPr>
                <a:t>Q</a:t>
              </a:r>
              <a:r>
                <a:rPr lang="en-US" altLang="zh-CN" sz="2800" baseline="-25000">
                  <a:solidFill>
                    <a:srgbClr val="FF0000"/>
                  </a:solidFill>
                </a:rPr>
                <a:t>2</a:t>
              </a:r>
              <a:endParaRPr lang="en-US" altLang="zh-CN">
                <a:solidFill>
                  <a:srgbClr val="FF0000"/>
                </a:solidFill>
              </a:endParaRPr>
            </a:p>
          </p:txBody>
        </p:sp>
        <p:sp>
          <p:nvSpPr>
            <p:cNvPr id="6195" name="Line 23">
              <a:extLst>
                <a:ext uri="{FF2B5EF4-FFF2-40B4-BE49-F238E27FC236}">
                  <a16:creationId xmlns:a16="http://schemas.microsoft.com/office/drawing/2014/main" id="{8C6852A7-F8FA-465A-A454-C11617E75FE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81" y="2767"/>
              <a:ext cx="45" cy="585"/>
            </a:xfrm>
            <a:prstGeom prst="line">
              <a:avLst/>
            </a:prstGeom>
            <a:noFill/>
            <a:ln w="38100">
              <a:solidFill>
                <a:srgbClr val="FFCCFF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aphicFrame>
        <p:nvGraphicFramePr>
          <p:cNvPr id="17432" name="Object 24">
            <a:extLst>
              <a:ext uri="{FF2B5EF4-FFF2-40B4-BE49-F238E27FC236}">
                <a16:creationId xmlns:a16="http://schemas.microsoft.com/office/drawing/2014/main" id="{7F52B222-915B-4529-AFD6-CB5ED6AC37E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187450" y="4089400"/>
          <a:ext cx="2047875" cy="911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6436" name="公式" r:id="rId8" imgW="2019325" imgH="876232" progId="Equation.3">
                  <p:embed/>
                </p:oleObj>
              </mc:Choice>
              <mc:Fallback>
                <p:oleObj name="公式" r:id="rId8" imgW="2019325" imgH="876232" progId="Equation.3">
                  <p:embed/>
                  <p:pic>
                    <p:nvPicPr>
                      <p:cNvPr id="17432" name="Object 24">
                        <a:extLst>
                          <a:ext uri="{FF2B5EF4-FFF2-40B4-BE49-F238E27FC236}">
                            <a16:creationId xmlns:a16="http://schemas.microsoft.com/office/drawing/2014/main" id="{7F52B222-915B-4529-AFD6-CB5ED6AC37E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87450" y="4089400"/>
                        <a:ext cx="2047875" cy="911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433" name="Object 25">
            <a:extLst>
              <a:ext uri="{FF2B5EF4-FFF2-40B4-BE49-F238E27FC236}">
                <a16:creationId xmlns:a16="http://schemas.microsoft.com/office/drawing/2014/main" id="{20BDD49D-C587-4E19-A049-A30C5651F05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143000" y="5803900"/>
          <a:ext cx="2139950" cy="911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6437" name="公式" r:id="rId10" imgW="2104955" imgH="876232" progId="Equation.3">
                  <p:embed/>
                </p:oleObj>
              </mc:Choice>
              <mc:Fallback>
                <p:oleObj name="公式" r:id="rId10" imgW="2104955" imgH="876232" progId="Equation.3">
                  <p:embed/>
                  <p:pic>
                    <p:nvPicPr>
                      <p:cNvPr id="17433" name="Object 25">
                        <a:extLst>
                          <a:ext uri="{FF2B5EF4-FFF2-40B4-BE49-F238E27FC236}">
                            <a16:creationId xmlns:a16="http://schemas.microsoft.com/office/drawing/2014/main" id="{20BDD49D-C587-4E19-A049-A30C5651F05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43000" y="5803900"/>
                        <a:ext cx="2139950" cy="911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6" name="Group 26">
            <a:extLst>
              <a:ext uri="{FF2B5EF4-FFF2-40B4-BE49-F238E27FC236}">
                <a16:creationId xmlns:a16="http://schemas.microsoft.com/office/drawing/2014/main" id="{EB3074AD-2C7C-433E-B156-B59F9D7888BD}"/>
              </a:ext>
            </a:extLst>
          </p:cNvPr>
          <p:cNvGrpSpPr>
            <a:grpSpLocks/>
          </p:cNvGrpSpPr>
          <p:nvPr/>
        </p:nvGrpSpPr>
        <p:grpSpPr bwMode="auto">
          <a:xfrm>
            <a:off x="4714875" y="2955925"/>
            <a:ext cx="3960813" cy="3265488"/>
            <a:chOff x="3061" y="1434"/>
            <a:chExt cx="2495" cy="2057"/>
          </a:xfrm>
        </p:grpSpPr>
        <p:sp>
          <p:nvSpPr>
            <p:cNvPr id="6189" name="Line 27">
              <a:extLst>
                <a:ext uri="{FF2B5EF4-FFF2-40B4-BE49-F238E27FC236}">
                  <a16:creationId xmlns:a16="http://schemas.microsoft.com/office/drawing/2014/main" id="{31E6396D-E29A-497F-8539-E81EDB824DE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25" y="1564"/>
              <a:ext cx="9" cy="1639"/>
            </a:xfrm>
            <a:prstGeom prst="line">
              <a:avLst/>
            </a:prstGeom>
            <a:noFill/>
            <a:ln w="28575" cap="sq">
              <a:solidFill>
                <a:schemeClr val="bg1"/>
              </a:solidFill>
              <a:miter lim="800000"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6190" name="Text Box 28">
              <a:extLst>
                <a:ext uri="{FF2B5EF4-FFF2-40B4-BE49-F238E27FC236}">
                  <a16:creationId xmlns:a16="http://schemas.microsoft.com/office/drawing/2014/main" id="{20A637A1-B310-463A-B934-A9F6B894E0C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61" y="1434"/>
              <a:ext cx="21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i="1">
                  <a:solidFill>
                    <a:srgbClr val="FFFF00"/>
                  </a:solidFill>
                </a:rPr>
                <a:t>p</a:t>
              </a:r>
              <a:endParaRPr lang="en-US" altLang="zh-CN">
                <a:solidFill>
                  <a:srgbClr val="FFFF00"/>
                </a:solidFill>
              </a:endParaRPr>
            </a:p>
          </p:txBody>
        </p:sp>
        <p:sp>
          <p:nvSpPr>
            <p:cNvPr id="6191" name="Text Box 29">
              <a:extLst>
                <a:ext uri="{FF2B5EF4-FFF2-40B4-BE49-F238E27FC236}">
                  <a16:creationId xmlns:a16="http://schemas.microsoft.com/office/drawing/2014/main" id="{1DAE7C3B-8E94-426D-823F-BB43EE5A86C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312" y="3203"/>
              <a:ext cx="24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i="1">
                  <a:solidFill>
                    <a:srgbClr val="FFFF00"/>
                  </a:solidFill>
                </a:rPr>
                <a:t>V</a:t>
              </a:r>
            </a:p>
          </p:txBody>
        </p:sp>
        <p:sp>
          <p:nvSpPr>
            <p:cNvPr id="6192" name="Text Box 30">
              <a:extLst>
                <a:ext uri="{FF2B5EF4-FFF2-40B4-BE49-F238E27FC236}">
                  <a16:creationId xmlns:a16="http://schemas.microsoft.com/office/drawing/2014/main" id="{63605E13-3537-45FF-BC7F-F778C2C8230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07" y="3203"/>
              <a:ext cx="255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i="1">
                  <a:solidFill>
                    <a:srgbClr val="FFFF00"/>
                  </a:solidFill>
                </a:rPr>
                <a:t>O</a:t>
              </a:r>
            </a:p>
          </p:txBody>
        </p:sp>
        <p:sp>
          <p:nvSpPr>
            <p:cNvPr id="6193" name="Line 31">
              <a:extLst>
                <a:ext uri="{FF2B5EF4-FFF2-40B4-BE49-F238E27FC236}">
                  <a16:creationId xmlns:a16="http://schemas.microsoft.com/office/drawing/2014/main" id="{0F92657C-10B4-4FD2-9938-2CC00FCCAC9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34" y="3203"/>
              <a:ext cx="2177" cy="0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7" name="Group 32">
            <a:extLst>
              <a:ext uri="{FF2B5EF4-FFF2-40B4-BE49-F238E27FC236}">
                <a16:creationId xmlns:a16="http://schemas.microsoft.com/office/drawing/2014/main" id="{A14EC717-09F9-43BC-8A60-E86204020F41}"/>
              </a:ext>
            </a:extLst>
          </p:cNvPr>
          <p:cNvGrpSpPr>
            <a:grpSpLocks/>
          </p:cNvGrpSpPr>
          <p:nvPr/>
        </p:nvGrpSpPr>
        <p:grpSpPr bwMode="auto">
          <a:xfrm>
            <a:off x="4705350" y="3605213"/>
            <a:ext cx="1074738" cy="2566987"/>
            <a:chOff x="3055" y="1888"/>
            <a:chExt cx="677" cy="1617"/>
          </a:xfrm>
        </p:grpSpPr>
        <p:sp>
          <p:nvSpPr>
            <p:cNvPr id="6185" name="Line 33">
              <a:extLst>
                <a:ext uri="{FF2B5EF4-FFF2-40B4-BE49-F238E27FC236}">
                  <a16:creationId xmlns:a16="http://schemas.microsoft.com/office/drawing/2014/main" id="{8BE2B690-B569-4AB3-9524-23F288CDF01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19" y="2069"/>
              <a:ext cx="240" cy="0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186" name="Line 34">
              <a:extLst>
                <a:ext uri="{FF2B5EF4-FFF2-40B4-BE49-F238E27FC236}">
                  <a16:creationId xmlns:a16="http://schemas.microsoft.com/office/drawing/2014/main" id="{72E2F11B-05B2-436E-85D6-7190C5BC414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59" y="2099"/>
              <a:ext cx="0" cy="1152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187" name="Text Box 35">
              <a:extLst>
                <a:ext uri="{FF2B5EF4-FFF2-40B4-BE49-F238E27FC236}">
                  <a16:creationId xmlns:a16="http://schemas.microsoft.com/office/drawing/2014/main" id="{6FB9BD97-E1F3-489C-869E-D392FB74F7D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24" y="3217"/>
              <a:ext cx="30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i="1">
                  <a:solidFill>
                    <a:schemeClr val="bg1"/>
                  </a:solidFill>
                </a:rPr>
                <a:t>V</a:t>
              </a:r>
              <a:r>
                <a:rPr lang="en-US" altLang="zh-CN" baseline="-25000">
                  <a:solidFill>
                    <a:schemeClr val="bg1"/>
                  </a:solidFill>
                </a:rPr>
                <a:t>1</a:t>
              </a:r>
              <a:endParaRPr lang="en-US" altLang="zh-CN">
                <a:solidFill>
                  <a:schemeClr val="bg1"/>
                </a:solidFill>
              </a:endParaRPr>
            </a:p>
          </p:txBody>
        </p:sp>
        <p:sp>
          <p:nvSpPr>
            <p:cNvPr id="6188" name="Text Box 36">
              <a:extLst>
                <a:ext uri="{FF2B5EF4-FFF2-40B4-BE49-F238E27FC236}">
                  <a16:creationId xmlns:a16="http://schemas.microsoft.com/office/drawing/2014/main" id="{1AAC8B1B-D298-4D5A-B85E-6535048BAB4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55" y="1888"/>
              <a:ext cx="27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i="1">
                  <a:solidFill>
                    <a:schemeClr val="bg1"/>
                  </a:solidFill>
                </a:rPr>
                <a:t>p</a:t>
              </a:r>
              <a:r>
                <a:rPr lang="en-US" altLang="zh-CN" baseline="-25000">
                  <a:solidFill>
                    <a:schemeClr val="bg1"/>
                  </a:solidFill>
                </a:rPr>
                <a:t>1</a:t>
              </a:r>
            </a:p>
          </p:txBody>
        </p:sp>
      </p:grpSp>
      <p:grpSp>
        <p:nvGrpSpPr>
          <p:cNvPr id="8" name="Group 37">
            <a:extLst>
              <a:ext uri="{FF2B5EF4-FFF2-40B4-BE49-F238E27FC236}">
                <a16:creationId xmlns:a16="http://schemas.microsoft.com/office/drawing/2014/main" id="{00AC009D-CD6C-4003-8636-DE37ECFAB154}"/>
              </a:ext>
            </a:extLst>
          </p:cNvPr>
          <p:cNvGrpSpPr>
            <a:grpSpLocks/>
          </p:cNvGrpSpPr>
          <p:nvPr/>
        </p:nvGrpSpPr>
        <p:grpSpPr bwMode="auto">
          <a:xfrm>
            <a:off x="4705350" y="3940175"/>
            <a:ext cx="2371725" cy="2232025"/>
            <a:chOff x="3055" y="2099"/>
            <a:chExt cx="1494" cy="1406"/>
          </a:xfrm>
        </p:grpSpPr>
        <p:sp>
          <p:nvSpPr>
            <p:cNvPr id="6181" name="Line 38">
              <a:extLst>
                <a:ext uri="{FF2B5EF4-FFF2-40B4-BE49-F238E27FC236}">
                  <a16:creationId xmlns:a16="http://schemas.microsoft.com/office/drawing/2014/main" id="{C7A52153-EE15-43BB-87AE-5067E1DD855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319" y="2265"/>
              <a:ext cx="1081" cy="26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182" name="Line 39">
              <a:extLst>
                <a:ext uri="{FF2B5EF4-FFF2-40B4-BE49-F238E27FC236}">
                  <a16:creationId xmlns:a16="http://schemas.microsoft.com/office/drawing/2014/main" id="{0A8F40EF-CAAA-494A-8A42-2E42D03E941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75" y="2243"/>
              <a:ext cx="0" cy="1008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183" name="Rectangle 40">
              <a:extLst>
                <a:ext uri="{FF2B5EF4-FFF2-40B4-BE49-F238E27FC236}">
                  <a16:creationId xmlns:a16="http://schemas.microsoft.com/office/drawing/2014/main" id="{B22CBD63-2F5E-4AF6-B405-3E437EA5B68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41" y="3217"/>
              <a:ext cx="30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i="1">
                  <a:solidFill>
                    <a:schemeClr val="bg1"/>
                  </a:solidFill>
                </a:rPr>
                <a:t>V</a:t>
              </a:r>
              <a:r>
                <a:rPr lang="en-US" altLang="zh-CN" baseline="-25000">
                  <a:solidFill>
                    <a:schemeClr val="bg1"/>
                  </a:solidFill>
                </a:rPr>
                <a:t>2</a:t>
              </a:r>
            </a:p>
          </p:txBody>
        </p:sp>
        <p:sp>
          <p:nvSpPr>
            <p:cNvPr id="6184" name="Rectangle 41">
              <a:extLst>
                <a:ext uri="{FF2B5EF4-FFF2-40B4-BE49-F238E27FC236}">
                  <a16:creationId xmlns:a16="http://schemas.microsoft.com/office/drawing/2014/main" id="{A00CEA96-55EF-4EE7-8921-391F8BA3493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55" y="2099"/>
              <a:ext cx="27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i="1">
                  <a:solidFill>
                    <a:schemeClr val="bg1"/>
                  </a:solidFill>
                </a:rPr>
                <a:t>p</a:t>
              </a:r>
              <a:r>
                <a:rPr lang="en-US" altLang="zh-CN" baseline="-25000">
                  <a:solidFill>
                    <a:schemeClr val="bg1"/>
                  </a:solidFill>
                </a:rPr>
                <a:t>2</a:t>
              </a:r>
            </a:p>
          </p:txBody>
        </p:sp>
      </p:grpSp>
      <p:grpSp>
        <p:nvGrpSpPr>
          <p:cNvPr id="9" name="Group 42">
            <a:extLst>
              <a:ext uri="{FF2B5EF4-FFF2-40B4-BE49-F238E27FC236}">
                <a16:creationId xmlns:a16="http://schemas.microsoft.com/office/drawing/2014/main" id="{09C6526F-6FEC-4C80-B5C8-D8F4CCDA8DA4}"/>
              </a:ext>
            </a:extLst>
          </p:cNvPr>
          <p:cNvGrpSpPr>
            <a:grpSpLocks/>
          </p:cNvGrpSpPr>
          <p:nvPr/>
        </p:nvGrpSpPr>
        <p:grpSpPr bwMode="auto">
          <a:xfrm>
            <a:off x="4705350" y="5189538"/>
            <a:ext cx="3306763" cy="982662"/>
            <a:chOff x="3055" y="2886"/>
            <a:chExt cx="2083" cy="619"/>
          </a:xfrm>
        </p:grpSpPr>
        <p:sp>
          <p:nvSpPr>
            <p:cNvPr id="6177" name="Line 43">
              <a:extLst>
                <a:ext uri="{FF2B5EF4-FFF2-40B4-BE49-F238E27FC236}">
                  <a16:creationId xmlns:a16="http://schemas.microsoft.com/office/drawing/2014/main" id="{9E47FB61-5582-4375-8AAB-F7FBE43C7B5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319" y="3036"/>
              <a:ext cx="1680" cy="0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178" name="Line 44">
              <a:extLst>
                <a:ext uri="{FF2B5EF4-FFF2-40B4-BE49-F238E27FC236}">
                  <a16:creationId xmlns:a16="http://schemas.microsoft.com/office/drawing/2014/main" id="{31B46AF4-0D89-41CF-92F2-2FD75780DA4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999" y="3011"/>
              <a:ext cx="0" cy="240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179" name="Rectangle 45">
              <a:extLst>
                <a:ext uri="{FF2B5EF4-FFF2-40B4-BE49-F238E27FC236}">
                  <a16:creationId xmlns:a16="http://schemas.microsoft.com/office/drawing/2014/main" id="{2701C662-FCE8-49EC-AF38-6286F58E285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30" y="3217"/>
              <a:ext cx="30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i="1">
                  <a:solidFill>
                    <a:schemeClr val="bg1"/>
                  </a:solidFill>
                </a:rPr>
                <a:t>V</a:t>
              </a:r>
              <a:r>
                <a:rPr lang="en-US" altLang="zh-CN" baseline="-25000">
                  <a:solidFill>
                    <a:schemeClr val="bg1"/>
                  </a:solidFill>
                </a:rPr>
                <a:t>3</a:t>
              </a:r>
            </a:p>
          </p:txBody>
        </p:sp>
        <p:sp>
          <p:nvSpPr>
            <p:cNvPr id="6180" name="Rectangle 46">
              <a:extLst>
                <a:ext uri="{FF2B5EF4-FFF2-40B4-BE49-F238E27FC236}">
                  <a16:creationId xmlns:a16="http://schemas.microsoft.com/office/drawing/2014/main" id="{383854C9-8931-4EEE-9161-33A74D0208C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55" y="2886"/>
              <a:ext cx="27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i="1">
                  <a:solidFill>
                    <a:schemeClr val="bg1"/>
                  </a:solidFill>
                </a:rPr>
                <a:t>p</a:t>
              </a:r>
              <a:r>
                <a:rPr lang="en-US" altLang="zh-CN" baseline="-25000">
                  <a:solidFill>
                    <a:schemeClr val="bg1"/>
                  </a:solidFill>
                </a:rPr>
                <a:t>3</a:t>
              </a:r>
            </a:p>
          </p:txBody>
        </p:sp>
      </p:grpSp>
      <p:grpSp>
        <p:nvGrpSpPr>
          <p:cNvPr id="10" name="Group 47">
            <a:extLst>
              <a:ext uri="{FF2B5EF4-FFF2-40B4-BE49-F238E27FC236}">
                <a16:creationId xmlns:a16="http://schemas.microsoft.com/office/drawing/2014/main" id="{CCF9A03B-03A1-4BBD-B29F-3BBC302DFBB3}"/>
              </a:ext>
            </a:extLst>
          </p:cNvPr>
          <p:cNvGrpSpPr>
            <a:grpSpLocks/>
          </p:cNvGrpSpPr>
          <p:nvPr/>
        </p:nvGrpSpPr>
        <p:grpSpPr bwMode="auto">
          <a:xfrm>
            <a:off x="4705350" y="4829175"/>
            <a:ext cx="1866900" cy="1343025"/>
            <a:chOff x="3055" y="2659"/>
            <a:chExt cx="1176" cy="846"/>
          </a:xfrm>
        </p:grpSpPr>
        <p:sp>
          <p:nvSpPr>
            <p:cNvPr id="6173" name="Line 48">
              <a:extLst>
                <a:ext uri="{FF2B5EF4-FFF2-40B4-BE49-F238E27FC236}">
                  <a16:creationId xmlns:a16="http://schemas.microsoft.com/office/drawing/2014/main" id="{AE5D702D-3AF7-459E-B22A-596BDBEA934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19" y="2867"/>
              <a:ext cx="768" cy="0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174" name="Line 49">
              <a:extLst>
                <a:ext uri="{FF2B5EF4-FFF2-40B4-BE49-F238E27FC236}">
                  <a16:creationId xmlns:a16="http://schemas.microsoft.com/office/drawing/2014/main" id="{B6AC7BE9-CF73-41C5-9A02-A542BFFACD9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87" y="2867"/>
              <a:ext cx="0" cy="384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175" name="Rectangle 50">
              <a:extLst>
                <a:ext uri="{FF2B5EF4-FFF2-40B4-BE49-F238E27FC236}">
                  <a16:creationId xmlns:a16="http://schemas.microsoft.com/office/drawing/2014/main" id="{D85A0B79-F5DC-4B9B-99E1-87CD4AAE210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23" y="3217"/>
              <a:ext cx="30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i="1">
                  <a:solidFill>
                    <a:schemeClr val="bg1"/>
                  </a:solidFill>
                </a:rPr>
                <a:t>V</a:t>
              </a:r>
              <a:r>
                <a:rPr lang="en-US" altLang="zh-CN" baseline="-25000">
                  <a:solidFill>
                    <a:schemeClr val="bg1"/>
                  </a:solidFill>
                </a:rPr>
                <a:t>4</a:t>
              </a:r>
            </a:p>
          </p:txBody>
        </p:sp>
        <p:sp>
          <p:nvSpPr>
            <p:cNvPr id="6176" name="Rectangle 51">
              <a:extLst>
                <a:ext uri="{FF2B5EF4-FFF2-40B4-BE49-F238E27FC236}">
                  <a16:creationId xmlns:a16="http://schemas.microsoft.com/office/drawing/2014/main" id="{037DAB81-80BF-401C-81C9-C633823C852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55" y="2659"/>
              <a:ext cx="27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i="1">
                  <a:solidFill>
                    <a:schemeClr val="bg1"/>
                  </a:solidFill>
                </a:rPr>
                <a:t>p</a:t>
              </a:r>
              <a:r>
                <a:rPr lang="en-US" altLang="zh-CN" baseline="-25000">
                  <a:solidFill>
                    <a:schemeClr val="bg1"/>
                  </a:solidFill>
                </a:rPr>
                <a:t>4</a:t>
              </a:r>
            </a:p>
          </p:txBody>
        </p:sp>
      </p:grpSp>
      <p:sp>
        <p:nvSpPr>
          <p:cNvPr id="17460" name="Text Box 52">
            <a:extLst>
              <a:ext uri="{FF2B5EF4-FFF2-40B4-BE49-F238E27FC236}">
                <a16:creationId xmlns:a16="http://schemas.microsoft.com/office/drawing/2014/main" id="{7426DDF9-9B2B-498C-9AD8-AAB552BC062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5650" y="3213100"/>
            <a:ext cx="3168650" cy="1006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5000"/>
              </a:lnSpc>
            </a:pPr>
            <a:r>
              <a:rPr lang="zh-CN" altLang="en-US">
                <a:solidFill>
                  <a:schemeClr val="bg1"/>
                </a:solidFill>
              </a:rPr>
              <a:t>气体从高温热源吸收的热量为</a:t>
            </a:r>
          </a:p>
        </p:txBody>
      </p:sp>
      <p:sp>
        <p:nvSpPr>
          <p:cNvPr id="17461" name="Text Box 53">
            <a:extLst>
              <a:ext uri="{FF2B5EF4-FFF2-40B4-BE49-F238E27FC236}">
                <a16:creationId xmlns:a16="http://schemas.microsoft.com/office/drawing/2014/main" id="{6721463D-ACFC-473C-A2E7-8D200948B4D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5650" y="4922838"/>
            <a:ext cx="3024188" cy="1006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5000"/>
              </a:lnSpc>
            </a:pPr>
            <a:r>
              <a:rPr lang="zh-CN" altLang="en-US">
                <a:solidFill>
                  <a:schemeClr val="bg1"/>
                </a:solidFill>
              </a:rPr>
              <a:t>气体向低温热源放出的热量为</a:t>
            </a:r>
          </a:p>
        </p:txBody>
      </p:sp>
      <p:sp>
        <p:nvSpPr>
          <p:cNvPr id="17462" name="Arc 54">
            <a:extLst>
              <a:ext uri="{FF2B5EF4-FFF2-40B4-BE49-F238E27FC236}">
                <a16:creationId xmlns:a16="http://schemas.microsoft.com/office/drawing/2014/main" id="{B13CF914-8BED-4DBF-BC2B-0DE819C65805}"/>
              </a:ext>
            </a:extLst>
          </p:cNvPr>
          <p:cNvSpPr>
            <a:spLocks/>
          </p:cNvSpPr>
          <p:nvPr/>
        </p:nvSpPr>
        <p:spPr bwMode="auto">
          <a:xfrm rot="-346902">
            <a:off x="6958013" y="2916238"/>
            <a:ext cx="1790700" cy="1841500"/>
          </a:xfrm>
          <a:custGeom>
            <a:avLst/>
            <a:gdLst>
              <a:gd name="T0" fmla="*/ 2147483646 w 18229"/>
              <a:gd name="T1" fmla="*/ 2147483646 h 14275"/>
              <a:gd name="T2" fmla="*/ 0 w 18229"/>
              <a:gd name="T3" fmla="*/ 2147483646 h 14275"/>
              <a:gd name="T4" fmla="*/ 2147483646 w 18229"/>
              <a:gd name="T5" fmla="*/ 0 h 14275"/>
              <a:gd name="T6" fmla="*/ 0 60000 65536"/>
              <a:gd name="T7" fmla="*/ 0 60000 65536"/>
              <a:gd name="T8" fmla="*/ 0 60000 65536"/>
              <a:gd name="T9" fmla="*/ 0 w 18229"/>
              <a:gd name="T10" fmla="*/ 0 h 14275"/>
              <a:gd name="T11" fmla="*/ 18229 w 18229"/>
              <a:gd name="T12" fmla="*/ 14275 h 14275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8229" h="14275" fill="none" extrusionOk="0">
                <a:moveTo>
                  <a:pt x="2018" y="14274"/>
                </a:moveTo>
                <a:cubicBezTo>
                  <a:pt x="1276" y="13432"/>
                  <a:pt x="602" y="12534"/>
                  <a:pt x="0" y="11587"/>
                </a:cubicBezTo>
              </a:path>
              <a:path w="18229" h="14275" stroke="0" extrusionOk="0">
                <a:moveTo>
                  <a:pt x="2018" y="14274"/>
                </a:moveTo>
                <a:cubicBezTo>
                  <a:pt x="1276" y="13432"/>
                  <a:pt x="602" y="12534"/>
                  <a:pt x="0" y="11587"/>
                </a:cubicBezTo>
                <a:lnTo>
                  <a:pt x="18229" y="0"/>
                </a:lnTo>
                <a:lnTo>
                  <a:pt x="2018" y="14274"/>
                </a:lnTo>
                <a:close/>
              </a:path>
            </a:pathLst>
          </a:custGeom>
          <a:noFill/>
          <a:ln w="57150">
            <a:solidFill>
              <a:srgbClr val="66FF33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8728" name="Rectangle 56">
            <a:extLst>
              <a:ext uri="{FF2B5EF4-FFF2-40B4-BE49-F238E27FC236}">
                <a16:creationId xmlns:a16="http://schemas.microsoft.com/office/drawing/2014/main" id="{67ED2351-98EF-451C-A9C5-7073FA3BD8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0063" y="1292225"/>
            <a:ext cx="6386512" cy="415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0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chemeClr val="bg1"/>
                </a:solidFill>
                <a:ea typeface="楷体_GB2312" pitchFamily="49" charset="-122"/>
              </a:rPr>
              <a:t>为了提高热机效率，卡诺提出一个方案：   </a:t>
            </a:r>
          </a:p>
        </p:txBody>
      </p:sp>
      <p:sp>
        <p:nvSpPr>
          <p:cNvPr id="6172" name="灯片编号占位符 1">
            <a:extLst>
              <a:ext uri="{FF2B5EF4-FFF2-40B4-BE49-F238E27FC236}">
                <a16:creationId xmlns:a16="http://schemas.microsoft.com/office/drawing/2014/main" id="{F75A1F42-9A24-40C4-8276-17B0B4D62595}"/>
              </a:ext>
            </a:extLst>
          </p:cNvPr>
          <p:cNvSpPr txBox="1">
            <a:spLocks/>
          </p:cNvSpPr>
          <p:nvPr/>
        </p:nvSpPr>
        <p:spPr bwMode="auto">
          <a:xfrm>
            <a:off x="0" y="6381750"/>
            <a:ext cx="213360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C0ED43E8-9220-4998-AF18-1C5729F8B6AD}" type="slidenum">
              <a:rPr lang="en-US" altLang="zh-CN" b="0">
                <a:solidFill>
                  <a:srgbClr val="FF00FF"/>
                </a:solidFill>
              </a:rPr>
              <a:pPr eaLnBrk="1" hangingPunct="1"/>
              <a:t>8</a:t>
            </a:fld>
            <a:r>
              <a:rPr lang="en-US" altLang="zh-CN" b="0">
                <a:solidFill>
                  <a:srgbClr val="FF00FF"/>
                </a:solidFill>
              </a:rPr>
              <a:t>/28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74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74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287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287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174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5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4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46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5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74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5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57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61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 nodeType="afterGroup">
                            <p:stCondLst>
                              <p:cond delay="3500"/>
                            </p:stCondLst>
                            <p:childTnLst>
                              <p:par>
                                <p:cTn id="6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 nodeType="afterGroup">
                            <p:stCondLst>
                              <p:cond delay="3500"/>
                            </p:stCondLst>
                            <p:childTnLst>
                              <p:par>
                                <p:cTn id="68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72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4" dur="500"/>
                                        <p:tgtEl>
                                          <p:spTgt spid="174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 nodeType="afterGroup">
                            <p:stCondLst>
                              <p:cond delay="4500"/>
                            </p:stCondLst>
                            <p:childTnLst>
                              <p:par>
                                <p:cTn id="7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500"/>
                                        <p:tgtEl>
                                          <p:spTgt spid="174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 nodeType="clickPar">
                      <p:stCondLst>
                        <p:cond delay="indefinite"/>
                      </p:stCondLst>
                      <p:childTnLst>
                        <p:par>
                          <p:cTn id="8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3" dur="500"/>
                                        <p:tgtEl>
                                          <p:spTgt spid="174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 nodeType="clickPar">
                      <p:stCondLst>
                        <p:cond delay="indefinite"/>
                      </p:stCondLst>
                      <p:childTnLst>
                        <p:par>
                          <p:cTn id="8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 nodeType="clickPar">
                      <p:stCondLst>
                        <p:cond delay="indefinite"/>
                      </p:stCondLst>
                      <p:childTnLst>
                        <p:par>
                          <p:cTn id="9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 nodeType="clickPar">
                      <p:stCondLst>
                        <p:cond delay="indefinite"/>
                      </p:stCondLst>
                      <p:childTnLst>
                        <p:par>
                          <p:cTn id="9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8" dur="500"/>
                                        <p:tgtEl>
                                          <p:spTgt spid="174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 nodeType="clickPar">
                      <p:stCondLst>
                        <p:cond delay="indefinite"/>
                      </p:stCondLst>
                      <p:childTnLst>
                        <p:par>
                          <p:cTn id="10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3" dur="1000"/>
                                        <p:tgtEl>
                                          <p:spTgt spid="174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 nodeType="clickPar">
                      <p:stCondLst>
                        <p:cond delay="indefinite"/>
                      </p:stCondLst>
                      <p:childTnLst>
                        <p:par>
                          <p:cTn id="10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8" dur="500"/>
                                        <p:tgtEl>
                                          <p:spTgt spid="174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 nodeType="clickPar">
                      <p:stCondLst>
                        <p:cond delay="indefinite"/>
                      </p:stCondLst>
                      <p:childTnLst>
                        <p:par>
                          <p:cTn id="1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3" dur="1000"/>
                                        <p:tgtEl>
                                          <p:spTgt spid="174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729" grpId="0" autoUpdateAnimBg="0"/>
      <p:bldP spid="17410" grpId="0" autoUpdateAnimBg="0"/>
      <p:bldP spid="17411" grpId="0"/>
      <p:bldP spid="17412" grpId="0"/>
      <p:bldP spid="17414" grpId="0"/>
      <p:bldP spid="17415" grpId="0"/>
      <p:bldP spid="17416" grpId="0"/>
      <p:bldP spid="17417" grpId="0"/>
      <p:bldP spid="17460" grpId="0"/>
      <p:bldP spid="17461" grpId="0"/>
      <p:bldP spid="28728" grpId="0" autoUpdateAnimBg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ext Box 2">
            <a:extLst>
              <a:ext uri="{FF2B5EF4-FFF2-40B4-BE49-F238E27FC236}">
                <a16:creationId xmlns:a16="http://schemas.microsoft.com/office/drawing/2014/main" id="{CB5E5F3C-7260-4F2D-8B8B-D576DFE397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4838" y="404813"/>
            <a:ext cx="491331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chemeClr val="bg1"/>
                </a:solidFill>
              </a:rPr>
              <a:t>对 </a:t>
            </a:r>
            <a:r>
              <a:rPr lang="en-US" altLang="zh-CN" i="1">
                <a:solidFill>
                  <a:srgbClr val="FFFF00"/>
                </a:solidFill>
              </a:rPr>
              <a:t>bc</a:t>
            </a:r>
            <a:r>
              <a:rPr lang="en-US" altLang="zh-CN" i="1">
                <a:solidFill>
                  <a:schemeClr val="bg1"/>
                </a:solidFill>
                <a:latin typeface="宋体" panose="02010600030101010101" pitchFamily="2" charset="-122"/>
              </a:rPr>
              <a:t>﹑</a:t>
            </a:r>
            <a:r>
              <a:rPr lang="en-US" altLang="zh-CN" i="1">
                <a:solidFill>
                  <a:srgbClr val="FFFF00"/>
                </a:solidFill>
              </a:rPr>
              <a:t>da </a:t>
            </a:r>
            <a:r>
              <a:rPr lang="zh-CN" altLang="en-US">
                <a:solidFill>
                  <a:schemeClr val="bg1"/>
                </a:solidFill>
              </a:rPr>
              <a:t>应用绝热过程方程，则有</a:t>
            </a:r>
          </a:p>
        </p:txBody>
      </p:sp>
      <p:graphicFrame>
        <p:nvGraphicFramePr>
          <p:cNvPr id="18435" name="Object 3">
            <a:extLst>
              <a:ext uri="{FF2B5EF4-FFF2-40B4-BE49-F238E27FC236}">
                <a16:creationId xmlns:a16="http://schemas.microsoft.com/office/drawing/2014/main" id="{5CE53944-2BD8-4FE8-80E4-2794CD9C94D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330450" y="1000125"/>
          <a:ext cx="2114550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7458" name="公式" r:id="rId4" imgW="2047767" imgH="447607" progId="Equation.3">
                  <p:embed/>
                </p:oleObj>
              </mc:Choice>
              <mc:Fallback>
                <p:oleObj name="公式" r:id="rId4" imgW="2047767" imgH="447607" progId="Equation.3">
                  <p:embed/>
                  <p:pic>
                    <p:nvPicPr>
                      <p:cNvPr id="18435" name="Object 3">
                        <a:extLst>
                          <a:ext uri="{FF2B5EF4-FFF2-40B4-BE49-F238E27FC236}">
                            <a16:creationId xmlns:a16="http://schemas.microsoft.com/office/drawing/2014/main" id="{5CE53944-2BD8-4FE8-80E4-2794CD9C94D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30450" y="1000125"/>
                        <a:ext cx="2114550" cy="482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436" name="Object 4">
            <a:extLst>
              <a:ext uri="{FF2B5EF4-FFF2-40B4-BE49-F238E27FC236}">
                <a16:creationId xmlns:a16="http://schemas.microsoft.com/office/drawing/2014/main" id="{6BAE0E4E-4152-455E-9925-89983B1334A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341563" y="1643063"/>
          <a:ext cx="2076450" cy="5064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7459" name="公式" r:id="rId6" imgW="885959" imgH="190432" progId="Equation.3">
                  <p:embed/>
                </p:oleObj>
              </mc:Choice>
              <mc:Fallback>
                <p:oleObj name="公式" r:id="rId6" imgW="885959" imgH="190432" progId="Equation.3">
                  <p:embed/>
                  <p:pic>
                    <p:nvPicPr>
                      <p:cNvPr id="18436" name="Object 4">
                        <a:extLst>
                          <a:ext uri="{FF2B5EF4-FFF2-40B4-BE49-F238E27FC236}">
                            <a16:creationId xmlns:a16="http://schemas.microsoft.com/office/drawing/2014/main" id="{6BAE0E4E-4152-455E-9925-89983B1334A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41563" y="1643063"/>
                        <a:ext cx="2076450" cy="5064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437" name="Object 5">
            <a:extLst>
              <a:ext uri="{FF2B5EF4-FFF2-40B4-BE49-F238E27FC236}">
                <a16:creationId xmlns:a16="http://schemas.microsoft.com/office/drawing/2014/main" id="{9E85FEF8-4BE3-40A0-86A8-D4C804887DC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784850" y="1160463"/>
          <a:ext cx="1073150" cy="911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7460" name="公式" r:id="rId8" imgW="1038257" imgH="876232" progId="Equation.3">
                  <p:embed/>
                </p:oleObj>
              </mc:Choice>
              <mc:Fallback>
                <p:oleObj name="公式" r:id="rId8" imgW="1038257" imgH="876232" progId="Equation.3">
                  <p:embed/>
                  <p:pic>
                    <p:nvPicPr>
                      <p:cNvPr id="18437" name="Object 5">
                        <a:extLst>
                          <a:ext uri="{FF2B5EF4-FFF2-40B4-BE49-F238E27FC236}">
                            <a16:creationId xmlns:a16="http://schemas.microsoft.com/office/drawing/2014/main" id="{9E85FEF8-4BE3-40A0-86A8-D4C804887DC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84850" y="1160463"/>
                        <a:ext cx="1073150" cy="911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438" name="Object 6">
            <a:extLst>
              <a:ext uri="{FF2B5EF4-FFF2-40B4-BE49-F238E27FC236}">
                <a16:creationId xmlns:a16="http://schemas.microsoft.com/office/drawing/2014/main" id="{0879860E-F738-42CC-BADA-2C9CA51A6BA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356100" y="2205038"/>
          <a:ext cx="2543175" cy="9096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7461" name="公式" r:id="rId10" imgW="2524233" imgH="876232" progId="Equation.3">
                  <p:embed/>
                </p:oleObj>
              </mc:Choice>
              <mc:Fallback>
                <p:oleObj name="公式" r:id="rId10" imgW="2524233" imgH="876232" progId="Equation.3">
                  <p:embed/>
                  <p:pic>
                    <p:nvPicPr>
                      <p:cNvPr id="18438" name="Object 6">
                        <a:extLst>
                          <a:ext uri="{FF2B5EF4-FFF2-40B4-BE49-F238E27FC236}">
                            <a16:creationId xmlns:a16="http://schemas.microsoft.com/office/drawing/2014/main" id="{0879860E-F738-42CC-BADA-2C9CA51A6BA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56100" y="2205038"/>
                        <a:ext cx="2543175" cy="909637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rgbClr val="66FFFF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0000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439" name="Text Box 7">
            <a:extLst>
              <a:ext uri="{FF2B5EF4-FFF2-40B4-BE49-F238E27FC236}">
                <a16:creationId xmlns:a16="http://schemas.microsoft.com/office/drawing/2014/main" id="{6FA40F6A-2CD1-4D1D-8CE3-852445BAE8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2938" y="4221163"/>
            <a:ext cx="8208962" cy="17414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ct val="125000"/>
              </a:lnSpc>
              <a:defRPr/>
            </a:pPr>
            <a:r>
              <a:rPr lang="en-US" altLang="zh-CN" sz="2200" dirty="0">
                <a:solidFill>
                  <a:schemeClr val="bg1"/>
                </a:solidFill>
              </a:rPr>
              <a:t>(1) </a:t>
            </a:r>
            <a:r>
              <a:rPr lang="zh-CN" altLang="en-US" sz="2200" dirty="0">
                <a:solidFill>
                  <a:schemeClr val="bg1"/>
                </a:solidFill>
                <a:ea typeface="楷体_GB2312" pitchFamily="49" charset="-122"/>
              </a:rPr>
              <a:t>理想气体可逆卡诺循环</a:t>
            </a:r>
            <a:r>
              <a:rPr lang="zh-CN" altLang="en-US" sz="2200" dirty="0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热机效率只与</a:t>
            </a:r>
            <a:r>
              <a:rPr lang="zh-CN" altLang="en-US" sz="2200" dirty="0">
                <a:solidFill>
                  <a:schemeClr val="bg1"/>
                </a:solidFill>
                <a:latin typeface="+mn-lt"/>
                <a:ea typeface="楷体_GB2312" pitchFamily="49" charset="-122"/>
              </a:rPr>
              <a:t> </a:t>
            </a:r>
            <a:r>
              <a:rPr lang="en-US" altLang="zh-CN" sz="2200" i="1" dirty="0">
                <a:solidFill>
                  <a:srgbClr val="FFFF00"/>
                </a:solidFill>
                <a:ea typeface="楷体_GB2312" pitchFamily="49" charset="-122"/>
              </a:rPr>
              <a:t>T</a:t>
            </a:r>
            <a:r>
              <a:rPr lang="en-US" altLang="zh-CN" sz="2200" baseline="-25000" dirty="0">
                <a:solidFill>
                  <a:srgbClr val="FFFF00"/>
                </a:solidFill>
                <a:ea typeface="楷体_GB2312" pitchFamily="49" charset="-122"/>
              </a:rPr>
              <a:t>1</a:t>
            </a:r>
            <a:r>
              <a:rPr lang="zh-CN" altLang="en-US" sz="2200" dirty="0">
                <a:solidFill>
                  <a:schemeClr val="bg1"/>
                </a:solidFill>
                <a:ea typeface="楷体_GB2312" pitchFamily="49" charset="-122"/>
              </a:rPr>
              <a:t>，</a:t>
            </a:r>
            <a:r>
              <a:rPr lang="en-US" altLang="zh-CN" sz="2200" i="1" dirty="0">
                <a:solidFill>
                  <a:srgbClr val="FFFF00"/>
                </a:solidFill>
                <a:ea typeface="楷体_GB2312" pitchFamily="49" charset="-122"/>
              </a:rPr>
              <a:t>T</a:t>
            </a:r>
            <a:r>
              <a:rPr lang="en-US" altLang="zh-CN" sz="2200" baseline="-25000" dirty="0">
                <a:solidFill>
                  <a:srgbClr val="FFFF00"/>
                </a:solidFill>
                <a:ea typeface="楷体_GB2312" pitchFamily="49" charset="-122"/>
              </a:rPr>
              <a:t>2</a:t>
            </a:r>
            <a:r>
              <a:rPr lang="en-US" altLang="zh-CN" sz="2200" dirty="0">
                <a:solidFill>
                  <a:schemeClr val="bg1"/>
                </a:solidFill>
                <a:latin typeface="+mn-lt"/>
                <a:ea typeface="楷体_GB2312" pitchFamily="49" charset="-122"/>
              </a:rPr>
              <a:t> </a:t>
            </a:r>
            <a:r>
              <a:rPr lang="zh-CN" altLang="en-US" sz="2200" dirty="0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有关，温差越大，效率越高。提高热机高温热源的温度</a:t>
            </a:r>
            <a:r>
              <a:rPr lang="zh-CN" altLang="en-US" sz="2200" dirty="0">
                <a:solidFill>
                  <a:schemeClr val="bg1"/>
                </a:solidFill>
                <a:latin typeface="+mn-lt"/>
                <a:ea typeface="楷体_GB2312" pitchFamily="49" charset="-122"/>
              </a:rPr>
              <a:t> </a:t>
            </a:r>
            <a:r>
              <a:rPr lang="en-US" altLang="zh-CN" sz="2200" i="1" dirty="0">
                <a:solidFill>
                  <a:srgbClr val="FFFF00"/>
                </a:solidFill>
                <a:ea typeface="楷体_GB2312" pitchFamily="49" charset="-122"/>
              </a:rPr>
              <a:t>T</a:t>
            </a:r>
            <a:r>
              <a:rPr lang="en-US" altLang="zh-CN" sz="2200" baseline="-25000" dirty="0">
                <a:solidFill>
                  <a:srgbClr val="FFFF00"/>
                </a:solidFill>
                <a:ea typeface="楷体_GB2312" pitchFamily="49" charset="-122"/>
              </a:rPr>
              <a:t>1</a:t>
            </a:r>
            <a:r>
              <a:rPr lang="zh-CN" altLang="en-US" sz="2200" dirty="0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，降低低温热源的温度</a:t>
            </a:r>
            <a:r>
              <a:rPr lang="zh-CN" altLang="en-US" sz="2200" dirty="0">
                <a:solidFill>
                  <a:schemeClr val="bg1"/>
                </a:solidFill>
                <a:latin typeface="+mn-lt"/>
                <a:ea typeface="楷体_GB2312" pitchFamily="49" charset="-122"/>
              </a:rPr>
              <a:t> </a:t>
            </a:r>
            <a:r>
              <a:rPr lang="en-US" altLang="zh-CN" sz="2200" i="1" dirty="0">
                <a:solidFill>
                  <a:srgbClr val="FFFF00"/>
                </a:solidFill>
                <a:ea typeface="楷体_GB2312" pitchFamily="49" charset="-122"/>
              </a:rPr>
              <a:t>T</a:t>
            </a:r>
            <a:r>
              <a:rPr lang="en-US" altLang="zh-CN" sz="2200" baseline="-25000" dirty="0">
                <a:solidFill>
                  <a:srgbClr val="FFFF00"/>
                </a:solidFill>
                <a:ea typeface="楷体_GB2312" pitchFamily="49" charset="-122"/>
              </a:rPr>
              <a:t>2 </a:t>
            </a:r>
            <a:r>
              <a:rPr lang="zh-CN" altLang="en-US" sz="2200" dirty="0">
                <a:solidFill>
                  <a:schemeClr val="bg1"/>
                </a:solidFill>
                <a:ea typeface="楷体_GB2312" pitchFamily="49" charset="-122"/>
              </a:rPr>
              <a:t>都可</a:t>
            </a:r>
            <a:r>
              <a:rPr lang="zh-CN" altLang="en-US" sz="2200" dirty="0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以提高热机的效率。但实际中通常采用的方法是提高热机高温热源的温度</a:t>
            </a:r>
            <a:r>
              <a:rPr lang="zh-CN" altLang="en-US" sz="2200" dirty="0">
                <a:solidFill>
                  <a:schemeClr val="bg1"/>
                </a:solidFill>
                <a:latin typeface="+mn-lt"/>
                <a:ea typeface="楷体_GB2312" pitchFamily="49" charset="-122"/>
              </a:rPr>
              <a:t> </a:t>
            </a:r>
            <a:r>
              <a:rPr lang="en-US" altLang="zh-CN" sz="2200" i="1" dirty="0">
                <a:solidFill>
                  <a:srgbClr val="FFFF00"/>
                </a:solidFill>
                <a:ea typeface="楷体_GB2312" pitchFamily="49" charset="-122"/>
              </a:rPr>
              <a:t>T</a:t>
            </a:r>
            <a:r>
              <a:rPr lang="en-US" altLang="zh-CN" sz="2200" baseline="-25000" dirty="0">
                <a:solidFill>
                  <a:srgbClr val="FFFF00"/>
                </a:solidFill>
                <a:ea typeface="楷体_GB2312" pitchFamily="49" charset="-122"/>
              </a:rPr>
              <a:t>1</a:t>
            </a:r>
            <a:r>
              <a:rPr lang="zh-CN" altLang="en-US" sz="2200" dirty="0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。   </a:t>
            </a:r>
          </a:p>
        </p:txBody>
      </p:sp>
      <p:sp>
        <p:nvSpPr>
          <p:cNvPr id="18440" name="Rectangle 8">
            <a:extLst>
              <a:ext uri="{FF2B5EF4-FFF2-40B4-BE49-F238E27FC236}">
                <a16:creationId xmlns:a16="http://schemas.microsoft.com/office/drawing/2014/main" id="{9F864787-F4F6-4BF2-98CE-FB34B8C99C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4225" y="3779838"/>
            <a:ext cx="2159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rgbClr val="FFFF00"/>
                </a:solidFill>
                <a:latin typeface="Arial" panose="020B0604020202020204" pitchFamily="34" charset="0"/>
              </a:rPr>
              <a:t>讨论</a:t>
            </a:r>
          </a:p>
        </p:txBody>
      </p:sp>
      <p:sp>
        <p:nvSpPr>
          <p:cNvPr id="18441" name="AutoShape 9">
            <a:extLst>
              <a:ext uri="{FF2B5EF4-FFF2-40B4-BE49-F238E27FC236}">
                <a16:creationId xmlns:a16="http://schemas.microsoft.com/office/drawing/2014/main" id="{D92C01B9-4FAA-44C0-8117-76C9BEC349BC}"/>
              </a:ext>
            </a:extLst>
          </p:cNvPr>
          <p:cNvSpPr>
            <a:spLocks/>
          </p:cNvSpPr>
          <p:nvPr/>
        </p:nvSpPr>
        <p:spPr bwMode="auto">
          <a:xfrm>
            <a:off x="4560888" y="1214438"/>
            <a:ext cx="214312" cy="863600"/>
          </a:xfrm>
          <a:prstGeom prst="rightBrace">
            <a:avLst>
              <a:gd name="adj1" fmla="val 47871"/>
              <a:gd name="adj2" fmla="val 48986"/>
            </a:avLst>
          </a:prstGeom>
          <a:noFill/>
          <a:ln w="254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202" name="Text Box 11">
            <a:extLst>
              <a:ext uri="{FF2B5EF4-FFF2-40B4-BE49-F238E27FC236}">
                <a16:creationId xmlns:a16="http://schemas.microsoft.com/office/drawing/2014/main" id="{5F96F32C-FFA7-4EA2-9F13-275D8E18FCA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24613" y="2878138"/>
            <a:ext cx="1841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18444" name="Text Box 12">
            <a:extLst>
              <a:ext uri="{FF2B5EF4-FFF2-40B4-BE49-F238E27FC236}">
                <a16:creationId xmlns:a16="http://schemas.microsoft.com/office/drawing/2014/main" id="{BC457DD1-6B46-48B5-B36E-0001FAFCCD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8013" y="2395538"/>
            <a:ext cx="32639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chemeClr val="bg1"/>
                </a:solidFill>
              </a:rPr>
              <a:t>卡诺循环热机的效率为</a:t>
            </a:r>
          </a:p>
        </p:txBody>
      </p:sp>
      <p:sp>
        <p:nvSpPr>
          <p:cNvPr id="18445" name="AutoShape 13">
            <a:extLst>
              <a:ext uri="{FF2B5EF4-FFF2-40B4-BE49-F238E27FC236}">
                <a16:creationId xmlns:a16="http://schemas.microsoft.com/office/drawing/2014/main" id="{67C57391-5503-450A-A025-81A27D8187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8625" y="3709988"/>
            <a:ext cx="360363" cy="576262"/>
          </a:xfrm>
          <a:prstGeom prst="star4">
            <a:avLst>
              <a:gd name="adj" fmla="val 18519"/>
            </a:avLst>
          </a:prstGeom>
          <a:gradFill rotWithShape="0">
            <a:gsLst>
              <a:gs pos="0">
                <a:srgbClr val="99FF99"/>
              </a:gs>
              <a:gs pos="100000">
                <a:srgbClr val="477647"/>
              </a:gs>
            </a:gsLst>
            <a:path path="shape">
              <a:fillToRect l="50000" t="50000" r="50000" b="50000"/>
            </a:path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8446" name="Text Box 14">
            <a:extLst>
              <a:ext uri="{FF2B5EF4-FFF2-40B4-BE49-F238E27FC236}">
                <a16:creationId xmlns:a16="http://schemas.microsoft.com/office/drawing/2014/main" id="{5FC217F3-6CE8-4BD6-AA6F-72F02C80629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2938" y="5999163"/>
            <a:ext cx="7053262" cy="430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200">
                <a:solidFill>
                  <a:schemeClr val="bg1"/>
                </a:solidFill>
              </a:rPr>
              <a:t>(2) </a:t>
            </a:r>
            <a:r>
              <a:rPr lang="zh-CN" altLang="en-US" sz="2200">
                <a:solidFill>
                  <a:schemeClr val="bg1"/>
                </a:solidFill>
                <a:ea typeface="楷体_GB2312" pitchFamily="49" charset="-122"/>
              </a:rPr>
              <a:t>可逆卡诺循环热机的效率与工作物质无关</a:t>
            </a:r>
          </a:p>
        </p:txBody>
      </p:sp>
      <p:sp>
        <p:nvSpPr>
          <p:cNvPr id="18447" name="AutoShape 15">
            <a:extLst>
              <a:ext uri="{FF2B5EF4-FFF2-40B4-BE49-F238E27FC236}">
                <a16:creationId xmlns:a16="http://schemas.microsoft.com/office/drawing/2014/main" id="{179A0A23-30CD-456A-B5F7-5DC2EB334B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11725" y="1500188"/>
            <a:ext cx="720725" cy="215900"/>
          </a:xfrm>
          <a:prstGeom prst="rightArrow">
            <a:avLst>
              <a:gd name="adj1" fmla="val 50000"/>
              <a:gd name="adj2" fmla="val 124720"/>
            </a:avLst>
          </a:prstGeom>
          <a:solidFill>
            <a:srgbClr val="FF0000"/>
          </a:solidFill>
          <a:ln w="9525">
            <a:solidFill>
              <a:srgbClr val="FF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29714" name="Text Box 18">
            <a:extLst>
              <a:ext uri="{FF2B5EF4-FFF2-40B4-BE49-F238E27FC236}">
                <a16:creationId xmlns:a16="http://schemas.microsoft.com/office/drawing/2014/main" id="{F03BAA8E-F1E5-4A0A-8FB4-D23E212CE3C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1500" y="3257550"/>
            <a:ext cx="7572375" cy="45720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zh-CN" altLang="en-US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楷体_GB2312" pitchFamily="49" charset="-122"/>
              </a:rPr>
              <a:t>卡诺热机的效率仅与高、低温热源的温度比值有关。</a:t>
            </a:r>
            <a:endParaRPr lang="en-US" altLang="zh-CN" b="0" dirty="0">
              <a:solidFill>
                <a:srgbClr val="FFFF00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8208" name="灯片编号占位符 1">
            <a:extLst>
              <a:ext uri="{FF2B5EF4-FFF2-40B4-BE49-F238E27FC236}">
                <a16:creationId xmlns:a16="http://schemas.microsoft.com/office/drawing/2014/main" id="{BFF80FA8-D3EB-4573-9694-27BD89376EA2}"/>
              </a:ext>
            </a:extLst>
          </p:cNvPr>
          <p:cNvSpPr txBox="1">
            <a:spLocks/>
          </p:cNvSpPr>
          <p:nvPr/>
        </p:nvSpPr>
        <p:spPr bwMode="auto">
          <a:xfrm>
            <a:off x="0" y="6381750"/>
            <a:ext cx="213360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250671DE-E31A-4025-BE50-AC449FD31684}" type="slidenum">
              <a:rPr lang="en-US" altLang="zh-CN" b="0">
                <a:solidFill>
                  <a:srgbClr val="FF00FF"/>
                </a:solidFill>
              </a:rPr>
              <a:pPr eaLnBrk="1" hangingPunct="1"/>
              <a:t>9</a:t>
            </a:fld>
            <a:r>
              <a:rPr lang="en-US" altLang="zh-CN" b="0">
                <a:solidFill>
                  <a:srgbClr val="FF00FF"/>
                </a:solidFill>
              </a:rPr>
              <a:t>/28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84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84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84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84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184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84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84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184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297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7" presetID="50" presetClass="entr" presetSubtype="0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84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184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" dur="1000"/>
                                        <p:tgtEl>
                                          <p:spTgt spid="184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184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184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 nodeType="clickPar">
                      <p:stCondLst>
                        <p:cond delay="indefinite"/>
                      </p:stCondLst>
                      <p:childTnLst>
                        <p:par>
                          <p:cTn id="6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184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434" grpId="0"/>
      <p:bldP spid="18439" grpId="0"/>
      <p:bldP spid="18440" grpId="0"/>
      <p:bldP spid="18441" grpId="0" animBg="1"/>
      <p:bldP spid="18444" grpId="0"/>
      <p:bldP spid="18445" grpId="0" animBg="1"/>
      <p:bldP spid="18446" grpId="0"/>
      <p:bldP spid="29714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Text Box 2">
            <a:extLst>
              <a:ext uri="{FF2B5EF4-FFF2-40B4-BE49-F238E27FC236}">
                <a16:creationId xmlns:a16="http://schemas.microsoft.com/office/drawing/2014/main" id="{CA3A28F2-F083-43B6-8336-FD7BCBCB0AD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1963" y="357188"/>
            <a:ext cx="46799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>
                <a:solidFill>
                  <a:srgbClr val="66FFFF"/>
                </a:solidFill>
              </a:rPr>
              <a:t>2. </a:t>
            </a:r>
            <a:r>
              <a:rPr lang="zh-CN" altLang="en-US">
                <a:solidFill>
                  <a:srgbClr val="66FFFF"/>
                </a:solidFill>
              </a:rPr>
              <a:t>卡诺致冷机的致冷系数</a:t>
            </a:r>
          </a:p>
        </p:txBody>
      </p:sp>
      <p:sp>
        <p:nvSpPr>
          <p:cNvPr id="19459" name="Text Box 3">
            <a:extLst>
              <a:ext uri="{FF2B5EF4-FFF2-40B4-BE49-F238E27FC236}">
                <a16:creationId xmlns:a16="http://schemas.microsoft.com/office/drawing/2014/main" id="{D1A48CD7-710A-4158-84CE-3AF68DA0B98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97525" y="711200"/>
            <a:ext cx="3619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800" i="1">
                <a:solidFill>
                  <a:srgbClr val="59E2FD"/>
                </a:solidFill>
              </a:rPr>
              <a:t>a</a:t>
            </a:r>
          </a:p>
        </p:txBody>
      </p:sp>
      <p:sp>
        <p:nvSpPr>
          <p:cNvPr id="19460" name="Text Box 4">
            <a:extLst>
              <a:ext uri="{FF2B5EF4-FFF2-40B4-BE49-F238E27FC236}">
                <a16:creationId xmlns:a16="http://schemas.microsoft.com/office/drawing/2014/main" id="{B4944900-ABC5-4A8B-923E-CA689FDCA0C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65963" y="1016000"/>
            <a:ext cx="3619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800" i="1">
                <a:solidFill>
                  <a:srgbClr val="59E2FD"/>
                </a:solidFill>
              </a:rPr>
              <a:t>b</a:t>
            </a:r>
          </a:p>
        </p:txBody>
      </p:sp>
      <p:sp>
        <p:nvSpPr>
          <p:cNvPr id="19461" name="Text Box 5">
            <a:extLst>
              <a:ext uri="{FF2B5EF4-FFF2-40B4-BE49-F238E27FC236}">
                <a16:creationId xmlns:a16="http://schemas.microsoft.com/office/drawing/2014/main" id="{E273611C-CD80-45AD-8E8F-D501C35E806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16888" y="2406650"/>
            <a:ext cx="341312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800" i="1">
                <a:solidFill>
                  <a:srgbClr val="59E2FD"/>
                </a:solidFill>
              </a:rPr>
              <a:t>c</a:t>
            </a:r>
          </a:p>
        </p:txBody>
      </p:sp>
      <p:sp>
        <p:nvSpPr>
          <p:cNvPr id="19462" name="Text Box 6">
            <a:extLst>
              <a:ext uri="{FF2B5EF4-FFF2-40B4-BE49-F238E27FC236}">
                <a16:creationId xmlns:a16="http://schemas.microsoft.com/office/drawing/2014/main" id="{C5C947FA-04BA-42C8-AF41-E88D7D96824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32563" y="2006600"/>
            <a:ext cx="3619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800" i="1">
                <a:solidFill>
                  <a:srgbClr val="59E2FD"/>
                </a:solidFill>
              </a:rPr>
              <a:t>d</a:t>
            </a:r>
          </a:p>
        </p:txBody>
      </p:sp>
      <p:grpSp>
        <p:nvGrpSpPr>
          <p:cNvPr id="2" name="Group 7">
            <a:extLst>
              <a:ext uri="{FF2B5EF4-FFF2-40B4-BE49-F238E27FC236}">
                <a16:creationId xmlns:a16="http://schemas.microsoft.com/office/drawing/2014/main" id="{5C2192F1-E93C-4FDE-BC91-BBA065D62A0F}"/>
              </a:ext>
            </a:extLst>
          </p:cNvPr>
          <p:cNvGrpSpPr>
            <a:grpSpLocks/>
          </p:cNvGrpSpPr>
          <p:nvPr/>
        </p:nvGrpSpPr>
        <p:grpSpPr bwMode="auto">
          <a:xfrm>
            <a:off x="5999163" y="812800"/>
            <a:ext cx="914400" cy="1066800"/>
            <a:chOff x="3821" y="784"/>
            <a:chExt cx="576" cy="672"/>
          </a:xfrm>
        </p:grpSpPr>
        <p:sp>
          <p:nvSpPr>
            <p:cNvPr id="10296" name="Freeform 8">
              <a:extLst>
                <a:ext uri="{FF2B5EF4-FFF2-40B4-BE49-F238E27FC236}">
                  <a16:creationId xmlns:a16="http://schemas.microsoft.com/office/drawing/2014/main" id="{C6174BDB-821F-41A3-AF9D-CE3E94DE35BA}"/>
                </a:ext>
              </a:extLst>
            </p:cNvPr>
            <p:cNvSpPr>
              <a:spLocks/>
            </p:cNvSpPr>
            <p:nvPr/>
          </p:nvSpPr>
          <p:spPr bwMode="auto">
            <a:xfrm rot="-2235984">
              <a:off x="3821" y="784"/>
              <a:ext cx="576" cy="672"/>
            </a:xfrm>
            <a:custGeom>
              <a:avLst/>
              <a:gdLst>
                <a:gd name="T0" fmla="*/ 0 w 576"/>
                <a:gd name="T1" fmla="*/ 0 h 672"/>
                <a:gd name="T2" fmla="*/ 96 w 576"/>
                <a:gd name="T3" fmla="*/ 192 h 672"/>
                <a:gd name="T4" fmla="*/ 240 w 576"/>
                <a:gd name="T5" fmla="*/ 384 h 672"/>
                <a:gd name="T6" fmla="*/ 384 w 576"/>
                <a:gd name="T7" fmla="*/ 528 h 672"/>
                <a:gd name="T8" fmla="*/ 576 w 576"/>
                <a:gd name="T9" fmla="*/ 672 h 67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576"/>
                <a:gd name="T16" fmla="*/ 0 h 672"/>
                <a:gd name="T17" fmla="*/ 576 w 576"/>
                <a:gd name="T18" fmla="*/ 672 h 67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576" h="672">
                  <a:moveTo>
                    <a:pt x="0" y="0"/>
                  </a:moveTo>
                  <a:cubicBezTo>
                    <a:pt x="28" y="64"/>
                    <a:pt x="56" y="128"/>
                    <a:pt x="96" y="192"/>
                  </a:cubicBezTo>
                  <a:cubicBezTo>
                    <a:pt x="136" y="256"/>
                    <a:pt x="192" y="328"/>
                    <a:pt x="240" y="384"/>
                  </a:cubicBezTo>
                  <a:cubicBezTo>
                    <a:pt x="288" y="440"/>
                    <a:pt x="328" y="480"/>
                    <a:pt x="384" y="528"/>
                  </a:cubicBezTo>
                  <a:cubicBezTo>
                    <a:pt x="440" y="576"/>
                    <a:pt x="544" y="648"/>
                    <a:pt x="576" y="672"/>
                  </a:cubicBezTo>
                </a:path>
              </a:pathLst>
            </a:custGeom>
            <a:noFill/>
            <a:ln w="38100">
              <a:solidFill>
                <a:srgbClr val="FFFF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10297" name="Object 9">
              <a:extLst>
                <a:ext uri="{FF2B5EF4-FFF2-40B4-BE49-F238E27FC236}">
                  <a16:creationId xmlns:a16="http://schemas.microsoft.com/office/drawing/2014/main" id="{4E913C09-6B53-4250-AA2E-B5BBE9DF6A5D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013" y="826"/>
            <a:ext cx="292" cy="32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58522" name="Equation" r:id="rId3" imgW="123857" imgH="180941" progId="Equation.3">
                    <p:embed/>
                  </p:oleObj>
                </mc:Choice>
                <mc:Fallback>
                  <p:oleObj name="Equation" r:id="rId3" imgW="123857" imgH="180941" progId="Equation.3">
                    <p:embed/>
                    <p:pic>
                      <p:nvPicPr>
                        <p:cNvPr id="10297" name="Object 9">
                          <a:extLst>
                            <a:ext uri="{FF2B5EF4-FFF2-40B4-BE49-F238E27FC236}">
                              <a16:creationId xmlns:a16="http://schemas.microsoft.com/office/drawing/2014/main" id="{4E913C09-6B53-4250-AA2E-B5BBE9DF6A5D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013" y="826"/>
                          <a:ext cx="292" cy="32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FF99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" name="Group 10">
            <a:extLst>
              <a:ext uri="{FF2B5EF4-FFF2-40B4-BE49-F238E27FC236}">
                <a16:creationId xmlns:a16="http://schemas.microsoft.com/office/drawing/2014/main" id="{D45CD231-4208-4475-9C35-407D0C4C64BB}"/>
              </a:ext>
            </a:extLst>
          </p:cNvPr>
          <p:cNvGrpSpPr>
            <a:grpSpLocks/>
          </p:cNvGrpSpPr>
          <p:nvPr/>
        </p:nvGrpSpPr>
        <p:grpSpPr bwMode="auto">
          <a:xfrm>
            <a:off x="6851650" y="2000250"/>
            <a:ext cx="990600" cy="1143000"/>
            <a:chOff x="4358" y="1532"/>
            <a:chExt cx="624" cy="720"/>
          </a:xfrm>
        </p:grpSpPr>
        <p:sp>
          <p:nvSpPr>
            <p:cNvPr id="10294" name="Freeform 11">
              <a:extLst>
                <a:ext uri="{FF2B5EF4-FFF2-40B4-BE49-F238E27FC236}">
                  <a16:creationId xmlns:a16="http://schemas.microsoft.com/office/drawing/2014/main" id="{3A0B1AA9-27F2-4061-9D8E-BAAE582EDD10}"/>
                </a:ext>
              </a:extLst>
            </p:cNvPr>
            <p:cNvSpPr>
              <a:spLocks/>
            </p:cNvSpPr>
            <p:nvPr/>
          </p:nvSpPr>
          <p:spPr bwMode="auto">
            <a:xfrm rot="-2419220">
              <a:off x="4358" y="1532"/>
              <a:ext cx="624" cy="720"/>
            </a:xfrm>
            <a:custGeom>
              <a:avLst/>
              <a:gdLst>
                <a:gd name="T0" fmla="*/ 0 w 576"/>
                <a:gd name="T1" fmla="*/ 0 h 672"/>
                <a:gd name="T2" fmla="*/ 2167 w 576"/>
                <a:gd name="T3" fmla="*/ 2839 h 672"/>
                <a:gd name="T4" fmla="*/ 5444 w 576"/>
                <a:gd name="T5" fmla="*/ 5659 h 672"/>
                <a:gd name="T6" fmla="*/ 8722 w 576"/>
                <a:gd name="T7" fmla="*/ 7766 h 672"/>
                <a:gd name="T8" fmla="*/ 13072 w 576"/>
                <a:gd name="T9" fmla="*/ 9901 h 67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576"/>
                <a:gd name="T16" fmla="*/ 0 h 672"/>
                <a:gd name="T17" fmla="*/ 576 w 576"/>
                <a:gd name="T18" fmla="*/ 672 h 67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576" h="672">
                  <a:moveTo>
                    <a:pt x="0" y="0"/>
                  </a:moveTo>
                  <a:cubicBezTo>
                    <a:pt x="28" y="64"/>
                    <a:pt x="56" y="128"/>
                    <a:pt x="96" y="192"/>
                  </a:cubicBezTo>
                  <a:cubicBezTo>
                    <a:pt x="136" y="256"/>
                    <a:pt x="192" y="328"/>
                    <a:pt x="240" y="384"/>
                  </a:cubicBezTo>
                  <a:cubicBezTo>
                    <a:pt x="288" y="440"/>
                    <a:pt x="328" y="480"/>
                    <a:pt x="384" y="528"/>
                  </a:cubicBezTo>
                  <a:cubicBezTo>
                    <a:pt x="440" y="576"/>
                    <a:pt x="544" y="648"/>
                    <a:pt x="576" y="672"/>
                  </a:cubicBezTo>
                </a:path>
              </a:pathLst>
            </a:custGeom>
            <a:noFill/>
            <a:ln w="38100">
              <a:solidFill>
                <a:srgbClr val="FFFF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10295" name="Object 12">
              <a:extLst>
                <a:ext uri="{FF2B5EF4-FFF2-40B4-BE49-F238E27FC236}">
                  <a16:creationId xmlns:a16="http://schemas.microsoft.com/office/drawing/2014/main" id="{5956AA9C-D0F4-40D1-AD4F-1E76912AD6CC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497" y="1656"/>
            <a:ext cx="314" cy="32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58523" name="Equation" r:id="rId5" imgW="142818" imgH="180941" progId="Equation.3">
                    <p:embed/>
                  </p:oleObj>
                </mc:Choice>
                <mc:Fallback>
                  <p:oleObj name="Equation" r:id="rId5" imgW="142818" imgH="180941" progId="Equation.3">
                    <p:embed/>
                    <p:pic>
                      <p:nvPicPr>
                        <p:cNvPr id="10295" name="Object 12">
                          <a:extLst>
                            <a:ext uri="{FF2B5EF4-FFF2-40B4-BE49-F238E27FC236}">
                              <a16:creationId xmlns:a16="http://schemas.microsoft.com/office/drawing/2014/main" id="{5956AA9C-D0F4-40D1-AD4F-1E76912AD6CC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497" y="1656"/>
                          <a:ext cx="314" cy="32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FF99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9469" name="Arc 13">
            <a:extLst>
              <a:ext uri="{FF2B5EF4-FFF2-40B4-BE49-F238E27FC236}">
                <a16:creationId xmlns:a16="http://schemas.microsoft.com/office/drawing/2014/main" id="{26001F77-A636-42D5-9975-1D57B428EF1D}"/>
              </a:ext>
            </a:extLst>
          </p:cNvPr>
          <p:cNvSpPr>
            <a:spLocks/>
          </p:cNvSpPr>
          <p:nvPr/>
        </p:nvSpPr>
        <p:spPr bwMode="auto">
          <a:xfrm rot="-600000">
            <a:off x="7138988" y="438150"/>
            <a:ext cx="2017712" cy="2227263"/>
          </a:xfrm>
          <a:custGeom>
            <a:avLst/>
            <a:gdLst>
              <a:gd name="T0" fmla="*/ 2147483646 w 20567"/>
              <a:gd name="T1" fmla="*/ 2147483646 h 17252"/>
              <a:gd name="T2" fmla="*/ 0 w 20567"/>
              <a:gd name="T3" fmla="*/ 2147483646 h 17252"/>
              <a:gd name="T4" fmla="*/ 2147483646 w 20567"/>
              <a:gd name="T5" fmla="*/ 0 h 17252"/>
              <a:gd name="T6" fmla="*/ 0 60000 65536"/>
              <a:gd name="T7" fmla="*/ 0 60000 65536"/>
              <a:gd name="T8" fmla="*/ 0 60000 65536"/>
              <a:gd name="T9" fmla="*/ 0 w 20567"/>
              <a:gd name="T10" fmla="*/ 0 h 17252"/>
              <a:gd name="T11" fmla="*/ 20567 w 20567"/>
              <a:gd name="T12" fmla="*/ 17252 h 17252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0567" h="17252" fill="none" extrusionOk="0">
                <a:moveTo>
                  <a:pt x="7569" y="17252"/>
                </a:moveTo>
                <a:cubicBezTo>
                  <a:pt x="4007" y="14567"/>
                  <a:pt x="1362" y="10846"/>
                  <a:pt x="-1" y="6599"/>
                </a:cubicBezTo>
              </a:path>
              <a:path w="20567" h="17252" stroke="0" extrusionOk="0">
                <a:moveTo>
                  <a:pt x="7569" y="17252"/>
                </a:moveTo>
                <a:cubicBezTo>
                  <a:pt x="4007" y="14567"/>
                  <a:pt x="1362" y="10846"/>
                  <a:pt x="-1" y="6599"/>
                </a:cubicBezTo>
                <a:lnTo>
                  <a:pt x="20567" y="0"/>
                </a:lnTo>
                <a:lnTo>
                  <a:pt x="7569" y="17252"/>
                </a:lnTo>
                <a:close/>
              </a:path>
            </a:pathLst>
          </a:custGeom>
          <a:noFill/>
          <a:ln w="38100">
            <a:solidFill>
              <a:srgbClr val="66FFFF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9470" name="Arc 14">
            <a:extLst>
              <a:ext uri="{FF2B5EF4-FFF2-40B4-BE49-F238E27FC236}">
                <a16:creationId xmlns:a16="http://schemas.microsoft.com/office/drawing/2014/main" id="{08F3634C-B02E-44FD-BE51-C2419DB9DF02}"/>
              </a:ext>
            </a:extLst>
          </p:cNvPr>
          <p:cNvSpPr>
            <a:spLocks/>
          </p:cNvSpPr>
          <p:nvPr/>
        </p:nvSpPr>
        <p:spPr bwMode="auto">
          <a:xfrm rot="341329">
            <a:off x="5767388" y="44450"/>
            <a:ext cx="2106612" cy="2433638"/>
          </a:xfrm>
          <a:custGeom>
            <a:avLst/>
            <a:gdLst>
              <a:gd name="T0" fmla="*/ 2147483646 w 19331"/>
              <a:gd name="T1" fmla="*/ 2147483646 h 18984"/>
              <a:gd name="T2" fmla="*/ 0 w 19331"/>
              <a:gd name="T3" fmla="*/ 2147483646 h 18984"/>
              <a:gd name="T4" fmla="*/ 2147483646 w 19331"/>
              <a:gd name="T5" fmla="*/ 0 h 18984"/>
              <a:gd name="T6" fmla="*/ 0 60000 65536"/>
              <a:gd name="T7" fmla="*/ 0 60000 65536"/>
              <a:gd name="T8" fmla="*/ 0 60000 65536"/>
              <a:gd name="T9" fmla="*/ 0 w 19331"/>
              <a:gd name="T10" fmla="*/ 0 h 18984"/>
              <a:gd name="T11" fmla="*/ 19331 w 19331"/>
              <a:gd name="T12" fmla="*/ 18984 h 18984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9331" h="18984" fill="none" extrusionOk="0">
                <a:moveTo>
                  <a:pt x="9026" y="18983"/>
                </a:moveTo>
                <a:cubicBezTo>
                  <a:pt x="5129" y="16868"/>
                  <a:pt x="1978" y="13605"/>
                  <a:pt x="0" y="9637"/>
                </a:cubicBezTo>
              </a:path>
              <a:path w="19331" h="18984" stroke="0" extrusionOk="0">
                <a:moveTo>
                  <a:pt x="9026" y="18983"/>
                </a:moveTo>
                <a:cubicBezTo>
                  <a:pt x="5129" y="16868"/>
                  <a:pt x="1978" y="13605"/>
                  <a:pt x="0" y="9637"/>
                </a:cubicBezTo>
                <a:lnTo>
                  <a:pt x="19331" y="0"/>
                </a:lnTo>
                <a:lnTo>
                  <a:pt x="9026" y="18983"/>
                </a:lnTo>
                <a:close/>
              </a:path>
            </a:pathLst>
          </a:custGeom>
          <a:noFill/>
          <a:ln w="38100">
            <a:solidFill>
              <a:srgbClr val="66FFFF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9471" name="Line 15">
            <a:extLst>
              <a:ext uri="{FF2B5EF4-FFF2-40B4-BE49-F238E27FC236}">
                <a16:creationId xmlns:a16="http://schemas.microsoft.com/office/drawing/2014/main" id="{37879184-2E6E-4A4B-B7FB-15B0D456FE09}"/>
              </a:ext>
            </a:extLst>
          </p:cNvPr>
          <p:cNvSpPr>
            <a:spLocks noChangeShapeType="1"/>
          </p:cNvSpPr>
          <p:nvPr/>
        </p:nvSpPr>
        <p:spPr bwMode="auto">
          <a:xfrm rot="720000">
            <a:off x="7164388" y="1701800"/>
            <a:ext cx="381000" cy="381000"/>
          </a:xfrm>
          <a:prstGeom prst="line">
            <a:avLst/>
          </a:prstGeom>
          <a:noFill/>
          <a:ln w="57150">
            <a:solidFill>
              <a:srgbClr val="FFCC00"/>
            </a:solidFill>
            <a:round/>
            <a:headEnd type="triangle" w="sm" len="lg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19472" name="Object 16">
            <a:extLst>
              <a:ext uri="{FF2B5EF4-FFF2-40B4-BE49-F238E27FC236}">
                <a16:creationId xmlns:a16="http://schemas.microsoft.com/office/drawing/2014/main" id="{8D96966A-04E1-4671-BFDA-2597A5A812A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952625" y="908050"/>
          <a:ext cx="2119313" cy="911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8524" name="公式" r:id="rId7" imgW="2019325" imgH="876232" progId="Equation.3">
                  <p:embed/>
                </p:oleObj>
              </mc:Choice>
              <mc:Fallback>
                <p:oleObj name="公式" r:id="rId7" imgW="2019325" imgH="876232" progId="Equation.3">
                  <p:embed/>
                  <p:pic>
                    <p:nvPicPr>
                      <p:cNvPr id="19472" name="Object 16">
                        <a:extLst>
                          <a:ext uri="{FF2B5EF4-FFF2-40B4-BE49-F238E27FC236}">
                            <a16:creationId xmlns:a16="http://schemas.microsoft.com/office/drawing/2014/main" id="{8D96966A-04E1-4671-BFDA-2597A5A812A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52625" y="908050"/>
                        <a:ext cx="2119313" cy="911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473" name="Object 17">
            <a:extLst>
              <a:ext uri="{FF2B5EF4-FFF2-40B4-BE49-F238E27FC236}">
                <a16:creationId xmlns:a16="http://schemas.microsoft.com/office/drawing/2014/main" id="{71B2772C-6B33-4BF2-8429-F80032B415C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000250" y="1916113"/>
          <a:ext cx="2065338" cy="911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8525" name="公式" r:id="rId9" imgW="2104955" imgH="876232" progId="Equation.3">
                  <p:embed/>
                </p:oleObj>
              </mc:Choice>
              <mc:Fallback>
                <p:oleObj name="公式" r:id="rId9" imgW="2104955" imgH="876232" progId="Equation.3">
                  <p:embed/>
                  <p:pic>
                    <p:nvPicPr>
                      <p:cNvPr id="19473" name="Object 17">
                        <a:extLst>
                          <a:ext uri="{FF2B5EF4-FFF2-40B4-BE49-F238E27FC236}">
                            <a16:creationId xmlns:a16="http://schemas.microsoft.com/office/drawing/2014/main" id="{71B2772C-6B33-4BF2-8429-F80032B415C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00250" y="1916113"/>
                        <a:ext cx="2065338" cy="911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474" name="Object 18">
            <a:extLst>
              <a:ext uri="{FF2B5EF4-FFF2-40B4-BE49-F238E27FC236}">
                <a16:creationId xmlns:a16="http://schemas.microsoft.com/office/drawing/2014/main" id="{AA4D1B0F-0870-46AF-844B-11AB7B50965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714875" y="4357688"/>
          <a:ext cx="3725863" cy="917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8526" name="公式" r:id="rId11" imgW="3705308" imgH="876232" progId="Equation.3">
                  <p:embed/>
                </p:oleObj>
              </mc:Choice>
              <mc:Fallback>
                <p:oleObj name="公式" r:id="rId11" imgW="3705308" imgH="876232" progId="Equation.3">
                  <p:embed/>
                  <p:pic>
                    <p:nvPicPr>
                      <p:cNvPr id="19474" name="Object 18">
                        <a:extLst>
                          <a:ext uri="{FF2B5EF4-FFF2-40B4-BE49-F238E27FC236}">
                            <a16:creationId xmlns:a16="http://schemas.microsoft.com/office/drawing/2014/main" id="{AA4D1B0F-0870-46AF-844B-11AB7B50965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14875" y="4357688"/>
                        <a:ext cx="3725863" cy="917575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rgbClr val="66FFFF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475" name="Text Box 19">
            <a:extLst>
              <a:ext uri="{FF2B5EF4-FFF2-40B4-BE49-F238E27FC236}">
                <a16:creationId xmlns:a16="http://schemas.microsoft.com/office/drawing/2014/main" id="{52C8503A-4DF3-4BE7-A624-C0D9D52A816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4850" y="4508500"/>
            <a:ext cx="38671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chemeClr val="bg1"/>
                </a:solidFill>
              </a:rPr>
              <a:t>卡诺致冷循环的致冷系数为</a:t>
            </a:r>
          </a:p>
        </p:txBody>
      </p:sp>
      <p:graphicFrame>
        <p:nvGraphicFramePr>
          <p:cNvPr id="19476" name="Object 20">
            <a:extLst>
              <a:ext uri="{FF2B5EF4-FFF2-40B4-BE49-F238E27FC236}">
                <a16:creationId xmlns:a16="http://schemas.microsoft.com/office/drawing/2014/main" id="{D7544C64-B493-4BCB-A461-2C828B76861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843088" y="3500438"/>
          <a:ext cx="1073150" cy="911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8527" name="公式" r:id="rId13" imgW="1038257" imgH="876232" progId="Equation.3">
                  <p:embed/>
                </p:oleObj>
              </mc:Choice>
              <mc:Fallback>
                <p:oleObj name="公式" r:id="rId13" imgW="1038257" imgH="876232" progId="Equation.3">
                  <p:embed/>
                  <p:pic>
                    <p:nvPicPr>
                      <p:cNvPr id="19476" name="Object 20">
                        <a:extLst>
                          <a:ext uri="{FF2B5EF4-FFF2-40B4-BE49-F238E27FC236}">
                            <a16:creationId xmlns:a16="http://schemas.microsoft.com/office/drawing/2014/main" id="{D7544C64-B493-4BCB-A461-2C828B76861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43088" y="3500438"/>
                        <a:ext cx="1073150" cy="911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477" name="Text Box 21">
            <a:extLst>
              <a:ext uri="{FF2B5EF4-FFF2-40B4-BE49-F238E27FC236}">
                <a16:creationId xmlns:a16="http://schemas.microsoft.com/office/drawing/2014/main" id="{D4A3D942-3F95-4C89-BE25-105826F1CE4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4375" y="5429250"/>
            <a:ext cx="8077200" cy="1006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ct val="125000"/>
              </a:lnSpc>
              <a:defRPr/>
            </a:pPr>
            <a:r>
              <a:rPr lang="zh-CN" altLang="en-US" dirty="0">
                <a:solidFill>
                  <a:schemeClr val="bg1"/>
                </a:solidFill>
                <a:ea typeface="楷体_GB2312" pitchFamily="49" charset="-122"/>
              </a:rPr>
              <a:t>当高温热源的温度 </a:t>
            </a:r>
            <a:r>
              <a:rPr lang="en-US" altLang="zh-CN" i="1" dirty="0">
                <a:solidFill>
                  <a:srgbClr val="FFFF00"/>
                </a:solidFill>
                <a:ea typeface="楷体_GB2312" pitchFamily="49" charset="-122"/>
              </a:rPr>
              <a:t>T</a:t>
            </a:r>
            <a:r>
              <a:rPr lang="en-US" altLang="zh-CN" baseline="-25000" dirty="0">
                <a:solidFill>
                  <a:srgbClr val="FFFF00"/>
                </a:solidFill>
                <a:ea typeface="楷体_GB2312" pitchFamily="49" charset="-122"/>
              </a:rPr>
              <a:t>1 </a:t>
            </a:r>
            <a:r>
              <a:rPr lang="zh-CN" altLang="en-US" dirty="0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一定时，理想气体卡诺循环的</a:t>
            </a:r>
            <a:r>
              <a:rPr lang="zh-CN" altLang="en-US" dirty="0">
                <a:solidFill>
                  <a:schemeClr val="bg1"/>
                </a:solidFill>
                <a:ea typeface="楷体_GB2312" pitchFamily="49" charset="-122"/>
              </a:rPr>
              <a:t>致冷系数</a:t>
            </a:r>
            <a:r>
              <a:rPr lang="zh-CN" altLang="en-US" dirty="0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只取决于</a:t>
            </a:r>
            <a:r>
              <a:rPr lang="zh-CN" altLang="en-US" dirty="0">
                <a:solidFill>
                  <a:schemeClr val="bg1"/>
                </a:solidFill>
                <a:latin typeface="+mn-lt"/>
                <a:ea typeface="楷体_GB2312" pitchFamily="49" charset="-122"/>
              </a:rPr>
              <a:t> </a:t>
            </a:r>
            <a:r>
              <a:rPr lang="en-US" altLang="zh-CN" i="1" dirty="0">
                <a:solidFill>
                  <a:srgbClr val="FFFF00"/>
                </a:solidFill>
                <a:ea typeface="楷体_GB2312" pitchFamily="49" charset="-122"/>
              </a:rPr>
              <a:t>T</a:t>
            </a:r>
            <a:r>
              <a:rPr lang="en-US" altLang="zh-CN" baseline="-25000" dirty="0">
                <a:solidFill>
                  <a:srgbClr val="FFFF00"/>
                </a:solidFill>
                <a:ea typeface="楷体_GB2312" pitchFamily="49" charset="-122"/>
              </a:rPr>
              <a:t>2</a:t>
            </a:r>
            <a:r>
              <a:rPr lang="zh-CN" altLang="en-US" dirty="0">
                <a:solidFill>
                  <a:schemeClr val="bg1"/>
                </a:solidFill>
                <a:ea typeface="楷体_GB2312" pitchFamily="49" charset="-122"/>
              </a:rPr>
              <a:t>；</a:t>
            </a:r>
            <a:r>
              <a:rPr lang="en-US" altLang="zh-CN" i="1" dirty="0">
                <a:solidFill>
                  <a:srgbClr val="FFFF00"/>
                </a:solidFill>
                <a:ea typeface="楷体_GB2312" pitchFamily="49" charset="-122"/>
              </a:rPr>
              <a:t>T</a:t>
            </a:r>
            <a:r>
              <a:rPr lang="en-US" altLang="zh-CN" baseline="-25000" dirty="0">
                <a:solidFill>
                  <a:srgbClr val="FFFF00"/>
                </a:solidFill>
                <a:ea typeface="楷体_GB2312" pitchFamily="49" charset="-122"/>
              </a:rPr>
              <a:t>2</a:t>
            </a:r>
            <a:r>
              <a:rPr lang="en-US" altLang="zh-CN" dirty="0">
                <a:solidFill>
                  <a:schemeClr val="bg1"/>
                </a:solidFill>
                <a:latin typeface="+mn-lt"/>
                <a:ea typeface="楷体_GB2312" pitchFamily="49" charset="-122"/>
              </a:rPr>
              <a:t> </a:t>
            </a:r>
            <a:r>
              <a:rPr lang="zh-CN" altLang="en-US" dirty="0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越低，致冷系数越小。</a:t>
            </a:r>
          </a:p>
        </p:txBody>
      </p:sp>
      <p:grpSp>
        <p:nvGrpSpPr>
          <p:cNvPr id="4" name="Group 24">
            <a:extLst>
              <a:ext uri="{FF2B5EF4-FFF2-40B4-BE49-F238E27FC236}">
                <a16:creationId xmlns:a16="http://schemas.microsoft.com/office/drawing/2014/main" id="{A874A5C8-5BBF-4A01-BFA3-92071BBDCA03}"/>
              </a:ext>
            </a:extLst>
          </p:cNvPr>
          <p:cNvGrpSpPr>
            <a:grpSpLocks/>
          </p:cNvGrpSpPr>
          <p:nvPr/>
        </p:nvGrpSpPr>
        <p:grpSpPr bwMode="auto">
          <a:xfrm>
            <a:off x="4937125" y="307975"/>
            <a:ext cx="3960813" cy="3265488"/>
            <a:chOff x="3061" y="1434"/>
            <a:chExt cx="2495" cy="2057"/>
          </a:xfrm>
        </p:grpSpPr>
        <p:sp>
          <p:nvSpPr>
            <p:cNvPr id="10289" name="Line 25">
              <a:extLst>
                <a:ext uri="{FF2B5EF4-FFF2-40B4-BE49-F238E27FC236}">
                  <a16:creationId xmlns:a16="http://schemas.microsoft.com/office/drawing/2014/main" id="{7995CF39-9911-435C-BBF2-D4121E86D1C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25" y="1564"/>
              <a:ext cx="9" cy="1639"/>
            </a:xfrm>
            <a:prstGeom prst="line">
              <a:avLst/>
            </a:prstGeom>
            <a:noFill/>
            <a:ln w="28575" cap="sq">
              <a:solidFill>
                <a:schemeClr val="bg1"/>
              </a:solidFill>
              <a:miter lim="800000"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0290" name="Text Box 26">
              <a:extLst>
                <a:ext uri="{FF2B5EF4-FFF2-40B4-BE49-F238E27FC236}">
                  <a16:creationId xmlns:a16="http://schemas.microsoft.com/office/drawing/2014/main" id="{BE243720-262D-48EF-A353-14B285B11D1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61" y="1434"/>
              <a:ext cx="21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i="1">
                  <a:solidFill>
                    <a:srgbClr val="FFFF00"/>
                  </a:solidFill>
                </a:rPr>
                <a:t>p</a:t>
              </a:r>
              <a:endParaRPr lang="en-US" altLang="zh-CN">
                <a:solidFill>
                  <a:srgbClr val="FFFF00"/>
                </a:solidFill>
              </a:endParaRPr>
            </a:p>
          </p:txBody>
        </p:sp>
        <p:sp>
          <p:nvSpPr>
            <p:cNvPr id="10291" name="Text Box 27">
              <a:extLst>
                <a:ext uri="{FF2B5EF4-FFF2-40B4-BE49-F238E27FC236}">
                  <a16:creationId xmlns:a16="http://schemas.microsoft.com/office/drawing/2014/main" id="{29344B34-4A70-4657-B665-CBDD397B0A3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312" y="3203"/>
              <a:ext cx="24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i="1">
                  <a:solidFill>
                    <a:srgbClr val="FFFF00"/>
                  </a:solidFill>
                </a:rPr>
                <a:t>V</a:t>
              </a:r>
            </a:p>
          </p:txBody>
        </p:sp>
        <p:sp>
          <p:nvSpPr>
            <p:cNvPr id="10292" name="Text Box 28">
              <a:extLst>
                <a:ext uri="{FF2B5EF4-FFF2-40B4-BE49-F238E27FC236}">
                  <a16:creationId xmlns:a16="http://schemas.microsoft.com/office/drawing/2014/main" id="{3DEFEFCE-6C3B-4506-A6D6-BCD81D44183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07" y="3203"/>
              <a:ext cx="255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i="1">
                  <a:solidFill>
                    <a:srgbClr val="FFFF00"/>
                  </a:solidFill>
                </a:rPr>
                <a:t>O</a:t>
              </a:r>
            </a:p>
          </p:txBody>
        </p:sp>
        <p:sp>
          <p:nvSpPr>
            <p:cNvPr id="10293" name="Line 29">
              <a:extLst>
                <a:ext uri="{FF2B5EF4-FFF2-40B4-BE49-F238E27FC236}">
                  <a16:creationId xmlns:a16="http://schemas.microsoft.com/office/drawing/2014/main" id="{6D1CB98D-06C5-4FC5-897C-9CEA8DA22EF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34" y="3203"/>
              <a:ext cx="2177" cy="0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5" name="Group 30">
            <a:extLst>
              <a:ext uri="{FF2B5EF4-FFF2-40B4-BE49-F238E27FC236}">
                <a16:creationId xmlns:a16="http://schemas.microsoft.com/office/drawing/2014/main" id="{D3331287-69BF-47C7-B4D9-BDD42C939E6C}"/>
              </a:ext>
            </a:extLst>
          </p:cNvPr>
          <p:cNvGrpSpPr>
            <a:grpSpLocks/>
          </p:cNvGrpSpPr>
          <p:nvPr/>
        </p:nvGrpSpPr>
        <p:grpSpPr bwMode="auto">
          <a:xfrm>
            <a:off x="4937125" y="908050"/>
            <a:ext cx="1136650" cy="2620963"/>
            <a:chOff x="3016" y="1888"/>
            <a:chExt cx="716" cy="1651"/>
          </a:xfrm>
        </p:grpSpPr>
        <p:sp>
          <p:nvSpPr>
            <p:cNvPr id="10285" name="Line 31">
              <a:extLst>
                <a:ext uri="{FF2B5EF4-FFF2-40B4-BE49-F238E27FC236}">
                  <a16:creationId xmlns:a16="http://schemas.microsoft.com/office/drawing/2014/main" id="{EEC7B0B1-4606-41C8-91E6-214B6C167F3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19" y="2069"/>
              <a:ext cx="240" cy="0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286" name="Line 32">
              <a:extLst>
                <a:ext uri="{FF2B5EF4-FFF2-40B4-BE49-F238E27FC236}">
                  <a16:creationId xmlns:a16="http://schemas.microsoft.com/office/drawing/2014/main" id="{791D9679-142D-4E28-97FA-7B95411994A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59" y="2099"/>
              <a:ext cx="0" cy="1152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287" name="Text Box 33">
              <a:extLst>
                <a:ext uri="{FF2B5EF4-FFF2-40B4-BE49-F238E27FC236}">
                  <a16:creationId xmlns:a16="http://schemas.microsoft.com/office/drawing/2014/main" id="{B6212838-FA82-4E85-8338-67437594E03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24" y="3251"/>
              <a:ext cx="30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i="1">
                  <a:solidFill>
                    <a:schemeClr val="bg1"/>
                  </a:solidFill>
                </a:rPr>
                <a:t>V</a:t>
              </a:r>
              <a:r>
                <a:rPr lang="en-US" altLang="zh-CN" baseline="-25000">
                  <a:solidFill>
                    <a:schemeClr val="bg1"/>
                  </a:solidFill>
                </a:rPr>
                <a:t>1</a:t>
              </a:r>
              <a:endParaRPr lang="en-US" altLang="zh-CN">
                <a:solidFill>
                  <a:schemeClr val="bg1"/>
                </a:solidFill>
              </a:endParaRPr>
            </a:p>
          </p:txBody>
        </p:sp>
        <p:sp>
          <p:nvSpPr>
            <p:cNvPr id="10288" name="Text Box 34">
              <a:extLst>
                <a:ext uri="{FF2B5EF4-FFF2-40B4-BE49-F238E27FC236}">
                  <a16:creationId xmlns:a16="http://schemas.microsoft.com/office/drawing/2014/main" id="{5473037E-7113-43BA-A58B-90E7C4EB90F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16" y="1888"/>
              <a:ext cx="27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i="1">
                  <a:solidFill>
                    <a:schemeClr val="bg1"/>
                  </a:solidFill>
                </a:rPr>
                <a:t>p</a:t>
              </a:r>
              <a:r>
                <a:rPr lang="en-US" altLang="zh-CN" baseline="-25000">
                  <a:solidFill>
                    <a:schemeClr val="bg1"/>
                  </a:solidFill>
                </a:rPr>
                <a:t>1</a:t>
              </a:r>
            </a:p>
          </p:txBody>
        </p:sp>
      </p:grpSp>
      <p:grpSp>
        <p:nvGrpSpPr>
          <p:cNvPr id="6" name="Group 35">
            <a:extLst>
              <a:ext uri="{FF2B5EF4-FFF2-40B4-BE49-F238E27FC236}">
                <a16:creationId xmlns:a16="http://schemas.microsoft.com/office/drawing/2014/main" id="{C4279F0E-17E0-49BD-AF5E-E9AEC6E9B99F}"/>
              </a:ext>
            </a:extLst>
          </p:cNvPr>
          <p:cNvGrpSpPr>
            <a:grpSpLocks/>
          </p:cNvGrpSpPr>
          <p:nvPr/>
        </p:nvGrpSpPr>
        <p:grpSpPr bwMode="auto">
          <a:xfrm>
            <a:off x="4953000" y="2179638"/>
            <a:ext cx="1928813" cy="1349375"/>
            <a:chOff x="3016" y="2659"/>
            <a:chExt cx="1215" cy="850"/>
          </a:xfrm>
        </p:grpSpPr>
        <p:sp>
          <p:nvSpPr>
            <p:cNvPr id="10281" name="Line 36">
              <a:extLst>
                <a:ext uri="{FF2B5EF4-FFF2-40B4-BE49-F238E27FC236}">
                  <a16:creationId xmlns:a16="http://schemas.microsoft.com/office/drawing/2014/main" id="{A72F6426-6A6D-4EF6-BA95-BF3E7766C42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19" y="2867"/>
              <a:ext cx="768" cy="0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282" name="Line 37">
              <a:extLst>
                <a:ext uri="{FF2B5EF4-FFF2-40B4-BE49-F238E27FC236}">
                  <a16:creationId xmlns:a16="http://schemas.microsoft.com/office/drawing/2014/main" id="{61009955-E11C-4D5D-9FC1-72668C6C61E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87" y="2867"/>
              <a:ext cx="0" cy="384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283" name="Rectangle 38">
              <a:extLst>
                <a:ext uri="{FF2B5EF4-FFF2-40B4-BE49-F238E27FC236}">
                  <a16:creationId xmlns:a16="http://schemas.microsoft.com/office/drawing/2014/main" id="{8893693C-CEAE-4182-9BD7-479C6E0A52A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23" y="3221"/>
              <a:ext cx="30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i="1">
                  <a:solidFill>
                    <a:schemeClr val="bg1"/>
                  </a:solidFill>
                </a:rPr>
                <a:t>V</a:t>
              </a:r>
              <a:r>
                <a:rPr lang="en-US" altLang="zh-CN" baseline="-25000">
                  <a:solidFill>
                    <a:schemeClr val="bg1"/>
                  </a:solidFill>
                </a:rPr>
                <a:t>4</a:t>
              </a:r>
            </a:p>
          </p:txBody>
        </p:sp>
        <p:sp>
          <p:nvSpPr>
            <p:cNvPr id="10284" name="Rectangle 39">
              <a:extLst>
                <a:ext uri="{FF2B5EF4-FFF2-40B4-BE49-F238E27FC236}">
                  <a16:creationId xmlns:a16="http://schemas.microsoft.com/office/drawing/2014/main" id="{4E4AECBE-4ABB-4636-872A-3758B067B07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16" y="2659"/>
              <a:ext cx="27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i="1">
                  <a:solidFill>
                    <a:schemeClr val="bg1"/>
                  </a:solidFill>
                </a:rPr>
                <a:t>p</a:t>
              </a:r>
              <a:r>
                <a:rPr lang="en-US" altLang="zh-CN" baseline="-25000">
                  <a:solidFill>
                    <a:schemeClr val="bg1"/>
                  </a:solidFill>
                </a:rPr>
                <a:t>4</a:t>
              </a:r>
            </a:p>
          </p:txBody>
        </p:sp>
      </p:grpSp>
      <p:grpSp>
        <p:nvGrpSpPr>
          <p:cNvPr id="7" name="Group 40">
            <a:extLst>
              <a:ext uri="{FF2B5EF4-FFF2-40B4-BE49-F238E27FC236}">
                <a16:creationId xmlns:a16="http://schemas.microsoft.com/office/drawing/2014/main" id="{A19FF022-3B24-4F8C-A541-38F60E6C898E}"/>
              </a:ext>
            </a:extLst>
          </p:cNvPr>
          <p:cNvGrpSpPr>
            <a:grpSpLocks/>
          </p:cNvGrpSpPr>
          <p:nvPr/>
        </p:nvGrpSpPr>
        <p:grpSpPr bwMode="auto">
          <a:xfrm>
            <a:off x="4953000" y="2492375"/>
            <a:ext cx="3368675" cy="1036638"/>
            <a:chOff x="3016" y="2886"/>
            <a:chExt cx="2122" cy="653"/>
          </a:xfrm>
        </p:grpSpPr>
        <p:sp>
          <p:nvSpPr>
            <p:cNvPr id="10277" name="Line 41">
              <a:extLst>
                <a:ext uri="{FF2B5EF4-FFF2-40B4-BE49-F238E27FC236}">
                  <a16:creationId xmlns:a16="http://schemas.microsoft.com/office/drawing/2014/main" id="{E7F81FF7-5C37-4102-8E83-6D358C79F13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319" y="3036"/>
              <a:ext cx="1680" cy="0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278" name="Line 42">
              <a:extLst>
                <a:ext uri="{FF2B5EF4-FFF2-40B4-BE49-F238E27FC236}">
                  <a16:creationId xmlns:a16="http://schemas.microsoft.com/office/drawing/2014/main" id="{AEB79B89-B9B3-48AC-B9BB-EAF89528AAE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999" y="3011"/>
              <a:ext cx="0" cy="240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279" name="Rectangle 43">
              <a:extLst>
                <a:ext uri="{FF2B5EF4-FFF2-40B4-BE49-F238E27FC236}">
                  <a16:creationId xmlns:a16="http://schemas.microsoft.com/office/drawing/2014/main" id="{AC92BBB3-A132-4F9C-A495-7638CA79F61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30" y="3251"/>
              <a:ext cx="30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i="1">
                  <a:solidFill>
                    <a:schemeClr val="bg1"/>
                  </a:solidFill>
                </a:rPr>
                <a:t>V</a:t>
              </a:r>
              <a:r>
                <a:rPr lang="en-US" altLang="zh-CN" baseline="-25000">
                  <a:solidFill>
                    <a:schemeClr val="bg1"/>
                  </a:solidFill>
                </a:rPr>
                <a:t>3</a:t>
              </a:r>
            </a:p>
          </p:txBody>
        </p:sp>
        <p:sp>
          <p:nvSpPr>
            <p:cNvPr id="10280" name="Rectangle 44">
              <a:extLst>
                <a:ext uri="{FF2B5EF4-FFF2-40B4-BE49-F238E27FC236}">
                  <a16:creationId xmlns:a16="http://schemas.microsoft.com/office/drawing/2014/main" id="{23D123DE-EE92-4154-8387-11062B2C08C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16" y="2886"/>
              <a:ext cx="27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i="1">
                  <a:solidFill>
                    <a:schemeClr val="bg1"/>
                  </a:solidFill>
                </a:rPr>
                <a:t>p</a:t>
              </a:r>
              <a:r>
                <a:rPr lang="en-US" altLang="zh-CN" baseline="-25000">
                  <a:solidFill>
                    <a:schemeClr val="bg1"/>
                  </a:solidFill>
                </a:rPr>
                <a:t>3</a:t>
              </a:r>
            </a:p>
          </p:txBody>
        </p:sp>
      </p:grpSp>
      <p:grpSp>
        <p:nvGrpSpPr>
          <p:cNvPr id="8" name="Group 45">
            <a:extLst>
              <a:ext uri="{FF2B5EF4-FFF2-40B4-BE49-F238E27FC236}">
                <a16:creationId xmlns:a16="http://schemas.microsoft.com/office/drawing/2014/main" id="{B31D15C7-6B62-449E-BF0C-B11E4DC4E327}"/>
              </a:ext>
            </a:extLst>
          </p:cNvPr>
          <p:cNvGrpSpPr>
            <a:grpSpLocks/>
          </p:cNvGrpSpPr>
          <p:nvPr/>
        </p:nvGrpSpPr>
        <p:grpSpPr bwMode="auto">
          <a:xfrm>
            <a:off x="4951413" y="1268413"/>
            <a:ext cx="2433637" cy="2260600"/>
            <a:chOff x="3016" y="2099"/>
            <a:chExt cx="1533" cy="1424"/>
          </a:xfrm>
        </p:grpSpPr>
        <p:sp>
          <p:nvSpPr>
            <p:cNvPr id="10273" name="Line 46">
              <a:extLst>
                <a:ext uri="{FF2B5EF4-FFF2-40B4-BE49-F238E27FC236}">
                  <a16:creationId xmlns:a16="http://schemas.microsoft.com/office/drawing/2014/main" id="{BB286C73-A97E-47D1-97BD-DA82F7B301B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319" y="2265"/>
              <a:ext cx="1081" cy="26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274" name="Line 47">
              <a:extLst>
                <a:ext uri="{FF2B5EF4-FFF2-40B4-BE49-F238E27FC236}">
                  <a16:creationId xmlns:a16="http://schemas.microsoft.com/office/drawing/2014/main" id="{49060705-4845-4BD7-B55E-6FC33E72DE1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75" y="2243"/>
              <a:ext cx="0" cy="1008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275" name="Rectangle 48">
              <a:extLst>
                <a:ext uri="{FF2B5EF4-FFF2-40B4-BE49-F238E27FC236}">
                  <a16:creationId xmlns:a16="http://schemas.microsoft.com/office/drawing/2014/main" id="{ED241EF6-76A7-4723-B6C2-F27D10FE4C9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41" y="3235"/>
              <a:ext cx="30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i="1">
                  <a:solidFill>
                    <a:schemeClr val="bg1"/>
                  </a:solidFill>
                </a:rPr>
                <a:t>V</a:t>
              </a:r>
              <a:r>
                <a:rPr lang="en-US" altLang="zh-CN" baseline="-25000">
                  <a:solidFill>
                    <a:schemeClr val="bg1"/>
                  </a:solidFill>
                </a:rPr>
                <a:t>2</a:t>
              </a:r>
            </a:p>
          </p:txBody>
        </p:sp>
        <p:sp>
          <p:nvSpPr>
            <p:cNvPr id="10276" name="Rectangle 49">
              <a:extLst>
                <a:ext uri="{FF2B5EF4-FFF2-40B4-BE49-F238E27FC236}">
                  <a16:creationId xmlns:a16="http://schemas.microsoft.com/office/drawing/2014/main" id="{37A1DA14-4F3F-4327-893D-E942900E60B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16" y="2099"/>
              <a:ext cx="27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i="1">
                  <a:solidFill>
                    <a:schemeClr val="bg1"/>
                  </a:solidFill>
                </a:rPr>
                <a:t>p</a:t>
              </a:r>
              <a:r>
                <a:rPr lang="en-US" altLang="zh-CN" baseline="-25000">
                  <a:solidFill>
                    <a:schemeClr val="bg1"/>
                  </a:solidFill>
                </a:rPr>
                <a:t>2</a:t>
              </a:r>
            </a:p>
          </p:txBody>
        </p:sp>
      </p:grpSp>
      <p:grpSp>
        <p:nvGrpSpPr>
          <p:cNvPr id="9" name="Group 50">
            <a:extLst>
              <a:ext uri="{FF2B5EF4-FFF2-40B4-BE49-F238E27FC236}">
                <a16:creationId xmlns:a16="http://schemas.microsoft.com/office/drawing/2014/main" id="{D96313BC-5DD5-4466-877B-E1C748484F39}"/>
              </a:ext>
            </a:extLst>
          </p:cNvPr>
          <p:cNvGrpSpPr>
            <a:grpSpLocks/>
          </p:cNvGrpSpPr>
          <p:nvPr/>
        </p:nvGrpSpPr>
        <p:grpSpPr bwMode="auto">
          <a:xfrm>
            <a:off x="7439025" y="2428875"/>
            <a:ext cx="561975" cy="1447800"/>
            <a:chOff x="4728" y="1394"/>
            <a:chExt cx="354" cy="912"/>
          </a:xfrm>
        </p:grpSpPr>
        <p:sp>
          <p:nvSpPr>
            <p:cNvPr id="10271" name="Text Box 51">
              <a:extLst>
                <a:ext uri="{FF2B5EF4-FFF2-40B4-BE49-F238E27FC236}">
                  <a16:creationId xmlns:a16="http://schemas.microsoft.com/office/drawing/2014/main" id="{422D1C93-17FA-4B00-8563-CFBE0A0A23A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28" y="1979"/>
              <a:ext cx="354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800" i="1">
                  <a:solidFill>
                    <a:srgbClr val="FF0000"/>
                  </a:solidFill>
                </a:rPr>
                <a:t>Q</a:t>
              </a:r>
              <a:r>
                <a:rPr lang="en-US" altLang="zh-CN" sz="2800" baseline="-25000">
                  <a:solidFill>
                    <a:srgbClr val="FF0000"/>
                  </a:solidFill>
                </a:rPr>
                <a:t>2</a:t>
              </a:r>
              <a:endParaRPr lang="en-US" altLang="zh-CN">
                <a:solidFill>
                  <a:srgbClr val="FF0000"/>
                </a:solidFill>
              </a:endParaRPr>
            </a:p>
          </p:txBody>
        </p:sp>
        <p:sp>
          <p:nvSpPr>
            <p:cNvPr id="10272" name="Line 52">
              <a:extLst>
                <a:ext uri="{FF2B5EF4-FFF2-40B4-BE49-F238E27FC236}">
                  <a16:creationId xmlns:a16="http://schemas.microsoft.com/office/drawing/2014/main" id="{2FFB392B-D404-4173-A5BD-2A9C2E671D5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766" y="1394"/>
              <a:ext cx="91" cy="726"/>
            </a:xfrm>
            <a:prstGeom prst="line">
              <a:avLst/>
            </a:prstGeom>
            <a:noFill/>
            <a:ln w="38100">
              <a:solidFill>
                <a:srgbClr val="FFCCFF"/>
              </a:solidFill>
              <a:round/>
              <a:headEnd type="triangle" w="med" len="lg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0" name="Group 53">
            <a:extLst>
              <a:ext uri="{FF2B5EF4-FFF2-40B4-BE49-F238E27FC236}">
                <a16:creationId xmlns:a16="http://schemas.microsoft.com/office/drawing/2014/main" id="{9370C5AE-5E63-4004-A763-8D23220576AC}"/>
              </a:ext>
            </a:extLst>
          </p:cNvPr>
          <p:cNvGrpSpPr>
            <a:grpSpLocks/>
          </p:cNvGrpSpPr>
          <p:nvPr/>
        </p:nvGrpSpPr>
        <p:grpSpPr bwMode="auto">
          <a:xfrm>
            <a:off x="6564313" y="549275"/>
            <a:ext cx="820737" cy="1152525"/>
            <a:chOff x="2154" y="1660"/>
            <a:chExt cx="517" cy="726"/>
          </a:xfrm>
        </p:grpSpPr>
        <p:sp>
          <p:nvSpPr>
            <p:cNvPr id="10269" name="Text Box 54">
              <a:extLst>
                <a:ext uri="{FF2B5EF4-FFF2-40B4-BE49-F238E27FC236}">
                  <a16:creationId xmlns:a16="http://schemas.microsoft.com/office/drawing/2014/main" id="{19B25079-6967-41AD-9DE5-7FDCF15066F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17" y="1660"/>
              <a:ext cx="354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800" i="1">
                  <a:solidFill>
                    <a:srgbClr val="FF0000"/>
                  </a:solidFill>
                </a:rPr>
                <a:t>Q</a:t>
              </a:r>
              <a:r>
                <a:rPr lang="en-US" altLang="zh-CN" sz="2800" baseline="-25000">
                  <a:solidFill>
                    <a:srgbClr val="FF0000"/>
                  </a:solidFill>
                </a:rPr>
                <a:t>1</a:t>
              </a:r>
            </a:p>
          </p:txBody>
        </p:sp>
        <p:sp>
          <p:nvSpPr>
            <p:cNvPr id="10270" name="Line 55">
              <a:extLst>
                <a:ext uri="{FF2B5EF4-FFF2-40B4-BE49-F238E27FC236}">
                  <a16:creationId xmlns:a16="http://schemas.microsoft.com/office/drawing/2014/main" id="{DEF335DD-5428-4A74-B3C0-6FEE89B614F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154" y="1978"/>
              <a:ext cx="226" cy="408"/>
            </a:xfrm>
            <a:prstGeom prst="line">
              <a:avLst/>
            </a:prstGeom>
            <a:noFill/>
            <a:ln w="38100">
              <a:solidFill>
                <a:srgbClr val="FFCCFF"/>
              </a:solidFill>
              <a:round/>
              <a:headEnd type="triangle" w="med" len="lg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9512" name="Text Box 56">
            <a:extLst>
              <a:ext uri="{FF2B5EF4-FFF2-40B4-BE49-F238E27FC236}">
                <a16:creationId xmlns:a16="http://schemas.microsoft.com/office/drawing/2014/main" id="{AD5BA4C6-5927-4ECD-880C-B747D88E513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4213" y="2852738"/>
            <a:ext cx="49688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chemeClr val="bg1"/>
                </a:solidFill>
              </a:rPr>
              <a:t>由 </a:t>
            </a:r>
            <a:r>
              <a:rPr lang="en-US" altLang="zh-CN" i="1">
                <a:solidFill>
                  <a:srgbClr val="FFFF00"/>
                </a:solidFill>
              </a:rPr>
              <a:t>bc</a:t>
            </a:r>
            <a:r>
              <a:rPr lang="en-US" altLang="zh-CN">
                <a:solidFill>
                  <a:schemeClr val="bg1"/>
                </a:solidFill>
                <a:latin typeface="宋体" panose="02010600030101010101" pitchFamily="2" charset="-122"/>
              </a:rPr>
              <a:t>﹑</a:t>
            </a:r>
            <a:r>
              <a:rPr lang="en-US" altLang="zh-CN" i="1">
                <a:solidFill>
                  <a:srgbClr val="FFFF00"/>
                </a:solidFill>
              </a:rPr>
              <a:t>da </a:t>
            </a:r>
            <a:r>
              <a:rPr lang="zh-CN" altLang="en-US">
                <a:solidFill>
                  <a:schemeClr val="bg1"/>
                </a:solidFill>
              </a:rPr>
              <a:t>绝热过程方程，有</a:t>
            </a:r>
          </a:p>
        </p:txBody>
      </p:sp>
      <p:sp>
        <p:nvSpPr>
          <p:cNvPr id="10266" name="灯片编号占位符 1">
            <a:extLst>
              <a:ext uri="{FF2B5EF4-FFF2-40B4-BE49-F238E27FC236}">
                <a16:creationId xmlns:a16="http://schemas.microsoft.com/office/drawing/2014/main" id="{E04B3379-A3FF-43E4-A1D3-4692A9990FC4}"/>
              </a:ext>
            </a:extLst>
          </p:cNvPr>
          <p:cNvSpPr txBox="1">
            <a:spLocks/>
          </p:cNvSpPr>
          <p:nvPr/>
        </p:nvSpPr>
        <p:spPr bwMode="auto">
          <a:xfrm>
            <a:off x="0" y="6381750"/>
            <a:ext cx="213360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39306FB9-1853-4746-A6F5-5C4F8E6D5725}" type="slidenum">
              <a:rPr lang="en-US" altLang="zh-CN" b="0">
                <a:solidFill>
                  <a:srgbClr val="FF00FF"/>
                </a:solidFill>
              </a:rPr>
              <a:pPr eaLnBrk="1" hangingPunct="1"/>
              <a:t>10</a:t>
            </a:fld>
            <a:r>
              <a:rPr lang="en-US" altLang="zh-CN" b="0">
                <a:solidFill>
                  <a:srgbClr val="FF00FF"/>
                </a:solidFill>
              </a:rPr>
              <a:t>/28</a:t>
            </a:r>
          </a:p>
        </p:txBody>
      </p:sp>
      <p:sp>
        <p:nvSpPr>
          <p:cNvPr id="14365" name="矩形 57">
            <a:extLst>
              <a:ext uri="{FF2B5EF4-FFF2-40B4-BE49-F238E27FC236}">
                <a16:creationId xmlns:a16="http://schemas.microsoft.com/office/drawing/2014/main" id="{F8B233F5-6C31-4123-A244-AE1DFBE7D4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0125" y="1109663"/>
            <a:ext cx="1071563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chemeClr val="bg1"/>
                </a:solidFill>
              </a:rPr>
              <a:t>放热：</a:t>
            </a:r>
          </a:p>
        </p:txBody>
      </p:sp>
      <p:sp>
        <p:nvSpPr>
          <p:cNvPr id="14366" name="矩形 58">
            <a:extLst>
              <a:ext uri="{FF2B5EF4-FFF2-40B4-BE49-F238E27FC236}">
                <a16:creationId xmlns:a16="http://schemas.microsoft.com/office/drawing/2014/main" id="{76F492F7-F176-4640-A996-9C517A319E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0125" y="2109788"/>
            <a:ext cx="1071563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chemeClr val="bg1"/>
                </a:solidFill>
              </a:rPr>
              <a:t>吸热：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94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94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2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194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194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30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3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 nodeType="afterGroup">
                            <p:stCondLst>
                              <p:cond delay="3500"/>
                            </p:stCondLst>
                            <p:childTnLst>
                              <p:par>
                                <p:cTn id="3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194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42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 nodeType="afterGroup">
                            <p:stCondLst>
                              <p:cond delay="4500"/>
                            </p:stCondLst>
                            <p:childTnLst>
                              <p:par>
                                <p:cTn id="46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8" dur="1000"/>
                                        <p:tgtEl>
                                          <p:spTgt spid="194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 nodeType="afterGroup">
                            <p:stCondLst>
                              <p:cond delay="5500"/>
                            </p:stCondLst>
                            <p:childTnLst>
                              <p:par>
                                <p:cTn id="5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94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 nodeType="afterGroup">
                            <p:stCondLst>
                              <p:cond delay="6000"/>
                            </p:stCondLst>
                            <p:childTnLst>
                              <p:par>
                                <p:cTn id="54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 nodeType="afterGroup">
                            <p:stCondLst>
                              <p:cond delay="6500"/>
                            </p:stCondLst>
                            <p:childTnLst>
                              <p:par>
                                <p:cTn id="58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0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 nodeType="afterGroup">
                            <p:stCondLst>
                              <p:cond delay="7500"/>
                            </p:stCondLst>
                            <p:childTnLst>
                              <p:par>
                                <p:cTn id="62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4" dur="1000"/>
                                        <p:tgtEl>
                                          <p:spTgt spid="194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 nodeType="clickPar">
                      <p:stCondLst>
                        <p:cond delay="indefinite"/>
                      </p:stCondLst>
                      <p:childTnLst>
                        <p:par>
                          <p:cTn id="6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 nodeType="clickPar">
                      <p:stCondLst>
                        <p:cond delay="indefinite"/>
                      </p:stCondLst>
                      <p:childTnLst>
                        <p:par>
                          <p:cTn id="7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 nodeType="clickPar">
                      <p:stCondLst>
                        <p:cond delay="indefinite"/>
                      </p:stCondLst>
                      <p:childTnLst>
                        <p:par>
                          <p:cTn id="7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9" dur="500"/>
                                        <p:tgtEl>
                                          <p:spTgt spid="143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8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3" dur="500"/>
                                        <p:tgtEl>
                                          <p:spTgt spid="194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 nodeType="clickPar">
                      <p:stCondLst>
                        <p:cond delay="indefinite"/>
                      </p:stCondLst>
                      <p:childTnLst>
                        <p:par>
                          <p:cTn id="8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8" dur="500"/>
                                        <p:tgtEl>
                                          <p:spTgt spid="143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194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 nodeType="clickPar">
                      <p:stCondLst>
                        <p:cond delay="indefinite"/>
                      </p:stCondLst>
                      <p:childTnLst>
                        <p:par>
                          <p:cTn id="9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7" dur="500"/>
                                        <p:tgtEl>
                                          <p:spTgt spid="195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1" dur="500"/>
                                        <p:tgtEl>
                                          <p:spTgt spid="194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 nodeType="clickPar">
                      <p:stCondLst>
                        <p:cond delay="indefinite"/>
                      </p:stCondLst>
                      <p:childTnLst>
                        <p:par>
                          <p:cTn id="10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6" dur="1000"/>
                                        <p:tgtEl>
                                          <p:spTgt spid="194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0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0" dur="500"/>
                                        <p:tgtEl>
                                          <p:spTgt spid="194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 nodeType="clickPar">
                      <p:stCondLst>
                        <p:cond delay="indefinite"/>
                      </p:stCondLst>
                      <p:childTnLst>
                        <p:par>
                          <p:cTn id="1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5" dur="500"/>
                                        <p:tgtEl>
                                          <p:spTgt spid="194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458" grpId="0" autoUpdateAnimBg="0"/>
      <p:bldP spid="19459" grpId="0"/>
      <p:bldP spid="19460" grpId="0"/>
      <p:bldP spid="19461" grpId="0"/>
      <p:bldP spid="19462" grpId="0"/>
      <p:bldP spid="19475" grpId="0" autoUpdateAnimBg="0"/>
      <p:bldP spid="19477" grpId="0"/>
      <p:bldP spid="19512" grpId="0"/>
      <p:bldP spid="14365" grpId="0"/>
      <p:bldP spid="14366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ext Box 2">
            <a:extLst>
              <a:ext uri="{FF2B5EF4-FFF2-40B4-BE49-F238E27FC236}">
                <a16:creationId xmlns:a16="http://schemas.microsoft.com/office/drawing/2014/main" id="{5E6637B0-1FD3-42A5-93D0-AF03BD33B03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3713" y="1081088"/>
            <a:ext cx="8221662" cy="1347787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ct val="80000"/>
              </a:lnSpc>
              <a:spcBef>
                <a:spcPct val="50000"/>
              </a:spcBef>
              <a:defRPr/>
            </a:pPr>
            <a:r>
              <a:rPr lang="en-US" altLang="zh-CN" dirty="0">
                <a:solidFill>
                  <a:schemeClr val="bg1"/>
                </a:solidFill>
              </a:rPr>
              <a:t>1. </a:t>
            </a:r>
            <a:r>
              <a:rPr lang="zh-CN" altLang="en-US" dirty="0">
                <a:solidFill>
                  <a:schemeClr val="bg1"/>
                </a:solidFill>
              </a:rPr>
              <a:t>在温度分别为 </a:t>
            </a:r>
            <a:r>
              <a:rPr lang="en-US" altLang="zh-CN" i="1" dirty="0">
                <a:solidFill>
                  <a:srgbClr val="FFFF00"/>
                </a:solidFill>
              </a:rPr>
              <a:t>T</a:t>
            </a:r>
            <a:r>
              <a:rPr lang="en-US" altLang="zh-CN" baseline="-25000" dirty="0">
                <a:solidFill>
                  <a:srgbClr val="FFFF00"/>
                </a:solidFill>
              </a:rPr>
              <a:t>1</a:t>
            </a:r>
            <a:r>
              <a:rPr lang="en-US" altLang="zh-CN" dirty="0">
                <a:solidFill>
                  <a:srgbClr val="FFFF00"/>
                </a:solidFill>
              </a:rPr>
              <a:t> </a:t>
            </a:r>
            <a:r>
              <a:rPr lang="zh-CN" altLang="en-US" dirty="0">
                <a:solidFill>
                  <a:schemeClr val="bg1"/>
                </a:solidFill>
              </a:rPr>
              <a:t>与</a:t>
            </a:r>
            <a:r>
              <a:rPr lang="zh-CN" altLang="en-US" dirty="0">
                <a:solidFill>
                  <a:srgbClr val="FFFF00"/>
                </a:solidFill>
                <a:latin typeface="+mn-lt"/>
              </a:rPr>
              <a:t> </a:t>
            </a:r>
            <a:r>
              <a:rPr lang="en-US" altLang="zh-CN" i="1" dirty="0">
                <a:solidFill>
                  <a:srgbClr val="FFFF00"/>
                </a:solidFill>
                <a:latin typeface="+mn-lt"/>
              </a:rPr>
              <a:t>T</a:t>
            </a:r>
            <a:r>
              <a:rPr lang="en-US" altLang="zh-CN" baseline="-25000" dirty="0">
                <a:solidFill>
                  <a:srgbClr val="FFFF00"/>
                </a:solidFill>
                <a:latin typeface="+mn-lt"/>
              </a:rPr>
              <a:t>2 </a:t>
            </a:r>
            <a:r>
              <a:rPr lang="zh-CN" altLang="en-US" dirty="0">
                <a:solidFill>
                  <a:schemeClr val="bg1"/>
                </a:solidFill>
              </a:rPr>
              <a:t>的两个给定热源之间工作的一切可</a:t>
            </a:r>
          </a:p>
          <a:p>
            <a:pPr>
              <a:lnSpc>
                <a:spcPct val="80000"/>
              </a:lnSpc>
              <a:spcBef>
                <a:spcPct val="50000"/>
              </a:spcBef>
              <a:defRPr/>
            </a:pPr>
            <a:r>
              <a:rPr lang="zh-CN" altLang="en-US" dirty="0">
                <a:solidFill>
                  <a:schemeClr val="bg1"/>
                </a:solidFill>
              </a:rPr>
              <a:t>    逆热机，其效率相同，都等于理想气体可逆卡诺热机的</a:t>
            </a:r>
          </a:p>
          <a:p>
            <a:pPr>
              <a:lnSpc>
                <a:spcPct val="80000"/>
              </a:lnSpc>
              <a:spcBef>
                <a:spcPct val="50000"/>
              </a:spcBef>
              <a:defRPr/>
            </a:pPr>
            <a:r>
              <a:rPr lang="zh-CN" altLang="en-US" dirty="0">
                <a:solidFill>
                  <a:schemeClr val="bg1"/>
                </a:solidFill>
              </a:rPr>
              <a:t>    效率，即</a:t>
            </a:r>
          </a:p>
        </p:txBody>
      </p:sp>
      <p:sp>
        <p:nvSpPr>
          <p:cNvPr id="20483" name="Text Box 3">
            <a:extLst>
              <a:ext uri="{FF2B5EF4-FFF2-40B4-BE49-F238E27FC236}">
                <a16:creationId xmlns:a16="http://schemas.microsoft.com/office/drawing/2014/main" id="{EAFC2525-D362-429E-B002-E44A47723EA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5125" y="409575"/>
            <a:ext cx="26352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>
                <a:solidFill>
                  <a:srgbClr val="FFFF00"/>
                </a:solidFill>
              </a:rPr>
              <a:t>二</a:t>
            </a:r>
            <a:r>
              <a:rPr lang="en-US" altLang="zh-CN" sz="2800">
                <a:solidFill>
                  <a:srgbClr val="FFFF00"/>
                </a:solidFill>
              </a:rPr>
              <a:t>. </a:t>
            </a:r>
            <a:r>
              <a:rPr lang="zh-CN" altLang="en-US" sz="2800">
                <a:solidFill>
                  <a:srgbClr val="FFFF00"/>
                </a:solidFill>
              </a:rPr>
              <a:t>卡</a:t>
            </a:r>
            <a:r>
              <a:rPr lang="zh-CN" altLang="en-US" sz="2800">
                <a:solidFill>
                  <a:srgbClr val="FFFF00"/>
                </a:solidFill>
                <a:latin typeface="宋体" panose="02010600030101010101" pitchFamily="2" charset="-122"/>
              </a:rPr>
              <a:t>诺定理 </a:t>
            </a:r>
          </a:p>
        </p:txBody>
      </p:sp>
      <p:graphicFrame>
        <p:nvGraphicFramePr>
          <p:cNvPr id="20484" name="Object 4">
            <a:extLst>
              <a:ext uri="{FF2B5EF4-FFF2-40B4-BE49-F238E27FC236}">
                <a16:creationId xmlns:a16="http://schemas.microsoft.com/office/drawing/2014/main" id="{34551AD8-CB6C-44BC-A40B-6CD3CCD7D31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100388" y="2071688"/>
          <a:ext cx="2543175" cy="9096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0455" name="公式" r:id="rId3" imgW="2524233" imgH="876232" progId="Equation.3">
                  <p:embed/>
                </p:oleObj>
              </mc:Choice>
              <mc:Fallback>
                <p:oleObj name="公式" r:id="rId3" imgW="2524233" imgH="876232" progId="Equation.3">
                  <p:embed/>
                  <p:pic>
                    <p:nvPicPr>
                      <p:cNvPr id="20484" name="Object 4">
                        <a:extLst>
                          <a:ext uri="{FF2B5EF4-FFF2-40B4-BE49-F238E27FC236}">
                            <a16:creationId xmlns:a16="http://schemas.microsoft.com/office/drawing/2014/main" id="{34551AD8-CB6C-44BC-A40B-6CD3CCD7D31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00388" y="2071688"/>
                        <a:ext cx="2543175" cy="9096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0000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66FFFF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485" name="Rectangle 5">
            <a:extLst>
              <a:ext uri="{FF2B5EF4-FFF2-40B4-BE49-F238E27FC236}">
                <a16:creationId xmlns:a16="http://schemas.microsoft.com/office/drawing/2014/main" id="{56955FCB-A5A0-4E62-86A8-DB0DF72E78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9738" y="3103563"/>
            <a:ext cx="8132762" cy="896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85000"/>
              </a:lnSpc>
              <a:spcBef>
                <a:spcPct val="50000"/>
              </a:spcBef>
            </a:pPr>
            <a:r>
              <a:rPr lang="en-US" altLang="zh-CN">
                <a:solidFill>
                  <a:schemeClr val="bg1"/>
                </a:solidFill>
              </a:rPr>
              <a:t>2. </a:t>
            </a:r>
            <a:r>
              <a:rPr lang="zh-CN" altLang="en-US">
                <a:solidFill>
                  <a:schemeClr val="bg1"/>
                </a:solidFill>
              </a:rPr>
              <a:t>在相同的高、低温热源之间工作的一切不可逆热机，其  </a:t>
            </a:r>
          </a:p>
          <a:p>
            <a:pPr eaLnBrk="1" hangingPunct="1">
              <a:lnSpc>
                <a:spcPct val="85000"/>
              </a:lnSpc>
              <a:spcBef>
                <a:spcPct val="50000"/>
              </a:spcBef>
            </a:pPr>
            <a:r>
              <a:rPr lang="zh-CN" altLang="en-US">
                <a:solidFill>
                  <a:schemeClr val="bg1"/>
                </a:solidFill>
              </a:rPr>
              <a:t>    效率都不可能大于可逆热机的效率。 </a:t>
            </a:r>
          </a:p>
        </p:txBody>
      </p:sp>
      <p:sp>
        <p:nvSpPr>
          <p:cNvPr id="20486" name="Rectangle 6">
            <a:extLst>
              <a:ext uri="{FF2B5EF4-FFF2-40B4-BE49-F238E27FC236}">
                <a16:creationId xmlns:a16="http://schemas.microsoft.com/office/drawing/2014/main" id="{11AFFF59-CD22-42AE-B688-5B6ABFD844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0563" y="4071938"/>
            <a:ext cx="17557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rgbClr val="FFFF00"/>
                </a:solidFill>
                <a:latin typeface="Arial" panose="020B0604020202020204" pitchFamily="34" charset="0"/>
              </a:rPr>
              <a:t>说明</a:t>
            </a:r>
          </a:p>
        </p:txBody>
      </p:sp>
      <p:sp>
        <p:nvSpPr>
          <p:cNvPr id="20487" name="AutoShape 7">
            <a:extLst>
              <a:ext uri="{FF2B5EF4-FFF2-40B4-BE49-F238E27FC236}">
                <a16:creationId xmlns:a16="http://schemas.microsoft.com/office/drawing/2014/main" id="{5FD09B94-39EE-448C-9704-E87199EA5B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7188" y="4000500"/>
            <a:ext cx="360362" cy="576263"/>
          </a:xfrm>
          <a:prstGeom prst="star4">
            <a:avLst>
              <a:gd name="adj" fmla="val 18519"/>
            </a:avLst>
          </a:prstGeom>
          <a:gradFill rotWithShape="0">
            <a:gsLst>
              <a:gs pos="0">
                <a:srgbClr val="99FF99"/>
              </a:gs>
              <a:gs pos="100000">
                <a:srgbClr val="477647"/>
              </a:gs>
            </a:gsLst>
            <a:path path="shape">
              <a:fillToRect l="50000" t="50000" r="50000" b="50000"/>
            </a:path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20488" name="Rectangle 8">
            <a:extLst>
              <a:ext uri="{FF2B5EF4-FFF2-40B4-BE49-F238E27FC236}">
                <a16:creationId xmlns:a16="http://schemas.microsoft.com/office/drawing/2014/main" id="{F4B2EB36-D7E7-4E14-8C98-932F3E2084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1188" y="4648200"/>
            <a:ext cx="7867650" cy="1292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75000"/>
              </a:lnSpc>
              <a:spcBef>
                <a:spcPct val="50000"/>
              </a:spcBef>
            </a:pPr>
            <a:r>
              <a:rPr lang="en-US" altLang="zh-CN">
                <a:solidFill>
                  <a:schemeClr val="bg1"/>
                </a:solidFill>
              </a:rPr>
              <a:t> (1) </a:t>
            </a:r>
            <a:r>
              <a:rPr lang="zh-CN" altLang="en-US">
                <a:solidFill>
                  <a:srgbClr val="FFFF00"/>
                </a:solidFill>
                <a:ea typeface="楷体_GB2312" pitchFamily="49" charset="-122"/>
              </a:rPr>
              <a:t>提高热机效率的途径：</a:t>
            </a:r>
            <a:r>
              <a:rPr lang="zh-CN" altLang="en-US">
                <a:solidFill>
                  <a:schemeClr val="bg1"/>
                </a:solidFill>
                <a:ea typeface="楷体_GB2312" pitchFamily="49" charset="-122"/>
              </a:rPr>
              <a:t>增加温差 ；要尽可能地</a:t>
            </a:r>
            <a:r>
              <a:rPr lang="zh-CN" altLang="en-US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减少热 </a:t>
            </a:r>
          </a:p>
          <a:p>
            <a:pPr eaLnBrk="1" hangingPunct="1">
              <a:lnSpc>
                <a:spcPct val="75000"/>
              </a:lnSpc>
              <a:spcBef>
                <a:spcPct val="50000"/>
              </a:spcBef>
            </a:pPr>
            <a:r>
              <a:rPr lang="zh-CN" altLang="en-US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   机循环的不可逆性（减少摩擦、漏气、散热等耗散因</a:t>
            </a:r>
            <a:endParaRPr lang="en-US" altLang="zh-CN">
              <a:solidFill>
                <a:schemeClr val="bg1"/>
              </a:solidFill>
              <a:latin typeface="楷体_GB2312" pitchFamily="49" charset="-122"/>
              <a:ea typeface="楷体_GB2312" pitchFamily="49" charset="-122"/>
            </a:endParaRPr>
          </a:p>
          <a:p>
            <a:pPr eaLnBrk="1" hangingPunct="1">
              <a:lnSpc>
                <a:spcPct val="75000"/>
              </a:lnSpc>
              <a:spcBef>
                <a:spcPct val="50000"/>
              </a:spcBef>
            </a:pPr>
            <a:r>
              <a:rPr lang="en-US" altLang="zh-CN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   </a:t>
            </a:r>
            <a:r>
              <a:rPr lang="zh-CN" altLang="en-US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素 ）以提高热机效率。</a:t>
            </a:r>
          </a:p>
        </p:txBody>
      </p:sp>
      <p:sp>
        <p:nvSpPr>
          <p:cNvPr id="20489" name="Rectangle 9">
            <a:extLst>
              <a:ext uri="{FF2B5EF4-FFF2-40B4-BE49-F238E27FC236}">
                <a16:creationId xmlns:a16="http://schemas.microsoft.com/office/drawing/2014/main" id="{D1051822-D0EB-4E9C-9101-11652F132D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4375" y="5972175"/>
            <a:ext cx="578643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>
                <a:solidFill>
                  <a:schemeClr val="bg1"/>
                </a:solidFill>
              </a:rPr>
              <a:t>(2) </a:t>
            </a:r>
            <a:r>
              <a:rPr lang="zh-CN" altLang="en-US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卡诺定理给出了热机效率的</a:t>
            </a:r>
            <a:r>
              <a:rPr lang="zh-CN" altLang="en-US">
                <a:solidFill>
                  <a:srgbClr val="FFFF00"/>
                </a:solidFill>
                <a:latin typeface="楷体_GB2312" pitchFamily="49" charset="-122"/>
                <a:ea typeface="楷体_GB2312" pitchFamily="49" charset="-122"/>
              </a:rPr>
              <a:t>极限</a:t>
            </a:r>
            <a:r>
              <a:rPr lang="zh-CN" altLang="en-US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。 </a:t>
            </a:r>
          </a:p>
        </p:txBody>
      </p:sp>
      <p:sp>
        <p:nvSpPr>
          <p:cNvPr id="11274" name="灯片编号占位符 1">
            <a:extLst>
              <a:ext uri="{FF2B5EF4-FFF2-40B4-BE49-F238E27FC236}">
                <a16:creationId xmlns:a16="http://schemas.microsoft.com/office/drawing/2014/main" id="{E38E7233-A3B5-44B9-BEFE-847CE67C3588}"/>
              </a:ext>
            </a:extLst>
          </p:cNvPr>
          <p:cNvSpPr txBox="1">
            <a:spLocks/>
          </p:cNvSpPr>
          <p:nvPr/>
        </p:nvSpPr>
        <p:spPr bwMode="auto">
          <a:xfrm>
            <a:off x="0" y="6381750"/>
            <a:ext cx="213360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B0707BF2-A701-463B-9D09-3EDD53AF1BE3}" type="slidenum">
              <a:rPr lang="en-US" altLang="zh-CN" b="0">
                <a:solidFill>
                  <a:srgbClr val="FF00FF"/>
                </a:solidFill>
              </a:rPr>
              <a:pPr eaLnBrk="1" hangingPunct="1"/>
              <a:t>11</a:t>
            </a:fld>
            <a:r>
              <a:rPr lang="en-US" altLang="zh-CN" b="0">
                <a:solidFill>
                  <a:srgbClr val="FF00FF"/>
                </a:solidFill>
              </a:rPr>
              <a:t>/28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04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04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204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204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204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204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204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204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482" grpId="0"/>
      <p:bldP spid="20483" grpId="0"/>
      <p:bldP spid="20485" grpId="0"/>
      <p:bldP spid="20486" grpId="0"/>
      <p:bldP spid="20487" grpId="0" animBg="1"/>
      <p:bldP spid="20488" grpId="0"/>
      <p:bldP spid="20489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73" name="Rectangle 13">
            <a:extLst>
              <a:ext uri="{FF2B5EF4-FFF2-40B4-BE49-F238E27FC236}">
                <a16:creationId xmlns:a16="http://schemas.microsoft.com/office/drawing/2014/main" id="{EECADD6B-0755-4295-8B67-05FE82DC97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57938" y="1751013"/>
            <a:ext cx="1960562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chemeClr val="bg1"/>
                </a:solidFill>
              </a:rPr>
              <a:t>式中       表示</a:t>
            </a:r>
          </a:p>
        </p:txBody>
      </p:sp>
      <p:sp>
        <p:nvSpPr>
          <p:cNvPr id="40970" name="Rectangle 10">
            <a:extLst>
              <a:ext uri="{FF2B5EF4-FFF2-40B4-BE49-F238E27FC236}">
                <a16:creationId xmlns:a16="http://schemas.microsoft.com/office/drawing/2014/main" id="{7A6C02C6-FEFC-425C-9B8B-EB2C111C66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04913" y="2422525"/>
            <a:ext cx="7439025" cy="1006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5000"/>
              </a:lnSpc>
            </a:pPr>
            <a:r>
              <a:rPr lang="zh-CN" altLang="en-US">
                <a:solidFill>
                  <a:schemeClr val="bg1"/>
                </a:solidFill>
              </a:rPr>
              <a:t>热机循环中工作物向外放出的热量</a:t>
            </a:r>
            <a:r>
              <a:rPr lang="en-GB" altLang="zh-CN">
                <a:solidFill>
                  <a:schemeClr val="bg1"/>
                </a:solidFill>
              </a:rPr>
              <a:t>(</a:t>
            </a:r>
            <a:r>
              <a:rPr lang="zh-CN" altLang="en-US">
                <a:solidFill>
                  <a:schemeClr val="bg1"/>
                </a:solidFill>
              </a:rPr>
              <a:t>绝对值</a:t>
            </a:r>
            <a:r>
              <a:rPr lang="en-US" altLang="zh-CN">
                <a:solidFill>
                  <a:schemeClr val="bg1"/>
                </a:solidFill>
              </a:rPr>
              <a:t>)</a:t>
            </a:r>
            <a:r>
              <a:rPr lang="zh-CN" altLang="en-US">
                <a:solidFill>
                  <a:schemeClr val="bg1"/>
                </a:solidFill>
              </a:rPr>
              <a:t>，    表示</a:t>
            </a:r>
            <a:endParaRPr lang="en-US" altLang="zh-CN">
              <a:solidFill>
                <a:schemeClr val="bg1"/>
              </a:solidFill>
            </a:endParaRPr>
          </a:p>
          <a:p>
            <a:pPr eaLnBrk="1" hangingPunct="1">
              <a:lnSpc>
                <a:spcPct val="125000"/>
              </a:lnSpc>
            </a:pPr>
            <a:r>
              <a:rPr lang="zh-CN" altLang="en-US">
                <a:solidFill>
                  <a:schemeClr val="bg1"/>
                </a:solidFill>
              </a:rPr>
              <a:t>从各热源吸收的热量 </a:t>
            </a:r>
            <a:r>
              <a:rPr lang="en-US" altLang="zh-CN">
                <a:solidFill>
                  <a:schemeClr val="bg1"/>
                </a:solidFill>
              </a:rPr>
              <a:t>(</a:t>
            </a:r>
            <a:r>
              <a:rPr lang="zh-CN" altLang="en-US">
                <a:solidFill>
                  <a:schemeClr val="bg1"/>
                </a:solidFill>
              </a:rPr>
              <a:t>绝对值</a:t>
            </a:r>
            <a:r>
              <a:rPr lang="en-US" altLang="zh-CN">
                <a:solidFill>
                  <a:schemeClr val="bg1"/>
                </a:solidFill>
              </a:rPr>
              <a:t>)</a:t>
            </a:r>
            <a:r>
              <a:rPr lang="zh-CN" altLang="en-US">
                <a:solidFill>
                  <a:schemeClr val="bg1"/>
                </a:solidFill>
              </a:rPr>
              <a:t>。</a:t>
            </a:r>
          </a:p>
        </p:txBody>
      </p:sp>
      <p:sp>
        <p:nvSpPr>
          <p:cNvPr id="40962" name="Text Box 2">
            <a:extLst>
              <a:ext uri="{FF2B5EF4-FFF2-40B4-BE49-F238E27FC236}">
                <a16:creationId xmlns:a16="http://schemas.microsoft.com/office/drawing/2014/main" id="{372CDDD2-BDBF-46AD-A49C-CCA926BAA50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0825" y="333375"/>
            <a:ext cx="4921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rgbClr val="FFFF00"/>
                </a:solidFill>
                <a:latin typeface="Arial" panose="020B0604020202020204" pitchFamily="34" charset="0"/>
              </a:rPr>
              <a:t>例</a:t>
            </a:r>
          </a:p>
        </p:txBody>
      </p:sp>
      <p:sp>
        <p:nvSpPr>
          <p:cNvPr id="40963" name="Text Box 3">
            <a:extLst>
              <a:ext uri="{FF2B5EF4-FFF2-40B4-BE49-F238E27FC236}">
                <a16:creationId xmlns:a16="http://schemas.microsoft.com/office/drawing/2014/main" id="{1D7A28A4-BD33-4B93-BD88-61F3341481D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5963" y="349250"/>
            <a:ext cx="76168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chemeClr val="bg1"/>
                </a:solidFill>
              </a:rPr>
              <a:t>下列各说法中确切的说法是：</a:t>
            </a:r>
          </a:p>
        </p:txBody>
      </p:sp>
      <p:sp>
        <p:nvSpPr>
          <p:cNvPr id="40964" name="Text Box 4">
            <a:extLst>
              <a:ext uri="{FF2B5EF4-FFF2-40B4-BE49-F238E27FC236}">
                <a16:creationId xmlns:a16="http://schemas.microsoft.com/office/drawing/2014/main" id="{AE6592DF-D28B-4D8F-8008-B057FA327D1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8025" y="981075"/>
            <a:ext cx="796766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>
                <a:solidFill>
                  <a:schemeClr val="bg1"/>
                </a:solidFill>
              </a:rPr>
              <a:t>(1)  </a:t>
            </a:r>
            <a:r>
              <a:rPr lang="zh-CN" altLang="en-US">
                <a:solidFill>
                  <a:schemeClr val="bg1"/>
                </a:solidFill>
              </a:rPr>
              <a:t>其他热机的效率都小于卡诺热机的效率。</a:t>
            </a:r>
          </a:p>
        </p:txBody>
      </p:sp>
      <p:sp>
        <p:nvSpPr>
          <p:cNvPr id="40965" name="Rectangle 5">
            <a:extLst>
              <a:ext uri="{FF2B5EF4-FFF2-40B4-BE49-F238E27FC236}">
                <a16:creationId xmlns:a16="http://schemas.microsoft.com/office/drawing/2014/main" id="{7B83E47B-B214-43F0-9372-D79A43BDE5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8025" y="1751013"/>
            <a:ext cx="53832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>
                <a:solidFill>
                  <a:schemeClr val="bg1"/>
                </a:solidFill>
              </a:rPr>
              <a:t>(2)  </a:t>
            </a:r>
            <a:r>
              <a:rPr lang="zh-CN" altLang="en-US">
                <a:solidFill>
                  <a:schemeClr val="bg1"/>
                </a:solidFill>
              </a:rPr>
              <a:t>热机的效率都可表示为</a:t>
            </a:r>
          </a:p>
        </p:txBody>
      </p:sp>
      <p:sp>
        <p:nvSpPr>
          <p:cNvPr id="40966" name="Rectangle 6">
            <a:extLst>
              <a:ext uri="{FF2B5EF4-FFF2-40B4-BE49-F238E27FC236}">
                <a16:creationId xmlns:a16="http://schemas.microsoft.com/office/drawing/2014/main" id="{DF29F157-DEB4-4157-9855-4CB87A99EA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5963" y="3632200"/>
            <a:ext cx="70961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>
                <a:solidFill>
                  <a:schemeClr val="bg1"/>
                </a:solidFill>
              </a:rPr>
              <a:t>(3)  </a:t>
            </a:r>
            <a:r>
              <a:rPr lang="zh-CN" altLang="en-US">
                <a:solidFill>
                  <a:schemeClr val="bg1"/>
                </a:solidFill>
              </a:rPr>
              <a:t>热机的效率都可表示为</a:t>
            </a:r>
          </a:p>
        </p:txBody>
      </p:sp>
      <p:sp>
        <p:nvSpPr>
          <p:cNvPr id="40967" name="Rectangle 7">
            <a:extLst>
              <a:ext uri="{FF2B5EF4-FFF2-40B4-BE49-F238E27FC236}">
                <a16:creationId xmlns:a16="http://schemas.microsoft.com/office/drawing/2014/main" id="{7CF58C31-AA2E-45B8-BF59-5F3AC65182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3900" y="5014913"/>
            <a:ext cx="7542213" cy="1006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5000"/>
              </a:lnSpc>
            </a:pPr>
            <a:r>
              <a:rPr lang="en-US" altLang="zh-CN">
                <a:solidFill>
                  <a:schemeClr val="bg1"/>
                </a:solidFill>
              </a:rPr>
              <a:t>(4)  </a:t>
            </a:r>
            <a:r>
              <a:rPr lang="zh-CN" altLang="en-US">
                <a:solidFill>
                  <a:schemeClr val="bg1"/>
                </a:solidFill>
              </a:rPr>
              <a:t>其他热机在每一循环中对外作的净功一定小于卡诺 </a:t>
            </a:r>
          </a:p>
          <a:p>
            <a:pPr eaLnBrk="1" hangingPunct="1">
              <a:lnSpc>
                <a:spcPct val="125000"/>
              </a:lnSpc>
            </a:pPr>
            <a:r>
              <a:rPr lang="zh-CN" altLang="en-US">
                <a:solidFill>
                  <a:schemeClr val="bg1"/>
                </a:solidFill>
              </a:rPr>
              <a:t>       热机在每一循环中对外作的净功。</a:t>
            </a:r>
          </a:p>
        </p:txBody>
      </p:sp>
      <p:graphicFrame>
        <p:nvGraphicFramePr>
          <p:cNvPr id="40971" name="Object 11">
            <a:extLst>
              <a:ext uri="{FF2B5EF4-FFF2-40B4-BE49-F238E27FC236}">
                <a16:creationId xmlns:a16="http://schemas.microsoft.com/office/drawing/2014/main" id="{595281EC-FCA1-48C0-840A-9F8F3F991D1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092950" y="1719263"/>
          <a:ext cx="485775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1504" name="公式" r:id="rId3" imgW="161778" imgH="180941" progId="Equation.3">
                  <p:embed/>
                </p:oleObj>
              </mc:Choice>
              <mc:Fallback>
                <p:oleObj name="公式" r:id="rId3" imgW="161778" imgH="180941" progId="Equation.3">
                  <p:embed/>
                  <p:pic>
                    <p:nvPicPr>
                      <p:cNvPr id="40971" name="Object 11">
                        <a:extLst>
                          <a:ext uri="{FF2B5EF4-FFF2-40B4-BE49-F238E27FC236}">
                            <a16:creationId xmlns:a16="http://schemas.microsoft.com/office/drawing/2014/main" id="{595281EC-FCA1-48C0-840A-9F8F3F991D1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92950" y="1719263"/>
                        <a:ext cx="485775" cy="520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0000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66FFFF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972" name="Object 12">
            <a:extLst>
              <a:ext uri="{FF2B5EF4-FFF2-40B4-BE49-F238E27FC236}">
                <a16:creationId xmlns:a16="http://schemas.microsoft.com/office/drawing/2014/main" id="{E4DE3AD6-893D-421A-8D5E-170ACC7D7E6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498975" y="1468438"/>
          <a:ext cx="1573213" cy="1031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1505" name="公式" r:id="rId5" imgW="618978" imgH="390661" progId="Equation.3">
                  <p:embed/>
                </p:oleObj>
              </mc:Choice>
              <mc:Fallback>
                <p:oleObj name="公式" r:id="rId5" imgW="618978" imgH="390661" progId="Equation.3">
                  <p:embed/>
                  <p:pic>
                    <p:nvPicPr>
                      <p:cNvPr id="40972" name="Object 12">
                        <a:extLst>
                          <a:ext uri="{FF2B5EF4-FFF2-40B4-BE49-F238E27FC236}">
                            <a16:creationId xmlns:a16="http://schemas.microsoft.com/office/drawing/2014/main" id="{E4DE3AD6-893D-421A-8D5E-170ACC7D7E6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98975" y="1468438"/>
                        <a:ext cx="1573213" cy="1031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0000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66FFFF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974" name="Object 14">
            <a:extLst>
              <a:ext uri="{FF2B5EF4-FFF2-40B4-BE49-F238E27FC236}">
                <a16:creationId xmlns:a16="http://schemas.microsoft.com/office/drawing/2014/main" id="{6120AA04-9606-491C-AA57-3AB01ACB251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215188" y="2408238"/>
          <a:ext cx="425450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1506" name="公式" r:id="rId7" imgW="142818" imgH="180941" progId="Equation.3">
                  <p:embed/>
                </p:oleObj>
              </mc:Choice>
              <mc:Fallback>
                <p:oleObj name="公式" r:id="rId7" imgW="142818" imgH="180941" progId="Equation.3">
                  <p:embed/>
                  <p:pic>
                    <p:nvPicPr>
                      <p:cNvPr id="40974" name="Object 14">
                        <a:extLst>
                          <a:ext uri="{FF2B5EF4-FFF2-40B4-BE49-F238E27FC236}">
                            <a16:creationId xmlns:a16="http://schemas.microsoft.com/office/drawing/2014/main" id="{6120AA04-9606-491C-AA57-3AB01ACB251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15188" y="2408238"/>
                        <a:ext cx="425450" cy="520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0000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66FFFF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976" name="Object 16">
            <a:extLst>
              <a:ext uri="{FF2B5EF4-FFF2-40B4-BE49-F238E27FC236}">
                <a16:creationId xmlns:a16="http://schemas.microsoft.com/office/drawing/2014/main" id="{9B89D936-9B49-46C6-8376-492B7EBF106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592638" y="3357563"/>
          <a:ext cx="1479550" cy="10334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1507" name="公式" r:id="rId9" imgW="581057" imgH="390661" progId="Equation.3">
                  <p:embed/>
                </p:oleObj>
              </mc:Choice>
              <mc:Fallback>
                <p:oleObj name="公式" r:id="rId9" imgW="581057" imgH="390661" progId="Equation.3">
                  <p:embed/>
                  <p:pic>
                    <p:nvPicPr>
                      <p:cNvPr id="40976" name="Object 16">
                        <a:extLst>
                          <a:ext uri="{FF2B5EF4-FFF2-40B4-BE49-F238E27FC236}">
                            <a16:creationId xmlns:a16="http://schemas.microsoft.com/office/drawing/2014/main" id="{9B89D936-9B49-46C6-8376-492B7EBF106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92638" y="3357563"/>
                        <a:ext cx="1479550" cy="10334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0000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66FFFF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977" name="Object 17">
            <a:extLst>
              <a:ext uri="{FF2B5EF4-FFF2-40B4-BE49-F238E27FC236}">
                <a16:creationId xmlns:a16="http://schemas.microsoft.com/office/drawing/2014/main" id="{2FDA22BD-F91B-4E3A-BA1C-2DCA0157BA0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992938" y="3578225"/>
          <a:ext cx="395287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1508" name="公式" r:id="rId11" imgW="123857" imgH="180941" progId="Equation.3">
                  <p:embed/>
                </p:oleObj>
              </mc:Choice>
              <mc:Fallback>
                <p:oleObj name="公式" r:id="rId11" imgW="123857" imgH="180941" progId="Equation.3">
                  <p:embed/>
                  <p:pic>
                    <p:nvPicPr>
                      <p:cNvPr id="40977" name="Object 17">
                        <a:extLst>
                          <a:ext uri="{FF2B5EF4-FFF2-40B4-BE49-F238E27FC236}">
                            <a16:creationId xmlns:a16="http://schemas.microsoft.com/office/drawing/2014/main" id="{2FDA22BD-F91B-4E3A-BA1C-2DCA0157BA0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92938" y="3578225"/>
                        <a:ext cx="395287" cy="520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0000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66FFFF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0978" name="Rectangle 18">
            <a:extLst>
              <a:ext uri="{FF2B5EF4-FFF2-40B4-BE49-F238E27FC236}">
                <a16:creationId xmlns:a16="http://schemas.microsoft.com/office/drawing/2014/main" id="{35E97D48-6BAE-4DF1-A21E-DA15D8815D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21413" y="3609975"/>
            <a:ext cx="267176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chemeClr val="bg1"/>
                </a:solidFill>
              </a:rPr>
              <a:t>式中      为低温</a:t>
            </a:r>
          </a:p>
        </p:txBody>
      </p:sp>
      <p:sp>
        <p:nvSpPr>
          <p:cNvPr id="40980" name="Text Box 20">
            <a:extLst>
              <a:ext uri="{FF2B5EF4-FFF2-40B4-BE49-F238E27FC236}">
                <a16:creationId xmlns:a16="http://schemas.microsoft.com/office/drawing/2014/main" id="{685FFD25-F485-40A8-A79C-EEECB4CBFDD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95388" y="4343400"/>
            <a:ext cx="23241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chemeClr val="bg1"/>
                </a:solidFill>
              </a:rPr>
              <a:t>热源温度，</a:t>
            </a:r>
          </a:p>
        </p:txBody>
      </p:sp>
      <p:sp>
        <p:nvSpPr>
          <p:cNvPr id="40981" name="Text Box 21">
            <a:extLst>
              <a:ext uri="{FF2B5EF4-FFF2-40B4-BE49-F238E27FC236}">
                <a16:creationId xmlns:a16="http://schemas.microsoft.com/office/drawing/2014/main" id="{759B8CF0-ED22-49FB-954A-EB1D0F5A9C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70238" y="4359275"/>
            <a:ext cx="43211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chemeClr val="bg1"/>
                </a:solidFill>
              </a:rPr>
              <a:t>为高温热源温度。</a:t>
            </a:r>
          </a:p>
        </p:txBody>
      </p:sp>
      <p:graphicFrame>
        <p:nvGraphicFramePr>
          <p:cNvPr id="40982" name="Object 22">
            <a:extLst>
              <a:ext uri="{FF2B5EF4-FFF2-40B4-BE49-F238E27FC236}">
                <a16:creationId xmlns:a16="http://schemas.microsoft.com/office/drawing/2014/main" id="{0D1FB8FA-DAC9-467D-8A2E-9DE3600B67D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857500" y="4343400"/>
          <a:ext cx="363538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1509" name="公式" r:id="rId13" imgW="114376" imgH="180941" progId="Equation.3">
                  <p:embed/>
                </p:oleObj>
              </mc:Choice>
              <mc:Fallback>
                <p:oleObj name="公式" r:id="rId13" imgW="114376" imgH="180941" progId="Equation.3">
                  <p:embed/>
                  <p:pic>
                    <p:nvPicPr>
                      <p:cNvPr id="40982" name="Object 22">
                        <a:extLst>
                          <a:ext uri="{FF2B5EF4-FFF2-40B4-BE49-F238E27FC236}">
                            <a16:creationId xmlns:a16="http://schemas.microsoft.com/office/drawing/2014/main" id="{0D1FB8FA-DAC9-467D-8A2E-9DE3600B67D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57500" y="4343400"/>
                        <a:ext cx="363538" cy="520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0000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66FFFF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403" name="任意多边形 73">
            <a:extLst>
              <a:ext uri="{FF2B5EF4-FFF2-40B4-BE49-F238E27FC236}">
                <a16:creationId xmlns:a16="http://schemas.microsoft.com/office/drawing/2014/main" id="{9715BD86-FBF8-4417-B145-3F5EB8DDDB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1500" y="1643063"/>
            <a:ext cx="1317625" cy="881062"/>
          </a:xfrm>
          <a:custGeom>
            <a:avLst/>
            <a:gdLst>
              <a:gd name="T0" fmla="*/ 0 w 1317072"/>
              <a:gd name="T1" fmla="*/ 464587 h 880845"/>
              <a:gd name="T2" fmla="*/ 254646 w 1317072"/>
              <a:gd name="T3" fmla="*/ 794023 h 880845"/>
              <a:gd name="T4" fmla="*/ 407432 w 1317072"/>
              <a:gd name="T5" fmla="*/ 861600 h 880845"/>
              <a:gd name="T6" fmla="*/ 568709 w 1317072"/>
              <a:gd name="T7" fmla="*/ 743342 h 880845"/>
              <a:gd name="T8" fmla="*/ 1332643 w 1317072"/>
              <a:gd name="T9" fmla="*/ 0 h 88084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317072"/>
              <a:gd name="T16" fmla="*/ 0 h 880845"/>
              <a:gd name="T17" fmla="*/ 1317072 w 1317072"/>
              <a:gd name="T18" fmla="*/ 880845 h 88084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317072" h="880845">
                <a:moveTo>
                  <a:pt x="0" y="461395"/>
                </a:moveTo>
                <a:cubicBezTo>
                  <a:pt x="92279" y="592123"/>
                  <a:pt x="184558" y="722852"/>
                  <a:pt x="251670" y="788566"/>
                </a:cubicBezTo>
                <a:cubicBezTo>
                  <a:pt x="318782" y="854280"/>
                  <a:pt x="350940" y="864067"/>
                  <a:pt x="402672" y="855678"/>
                </a:cubicBezTo>
                <a:cubicBezTo>
                  <a:pt x="454404" y="847289"/>
                  <a:pt x="409663" y="880845"/>
                  <a:pt x="562063" y="738232"/>
                </a:cubicBezTo>
                <a:cubicBezTo>
                  <a:pt x="714463" y="595619"/>
                  <a:pt x="1015767" y="297809"/>
                  <a:pt x="1317072" y="0"/>
                </a:cubicBezTo>
              </a:path>
            </a:pathLst>
          </a:custGeom>
          <a:noFill/>
          <a:ln w="31750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308" name="灯片编号占位符 1">
            <a:extLst>
              <a:ext uri="{FF2B5EF4-FFF2-40B4-BE49-F238E27FC236}">
                <a16:creationId xmlns:a16="http://schemas.microsoft.com/office/drawing/2014/main" id="{224D2F74-4C5E-4725-80D6-33A2B946BD05}"/>
              </a:ext>
            </a:extLst>
          </p:cNvPr>
          <p:cNvSpPr txBox="1">
            <a:spLocks/>
          </p:cNvSpPr>
          <p:nvPr/>
        </p:nvSpPr>
        <p:spPr bwMode="auto">
          <a:xfrm>
            <a:off x="0" y="6381750"/>
            <a:ext cx="213360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50F5536A-D5F6-4614-B133-C9968B10FB68}" type="slidenum">
              <a:rPr lang="en-US" altLang="zh-CN" b="0">
                <a:solidFill>
                  <a:srgbClr val="FF00FF"/>
                </a:solidFill>
              </a:rPr>
              <a:pPr eaLnBrk="1" hangingPunct="1"/>
              <a:t>12</a:t>
            </a:fld>
            <a:r>
              <a:rPr lang="en-US" altLang="zh-CN" b="0">
                <a:solidFill>
                  <a:srgbClr val="FF00FF"/>
                </a:solidFill>
              </a:rPr>
              <a:t>/28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09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409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409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409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409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409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409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409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409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0" dur="500"/>
                                        <p:tgtEl>
                                          <p:spTgt spid="409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3" dur="500"/>
                                        <p:tgtEl>
                                          <p:spTgt spid="409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6" dur="500"/>
                                        <p:tgtEl>
                                          <p:spTgt spid="409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9" dur="500"/>
                                        <p:tgtEl>
                                          <p:spTgt spid="409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409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5" dur="500"/>
                                        <p:tgtEl>
                                          <p:spTgt spid="409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8" dur="500"/>
                                        <p:tgtEl>
                                          <p:spTgt spid="409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409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 nodeType="clickPar">
                      <p:stCondLst>
                        <p:cond delay="indefinite"/>
                      </p:stCondLst>
                      <p:childTnLst>
                        <p:par>
                          <p:cTn id="6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8" dur="500"/>
                                        <p:tgtEl>
                                          <p:spTgt spid="164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973" grpId="0"/>
      <p:bldP spid="40970" grpId="0"/>
      <p:bldP spid="40962" grpId="0"/>
      <p:bldP spid="40963" grpId="0"/>
      <p:bldP spid="40964" grpId="0"/>
      <p:bldP spid="40965" grpId="0"/>
      <p:bldP spid="40966" grpId="0"/>
      <p:bldP spid="40967" grpId="0"/>
      <p:bldP spid="40978" grpId="0"/>
      <p:bldP spid="40980" grpId="0"/>
      <p:bldP spid="40981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ext Box 4">
            <a:extLst>
              <a:ext uri="{FF2B5EF4-FFF2-40B4-BE49-F238E27FC236}">
                <a16:creationId xmlns:a16="http://schemas.microsoft.com/office/drawing/2014/main" id="{0B6D110C-52AD-455C-BBA4-33C7520D9A6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43250" y="287338"/>
            <a:ext cx="30988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3600" dirty="0">
                <a:solidFill>
                  <a:srgbClr val="FFFF00"/>
                </a:solidFill>
                <a:latin typeface="隶书" panose="02010509060101010101" pitchFamily="49" charset="-122"/>
                <a:ea typeface="隶书" panose="02010509060101010101" pitchFamily="49" charset="-122"/>
                <a:sym typeface="Wingdings" panose="05000000000000000000" pitchFamily="2" charset="2"/>
              </a:rPr>
              <a:t> </a:t>
            </a:r>
            <a:r>
              <a:rPr lang="zh-CN" altLang="en-US" sz="3600" dirty="0">
                <a:solidFill>
                  <a:srgbClr val="FFFF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本章小结</a:t>
            </a:r>
          </a:p>
        </p:txBody>
      </p:sp>
      <p:sp>
        <p:nvSpPr>
          <p:cNvPr id="16387" name="Text Box 5">
            <a:extLst>
              <a:ext uri="{FF2B5EF4-FFF2-40B4-BE49-F238E27FC236}">
                <a16:creationId xmlns:a16="http://schemas.microsoft.com/office/drawing/2014/main" id="{D7851EC7-F78D-40D1-B0EC-F6324612F33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8313" y="2564904"/>
            <a:ext cx="34607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dirty="0">
                <a:solidFill>
                  <a:srgbClr val="FFFF00"/>
                </a:solidFill>
                <a:ea typeface="仿宋_GB2312"/>
                <a:cs typeface="仿宋_GB2312"/>
              </a:rPr>
              <a:t>2. </a:t>
            </a:r>
            <a:r>
              <a:rPr lang="zh-CN" altLang="en-US" dirty="0">
                <a:solidFill>
                  <a:srgbClr val="FFFF00"/>
                </a:solidFill>
                <a:ea typeface="仿宋_GB2312"/>
                <a:cs typeface="仿宋_GB2312"/>
              </a:rPr>
              <a:t>功、热量、内能</a:t>
            </a:r>
          </a:p>
        </p:txBody>
      </p:sp>
      <p:sp>
        <p:nvSpPr>
          <p:cNvPr id="16389" name="Text Box 22">
            <a:extLst>
              <a:ext uri="{FF2B5EF4-FFF2-40B4-BE49-F238E27FC236}">
                <a16:creationId xmlns:a16="http://schemas.microsoft.com/office/drawing/2014/main" id="{93FF5D69-95A1-496B-9023-DBFC7F8062F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7088" y="3270126"/>
            <a:ext cx="276066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dirty="0">
                <a:solidFill>
                  <a:schemeClr val="bg1"/>
                </a:solidFill>
                <a:ea typeface="仿宋_GB2312"/>
                <a:cs typeface="仿宋_GB2312"/>
              </a:rPr>
              <a:t>(1) </a:t>
            </a:r>
            <a:r>
              <a:rPr lang="zh-CN" altLang="en-US" dirty="0">
                <a:solidFill>
                  <a:schemeClr val="bg1"/>
                </a:solidFill>
                <a:ea typeface="仿宋_GB2312"/>
                <a:cs typeface="仿宋_GB2312"/>
              </a:rPr>
              <a:t>准静态过程的功</a:t>
            </a:r>
          </a:p>
        </p:txBody>
      </p:sp>
      <p:sp>
        <p:nvSpPr>
          <p:cNvPr id="16390" name="Text Box 23">
            <a:extLst>
              <a:ext uri="{FF2B5EF4-FFF2-40B4-BE49-F238E27FC236}">
                <a16:creationId xmlns:a16="http://schemas.microsoft.com/office/drawing/2014/main" id="{815FFB36-0B2F-4D82-BD9B-0E991FC854A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2488" y="4159274"/>
            <a:ext cx="191928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>
                <a:solidFill>
                  <a:schemeClr val="bg1"/>
                </a:solidFill>
                <a:ea typeface="仿宋_GB2312"/>
                <a:cs typeface="仿宋_GB2312"/>
              </a:rPr>
              <a:t>(2) </a:t>
            </a:r>
            <a:r>
              <a:rPr lang="zh-CN" altLang="en-US">
                <a:solidFill>
                  <a:schemeClr val="bg1"/>
                </a:solidFill>
                <a:ea typeface="仿宋_GB2312"/>
                <a:cs typeface="仿宋_GB2312"/>
              </a:rPr>
              <a:t>热量</a:t>
            </a:r>
          </a:p>
        </p:txBody>
      </p:sp>
      <p:sp>
        <p:nvSpPr>
          <p:cNvPr id="16391" name="Text Box 24">
            <a:extLst>
              <a:ext uri="{FF2B5EF4-FFF2-40B4-BE49-F238E27FC236}">
                <a16:creationId xmlns:a16="http://schemas.microsoft.com/office/drawing/2014/main" id="{ABD4F002-D4A6-4CF4-8DC2-4480A699AC6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73125" y="5018112"/>
            <a:ext cx="18415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>
                <a:solidFill>
                  <a:schemeClr val="bg1"/>
                </a:solidFill>
                <a:ea typeface="仿宋_GB2312"/>
                <a:cs typeface="仿宋_GB2312"/>
              </a:rPr>
              <a:t>(3) </a:t>
            </a:r>
            <a:r>
              <a:rPr lang="zh-CN" altLang="en-US">
                <a:solidFill>
                  <a:schemeClr val="bg1"/>
                </a:solidFill>
                <a:ea typeface="仿宋_GB2312"/>
                <a:cs typeface="仿宋_GB2312"/>
              </a:rPr>
              <a:t>内能变化</a:t>
            </a:r>
          </a:p>
        </p:txBody>
      </p:sp>
      <p:sp>
        <p:nvSpPr>
          <p:cNvPr id="16392" name="Text Box 25">
            <a:extLst>
              <a:ext uri="{FF2B5EF4-FFF2-40B4-BE49-F238E27FC236}">
                <a16:creationId xmlns:a16="http://schemas.microsoft.com/office/drawing/2014/main" id="{DFCA8C3E-110E-44D3-9A21-EF4DAD8AB72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99592" y="5780112"/>
            <a:ext cx="7776864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dirty="0">
                <a:solidFill>
                  <a:schemeClr val="bg1"/>
                </a:solidFill>
                <a:ea typeface="仿宋_GB2312"/>
                <a:cs typeface="仿宋_GB2312"/>
              </a:rPr>
              <a:t>功和热量是过程量，内能是状态量（温度的单值函数）</a:t>
            </a:r>
            <a:endParaRPr lang="en-US" altLang="zh-CN" dirty="0">
              <a:solidFill>
                <a:schemeClr val="bg1"/>
              </a:solidFill>
              <a:ea typeface="仿宋_GB2312"/>
              <a:cs typeface="仿宋_GB2312"/>
            </a:endParaRPr>
          </a:p>
        </p:txBody>
      </p:sp>
      <p:graphicFrame>
        <p:nvGraphicFramePr>
          <p:cNvPr id="16394" name="Object 29">
            <a:extLst>
              <a:ext uri="{FF2B5EF4-FFF2-40B4-BE49-F238E27FC236}">
                <a16:creationId xmlns:a16="http://schemas.microsoft.com/office/drawing/2014/main" id="{34271EDE-5BF1-4B4D-8579-F2F694EE71FA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3938588" y="3212976"/>
          <a:ext cx="1485900" cy="635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2526" name="公式" r:id="rId3" imgW="1447749" imgH="600075" progId="Equation.3">
                  <p:embed/>
                </p:oleObj>
              </mc:Choice>
              <mc:Fallback>
                <p:oleObj name="公式" r:id="rId3" imgW="1447749" imgH="600075" progId="Equation.3">
                  <p:embed/>
                  <p:pic>
                    <p:nvPicPr>
                      <p:cNvPr id="16394" name="Object 29">
                        <a:extLst>
                          <a:ext uri="{FF2B5EF4-FFF2-40B4-BE49-F238E27FC236}">
                            <a16:creationId xmlns:a16="http://schemas.microsoft.com/office/drawing/2014/main" id="{34271EDE-5BF1-4B4D-8579-F2F694EE71F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38588" y="3212976"/>
                        <a:ext cx="1485900" cy="635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8575" algn="ctr">
                            <a:solidFill>
                              <a:schemeClr val="bg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395" name="Object 31">
            <a:extLst>
              <a:ext uri="{FF2B5EF4-FFF2-40B4-BE49-F238E27FC236}">
                <a16:creationId xmlns:a16="http://schemas.microsoft.com/office/drawing/2014/main" id="{C65FD6B3-F9B7-4AE1-9705-A367F9B4D94C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3286125" y="4992712"/>
          <a:ext cx="3302000" cy="5445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2527" name="公式" r:id="rId5" imgW="1343159" imgH="190432" progId="Equation.3">
                  <p:embed/>
                </p:oleObj>
              </mc:Choice>
              <mc:Fallback>
                <p:oleObj name="公式" r:id="rId5" imgW="1343159" imgH="190432" progId="Equation.3">
                  <p:embed/>
                  <p:pic>
                    <p:nvPicPr>
                      <p:cNvPr id="16395" name="Object 31">
                        <a:extLst>
                          <a:ext uri="{FF2B5EF4-FFF2-40B4-BE49-F238E27FC236}">
                            <a16:creationId xmlns:a16="http://schemas.microsoft.com/office/drawing/2014/main" id="{C65FD6B3-F9B7-4AE1-9705-A367F9B4D94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86125" y="4992712"/>
                        <a:ext cx="3302000" cy="5445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8575" algn="ctr">
                            <a:solidFill>
                              <a:schemeClr val="bg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398" name="Object 5">
            <a:extLst>
              <a:ext uri="{FF2B5EF4-FFF2-40B4-BE49-F238E27FC236}">
                <a16:creationId xmlns:a16="http://schemas.microsoft.com/office/drawing/2014/main" id="{4E36399B-BF69-4C4F-B3D4-247AF1F9F218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3357563" y="3994174"/>
          <a:ext cx="2149475" cy="747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2528" name="公式" r:id="rId7" imgW="866692" imgH="314427" progId="Equation.3">
                  <p:embed/>
                </p:oleObj>
              </mc:Choice>
              <mc:Fallback>
                <p:oleObj name="公式" r:id="rId7" imgW="866692" imgH="314427" progId="Equation.3">
                  <p:embed/>
                  <p:pic>
                    <p:nvPicPr>
                      <p:cNvPr id="16398" name="Object 5">
                        <a:extLst>
                          <a:ext uri="{FF2B5EF4-FFF2-40B4-BE49-F238E27FC236}">
                            <a16:creationId xmlns:a16="http://schemas.microsoft.com/office/drawing/2014/main" id="{4E36399B-BF69-4C4F-B3D4-247AF1F9F21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57563" y="3994174"/>
                        <a:ext cx="2149475" cy="7477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FF99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399" name="灯片编号占位符 1">
            <a:extLst>
              <a:ext uri="{FF2B5EF4-FFF2-40B4-BE49-F238E27FC236}">
                <a16:creationId xmlns:a16="http://schemas.microsoft.com/office/drawing/2014/main" id="{493C2B9A-89B6-4326-A238-C28080329C67}"/>
              </a:ext>
            </a:extLst>
          </p:cNvPr>
          <p:cNvSpPr txBox="1">
            <a:spLocks/>
          </p:cNvSpPr>
          <p:nvPr/>
        </p:nvSpPr>
        <p:spPr bwMode="auto">
          <a:xfrm>
            <a:off x="0" y="6381750"/>
            <a:ext cx="213360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C44280FC-CF25-4278-865B-2307000FB77A}" type="slidenum">
              <a:rPr lang="en-US" altLang="zh-CN" b="0">
                <a:solidFill>
                  <a:srgbClr val="FF00FF"/>
                </a:solidFill>
              </a:rPr>
              <a:pPr eaLnBrk="1" hangingPunct="1"/>
              <a:t>13</a:t>
            </a:fld>
            <a:r>
              <a:rPr lang="en-US" altLang="zh-CN" b="0">
                <a:solidFill>
                  <a:srgbClr val="FF00FF"/>
                </a:solidFill>
              </a:rPr>
              <a:t>/28</a:t>
            </a:r>
          </a:p>
        </p:txBody>
      </p:sp>
      <p:sp>
        <p:nvSpPr>
          <p:cNvPr id="16" name="Text Box 5">
            <a:extLst>
              <a:ext uri="{FF2B5EF4-FFF2-40B4-BE49-F238E27FC236}">
                <a16:creationId xmlns:a16="http://schemas.microsoft.com/office/drawing/2014/main" id="{C0D6C22F-A06C-41B4-A1D2-9AEBF24608E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4202" y="1179513"/>
            <a:ext cx="4972836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dirty="0">
                <a:solidFill>
                  <a:srgbClr val="FFFF00"/>
                </a:solidFill>
                <a:ea typeface="仿宋_GB2312"/>
                <a:cs typeface="仿宋_GB2312"/>
              </a:rPr>
              <a:t>1. </a:t>
            </a:r>
            <a:r>
              <a:rPr lang="zh-CN" altLang="en-US" dirty="0">
                <a:solidFill>
                  <a:srgbClr val="FFFF00"/>
                </a:solidFill>
                <a:ea typeface="仿宋_GB2312"/>
                <a:cs typeface="仿宋_GB2312"/>
              </a:rPr>
              <a:t>平衡态、准静态过程</a:t>
            </a:r>
          </a:p>
        </p:txBody>
      </p:sp>
      <p:sp>
        <p:nvSpPr>
          <p:cNvPr id="17" name="Text Box 5">
            <a:extLst>
              <a:ext uri="{FF2B5EF4-FFF2-40B4-BE49-F238E27FC236}">
                <a16:creationId xmlns:a16="http://schemas.microsoft.com/office/drawing/2014/main" id="{A78E27FD-6C2D-4913-A9C2-27A910158F1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4202" y="1815207"/>
            <a:ext cx="4972836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dirty="0">
                <a:solidFill>
                  <a:srgbClr val="FFFF00"/>
                </a:solidFill>
                <a:ea typeface="仿宋_GB2312"/>
                <a:cs typeface="仿宋_GB2312"/>
              </a:rPr>
              <a:t>    </a:t>
            </a:r>
            <a:r>
              <a:rPr lang="zh-CN" altLang="en-US" dirty="0">
                <a:solidFill>
                  <a:srgbClr val="FFFF00"/>
                </a:solidFill>
                <a:ea typeface="仿宋_GB2312"/>
                <a:cs typeface="仿宋_GB2312"/>
              </a:rPr>
              <a:t>理想气体状态方程</a:t>
            </a:r>
          </a:p>
        </p:txBody>
      </p:sp>
      <p:graphicFrame>
        <p:nvGraphicFramePr>
          <p:cNvPr id="18" name="Object 14">
            <a:extLst>
              <a:ext uri="{FF2B5EF4-FFF2-40B4-BE49-F238E27FC236}">
                <a16:creationId xmlns:a16="http://schemas.microsoft.com/office/drawing/2014/main" id="{EFBE0338-9CCD-44B3-9BBE-B48F1C08B703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3659163" y="1626121"/>
          <a:ext cx="2713037" cy="866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2529" name="公式" r:id="rId9" imgW="1181075" imgH="352391" progId="Equation.3">
                  <p:embed/>
                </p:oleObj>
              </mc:Choice>
              <mc:Fallback>
                <p:oleObj name="公式" r:id="rId9" imgW="1181075" imgH="352391" progId="Equation.3">
                  <p:embed/>
                  <p:pic>
                    <p:nvPicPr>
                      <p:cNvPr id="18" name="Object 14">
                        <a:extLst>
                          <a:ext uri="{FF2B5EF4-FFF2-40B4-BE49-F238E27FC236}">
                            <a16:creationId xmlns:a16="http://schemas.microsoft.com/office/drawing/2014/main" id="{EFBE0338-9CCD-44B3-9BBE-B48F1C08B70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59163" y="1626121"/>
                        <a:ext cx="2713037" cy="866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" name="Rectangle 44">
            <a:extLst>
              <a:ext uri="{FF2B5EF4-FFF2-40B4-BE49-F238E27FC236}">
                <a16:creationId xmlns:a16="http://schemas.microsoft.com/office/drawing/2014/main" id="{DAD3462B-F926-4535-95C7-078839AA94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98207" y="1819672"/>
            <a:ext cx="2538289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dirty="0">
                <a:solidFill>
                  <a:srgbClr val="FFFF00"/>
                </a:solidFill>
              </a:rPr>
              <a:t>克拉珀龙方程</a:t>
            </a:r>
            <a:endParaRPr lang="en-US" altLang="zh-CN" dirty="0">
              <a:solidFill>
                <a:srgbClr val="FFFF00"/>
              </a:solidFill>
            </a:endParaRPr>
          </a:p>
        </p:txBody>
      </p:sp>
    </p:spTree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Text Box 19">
            <a:extLst>
              <a:ext uri="{FF2B5EF4-FFF2-40B4-BE49-F238E27FC236}">
                <a16:creationId xmlns:a16="http://schemas.microsoft.com/office/drawing/2014/main" id="{04C8C629-23CC-4E38-9A83-5533DCCB1DA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2861" y="2170360"/>
            <a:ext cx="23177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dirty="0">
                <a:solidFill>
                  <a:srgbClr val="FFFF00"/>
                </a:solidFill>
                <a:ea typeface="仿宋_GB2312"/>
                <a:cs typeface="仿宋_GB2312"/>
              </a:rPr>
              <a:t>4. </a:t>
            </a:r>
            <a:r>
              <a:rPr lang="zh-CN" altLang="en-US" dirty="0">
                <a:solidFill>
                  <a:srgbClr val="FFFF00"/>
                </a:solidFill>
                <a:ea typeface="仿宋_GB2312"/>
                <a:cs typeface="仿宋_GB2312"/>
              </a:rPr>
              <a:t>摩尔热容</a:t>
            </a:r>
          </a:p>
        </p:txBody>
      </p:sp>
      <p:sp>
        <p:nvSpPr>
          <p:cNvPr id="17411" name="Text Box 23">
            <a:extLst>
              <a:ext uri="{FF2B5EF4-FFF2-40B4-BE49-F238E27FC236}">
                <a16:creationId xmlns:a16="http://schemas.microsoft.com/office/drawing/2014/main" id="{A0C5AEC7-C020-4D11-B79B-D10F6E0E020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44928" y="3298279"/>
            <a:ext cx="25336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dirty="0">
                <a:solidFill>
                  <a:schemeClr val="bg1"/>
                </a:solidFill>
                <a:ea typeface="仿宋_GB2312"/>
                <a:cs typeface="仿宋_GB2312"/>
              </a:rPr>
              <a:t>定体摩尔热容</a:t>
            </a:r>
          </a:p>
        </p:txBody>
      </p:sp>
      <p:sp>
        <p:nvSpPr>
          <p:cNvPr id="17412" name="Text Box 24">
            <a:extLst>
              <a:ext uri="{FF2B5EF4-FFF2-40B4-BE49-F238E27FC236}">
                <a16:creationId xmlns:a16="http://schemas.microsoft.com/office/drawing/2014/main" id="{9A41AD0D-817E-415A-B0E8-1BE7A0A4E7D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30641" y="4284513"/>
            <a:ext cx="24288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dirty="0">
                <a:solidFill>
                  <a:schemeClr val="bg1"/>
                </a:solidFill>
                <a:ea typeface="仿宋_GB2312"/>
                <a:cs typeface="仿宋_GB2312"/>
              </a:rPr>
              <a:t>定压摩尔热容</a:t>
            </a:r>
          </a:p>
        </p:txBody>
      </p:sp>
      <p:sp>
        <p:nvSpPr>
          <p:cNvPr id="17413" name="Text Box 26">
            <a:extLst>
              <a:ext uri="{FF2B5EF4-FFF2-40B4-BE49-F238E27FC236}">
                <a16:creationId xmlns:a16="http://schemas.microsoft.com/office/drawing/2014/main" id="{39F6A580-445B-4B1D-A9FB-C844DE1F4E4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56411" y="5412432"/>
            <a:ext cx="19415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dirty="0">
                <a:solidFill>
                  <a:schemeClr val="bg1"/>
                </a:solidFill>
                <a:ea typeface="仿宋_GB2312"/>
                <a:cs typeface="仿宋_GB2312"/>
              </a:rPr>
              <a:t>迈耶公式</a:t>
            </a:r>
          </a:p>
        </p:txBody>
      </p:sp>
      <p:sp>
        <p:nvSpPr>
          <p:cNvPr id="17414" name="Rectangle 28">
            <a:extLst>
              <a:ext uri="{FF2B5EF4-FFF2-40B4-BE49-F238E27FC236}">
                <a16:creationId xmlns:a16="http://schemas.microsoft.com/office/drawing/2014/main" id="{F2D90457-2A9B-4B5B-9CE9-8D5C60283C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79731" y="5383212"/>
            <a:ext cx="179863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dirty="0">
                <a:solidFill>
                  <a:schemeClr val="bg1"/>
                </a:solidFill>
                <a:ea typeface="仿宋_GB2312"/>
                <a:cs typeface="仿宋_GB2312"/>
              </a:rPr>
              <a:t>比热容比</a:t>
            </a:r>
          </a:p>
        </p:txBody>
      </p:sp>
      <p:graphicFrame>
        <p:nvGraphicFramePr>
          <p:cNvPr id="17415" name="Object 43">
            <a:extLst>
              <a:ext uri="{FF2B5EF4-FFF2-40B4-BE49-F238E27FC236}">
                <a16:creationId xmlns:a16="http://schemas.microsoft.com/office/drawing/2014/main" id="{DFF4D108-ADD5-404B-A02D-3DCA625880E7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3151541" y="1908127"/>
          <a:ext cx="4178300" cy="946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3571" name="公式" r:id="rId3" imgW="1609833" imgH="352391" progId="Equation.3">
                  <p:embed/>
                </p:oleObj>
              </mc:Choice>
              <mc:Fallback>
                <p:oleObj name="公式" r:id="rId3" imgW="1609833" imgH="352391" progId="Equation.3">
                  <p:embed/>
                  <p:pic>
                    <p:nvPicPr>
                      <p:cNvPr id="17415" name="Object 43">
                        <a:extLst>
                          <a:ext uri="{FF2B5EF4-FFF2-40B4-BE49-F238E27FC236}">
                            <a16:creationId xmlns:a16="http://schemas.microsoft.com/office/drawing/2014/main" id="{DFF4D108-ADD5-404B-A02D-3DCA625880E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51541" y="1908127"/>
                        <a:ext cx="4178300" cy="946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8575" algn="ctr">
                            <a:solidFill>
                              <a:schemeClr val="bg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416" name="Object 44">
            <a:extLst>
              <a:ext uri="{FF2B5EF4-FFF2-40B4-BE49-F238E27FC236}">
                <a16:creationId xmlns:a16="http://schemas.microsoft.com/office/drawing/2014/main" id="{DDDEF694-6BDB-4ED1-914D-AE64A74B04B0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3116615" y="3142704"/>
          <a:ext cx="5700713" cy="806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3572" name="公式" r:id="rId5" imgW="2743200" imgH="352391" progId="Equation.3">
                  <p:embed/>
                </p:oleObj>
              </mc:Choice>
              <mc:Fallback>
                <p:oleObj name="公式" r:id="rId5" imgW="2743200" imgH="352391" progId="Equation.3">
                  <p:embed/>
                  <p:pic>
                    <p:nvPicPr>
                      <p:cNvPr id="17416" name="Object 44">
                        <a:extLst>
                          <a:ext uri="{FF2B5EF4-FFF2-40B4-BE49-F238E27FC236}">
                            <a16:creationId xmlns:a16="http://schemas.microsoft.com/office/drawing/2014/main" id="{DDDEF694-6BDB-4ED1-914D-AE64A74B04B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16615" y="3142704"/>
                        <a:ext cx="5700713" cy="806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8575" algn="ctr">
                            <a:solidFill>
                              <a:schemeClr val="bg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417" name="Object 45">
            <a:extLst>
              <a:ext uri="{FF2B5EF4-FFF2-40B4-BE49-F238E27FC236}">
                <a16:creationId xmlns:a16="http://schemas.microsoft.com/office/drawing/2014/main" id="{21280F4B-F5FC-4B01-80D6-4673BA726709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3151541" y="4140050"/>
          <a:ext cx="5665787" cy="801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3573" name="公式" r:id="rId7" imgW="2743200" imgH="352391" progId="Equation.3">
                  <p:embed/>
                </p:oleObj>
              </mc:Choice>
              <mc:Fallback>
                <p:oleObj name="公式" r:id="rId7" imgW="2743200" imgH="352391" progId="Equation.3">
                  <p:embed/>
                  <p:pic>
                    <p:nvPicPr>
                      <p:cNvPr id="17417" name="Object 45">
                        <a:extLst>
                          <a:ext uri="{FF2B5EF4-FFF2-40B4-BE49-F238E27FC236}">
                            <a16:creationId xmlns:a16="http://schemas.microsoft.com/office/drawing/2014/main" id="{21280F4B-F5FC-4B01-80D6-4673BA72670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51541" y="4140050"/>
                        <a:ext cx="5665787" cy="8016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8575" algn="ctr">
                            <a:solidFill>
                              <a:schemeClr val="bg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418" name="Object 46">
            <a:extLst>
              <a:ext uri="{FF2B5EF4-FFF2-40B4-BE49-F238E27FC236}">
                <a16:creationId xmlns:a16="http://schemas.microsoft.com/office/drawing/2014/main" id="{4EA84722-0421-4C73-A61E-C244CDE92F03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2747656" y="5412432"/>
          <a:ext cx="1800225" cy="5508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3574" name="公式" r:id="rId9" imgW="752622" imgH="199923" progId="Equation.3">
                  <p:embed/>
                </p:oleObj>
              </mc:Choice>
              <mc:Fallback>
                <p:oleObj name="公式" r:id="rId9" imgW="752622" imgH="199923" progId="Equation.3">
                  <p:embed/>
                  <p:pic>
                    <p:nvPicPr>
                      <p:cNvPr id="17418" name="Object 46">
                        <a:extLst>
                          <a:ext uri="{FF2B5EF4-FFF2-40B4-BE49-F238E27FC236}">
                            <a16:creationId xmlns:a16="http://schemas.microsoft.com/office/drawing/2014/main" id="{4EA84722-0421-4C73-A61E-C244CDE92F0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47656" y="5412432"/>
                        <a:ext cx="1800225" cy="5508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8575" algn="ctr">
                            <a:solidFill>
                              <a:schemeClr val="bg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419" name="Object 12">
            <a:extLst>
              <a:ext uri="{FF2B5EF4-FFF2-40B4-BE49-F238E27FC236}">
                <a16:creationId xmlns:a16="http://schemas.microsoft.com/office/drawing/2014/main" id="{755C5257-7C8D-4505-898A-8AD757362AEA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6801226" y="5053012"/>
          <a:ext cx="1103313" cy="1044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3575" name="公式" r:id="rId11" imgW="447720" imgH="419134" progId="Equation.3">
                  <p:embed/>
                </p:oleObj>
              </mc:Choice>
              <mc:Fallback>
                <p:oleObj name="公式" r:id="rId11" imgW="447720" imgH="419134" progId="Equation.3">
                  <p:embed/>
                  <p:pic>
                    <p:nvPicPr>
                      <p:cNvPr id="17419" name="Object 12">
                        <a:extLst>
                          <a:ext uri="{FF2B5EF4-FFF2-40B4-BE49-F238E27FC236}">
                            <a16:creationId xmlns:a16="http://schemas.microsoft.com/office/drawing/2014/main" id="{755C5257-7C8D-4505-898A-8AD757362AE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01226" y="5053012"/>
                        <a:ext cx="1103313" cy="1044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8575" algn="ctr">
                            <a:solidFill>
                              <a:schemeClr val="bg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420" name="灯片编号占位符 1">
            <a:extLst>
              <a:ext uri="{FF2B5EF4-FFF2-40B4-BE49-F238E27FC236}">
                <a16:creationId xmlns:a16="http://schemas.microsoft.com/office/drawing/2014/main" id="{F7D4EC5B-7C7B-4FDE-8438-A40D81C7FD15}"/>
              </a:ext>
            </a:extLst>
          </p:cNvPr>
          <p:cNvSpPr txBox="1">
            <a:spLocks/>
          </p:cNvSpPr>
          <p:nvPr/>
        </p:nvSpPr>
        <p:spPr bwMode="auto">
          <a:xfrm>
            <a:off x="0" y="6381750"/>
            <a:ext cx="213360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0D9B3D0D-42A1-4573-ACA5-F78397BE894B}" type="slidenum">
              <a:rPr lang="en-US" altLang="zh-CN" b="0">
                <a:solidFill>
                  <a:srgbClr val="FF00FF"/>
                </a:solidFill>
              </a:rPr>
              <a:pPr eaLnBrk="1" hangingPunct="1"/>
              <a:t>14</a:t>
            </a:fld>
            <a:r>
              <a:rPr lang="en-US" altLang="zh-CN" b="0">
                <a:solidFill>
                  <a:srgbClr val="FF00FF"/>
                </a:solidFill>
              </a:rPr>
              <a:t>/28</a:t>
            </a:r>
          </a:p>
        </p:txBody>
      </p:sp>
      <p:sp>
        <p:nvSpPr>
          <p:cNvPr id="13" name="Text Box 12">
            <a:extLst>
              <a:ext uri="{FF2B5EF4-FFF2-40B4-BE49-F238E27FC236}">
                <a16:creationId xmlns:a16="http://schemas.microsoft.com/office/drawing/2014/main" id="{5F042612-9FDE-4063-BB32-A5E2B6FBFC2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9101" y="321530"/>
            <a:ext cx="35337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dirty="0">
                <a:solidFill>
                  <a:srgbClr val="FFFF00"/>
                </a:solidFill>
                <a:ea typeface="仿宋_GB2312"/>
                <a:cs typeface="仿宋_GB2312"/>
              </a:rPr>
              <a:t>3. </a:t>
            </a:r>
            <a:r>
              <a:rPr lang="zh-CN" altLang="en-US" dirty="0">
                <a:solidFill>
                  <a:srgbClr val="FFFF00"/>
                </a:solidFill>
                <a:ea typeface="仿宋_GB2312"/>
                <a:cs typeface="仿宋_GB2312"/>
              </a:rPr>
              <a:t>热力学第一定律</a:t>
            </a:r>
          </a:p>
        </p:txBody>
      </p:sp>
      <p:sp>
        <p:nvSpPr>
          <p:cNvPr id="14" name="Text Box 27">
            <a:extLst>
              <a:ext uri="{FF2B5EF4-FFF2-40B4-BE49-F238E27FC236}">
                <a16:creationId xmlns:a16="http://schemas.microsoft.com/office/drawing/2014/main" id="{AC9C9190-E42A-4C64-B47C-F007E07C4AA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95094" y="1141314"/>
            <a:ext cx="3457575" cy="45720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buClr>
                <a:schemeClr val="tx2"/>
              </a:buClr>
              <a:buSzPct val="75000"/>
              <a:buFont typeface="Monotype Sorts" pitchFamily="2" charset="2"/>
              <a:buNone/>
              <a:defRPr/>
            </a:pPr>
            <a:r>
              <a:rPr lang="zh-CN" altLang="en-US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仿宋_GB2312" pitchFamily="49" charset="-122"/>
              </a:rPr>
              <a:t>对微小的变化过程</a:t>
            </a:r>
          </a:p>
        </p:txBody>
      </p:sp>
      <p:graphicFrame>
        <p:nvGraphicFramePr>
          <p:cNvPr id="15" name="Object 32">
            <a:extLst>
              <a:ext uri="{FF2B5EF4-FFF2-40B4-BE49-F238E27FC236}">
                <a16:creationId xmlns:a16="http://schemas.microsoft.com/office/drawing/2014/main" id="{E48D350C-83C3-4565-8ECB-825D0A7D01C2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3864419" y="321332"/>
          <a:ext cx="1773238" cy="488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3576" name="公式" r:id="rId13" imgW="695433" imgH="161959" progId="Equation.3">
                  <p:embed/>
                </p:oleObj>
              </mc:Choice>
              <mc:Fallback>
                <p:oleObj name="公式" r:id="rId13" imgW="695433" imgH="161959" progId="Equation.3">
                  <p:embed/>
                  <p:pic>
                    <p:nvPicPr>
                      <p:cNvPr id="15" name="Object 32">
                        <a:extLst>
                          <a:ext uri="{FF2B5EF4-FFF2-40B4-BE49-F238E27FC236}">
                            <a16:creationId xmlns:a16="http://schemas.microsoft.com/office/drawing/2014/main" id="{E48D350C-83C3-4565-8ECB-825D0A7D01C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64419" y="321332"/>
                        <a:ext cx="1773238" cy="488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8575" algn="ctr">
                            <a:solidFill>
                              <a:schemeClr val="bg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Object 33">
            <a:extLst>
              <a:ext uri="{FF2B5EF4-FFF2-40B4-BE49-F238E27FC236}">
                <a16:creationId xmlns:a16="http://schemas.microsoft.com/office/drawing/2014/main" id="{C1AC95E4-9C80-47E3-90CA-1E7132FD3A74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4402491" y="1228378"/>
          <a:ext cx="16764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3577" name="公式" r:id="rId15" imgW="1638275" imgH="304936" progId="Equation.3">
                  <p:embed/>
                </p:oleObj>
              </mc:Choice>
              <mc:Fallback>
                <p:oleObj name="公式" r:id="rId15" imgW="1638275" imgH="304936" progId="Equation.3">
                  <p:embed/>
                  <p:pic>
                    <p:nvPicPr>
                      <p:cNvPr id="16" name="Object 33">
                        <a:extLst>
                          <a:ext uri="{FF2B5EF4-FFF2-40B4-BE49-F238E27FC236}">
                            <a16:creationId xmlns:a16="http://schemas.microsoft.com/office/drawing/2014/main" id="{C1AC95E4-9C80-47E3-90CA-1E7132FD3A7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02491" y="1228378"/>
                        <a:ext cx="1676400" cy="342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8575" algn="ctr">
                            <a:solidFill>
                              <a:schemeClr val="bg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0272" name="Group 1008">
            <a:extLst>
              <a:ext uri="{FF2B5EF4-FFF2-40B4-BE49-F238E27FC236}">
                <a16:creationId xmlns:a16="http://schemas.microsoft.com/office/drawing/2014/main" id="{14F43718-4E66-4A05-BCAB-92342A6F2D21}"/>
              </a:ext>
            </a:extLst>
          </p:cNvPr>
          <p:cNvGraphicFramePr>
            <a:graphicFrameLocks noGrp="1"/>
          </p:cNvGraphicFramePr>
          <p:nvPr/>
        </p:nvGraphicFramePr>
        <p:xfrm>
          <a:off x="323850" y="1123950"/>
          <a:ext cx="8569325" cy="5184777"/>
        </p:xfrm>
        <a:graphic>
          <a:graphicData uri="http://schemas.openxmlformats.org/drawingml/2006/table">
            <a:tbl>
              <a:tblPr/>
              <a:tblGrid>
                <a:gridCol w="3603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518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806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795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2396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9698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46843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26682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109061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楷体_GB2312" pitchFamily="49" charset="-122"/>
                          <a:ea typeface="楷体_GB2312" pitchFamily="49" charset="-122"/>
                        </a:rPr>
                        <a:t>过程 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33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6699">
                        <a:alpha val="3999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楷体_GB2312" pitchFamily="49" charset="-122"/>
                          <a:ea typeface="楷体_GB2312" pitchFamily="49" charset="-122"/>
                        </a:rPr>
                        <a:t>特征 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33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6699">
                        <a:alpha val="3999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楷体_GB2312" pitchFamily="49" charset="-122"/>
                          <a:ea typeface="楷体_GB2312" pitchFamily="49" charset="-122"/>
                        </a:rPr>
                        <a:t>过程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楷体_GB2312" pitchFamily="49" charset="-122"/>
                        <a:ea typeface="楷体_GB2312" pitchFamily="49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楷体_GB2312" pitchFamily="49" charset="-122"/>
                          <a:ea typeface="楷体_GB2312" pitchFamily="49" charset="-122"/>
                        </a:rPr>
                        <a:t>方程 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33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6699">
                        <a:alpha val="3999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楷体_GB2312" pitchFamily="49" charset="-122"/>
                          <a:ea typeface="楷体_GB2312" pitchFamily="49" charset="-122"/>
                        </a:rPr>
                        <a:t>能量转换方式 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33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6699">
                        <a:alpha val="3999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楷体_GB2312" pitchFamily="49" charset="-122"/>
                          <a:ea typeface="楷体_GB2312" pitchFamily="49" charset="-122"/>
                        </a:rPr>
                        <a:t>内能增量</a:t>
                      </a: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Δ</a:t>
                      </a:r>
                      <a:r>
                        <a:rPr kumimoji="0" lang="en-US" altLang="zh-CN" sz="2000" b="1" i="1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E</a:t>
                      </a: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楷体_GB2312" pitchFamily="49" charset="-122"/>
                          <a:ea typeface="楷体_GB2312" pitchFamily="49" charset="-122"/>
                        </a:rPr>
                        <a:t> 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33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6699">
                        <a:alpha val="3999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楷体_GB2312" pitchFamily="49" charset="-122"/>
                          <a:ea typeface="楷体_GB2312" pitchFamily="49" charset="-122"/>
                        </a:rPr>
                        <a:t>对外作功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楷体_GB2312" pitchFamily="49" charset="-122"/>
                        <a:ea typeface="楷体_GB2312" pitchFamily="49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1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A</a:t>
                      </a: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楷体_GB2312" pitchFamily="49" charset="-122"/>
                          <a:ea typeface="楷体_GB2312" pitchFamily="49" charset="-122"/>
                        </a:rPr>
                        <a:t> 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33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6699">
                        <a:alpha val="3999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楷体_GB2312" pitchFamily="49" charset="-122"/>
                          <a:ea typeface="楷体_GB2312" pitchFamily="49" charset="-122"/>
                        </a:rPr>
                        <a:t>吸收热量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楷体_GB2312" pitchFamily="49" charset="-122"/>
                        <a:ea typeface="楷体_GB2312" pitchFamily="49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1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Q</a:t>
                      </a: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楷体_GB2312" pitchFamily="49" charset="-122"/>
                          <a:ea typeface="楷体_GB2312" pitchFamily="49" charset="-122"/>
                        </a:rPr>
                        <a:t> 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33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6699">
                        <a:alpha val="3999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楷体_GB2312" pitchFamily="49" charset="-122"/>
                          <a:ea typeface="楷体_GB2312" pitchFamily="49" charset="-122"/>
                        </a:rPr>
                        <a:t>摩尔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楷体_GB2312" pitchFamily="49" charset="-122"/>
                        <a:ea typeface="楷体_GB2312" pitchFamily="49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楷体_GB2312" pitchFamily="49" charset="-122"/>
                          <a:ea typeface="楷体_GB2312" pitchFamily="49" charset="-122"/>
                        </a:rPr>
                        <a:t>热容 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33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6699">
                        <a:alpha val="39999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937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楷体_GB2312" pitchFamily="49" charset="-122"/>
                          <a:ea typeface="楷体_GB2312" pitchFamily="49" charset="-122"/>
                        </a:rPr>
                        <a:t>等体 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33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6699">
                        <a:alpha val="3999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zh-CN" sz="2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33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FFFF">
                        <a:alpha val="3999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zh-CN" sz="2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33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FFFF">
                        <a:alpha val="3999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33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FFFF">
                        <a:alpha val="3999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33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FFFF">
                        <a:alpha val="3999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rgbClr val="FFCC66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33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FFFF">
                        <a:alpha val="3999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33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FFFF">
                        <a:alpha val="3999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33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FFFF">
                        <a:alpha val="39999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906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楷体_GB2312" pitchFamily="49" charset="-122"/>
                          <a:ea typeface="楷体_GB2312" pitchFamily="49" charset="-122"/>
                        </a:rPr>
                        <a:t>等压 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33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6699">
                        <a:alpha val="3999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33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FFFF">
                        <a:alpha val="3999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zh-CN" sz="2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33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FFFF">
                        <a:alpha val="3999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zh-CN" sz="2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33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FFFF">
                        <a:alpha val="3999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33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FFFF">
                        <a:alpha val="3999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33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FFFF">
                        <a:alpha val="3999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33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FFFF">
                        <a:alpha val="3999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33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FFFF">
                        <a:alpha val="39999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9061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楷体_GB2312" pitchFamily="49" charset="-122"/>
                          <a:ea typeface="楷体_GB2312" pitchFamily="49" charset="-122"/>
                        </a:rPr>
                        <a:t>等温 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33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6699">
                        <a:alpha val="3999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33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FFFF">
                        <a:alpha val="3999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33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FFFF">
                        <a:alpha val="3999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zh-CN" sz="2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33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FFFF">
                        <a:alpha val="3999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rgbClr val="FFCC66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33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FFFF">
                        <a:alpha val="3999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zh-CN" sz="28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33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FFFF">
                        <a:alpha val="3999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33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FFFF">
                        <a:alpha val="3999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rgbClr val="FFCC66"/>
                        </a:solidFill>
                        <a:effectLst/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33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FFFF">
                        <a:alpha val="39999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11918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楷体_GB2312" pitchFamily="49" charset="-122"/>
                          <a:ea typeface="楷体_GB2312" pitchFamily="49" charset="-122"/>
                        </a:rPr>
                        <a:t>绝热 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33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6699">
                        <a:alpha val="3999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33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FFFF">
                        <a:alpha val="3999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33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FFFF">
                        <a:alpha val="3999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33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FFFF">
                        <a:alpha val="3999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33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FFFF">
                        <a:alpha val="3999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zh-CN" sz="28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33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FFFF">
                        <a:alpha val="3999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rgbClr val="FFCC66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33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FFFF">
                        <a:alpha val="3999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rgbClr val="FFCC66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33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FFFF">
                        <a:alpha val="39999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18490" name="Object 2">
            <a:extLst>
              <a:ext uri="{FF2B5EF4-FFF2-40B4-BE49-F238E27FC236}">
                <a16:creationId xmlns:a16="http://schemas.microsoft.com/office/drawing/2014/main" id="{75B546F2-D3AF-40AE-A6B7-5A5F37B449B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85813" y="2570163"/>
          <a:ext cx="723900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4784" name="公式" r:id="rId3" imgW="1381080" imgH="390661" progId="Equation.3">
                  <p:embed/>
                </p:oleObj>
              </mc:Choice>
              <mc:Fallback>
                <p:oleObj name="公式" r:id="rId3" imgW="1381080" imgH="390661" progId="Equation.3">
                  <p:embed/>
                  <p:pic>
                    <p:nvPicPr>
                      <p:cNvPr id="18490" name="Object 2">
                        <a:extLst>
                          <a:ext uri="{FF2B5EF4-FFF2-40B4-BE49-F238E27FC236}">
                            <a16:creationId xmlns:a16="http://schemas.microsoft.com/office/drawing/2014/main" id="{75B546F2-D3AF-40AE-A6B7-5A5F37B449B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5813" y="2570163"/>
                        <a:ext cx="723900" cy="215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491" name="Object 3">
            <a:extLst>
              <a:ext uri="{FF2B5EF4-FFF2-40B4-BE49-F238E27FC236}">
                <a16:creationId xmlns:a16="http://schemas.microsoft.com/office/drawing/2014/main" id="{EDE4C885-AA4E-4D7C-863A-BE839742B70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60413" y="3494088"/>
          <a:ext cx="717550" cy="22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4785" name="公式" r:id="rId5" imgW="1371600" imgH="419134" progId="Equation.3">
                  <p:embed/>
                </p:oleObj>
              </mc:Choice>
              <mc:Fallback>
                <p:oleObj name="公式" r:id="rId5" imgW="1371600" imgH="419134" progId="Equation.3">
                  <p:embed/>
                  <p:pic>
                    <p:nvPicPr>
                      <p:cNvPr id="18491" name="Object 3">
                        <a:extLst>
                          <a:ext uri="{FF2B5EF4-FFF2-40B4-BE49-F238E27FC236}">
                            <a16:creationId xmlns:a16="http://schemas.microsoft.com/office/drawing/2014/main" id="{EDE4C885-AA4E-4D7C-863A-BE839742B70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0413" y="3494088"/>
                        <a:ext cx="717550" cy="228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492" name="Object 4">
            <a:extLst>
              <a:ext uri="{FF2B5EF4-FFF2-40B4-BE49-F238E27FC236}">
                <a16:creationId xmlns:a16="http://schemas.microsoft.com/office/drawing/2014/main" id="{B2D67092-8E2F-4165-93E8-81EDAE107CD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57238" y="4579938"/>
          <a:ext cx="719137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4786" name="公式" r:id="rId7" imgW="1371600" imgH="390661" progId="Equation.3">
                  <p:embed/>
                </p:oleObj>
              </mc:Choice>
              <mc:Fallback>
                <p:oleObj name="公式" r:id="rId7" imgW="1371600" imgH="390661" progId="Equation.3">
                  <p:embed/>
                  <p:pic>
                    <p:nvPicPr>
                      <p:cNvPr id="18492" name="Object 4">
                        <a:extLst>
                          <a:ext uri="{FF2B5EF4-FFF2-40B4-BE49-F238E27FC236}">
                            <a16:creationId xmlns:a16="http://schemas.microsoft.com/office/drawing/2014/main" id="{B2D67092-8E2F-4165-93E8-81EDAE107CD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7238" y="4579938"/>
                        <a:ext cx="719137" cy="215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493" name="Object 5">
            <a:extLst>
              <a:ext uri="{FF2B5EF4-FFF2-40B4-BE49-F238E27FC236}">
                <a16:creationId xmlns:a16="http://schemas.microsoft.com/office/drawing/2014/main" id="{98A69773-82FA-4858-AE2D-B0E132AC42C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57250" y="5643563"/>
          <a:ext cx="539750" cy="2873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4787" name="公式" r:id="rId9" imgW="342824" imgH="161959" progId="Equation.3">
                  <p:embed/>
                </p:oleObj>
              </mc:Choice>
              <mc:Fallback>
                <p:oleObj name="公式" r:id="rId9" imgW="342824" imgH="161959" progId="Equation.3">
                  <p:embed/>
                  <p:pic>
                    <p:nvPicPr>
                      <p:cNvPr id="18493" name="Object 5">
                        <a:extLst>
                          <a:ext uri="{FF2B5EF4-FFF2-40B4-BE49-F238E27FC236}">
                            <a16:creationId xmlns:a16="http://schemas.microsoft.com/office/drawing/2014/main" id="{98A69773-82FA-4858-AE2D-B0E132AC42C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57250" y="5643563"/>
                        <a:ext cx="539750" cy="2873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494" name="Object 6">
            <a:extLst>
              <a:ext uri="{FF2B5EF4-FFF2-40B4-BE49-F238E27FC236}">
                <a16:creationId xmlns:a16="http://schemas.microsoft.com/office/drawing/2014/main" id="{70874C7A-183D-486C-8934-80116840F46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701800" y="2419350"/>
          <a:ext cx="727075" cy="438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4788" name="公式" r:id="rId11" imgW="1400041" imgH="838268" progId="Equation.3">
                  <p:embed/>
                </p:oleObj>
              </mc:Choice>
              <mc:Fallback>
                <p:oleObj name="公式" r:id="rId11" imgW="1400041" imgH="838268" progId="Equation.3">
                  <p:embed/>
                  <p:pic>
                    <p:nvPicPr>
                      <p:cNvPr id="18494" name="Object 6">
                        <a:extLst>
                          <a:ext uri="{FF2B5EF4-FFF2-40B4-BE49-F238E27FC236}">
                            <a16:creationId xmlns:a16="http://schemas.microsoft.com/office/drawing/2014/main" id="{70874C7A-183D-486C-8934-80116840F46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01800" y="2419350"/>
                        <a:ext cx="727075" cy="438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495" name="Object 7">
            <a:extLst>
              <a:ext uri="{FF2B5EF4-FFF2-40B4-BE49-F238E27FC236}">
                <a16:creationId xmlns:a16="http://schemas.microsoft.com/office/drawing/2014/main" id="{C0CCB165-923A-4C07-8C5A-D3F57B942A5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633538" y="3427413"/>
          <a:ext cx="733425" cy="438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4789" name="公式" r:id="rId13" imgW="1409827" imgH="838268" progId="Equation.3">
                  <p:embed/>
                </p:oleObj>
              </mc:Choice>
              <mc:Fallback>
                <p:oleObj name="公式" r:id="rId13" imgW="1409827" imgH="838268" progId="Equation.3">
                  <p:embed/>
                  <p:pic>
                    <p:nvPicPr>
                      <p:cNvPr id="18495" name="Object 7">
                        <a:extLst>
                          <a:ext uri="{FF2B5EF4-FFF2-40B4-BE49-F238E27FC236}">
                            <a16:creationId xmlns:a16="http://schemas.microsoft.com/office/drawing/2014/main" id="{C0CCB165-923A-4C07-8C5A-D3F57B942A5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33538" y="3427413"/>
                        <a:ext cx="733425" cy="438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496" name="Object 8">
            <a:extLst>
              <a:ext uri="{FF2B5EF4-FFF2-40B4-BE49-F238E27FC236}">
                <a16:creationId xmlns:a16="http://schemas.microsoft.com/office/drawing/2014/main" id="{8C87D269-AFFA-4820-9ECF-ECE7A430090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565275" y="4576763"/>
          <a:ext cx="860425" cy="222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4790" name="公式" r:id="rId15" imgW="1647755" imgH="409643" progId="Equation.3">
                  <p:embed/>
                </p:oleObj>
              </mc:Choice>
              <mc:Fallback>
                <p:oleObj name="公式" r:id="rId15" imgW="1647755" imgH="409643" progId="Equation.3">
                  <p:embed/>
                  <p:pic>
                    <p:nvPicPr>
                      <p:cNvPr id="18496" name="Object 8">
                        <a:extLst>
                          <a:ext uri="{FF2B5EF4-FFF2-40B4-BE49-F238E27FC236}">
                            <a16:creationId xmlns:a16="http://schemas.microsoft.com/office/drawing/2014/main" id="{8C87D269-AFFA-4820-9ECF-ECE7A430090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65275" y="4576763"/>
                        <a:ext cx="860425" cy="222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497" name="Object 9">
            <a:extLst>
              <a:ext uri="{FF2B5EF4-FFF2-40B4-BE49-F238E27FC236}">
                <a16:creationId xmlns:a16="http://schemas.microsoft.com/office/drawing/2014/main" id="{A324EB99-54BE-4543-889A-BB555136B74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714625" y="2581275"/>
          <a:ext cx="747713" cy="252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4791" name="公式" r:id="rId17" imgW="1133367" imgH="371373" progId="Equation.3">
                  <p:embed/>
                </p:oleObj>
              </mc:Choice>
              <mc:Fallback>
                <p:oleObj name="公式" r:id="rId17" imgW="1133367" imgH="371373" progId="Equation.3">
                  <p:embed/>
                  <p:pic>
                    <p:nvPicPr>
                      <p:cNvPr id="18497" name="Object 9">
                        <a:extLst>
                          <a:ext uri="{FF2B5EF4-FFF2-40B4-BE49-F238E27FC236}">
                            <a16:creationId xmlns:a16="http://schemas.microsoft.com/office/drawing/2014/main" id="{A324EB99-54BE-4543-889A-BB555136B74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14625" y="2581275"/>
                        <a:ext cx="747713" cy="2524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498" name="Object 10">
            <a:extLst>
              <a:ext uri="{FF2B5EF4-FFF2-40B4-BE49-F238E27FC236}">
                <a16:creationId xmlns:a16="http://schemas.microsoft.com/office/drawing/2014/main" id="{98119FB5-79FA-4884-9705-756560B17D5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571750" y="3571875"/>
          <a:ext cx="1000125" cy="241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4792" name="公式" r:id="rId19" imgW="1723904" imgH="371373" progId="Equation.3">
                  <p:embed/>
                </p:oleObj>
              </mc:Choice>
              <mc:Fallback>
                <p:oleObj name="公式" r:id="rId19" imgW="1723904" imgH="371373" progId="Equation.3">
                  <p:embed/>
                  <p:pic>
                    <p:nvPicPr>
                      <p:cNvPr id="18498" name="Object 10">
                        <a:extLst>
                          <a:ext uri="{FF2B5EF4-FFF2-40B4-BE49-F238E27FC236}">
                            <a16:creationId xmlns:a16="http://schemas.microsoft.com/office/drawing/2014/main" id="{98119FB5-79FA-4884-9705-756560B17D5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71750" y="3571875"/>
                        <a:ext cx="1000125" cy="241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499" name="Object 11">
            <a:extLst>
              <a:ext uri="{FF2B5EF4-FFF2-40B4-BE49-F238E27FC236}">
                <a16:creationId xmlns:a16="http://schemas.microsoft.com/office/drawing/2014/main" id="{90E22982-A670-4BA9-9F86-D996BD41846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795588" y="4579938"/>
          <a:ext cx="561975" cy="2365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4793" name="公式" r:id="rId21" imgW="904920" imgH="371373" progId="Equation.3">
                  <p:embed/>
                </p:oleObj>
              </mc:Choice>
              <mc:Fallback>
                <p:oleObj name="公式" r:id="rId21" imgW="904920" imgH="371373" progId="Equation.3">
                  <p:embed/>
                  <p:pic>
                    <p:nvPicPr>
                      <p:cNvPr id="18499" name="Object 11">
                        <a:extLst>
                          <a:ext uri="{FF2B5EF4-FFF2-40B4-BE49-F238E27FC236}">
                            <a16:creationId xmlns:a16="http://schemas.microsoft.com/office/drawing/2014/main" id="{90E22982-A670-4BA9-9F86-D996BD41846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95588" y="4579938"/>
                        <a:ext cx="561975" cy="2365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500" name="Object 12">
            <a:extLst>
              <a:ext uri="{FF2B5EF4-FFF2-40B4-BE49-F238E27FC236}">
                <a16:creationId xmlns:a16="http://schemas.microsoft.com/office/drawing/2014/main" id="{2A729AB8-F892-4D6B-9753-ABA6F651B4E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643188" y="5646738"/>
          <a:ext cx="844550" cy="2111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4794" name="公式" r:id="rId23" imgW="1333373" imgH="276157" progId="Equation.3">
                  <p:embed/>
                </p:oleObj>
              </mc:Choice>
              <mc:Fallback>
                <p:oleObj name="公式" r:id="rId23" imgW="1333373" imgH="276157" progId="Equation.3">
                  <p:embed/>
                  <p:pic>
                    <p:nvPicPr>
                      <p:cNvPr id="18500" name="Object 12">
                        <a:extLst>
                          <a:ext uri="{FF2B5EF4-FFF2-40B4-BE49-F238E27FC236}">
                            <a16:creationId xmlns:a16="http://schemas.microsoft.com/office/drawing/2014/main" id="{2A729AB8-F892-4D6B-9753-ABA6F651B4E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43188" y="5646738"/>
                        <a:ext cx="844550" cy="2111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501" name="Object 13">
            <a:extLst>
              <a:ext uri="{FF2B5EF4-FFF2-40B4-BE49-F238E27FC236}">
                <a16:creationId xmlns:a16="http://schemas.microsoft.com/office/drawing/2014/main" id="{B0AA48AA-3691-4C1C-9E72-77BEA2928AC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714750" y="5605463"/>
          <a:ext cx="1079500" cy="323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4795" name="公式" r:id="rId25" imgW="723875" imgH="190432" progId="Equation.3">
                  <p:embed/>
                </p:oleObj>
              </mc:Choice>
              <mc:Fallback>
                <p:oleObj name="公式" r:id="rId25" imgW="723875" imgH="190432" progId="Equation.3">
                  <p:embed/>
                  <p:pic>
                    <p:nvPicPr>
                      <p:cNvPr id="18501" name="Object 13">
                        <a:extLst>
                          <a:ext uri="{FF2B5EF4-FFF2-40B4-BE49-F238E27FC236}">
                            <a16:creationId xmlns:a16="http://schemas.microsoft.com/office/drawing/2014/main" id="{B0AA48AA-3691-4C1C-9E72-77BEA2928AC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14750" y="5605463"/>
                        <a:ext cx="1079500" cy="3238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502" name="Object 14">
            <a:extLst>
              <a:ext uri="{FF2B5EF4-FFF2-40B4-BE49-F238E27FC236}">
                <a16:creationId xmlns:a16="http://schemas.microsoft.com/office/drawing/2014/main" id="{70ECE571-388D-4F88-974B-5A9EE73045A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721100" y="3517900"/>
          <a:ext cx="1136650" cy="339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4796" name="公式" r:id="rId27" imgW="723875" imgH="190432" progId="Equation.3">
                  <p:embed/>
                </p:oleObj>
              </mc:Choice>
              <mc:Fallback>
                <p:oleObj name="公式" r:id="rId27" imgW="723875" imgH="190432" progId="Equation.3">
                  <p:embed/>
                  <p:pic>
                    <p:nvPicPr>
                      <p:cNvPr id="18502" name="Object 14">
                        <a:extLst>
                          <a:ext uri="{FF2B5EF4-FFF2-40B4-BE49-F238E27FC236}">
                            <a16:creationId xmlns:a16="http://schemas.microsoft.com/office/drawing/2014/main" id="{70ECE571-388D-4F88-974B-5A9EE73045A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21100" y="3517900"/>
                        <a:ext cx="1136650" cy="339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503" name="Object 15">
            <a:extLst>
              <a:ext uri="{FF2B5EF4-FFF2-40B4-BE49-F238E27FC236}">
                <a16:creationId xmlns:a16="http://schemas.microsoft.com/office/drawing/2014/main" id="{DFA6CFB3-DA8D-4CD2-BAE5-19CFCCD4F8F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041900" y="5316538"/>
          <a:ext cx="958850" cy="255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4797" name="公式" r:id="rId29" imgW="828771" imgH="190432" progId="Equation.3">
                  <p:embed/>
                </p:oleObj>
              </mc:Choice>
              <mc:Fallback>
                <p:oleObj name="公式" r:id="rId29" imgW="828771" imgH="190432" progId="Equation.3">
                  <p:embed/>
                  <p:pic>
                    <p:nvPicPr>
                      <p:cNvPr id="18503" name="Object 15">
                        <a:extLst>
                          <a:ext uri="{FF2B5EF4-FFF2-40B4-BE49-F238E27FC236}">
                            <a16:creationId xmlns:a16="http://schemas.microsoft.com/office/drawing/2014/main" id="{DFA6CFB3-DA8D-4CD2-BAE5-19CFCCD4F8F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41900" y="5316538"/>
                        <a:ext cx="958850" cy="2555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504" name="Object 16">
            <a:extLst>
              <a:ext uri="{FF2B5EF4-FFF2-40B4-BE49-F238E27FC236}">
                <a16:creationId xmlns:a16="http://schemas.microsoft.com/office/drawing/2014/main" id="{1E8A2E0B-E59E-452D-A704-88B64ED04A9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076825" y="3284538"/>
          <a:ext cx="766763" cy="2238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4798" name="公式" r:id="rId31" imgW="1485976" imgH="409643" progId="Equation.3">
                  <p:embed/>
                </p:oleObj>
              </mc:Choice>
              <mc:Fallback>
                <p:oleObj name="公式" r:id="rId31" imgW="1485976" imgH="409643" progId="Equation.3">
                  <p:embed/>
                  <p:pic>
                    <p:nvPicPr>
                      <p:cNvPr id="18504" name="Object 16">
                        <a:extLst>
                          <a:ext uri="{FF2B5EF4-FFF2-40B4-BE49-F238E27FC236}">
                            <a16:creationId xmlns:a16="http://schemas.microsoft.com/office/drawing/2014/main" id="{1E8A2E0B-E59E-452D-A704-88B64ED04A9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76825" y="3284538"/>
                        <a:ext cx="766763" cy="2238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505" name="Object 17">
            <a:extLst>
              <a:ext uri="{FF2B5EF4-FFF2-40B4-BE49-F238E27FC236}">
                <a16:creationId xmlns:a16="http://schemas.microsoft.com/office/drawing/2014/main" id="{18192B67-29C1-4E38-9950-809D1E38B29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072063" y="3714750"/>
          <a:ext cx="798512" cy="254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4799" name="公式" r:id="rId33" imgW="647725" imgH="180941" progId="Equation.3">
                  <p:embed/>
                </p:oleObj>
              </mc:Choice>
              <mc:Fallback>
                <p:oleObj name="公式" r:id="rId33" imgW="647725" imgH="180941" progId="Equation.3">
                  <p:embed/>
                  <p:pic>
                    <p:nvPicPr>
                      <p:cNvPr id="18505" name="Object 17">
                        <a:extLst>
                          <a:ext uri="{FF2B5EF4-FFF2-40B4-BE49-F238E27FC236}">
                            <a16:creationId xmlns:a16="http://schemas.microsoft.com/office/drawing/2014/main" id="{18192B67-29C1-4E38-9950-809D1E38B29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72063" y="3714750"/>
                        <a:ext cx="798512" cy="254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506" name="Object 18">
            <a:extLst>
              <a:ext uri="{FF2B5EF4-FFF2-40B4-BE49-F238E27FC236}">
                <a16:creationId xmlns:a16="http://schemas.microsoft.com/office/drawing/2014/main" id="{0E8C0ED6-22EB-47B0-BFDC-5265A181EA4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000625" y="4133850"/>
          <a:ext cx="928688" cy="527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4800" name="公式" r:id="rId35" imgW="581057" imgH="390661" progId="Equation.3">
                  <p:embed/>
                </p:oleObj>
              </mc:Choice>
              <mc:Fallback>
                <p:oleObj name="公式" r:id="rId35" imgW="581057" imgH="390661" progId="Equation.3">
                  <p:embed/>
                  <p:pic>
                    <p:nvPicPr>
                      <p:cNvPr id="18506" name="Object 18">
                        <a:extLst>
                          <a:ext uri="{FF2B5EF4-FFF2-40B4-BE49-F238E27FC236}">
                            <a16:creationId xmlns:a16="http://schemas.microsoft.com/office/drawing/2014/main" id="{0E8C0ED6-22EB-47B0-BFDC-5265A181EA4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00625" y="4133850"/>
                        <a:ext cx="928688" cy="527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507" name="Object 19">
            <a:extLst>
              <a:ext uri="{FF2B5EF4-FFF2-40B4-BE49-F238E27FC236}">
                <a16:creationId xmlns:a16="http://schemas.microsoft.com/office/drawing/2014/main" id="{9E5277C7-F25C-43D9-A1D0-D013DAC983C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026025" y="4643438"/>
          <a:ext cx="903288" cy="5476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4801" name="公式" r:id="rId37" imgW="609498" imgH="390661" progId="Equation.3">
                  <p:embed/>
                </p:oleObj>
              </mc:Choice>
              <mc:Fallback>
                <p:oleObj name="公式" r:id="rId37" imgW="609498" imgH="390661" progId="Equation.3">
                  <p:embed/>
                  <p:pic>
                    <p:nvPicPr>
                      <p:cNvPr id="18507" name="Object 19">
                        <a:extLst>
                          <a:ext uri="{FF2B5EF4-FFF2-40B4-BE49-F238E27FC236}">
                            <a16:creationId xmlns:a16="http://schemas.microsoft.com/office/drawing/2014/main" id="{9E5277C7-F25C-43D9-A1D0-D013DAC983C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26025" y="4643438"/>
                        <a:ext cx="903288" cy="5476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508" name="Object 20">
            <a:extLst>
              <a:ext uri="{FF2B5EF4-FFF2-40B4-BE49-F238E27FC236}">
                <a16:creationId xmlns:a16="http://schemas.microsoft.com/office/drawing/2014/main" id="{AE4136B7-4350-416E-A937-3BA0EFEA5B8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286500" y="3489325"/>
          <a:ext cx="1177925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4802" name="公式" r:id="rId39" imgW="733355" imgH="199923" progId="Equation.3">
                  <p:embed/>
                </p:oleObj>
              </mc:Choice>
              <mc:Fallback>
                <p:oleObj name="公式" r:id="rId39" imgW="733355" imgH="199923" progId="Equation.3">
                  <p:embed/>
                  <p:pic>
                    <p:nvPicPr>
                      <p:cNvPr id="18508" name="Object 20">
                        <a:extLst>
                          <a:ext uri="{FF2B5EF4-FFF2-40B4-BE49-F238E27FC236}">
                            <a16:creationId xmlns:a16="http://schemas.microsoft.com/office/drawing/2014/main" id="{AE4136B7-4350-416E-A937-3BA0EFEA5B8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86500" y="3489325"/>
                        <a:ext cx="1177925" cy="368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509" name="Object 21">
            <a:extLst>
              <a:ext uri="{FF2B5EF4-FFF2-40B4-BE49-F238E27FC236}">
                <a16:creationId xmlns:a16="http://schemas.microsoft.com/office/drawing/2014/main" id="{61361718-8B14-4309-A60C-E59F17A1CD2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357938" y="4097338"/>
          <a:ext cx="958850" cy="546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4803" name="公式" r:id="rId41" imgW="581057" imgH="390661" progId="Equation.3">
                  <p:embed/>
                </p:oleObj>
              </mc:Choice>
              <mc:Fallback>
                <p:oleObj name="公式" r:id="rId41" imgW="581057" imgH="390661" progId="Equation.3">
                  <p:embed/>
                  <p:pic>
                    <p:nvPicPr>
                      <p:cNvPr id="18509" name="Object 21">
                        <a:extLst>
                          <a:ext uri="{FF2B5EF4-FFF2-40B4-BE49-F238E27FC236}">
                            <a16:creationId xmlns:a16="http://schemas.microsoft.com/office/drawing/2014/main" id="{61361718-8B14-4309-A60C-E59F17A1CD2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57938" y="4097338"/>
                        <a:ext cx="958850" cy="546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510" name="Object 22">
            <a:extLst>
              <a:ext uri="{FF2B5EF4-FFF2-40B4-BE49-F238E27FC236}">
                <a16:creationId xmlns:a16="http://schemas.microsoft.com/office/drawing/2014/main" id="{9F322178-1056-4A79-A237-45EF9CE098F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429375" y="4643438"/>
          <a:ext cx="928688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4804" name="公式" r:id="rId43" imgW="609498" imgH="390661" progId="Equation.3">
                  <p:embed/>
                </p:oleObj>
              </mc:Choice>
              <mc:Fallback>
                <p:oleObj name="公式" r:id="rId43" imgW="609498" imgH="390661" progId="Equation.3">
                  <p:embed/>
                  <p:pic>
                    <p:nvPicPr>
                      <p:cNvPr id="18510" name="Object 22">
                        <a:extLst>
                          <a:ext uri="{FF2B5EF4-FFF2-40B4-BE49-F238E27FC236}">
                            <a16:creationId xmlns:a16="http://schemas.microsoft.com/office/drawing/2014/main" id="{9F322178-1056-4A79-A237-45EF9CE098F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29375" y="4643438"/>
                        <a:ext cx="928688" cy="533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511" name="Object 23">
            <a:extLst>
              <a:ext uri="{FF2B5EF4-FFF2-40B4-BE49-F238E27FC236}">
                <a16:creationId xmlns:a16="http://schemas.microsoft.com/office/drawing/2014/main" id="{FA862294-0F4E-4C2A-A2FB-47A2D24AD49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310313" y="2506663"/>
          <a:ext cx="1190625" cy="3508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4805" name="公式" r:id="rId45" imgW="733355" imgH="190432" progId="Equation.3">
                  <p:embed/>
                </p:oleObj>
              </mc:Choice>
              <mc:Fallback>
                <p:oleObj name="公式" r:id="rId45" imgW="733355" imgH="190432" progId="Equation.3">
                  <p:embed/>
                  <p:pic>
                    <p:nvPicPr>
                      <p:cNvPr id="18511" name="Object 23">
                        <a:extLst>
                          <a:ext uri="{FF2B5EF4-FFF2-40B4-BE49-F238E27FC236}">
                            <a16:creationId xmlns:a16="http://schemas.microsoft.com/office/drawing/2014/main" id="{FA862294-0F4E-4C2A-A2FB-47A2D24AD49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10313" y="2506663"/>
                        <a:ext cx="1190625" cy="3508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512" name="Object 24">
            <a:extLst>
              <a:ext uri="{FF2B5EF4-FFF2-40B4-BE49-F238E27FC236}">
                <a16:creationId xmlns:a16="http://schemas.microsoft.com/office/drawing/2014/main" id="{DFFC08B3-B048-4109-9FFC-55E863E4C6E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081963" y="2489200"/>
          <a:ext cx="347662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4806" name="公式" r:id="rId47" imgW="181045" imgH="190432" progId="Equation.3">
                  <p:embed/>
                </p:oleObj>
              </mc:Choice>
              <mc:Fallback>
                <p:oleObj name="公式" r:id="rId47" imgW="181045" imgH="190432" progId="Equation.3">
                  <p:embed/>
                  <p:pic>
                    <p:nvPicPr>
                      <p:cNvPr id="18512" name="Object 24">
                        <a:extLst>
                          <a:ext uri="{FF2B5EF4-FFF2-40B4-BE49-F238E27FC236}">
                            <a16:creationId xmlns:a16="http://schemas.microsoft.com/office/drawing/2014/main" id="{DFFC08B3-B048-4109-9FFC-55E863E4C6E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081963" y="2489200"/>
                        <a:ext cx="347662" cy="368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513" name="Object 25">
            <a:extLst>
              <a:ext uri="{FF2B5EF4-FFF2-40B4-BE49-F238E27FC236}">
                <a16:creationId xmlns:a16="http://schemas.microsoft.com/office/drawing/2014/main" id="{B2D085B0-CA2F-49D4-AF10-AD811EFA4CEF}"/>
              </a:ext>
            </a:extLst>
          </p:cNvPr>
          <p:cNvGraphicFramePr>
            <a:graphicFrameLocks/>
          </p:cNvGraphicFramePr>
          <p:nvPr/>
        </p:nvGraphicFramePr>
        <p:xfrm>
          <a:off x="7715250" y="3500438"/>
          <a:ext cx="1143000" cy="3571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4807" name="公式" r:id="rId49" imgW="752622" imgH="199923" progId="Equation.3">
                  <p:embed/>
                </p:oleObj>
              </mc:Choice>
              <mc:Fallback>
                <p:oleObj name="公式" r:id="rId49" imgW="752622" imgH="199923" progId="Equation.3">
                  <p:embed/>
                  <p:pic>
                    <p:nvPicPr>
                      <p:cNvPr id="18513" name="Object 25">
                        <a:extLst>
                          <a:ext uri="{FF2B5EF4-FFF2-40B4-BE49-F238E27FC236}">
                            <a16:creationId xmlns:a16="http://schemas.microsoft.com/office/drawing/2014/main" id="{B2D085B0-CA2F-49D4-AF10-AD811EFA4CEF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5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715250" y="3500438"/>
                        <a:ext cx="1143000" cy="3571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514" name="Object 26">
            <a:extLst>
              <a:ext uri="{FF2B5EF4-FFF2-40B4-BE49-F238E27FC236}">
                <a16:creationId xmlns:a16="http://schemas.microsoft.com/office/drawing/2014/main" id="{52294D14-DA8E-4A76-8C44-3DF576F53AE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711325" y="5307013"/>
          <a:ext cx="701675" cy="249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4808" name="公式" r:id="rId51" imgW="1362120" imgH="457098" progId="Equation.3">
                  <p:embed/>
                </p:oleObj>
              </mc:Choice>
              <mc:Fallback>
                <p:oleObj name="公式" r:id="rId51" imgW="1362120" imgH="457098" progId="Equation.3">
                  <p:embed/>
                  <p:pic>
                    <p:nvPicPr>
                      <p:cNvPr id="18514" name="Object 26">
                        <a:extLst>
                          <a:ext uri="{FF2B5EF4-FFF2-40B4-BE49-F238E27FC236}">
                            <a16:creationId xmlns:a16="http://schemas.microsoft.com/office/drawing/2014/main" id="{52294D14-DA8E-4A76-8C44-3DF576F53AE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11325" y="5307013"/>
                        <a:ext cx="701675" cy="2492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515" name="Object 27">
            <a:extLst>
              <a:ext uri="{FF2B5EF4-FFF2-40B4-BE49-F238E27FC236}">
                <a16:creationId xmlns:a16="http://schemas.microsoft.com/office/drawing/2014/main" id="{825B511F-E7C8-41DC-B515-F2C0D223BFC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643063" y="5588000"/>
          <a:ext cx="874712" cy="287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4809" name="公式" r:id="rId53" imgW="657206" imgH="190432" progId="Equation.3">
                  <p:embed/>
                </p:oleObj>
              </mc:Choice>
              <mc:Fallback>
                <p:oleObj name="公式" r:id="rId53" imgW="657206" imgH="190432" progId="Equation.3">
                  <p:embed/>
                  <p:pic>
                    <p:nvPicPr>
                      <p:cNvPr id="18515" name="Object 27">
                        <a:extLst>
                          <a:ext uri="{FF2B5EF4-FFF2-40B4-BE49-F238E27FC236}">
                            <a16:creationId xmlns:a16="http://schemas.microsoft.com/office/drawing/2014/main" id="{825B511F-E7C8-41DC-B515-F2C0D223BFC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43063" y="5588000"/>
                        <a:ext cx="874712" cy="2873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516" name="Object 28">
            <a:extLst>
              <a:ext uri="{FF2B5EF4-FFF2-40B4-BE49-F238E27FC236}">
                <a16:creationId xmlns:a16="http://schemas.microsoft.com/office/drawing/2014/main" id="{2B79E8E2-3FF5-411D-8FA8-FE6B3224A16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592263" y="5916613"/>
          <a:ext cx="949325" cy="249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4810" name="公式" r:id="rId55" imgW="1857241" imgH="457098" progId="Equation.3">
                  <p:embed/>
                </p:oleObj>
              </mc:Choice>
              <mc:Fallback>
                <p:oleObj name="公式" r:id="rId55" imgW="1857241" imgH="457098" progId="Equation.3">
                  <p:embed/>
                  <p:pic>
                    <p:nvPicPr>
                      <p:cNvPr id="18516" name="Object 28">
                        <a:extLst>
                          <a:ext uri="{FF2B5EF4-FFF2-40B4-BE49-F238E27FC236}">
                            <a16:creationId xmlns:a16="http://schemas.microsoft.com/office/drawing/2014/main" id="{2B79E8E2-3FF5-411D-8FA8-FE6B3224A16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92263" y="5916613"/>
                        <a:ext cx="949325" cy="2492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517" name="Rectangle 507">
            <a:extLst>
              <a:ext uri="{FF2B5EF4-FFF2-40B4-BE49-F238E27FC236}">
                <a16:creationId xmlns:a16="http://schemas.microsoft.com/office/drawing/2014/main" id="{D1450095-A06F-47DF-8356-D257A7F829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7188" y="466725"/>
            <a:ext cx="8358187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rgbClr val="FFFF66"/>
                </a:solidFill>
                <a:latin typeface="Arial" panose="020B0604020202020204" pitchFamily="34" charset="0"/>
              </a:rPr>
              <a:t>理想气体热力学过程有关公式小结</a:t>
            </a:r>
            <a:r>
              <a:rPr lang="zh-CN" altLang="en-US" b="0">
                <a:solidFill>
                  <a:srgbClr val="FFFF66"/>
                </a:solidFill>
                <a:latin typeface="Arial" panose="020B0604020202020204" pitchFamily="34" charset="0"/>
              </a:rPr>
              <a:t>  </a:t>
            </a:r>
          </a:p>
        </p:txBody>
      </p:sp>
      <p:graphicFrame>
        <p:nvGraphicFramePr>
          <p:cNvPr id="18518" name="Object 29">
            <a:extLst>
              <a:ext uri="{FF2B5EF4-FFF2-40B4-BE49-F238E27FC236}">
                <a16:creationId xmlns:a16="http://schemas.microsoft.com/office/drawing/2014/main" id="{65252733-AC07-43FE-AED7-AC2254C5254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714750" y="2519363"/>
          <a:ext cx="1127125" cy="3381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4811" name="公式" r:id="rId57" imgW="723875" imgH="190432" progId="Equation.3">
                  <p:embed/>
                </p:oleObj>
              </mc:Choice>
              <mc:Fallback>
                <p:oleObj name="公式" r:id="rId57" imgW="723875" imgH="190432" progId="Equation.3">
                  <p:embed/>
                  <p:pic>
                    <p:nvPicPr>
                      <p:cNvPr id="18518" name="Object 29">
                        <a:extLst>
                          <a:ext uri="{FF2B5EF4-FFF2-40B4-BE49-F238E27FC236}">
                            <a16:creationId xmlns:a16="http://schemas.microsoft.com/office/drawing/2014/main" id="{65252733-AC07-43FE-AED7-AC2254C5254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14750" y="2519363"/>
                        <a:ext cx="1127125" cy="3381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519" name="灯片编号占位符 1">
            <a:extLst>
              <a:ext uri="{FF2B5EF4-FFF2-40B4-BE49-F238E27FC236}">
                <a16:creationId xmlns:a16="http://schemas.microsoft.com/office/drawing/2014/main" id="{5AA33776-7212-46F7-A62E-9A6C3FF7403D}"/>
              </a:ext>
            </a:extLst>
          </p:cNvPr>
          <p:cNvSpPr txBox="1">
            <a:spLocks/>
          </p:cNvSpPr>
          <p:nvPr/>
        </p:nvSpPr>
        <p:spPr bwMode="auto">
          <a:xfrm>
            <a:off x="0" y="6381750"/>
            <a:ext cx="213360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2BB6B0C4-466A-411C-9974-F0A8C794BDFE}" type="slidenum">
              <a:rPr lang="en-US" altLang="zh-CN" b="0">
                <a:solidFill>
                  <a:srgbClr val="FF00FF"/>
                </a:solidFill>
              </a:rPr>
              <a:pPr eaLnBrk="1" hangingPunct="1"/>
              <a:t>15</a:t>
            </a:fld>
            <a:r>
              <a:rPr lang="en-US" altLang="zh-CN" b="0">
                <a:solidFill>
                  <a:srgbClr val="FF00FF"/>
                </a:solidFill>
              </a:rPr>
              <a:t>/28</a:t>
            </a:r>
          </a:p>
        </p:txBody>
      </p:sp>
      <p:graphicFrame>
        <p:nvGraphicFramePr>
          <p:cNvPr id="18520" name="Object 88">
            <a:extLst>
              <a:ext uri="{FF2B5EF4-FFF2-40B4-BE49-F238E27FC236}">
                <a16:creationId xmlns:a16="http://schemas.microsoft.com/office/drawing/2014/main" id="{EBA53AF9-FF5A-4FB3-A279-128F947C614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929188" y="5715000"/>
          <a:ext cx="1154112" cy="428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4812" name="公式" r:id="rId59" imgW="1095445" imgH="380864" progId="Equation.3">
                  <p:embed/>
                </p:oleObj>
              </mc:Choice>
              <mc:Fallback>
                <p:oleObj name="公式" r:id="rId59" imgW="1095445" imgH="380864" progId="Equation.3">
                  <p:embed/>
                  <p:pic>
                    <p:nvPicPr>
                      <p:cNvPr id="18520" name="Object 88">
                        <a:extLst>
                          <a:ext uri="{FF2B5EF4-FFF2-40B4-BE49-F238E27FC236}">
                            <a16:creationId xmlns:a16="http://schemas.microsoft.com/office/drawing/2014/main" id="{EBA53AF9-FF5A-4FB3-A279-128F947C614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29188" y="5715000"/>
                        <a:ext cx="1154112" cy="428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521" name="Object 89">
            <a:extLst>
              <a:ext uri="{FF2B5EF4-FFF2-40B4-BE49-F238E27FC236}">
                <a16:creationId xmlns:a16="http://schemas.microsoft.com/office/drawing/2014/main" id="{13AAA482-915B-482D-BEF0-444A5AEE08B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429250" y="2541588"/>
          <a:ext cx="204788" cy="285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4813" name="公式" r:id="rId61" imgW="85629" imgH="142977" progId="Equation.3">
                  <p:embed/>
                </p:oleObj>
              </mc:Choice>
              <mc:Fallback>
                <p:oleObj name="公式" r:id="rId61" imgW="85629" imgH="142977" progId="Equation.3">
                  <p:embed/>
                  <p:pic>
                    <p:nvPicPr>
                      <p:cNvPr id="18521" name="Object 89">
                        <a:extLst>
                          <a:ext uri="{FF2B5EF4-FFF2-40B4-BE49-F238E27FC236}">
                            <a16:creationId xmlns:a16="http://schemas.microsoft.com/office/drawing/2014/main" id="{13AAA482-915B-482D-BEF0-444A5AEE08B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29250" y="2541588"/>
                        <a:ext cx="204788" cy="285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522" name="Object 90">
            <a:extLst>
              <a:ext uri="{FF2B5EF4-FFF2-40B4-BE49-F238E27FC236}">
                <a16:creationId xmlns:a16="http://schemas.microsoft.com/office/drawing/2014/main" id="{F62CA3AB-1A9C-4EC5-8F76-37A5BFE19D6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143375" y="4500563"/>
          <a:ext cx="204788" cy="285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4814" name="公式" r:id="rId63" imgW="85629" imgH="142977" progId="Equation.3">
                  <p:embed/>
                </p:oleObj>
              </mc:Choice>
              <mc:Fallback>
                <p:oleObj name="公式" r:id="rId63" imgW="85629" imgH="142977" progId="Equation.3">
                  <p:embed/>
                  <p:pic>
                    <p:nvPicPr>
                      <p:cNvPr id="18522" name="Object 90">
                        <a:extLst>
                          <a:ext uri="{FF2B5EF4-FFF2-40B4-BE49-F238E27FC236}">
                            <a16:creationId xmlns:a16="http://schemas.microsoft.com/office/drawing/2014/main" id="{F62CA3AB-1A9C-4EC5-8F76-37A5BFE19D6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43375" y="4500563"/>
                        <a:ext cx="204788" cy="285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523" name="Object 91">
            <a:extLst>
              <a:ext uri="{FF2B5EF4-FFF2-40B4-BE49-F238E27FC236}">
                <a16:creationId xmlns:a16="http://schemas.microsoft.com/office/drawing/2014/main" id="{0DE67B84-FB89-498A-8EF5-0A394706FBF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786563" y="5643563"/>
          <a:ext cx="204787" cy="285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4815" name="公式" r:id="rId65" imgW="85629" imgH="142977" progId="Equation.3">
                  <p:embed/>
                </p:oleObj>
              </mc:Choice>
              <mc:Fallback>
                <p:oleObj name="公式" r:id="rId65" imgW="85629" imgH="142977" progId="Equation.3">
                  <p:embed/>
                  <p:pic>
                    <p:nvPicPr>
                      <p:cNvPr id="18523" name="Object 91">
                        <a:extLst>
                          <a:ext uri="{FF2B5EF4-FFF2-40B4-BE49-F238E27FC236}">
                            <a16:creationId xmlns:a16="http://schemas.microsoft.com/office/drawing/2014/main" id="{0DE67B84-FB89-498A-8EF5-0A394706FBF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86563" y="5643563"/>
                        <a:ext cx="204787" cy="285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524" name="Object 92">
            <a:extLst>
              <a:ext uri="{FF2B5EF4-FFF2-40B4-BE49-F238E27FC236}">
                <a16:creationId xmlns:a16="http://schemas.microsoft.com/office/drawing/2014/main" id="{E09D347A-528F-4066-9FD3-66E5168BE9B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215313" y="5643563"/>
          <a:ext cx="204787" cy="285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4816" name="公式" r:id="rId67" imgW="85629" imgH="142977" progId="Equation.3">
                  <p:embed/>
                </p:oleObj>
              </mc:Choice>
              <mc:Fallback>
                <p:oleObj name="公式" r:id="rId67" imgW="85629" imgH="142977" progId="Equation.3">
                  <p:embed/>
                  <p:pic>
                    <p:nvPicPr>
                      <p:cNvPr id="18524" name="Object 92">
                        <a:extLst>
                          <a:ext uri="{FF2B5EF4-FFF2-40B4-BE49-F238E27FC236}">
                            <a16:creationId xmlns:a16="http://schemas.microsoft.com/office/drawing/2014/main" id="{E09D347A-528F-4066-9FD3-66E5168BE9B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15313" y="5643563"/>
                        <a:ext cx="204787" cy="285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525" name="Object 93">
            <a:extLst>
              <a:ext uri="{FF2B5EF4-FFF2-40B4-BE49-F238E27FC236}">
                <a16:creationId xmlns:a16="http://schemas.microsoft.com/office/drawing/2014/main" id="{363004EA-0234-408E-AB17-44608629409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143875" y="4581525"/>
          <a:ext cx="246063" cy="204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4817" name="公式" r:id="rId69" imgW="114376" imgH="85725" progId="Equation.3">
                  <p:embed/>
                </p:oleObj>
              </mc:Choice>
              <mc:Fallback>
                <p:oleObj name="公式" r:id="rId69" imgW="114376" imgH="85725" progId="Equation.3">
                  <p:embed/>
                  <p:pic>
                    <p:nvPicPr>
                      <p:cNvPr id="18525" name="Object 93">
                        <a:extLst>
                          <a:ext uri="{FF2B5EF4-FFF2-40B4-BE49-F238E27FC236}">
                            <a16:creationId xmlns:a16="http://schemas.microsoft.com/office/drawing/2014/main" id="{363004EA-0234-408E-AB17-44608629409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143875" y="4581525"/>
                        <a:ext cx="246063" cy="2047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wipe dir="d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Text Box 160">
            <a:extLst>
              <a:ext uri="{FF2B5EF4-FFF2-40B4-BE49-F238E27FC236}">
                <a16:creationId xmlns:a16="http://schemas.microsoft.com/office/drawing/2014/main" id="{44919483-D69F-4C95-A035-3F26F6AA404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8313" y="451520"/>
            <a:ext cx="238918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dirty="0">
                <a:solidFill>
                  <a:srgbClr val="FFFF00"/>
                </a:solidFill>
                <a:ea typeface="仿宋_GB2312"/>
                <a:cs typeface="仿宋_GB2312"/>
              </a:rPr>
              <a:t>5. </a:t>
            </a:r>
            <a:r>
              <a:rPr lang="zh-CN" altLang="en-US" dirty="0">
                <a:solidFill>
                  <a:srgbClr val="FFFF00"/>
                </a:solidFill>
                <a:ea typeface="仿宋_GB2312"/>
                <a:cs typeface="仿宋_GB2312"/>
              </a:rPr>
              <a:t>循环过程</a:t>
            </a:r>
          </a:p>
        </p:txBody>
      </p:sp>
      <p:sp>
        <p:nvSpPr>
          <p:cNvPr id="19459" name="Rectangle 161">
            <a:extLst>
              <a:ext uri="{FF2B5EF4-FFF2-40B4-BE49-F238E27FC236}">
                <a16:creationId xmlns:a16="http://schemas.microsoft.com/office/drawing/2014/main" id="{ADA939B9-0357-45EF-BF86-08A828B02A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7088" y="1174229"/>
            <a:ext cx="165668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dirty="0">
                <a:solidFill>
                  <a:schemeClr val="bg1"/>
                </a:solidFill>
                <a:ea typeface="仿宋_GB2312"/>
                <a:cs typeface="仿宋_GB2312"/>
              </a:rPr>
              <a:t>热机效率</a:t>
            </a:r>
          </a:p>
        </p:txBody>
      </p:sp>
      <p:sp>
        <p:nvSpPr>
          <p:cNvPr id="19460" name="Rectangle 162">
            <a:extLst>
              <a:ext uri="{FF2B5EF4-FFF2-40B4-BE49-F238E27FC236}">
                <a16:creationId xmlns:a16="http://schemas.microsoft.com/office/drawing/2014/main" id="{CFD638CF-04D0-491D-9CC6-33DD07CBC6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95706" y="1167386"/>
            <a:ext cx="35290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dirty="0">
                <a:solidFill>
                  <a:schemeClr val="bg1"/>
                </a:solidFill>
                <a:ea typeface="仿宋_GB2312"/>
                <a:cs typeface="仿宋_GB2312"/>
              </a:rPr>
              <a:t>, </a:t>
            </a:r>
            <a:r>
              <a:rPr lang="zh-CN" altLang="en-US" dirty="0">
                <a:solidFill>
                  <a:schemeClr val="bg1"/>
                </a:solidFill>
                <a:ea typeface="仿宋_GB2312"/>
                <a:cs typeface="仿宋_GB2312"/>
              </a:rPr>
              <a:t>卡诺热机效率                  </a:t>
            </a:r>
            <a:endParaRPr lang="en-US" altLang="zh-CN" dirty="0">
              <a:solidFill>
                <a:schemeClr val="bg1"/>
              </a:solidFill>
              <a:ea typeface="仿宋_GB2312"/>
              <a:cs typeface="仿宋_GB2312"/>
            </a:endParaRPr>
          </a:p>
        </p:txBody>
      </p:sp>
      <p:sp>
        <p:nvSpPr>
          <p:cNvPr id="19461" name="Text Box 163">
            <a:extLst>
              <a:ext uri="{FF2B5EF4-FFF2-40B4-BE49-F238E27FC236}">
                <a16:creationId xmlns:a16="http://schemas.microsoft.com/office/drawing/2014/main" id="{2F76318B-4B29-4937-BAA7-75343130964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6591" y="2023618"/>
            <a:ext cx="172819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dirty="0">
                <a:solidFill>
                  <a:schemeClr val="bg1"/>
                </a:solidFill>
                <a:ea typeface="仿宋_GB2312"/>
                <a:cs typeface="仿宋_GB2312"/>
              </a:rPr>
              <a:t>致冷系数　</a:t>
            </a:r>
          </a:p>
        </p:txBody>
      </p:sp>
      <p:sp>
        <p:nvSpPr>
          <p:cNvPr id="19462" name="Rectangle 164">
            <a:extLst>
              <a:ext uri="{FF2B5EF4-FFF2-40B4-BE49-F238E27FC236}">
                <a16:creationId xmlns:a16="http://schemas.microsoft.com/office/drawing/2014/main" id="{AA948FDF-5BC3-424B-89FB-8DAACC932E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24627" y="2041407"/>
            <a:ext cx="37449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dirty="0">
                <a:solidFill>
                  <a:schemeClr val="bg1"/>
                </a:solidFill>
                <a:ea typeface="仿宋_GB2312"/>
                <a:cs typeface="仿宋_GB2312"/>
              </a:rPr>
              <a:t>, </a:t>
            </a:r>
            <a:r>
              <a:rPr lang="zh-CN" altLang="en-US" dirty="0">
                <a:solidFill>
                  <a:schemeClr val="bg1"/>
                </a:solidFill>
                <a:ea typeface="仿宋_GB2312"/>
                <a:cs typeface="仿宋_GB2312"/>
              </a:rPr>
              <a:t>卡诺致冷系数                    </a:t>
            </a:r>
            <a:endParaRPr lang="en-US" altLang="zh-CN" dirty="0">
              <a:solidFill>
                <a:schemeClr val="bg1"/>
              </a:solidFill>
              <a:ea typeface="仿宋_GB2312"/>
              <a:cs typeface="仿宋_GB2312"/>
            </a:endParaRPr>
          </a:p>
        </p:txBody>
      </p:sp>
      <p:graphicFrame>
        <p:nvGraphicFramePr>
          <p:cNvPr id="19463" name="Object 165">
            <a:extLst>
              <a:ext uri="{FF2B5EF4-FFF2-40B4-BE49-F238E27FC236}">
                <a16:creationId xmlns:a16="http://schemas.microsoft.com/office/drawing/2014/main" id="{FBFADE1C-2174-451A-AE2C-68C1E5926E95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3095472" y="1077888"/>
          <a:ext cx="1036877" cy="69492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5612" name="公式" r:id="rId3" imgW="1152633" imgH="762034" progId="Equation.3">
                  <p:embed/>
                </p:oleObj>
              </mc:Choice>
              <mc:Fallback>
                <p:oleObj name="公式" r:id="rId3" imgW="1152633" imgH="762034" progId="Equation.3">
                  <p:embed/>
                  <p:pic>
                    <p:nvPicPr>
                      <p:cNvPr id="19463" name="Object 165">
                        <a:extLst>
                          <a:ext uri="{FF2B5EF4-FFF2-40B4-BE49-F238E27FC236}">
                            <a16:creationId xmlns:a16="http://schemas.microsoft.com/office/drawing/2014/main" id="{FBFADE1C-2174-451A-AE2C-68C1E5926E9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95472" y="1077888"/>
                        <a:ext cx="1036877" cy="69492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464" name="Object 166">
            <a:extLst>
              <a:ext uri="{FF2B5EF4-FFF2-40B4-BE49-F238E27FC236}">
                <a16:creationId xmlns:a16="http://schemas.microsoft.com/office/drawing/2014/main" id="{ABA5510B-A750-4DCE-AF83-4171354D6058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2304095" y="1069653"/>
          <a:ext cx="728020" cy="69492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5613" name="公式" r:id="rId5" imgW="800024" imgH="762034" progId="Equation.3">
                  <p:embed/>
                </p:oleObj>
              </mc:Choice>
              <mc:Fallback>
                <p:oleObj name="公式" r:id="rId5" imgW="800024" imgH="762034" progId="Equation.3">
                  <p:embed/>
                  <p:pic>
                    <p:nvPicPr>
                      <p:cNvPr id="19464" name="Object 166">
                        <a:extLst>
                          <a:ext uri="{FF2B5EF4-FFF2-40B4-BE49-F238E27FC236}">
                            <a16:creationId xmlns:a16="http://schemas.microsoft.com/office/drawing/2014/main" id="{ABA5510B-A750-4DCE-AF83-4171354D605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04095" y="1069653"/>
                        <a:ext cx="728020" cy="69492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465" name="Object 167">
            <a:extLst>
              <a:ext uri="{FF2B5EF4-FFF2-40B4-BE49-F238E27FC236}">
                <a16:creationId xmlns:a16="http://schemas.microsoft.com/office/drawing/2014/main" id="{F063AA7B-5D4C-40AE-8836-AB8164EBE9C5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6419188" y="1031840"/>
          <a:ext cx="1063536" cy="72829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5614" name="公式" r:id="rId7" imgW="1133367" imgH="762034" progId="Equation.3">
                  <p:embed/>
                </p:oleObj>
              </mc:Choice>
              <mc:Fallback>
                <p:oleObj name="公式" r:id="rId7" imgW="1133367" imgH="762034" progId="Equation.3">
                  <p:embed/>
                  <p:pic>
                    <p:nvPicPr>
                      <p:cNvPr id="19465" name="Object 167">
                        <a:extLst>
                          <a:ext uri="{FF2B5EF4-FFF2-40B4-BE49-F238E27FC236}">
                            <a16:creationId xmlns:a16="http://schemas.microsoft.com/office/drawing/2014/main" id="{F063AA7B-5D4C-40AE-8836-AB8164EBE9C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19188" y="1031840"/>
                        <a:ext cx="1063536" cy="72829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466" name="Object 168">
            <a:extLst>
              <a:ext uri="{FF2B5EF4-FFF2-40B4-BE49-F238E27FC236}">
                <a16:creationId xmlns:a16="http://schemas.microsoft.com/office/drawing/2014/main" id="{D4C1223C-10DE-4AC1-B04F-437604E88CDE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6660232" y="1922543"/>
          <a:ext cx="1158215" cy="69492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5615" name="公式" r:id="rId9" imgW="1295451" imgH="762034" progId="Equation.3">
                  <p:embed/>
                </p:oleObj>
              </mc:Choice>
              <mc:Fallback>
                <p:oleObj name="公式" r:id="rId9" imgW="1295451" imgH="762034" progId="Equation.3">
                  <p:embed/>
                  <p:pic>
                    <p:nvPicPr>
                      <p:cNvPr id="19466" name="Object 168">
                        <a:extLst>
                          <a:ext uri="{FF2B5EF4-FFF2-40B4-BE49-F238E27FC236}">
                            <a16:creationId xmlns:a16="http://schemas.microsoft.com/office/drawing/2014/main" id="{D4C1223C-10DE-4AC1-B04F-437604E88CD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60232" y="1922543"/>
                        <a:ext cx="1158215" cy="69492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467" name="Object 169">
            <a:extLst>
              <a:ext uri="{FF2B5EF4-FFF2-40B4-BE49-F238E27FC236}">
                <a16:creationId xmlns:a16="http://schemas.microsoft.com/office/drawing/2014/main" id="{F9F8420E-5794-42F4-83C0-8D659171654D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3152155" y="1922543"/>
          <a:ext cx="1224632" cy="71436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5616" name="公式" r:id="rId11" imgW="1333373" imgH="762034" progId="Equation.3">
                  <p:embed/>
                </p:oleObj>
              </mc:Choice>
              <mc:Fallback>
                <p:oleObj name="公式" r:id="rId11" imgW="1333373" imgH="762034" progId="Equation.3">
                  <p:embed/>
                  <p:pic>
                    <p:nvPicPr>
                      <p:cNvPr id="19467" name="Object 169">
                        <a:extLst>
                          <a:ext uri="{FF2B5EF4-FFF2-40B4-BE49-F238E27FC236}">
                            <a16:creationId xmlns:a16="http://schemas.microsoft.com/office/drawing/2014/main" id="{F9F8420E-5794-42F4-83C0-8D659171654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52155" y="1922543"/>
                        <a:ext cx="1224632" cy="71436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468" name="Object 170">
            <a:extLst>
              <a:ext uri="{FF2B5EF4-FFF2-40B4-BE49-F238E27FC236}">
                <a16:creationId xmlns:a16="http://schemas.microsoft.com/office/drawing/2014/main" id="{FF85720C-D3A9-4BD9-AF2A-D66F9DF67E6A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2253171" y="1936727"/>
          <a:ext cx="863056" cy="69492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5617" name="公式" r:id="rId13" imgW="942841" imgH="752543" progId="Equation.3">
                  <p:embed/>
                </p:oleObj>
              </mc:Choice>
              <mc:Fallback>
                <p:oleObj name="公式" r:id="rId13" imgW="942841" imgH="752543" progId="Equation.3">
                  <p:embed/>
                  <p:pic>
                    <p:nvPicPr>
                      <p:cNvPr id="19468" name="Object 170">
                        <a:extLst>
                          <a:ext uri="{FF2B5EF4-FFF2-40B4-BE49-F238E27FC236}">
                            <a16:creationId xmlns:a16="http://schemas.microsoft.com/office/drawing/2014/main" id="{FF85720C-D3A9-4BD9-AF2A-D66F9DF67E6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53171" y="1936727"/>
                        <a:ext cx="863056" cy="69492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469" name="Text Box 172">
            <a:extLst>
              <a:ext uri="{FF2B5EF4-FFF2-40B4-BE49-F238E27FC236}">
                <a16:creationId xmlns:a16="http://schemas.microsoft.com/office/drawing/2014/main" id="{28030723-B781-4F91-97FA-BE8A907C918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7544" y="2852936"/>
            <a:ext cx="353218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dirty="0">
                <a:solidFill>
                  <a:srgbClr val="FFFF00"/>
                </a:solidFill>
                <a:ea typeface="仿宋_GB2312"/>
                <a:cs typeface="仿宋_GB2312"/>
              </a:rPr>
              <a:t>6. </a:t>
            </a:r>
            <a:r>
              <a:rPr lang="zh-CN" altLang="en-US" dirty="0">
                <a:solidFill>
                  <a:srgbClr val="FFFF00"/>
                </a:solidFill>
                <a:ea typeface="仿宋_GB2312"/>
                <a:cs typeface="仿宋_GB2312"/>
              </a:rPr>
              <a:t>热力学第二定律</a:t>
            </a:r>
          </a:p>
        </p:txBody>
      </p:sp>
      <p:sp>
        <p:nvSpPr>
          <p:cNvPr id="40109" name="Rectangle 173">
            <a:extLst>
              <a:ext uri="{FF2B5EF4-FFF2-40B4-BE49-F238E27FC236}">
                <a16:creationId xmlns:a16="http://schemas.microsoft.com/office/drawing/2014/main" id="{7B46A0C6-A621-4201-8F48-9EF4E53CAC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4375" y="4326930"/>
            <a:ext cx="7816850" cy="830262"/>
          </a:xfrm>
          <a:prstGeom prst="rect">
            <a:avLst/>
          </a:prstGeom>
          <a:noFill/>
          <a:ln w="38100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defRPr/>
            </a:pPr>
            <a:r>
              <a:rPr lang="zh-CN" altLang="en-US" dirty="0">
                <a:solidFill>
                  <a:srgbClr val="FFFF00"/>
                </a:solidFill>
                <a:ea typeface="仿宋_GB2312" pitchFamily="49" charset="-122"/>
              </a:rPr>
              <a:t>克劳修斯表述：</a:t>
            </a:r>
            <a:r>
              <a:rPr lang="zh-CN" altLang="en-US" b="0" dirty="0">
                <a:solidFill>
                  <a:schemeClr val="bg1"/>
                </a:solidFill>
                <a:latin typeface="+mn-ea"/>
                <a:ea typeface="+mn-ea"/>
              </a:rPr>
              <a:t>不可能使热量从低温物体传向高温物体而不引起其他变化，即热传递过程是不可逆的。</a:t>
            </a:r>
            <a:endParaRPr lang="en-US" altLang="zh-CN" b="0" dirty="0">
              <a:solidFill>
                <a:schemeClr val="bg1"/>
              </a:solidFill>
              <a:latin typeface="+mn-ea"/>
              <a:ea typeface="+mn-ea"/>
            </a:endParaRPr>
          </a:p>
        </p:txBody>
      </p:sp>
      <p:sp>
        <p:nvSpPr>
          <p:cNvPr id="40111" name="Rectangle 175">
            <a:extLst>
              <a:ext uri="{FF2B5EF4-FFF2-40B4-BE49-F238E27FC236}">
                <a16:creationId xmlns:a16="http://schemas.microsoft.com/office/drawing/2014/main" id="{4C37B543-03AE-4967-B9F7-F05A6D74A8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5650" y="3390826"/>
            <a:ext cx="7993063" cy="830262"/>
          </a:xfrm>
          <a:prstGeom prst="rect">
            <a:avLst/>
          </a:prstGeom>
          <a:noFill/>
          <a:ln w="38100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defRPr/>
            </a:pPr>
            <a:r>
              <a:rPr lang="zh-CN" altLang="en-US" dirty="0">
                <a:solidFill>
                  <a:srgbClr val="FFFF00"/>
                </a:solidFill>
                <a:ea typeface="仿宋_GB2312" pitchFamily="49" charset="-122"/>
              </a:rPr>
              <a:t>开尔文表述：</a:t>
            </a:r>
            <a:r>
              <a:rPr lang="en-US" altLang="zh-CN" dirty="0">
                <a:solidFill>
                  <a:srgbClr val="FFFF00"/>
                </a:solidFill>
                <a:ea typeface="仿宋_GB2312" pitchFamily="49" charset="-122"/>
              </a:rPr>
              <a:t> </a:t>
            </a:r>
            <a:r>
              <a:rPr lang="zh-CN" altLang="en-US" b="0" dirty="0">
                <a:solidFill>
                  <a:schemeClr val="bg1"/>
                </a:solidFill>
                <a:latin typeface="+mn-ea"/>
                <a:ea typeface="+mn-ea"/>
              </a:rPr>
              <a:t>不可能从单一热源吸取热量，使它完全变为有用功而不引起其他变化，即功热转化是不可逆的。</a:t>
            </a:r>
            <a:endParaRPr lang="en-US" altLang="zh-CN" b="0" dirty="0">
              <a:solidFill>
                <a:schemeClr val="bg1"/>
              </a:solidFill>
              <a:latin typeface="+mn-ea"/>
              <a:ea typeface="+mn-ea"/>
            </a:endParaRPr>
          </a:p>
        </p:txBody>
      </p:sp>
      <p:sp>
        <p:nvSpPr>
          <p:cNvPr id="40112" name="Rectangle 176">
            <a:extLst>
              <a:ext uri="{FF2B5EF4-FFF2-40B4-BE49-F238E27FC236}">
                <a16:creationId xmlns:a16="http://schemas.microsoft.com/office/drawing/2014/main" id="{63295C64-68D4-4C2F-B96F-6DA10B687A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4375" y="5262299"/>
            <a:ext cx="8178105" cy="830997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defRPr/>
            </a:pPr>
            <a:r>
              <a:rPr lang="zh-CN" altLang="en-US" dirty="0">
                <a:solidFill>
                  <a:srgbClr val="FFFF00"/>
                </a:solidFill>
                <a:ea typeface="仿宋_GB2312" pitchFamily="49" charset="-122"/>
              </a:rPr>
              <a:t>热力学第二定律的统计意义：</a:t>
            </a:r>
            <a:r>
              <a:rPr lang="zh-CN" altLang="en-US" b="0" dirty="0">
                <a:solidFill>
                  <a:schemeClr val="bg1"/>
                </a:solidFill>
                <a:latin typeface="+mn-ea"/>
                <a:ea typeface="+mn-ea"/>
              </a:rPr>
              <a:t>自发热力学过程总是沿着热运动更无序的方向进行的（不可逆过程）</a:t>
            </a:r>
            <a:endParaRPr lang="en-US" altLang="zh-CN" b="0" dirty="0">
              <a:solidFill>
                <a:schemeClr val="bg1"/>
              </a:solidFill>
              <a:latin typeface="+mn-ea"/>
              <a:ea typeface="+mn-ea"/>
            </a:endParaRPr>
          </a:p>
        </p:txBody>
      </p:sp>
      <p:sp>
        <p:nvSpPr>
          <p:cNvPr id="19473" name="灯片编号占位符 1">
            <a:extLst>
              <a:ext uri="{FF2B5EF4-FFF2-40B4-BE49-F238E27FC236}">
                <a16:creationId xmlns:a16="http://schemas.microsoft.com/office/drawing/2014/main" id="{E477A3F0-CFAA-4B81-AC89-BCD5966F646D}"/>
              </a:ext>
            </a:extLst>
          </p:cNvPr>
          <p:cNvSpPr txBox="1">
            <a:spLocks/>
          </p:cNvSpPr>
          <p:nvPr/>
        </p:nvSpPr>
        <p:spPr bwMode="auto">
          <a:xfrm>
            <a:off x="0" y="6381750"/>
            <a:ext cx="213360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3DB015B1-2776-483A-ADFD-74FD1A9C0EF7}" type="slidenum">
              <a:rPr lang="en-US" altLang="zh-CN" b="0">
                <a:solidFill>
                  <a:srgbClr val="FF00FF"/>
                </a:solidFill>
              </a:rPr>
              <a:pPr eaLnBrk="1" hangingPunct="1"/>
              <a:t>16</a:t>
            </a:fld>
            <a:r>
              <a:rPr lang="en-US" altLang="zh-CN" b="0">
                <a:solidFill>
                  <a:srgbClr val="FF00FF"/>
                </a:solidFill>
              </a:rPr>
              <a:t>/28</a:t>
            </a:r>
          </a:p>
        </p:txBody>
      </p:sp>
    </p:spTree>
  </p:cSld>
  <p:clrMapOvr>
    <a:masterClrMapping/>
  </p:clrMapOvr>
  <p:transition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22" name="灯片编号占位符 1">
            <a:extLst>
              <a:ext uri="{FF2B5EF4-FFF2-40B4-BE49-F238E27FC236}">
                <a16:creationId xmlns:a16="http://schemas.microsoft.com/office/drawing/2014/main" id="{4D1B68E4-D2FF-4E0D-A172-C9DC67BCCDBF}"/>
              </a:ext>
            </a:extLst>
          </p:cNvPr>
          <p:cNvSpPr txBox="1">
            <a:spLocks/>
          </p:cNvSpPr>
          <p:nvPr/>
        </p:nvSpPr>
        <p:spPr bwMode="auto">
          <a:xfrm>
            <a:off x="0" y="6409134"/>
            <a:ext cx="213360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9B676900-D33F-4C6E-BBC1-134CC55D5EDF}" type="slidenum">
              <a:rPr lang="en-US" altLang="zh-CN" b="0">
                <a:solidFill>
                  <a:srgbClr val="FF00FF"/>
                </a:solidFill>
              </a:rPr>
              <a:pPr eaLnBrk="1" hangingPunct="1"/>
              <a:t>17</a:t>
            </a:fld>
            <a:r>
              <a:rPr lang="en-US" altLang="zh-CN" b="0">
                <a:solidFill>
                  <a:srgbClr val="FF00FF"/>
                </a:solidFill>
              </a:rPr>
              <a:t>/28</a:t>
            </a:r>
          </a:p>
        </p:txBody>
      </p:sp>
      <p:sp>
        <p:nvSpPr>
          <p:cNvPr id="11" name="Text Box 172">
            <a:extLst>
              <a:ext uri="{FF2B5EF4-FFF2-40B4-BE49-F238E27FC236}">
                <a16:creationId xmlns:a16="http://schemas.microsoft.com/office/drawing/2014/main" id="{7915BB10-CBA5-437F-80B1-9026988525A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1741" y="260648"/>
            <a:ext cx="353218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dirty="0">
                <a:solidFill>
                  <a:srgbClr val="FFFF00"/>
                </a:solidFill>
                <a:ea typeface="仿宋_GB2312"/>
                <a:cs typeface="仿宋_GB2312"/>
              </a:rPr>
              <a:t>7. </a:t>
            </a:r>
            <a:r>
              <a:rPr lang="zh-CN" altLang="en-US" dirty="0">
                <a:solidFill>
                  <a:srgbClr val="FFFF00"/>
                </a:solidFill>
                <a:ea typeface="仿宋_GB2312"/>
                <a:cs typeface="仿宋_GB2312"/>
              </a:rPr>
              <a:t>卡诺定理</a:t>
            </a:r>
          </a:p>
        </p:txBody>
      </p:sp>
      <p:sp>
        <p:nvSpPr>
          <p:cNvPr id="14" name="Text Box 2">
            <a:extLst>
              <a:ext uri="{FF2B5EF4-FFF2-40B4-BE49-F238E27FC236}">
                <a16:creationId xmlns:a16="http://schemas.microsoft.com/office/drawing/2014/main" id="{2EBD0C11-CA52-4569-B72A-5BC265FE795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3568" y="764704"/>
            <a:ext cx="5348287" cy="1359796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ts val="3400"/>
              </a:lnSpc>
              <a:spcBef>
                <a:spcPct val="50000"/>
              </a:spcBef>
              <a:defRPr/>
            </a:pPr>
            <a:r>
              <a:rPr lang="zh-CN" altLang="en-US" dirty="0">
                <a:solidFill>
                  <a:schemeClr val="bg1"/>
                </a:solidFill>
              </a:rPr>
              <a:t>在温度为 </a:t>
            </a:r>
            <a:r>
              <a:rPr lang="en-US" altLang="zh-CN" i="1" dirty="0">
                <a:solidFill>
                  <a:srgbClr val="FFFF00"/>
                </a:solidFill>
              </a:rPr>
              <a:t>T</a:t>
            </a:r>
            <a:r>
              <a:rPr lang="en-US" altLang="zh-CN" baseline="-25000" dirty="0">
                <a:solidFill>
                  <a:srgbClr val="FFFF00"/>
                </a:solidFill>
              </a:rPr>
              <a:t>1</a:t>
            </a:r>
            <a:r>
              <a:rPr lang="en-US" altLang="zh-CN" dirty="0">
                <a:solidFill>
                  <a:srgbClr val="FFFF00"/>
                </a:solidFill>
              </a:rPr>
              <a:t> </a:t>
            </a:r>
            <a:r>
              <a:rPr lang="zh-CN" altLang="en-US" dirty="0">
                <a:solidFill>
                  <a:schemeClr val="bg1"/>
                </a:solidFill>
              </a:rPr>
              <a:t>、</a:t>
            </a:r>
            <a:r>
              <a:rPr lang="zh-CN" altLang="en-US" dirty="0">
                <a:solidFill>
                  <a:srgbClr val="FFFF00"/>
                </a:solidFill>
                <a:latin typeface="+mn-lt"/>
              </a:rPr>
              <a:t> </a:t>
            </a:r>
            <a:r>
              <a:rPr lang="en-US" altLang="zh-CN" i="1" dirty="0">
                <a:solidFill>
                  <a:srgbClr val="FFFF00"/>
                </a:solidFill>
                <a:latin typeface="+mn-lt"/>
              </a:rPr>
              <a:t>T</a:t>
            </a:r>
            <a:r>
              <a:rPr lang="en-US" altLang="zh-CN" baseline="-25000" dirty="0">
                <a:solidFill>
                  <a:srgbClr val="FFFF00"/>
                </a:solidFill>
                <a:latin typeface="+mn-lt"/>
              </a:rPr>
              <a:t>2 </a:t>
            </a:r>
            <a:r>
              <a:rPr lang="zh-CN" altLang="en-US" dirty="0">
                <a:solidFill>
                  <a:schemeClr val="bg1"/>
                </a:solidFill>
              </a:rPr>
              <a:t>的两个热源之间工作的一切可逆热机，其效率相同，都等于理想气体可逆卡诺热机的效率：</a:t>
            </a:r>
          </a:p>
        </p:txBody>
      </p:sp>
      <p:graphicFrame>
        <p:nvGraphicFramePr>
          <p:cNvPr id="15" name="Object 4">
            <a:extLst>
              <a:ext uri="{FF2B5EF4-FFF2-40B4-BE49-F238E27FC236}">
                <a16:creationId xmlns:a16="http://schemas.microsoft.com/office/drawing/2014/main" id="{AAA31D2A-B752-4638-93D6-1F35B0922B7F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6061273" y="1051229"/>
          <a:ext cx="2543175" cy="9096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6601" name="公式" r:id="rId3" imgW="2524233" imgH="876232" progId="Equation.3">
                  <p:embed/>
                </p:oleObj>
              </mc:Choice>
              <mc:Fallback>
                <p:oleObj name="公式" r:id="rId3" imgW="2524233" imgH="876232" progId="Equation.3">
                  <p:embed/>
                  <p:pic>
                    <p:nvPicPr>
                      <p:cNvPr id="15" name="Object 4">
                        <a:extLst>
                          <a:ext uri="{FF2B5EF4-FFF2-40B4-BE49-F238E27FC236}">
                            <a16:creationId xmlns:a16="http://schemas.microsoft.com/office/drawing/2014/main" id="{AAA31D2A-B752-4638-93D6-1F35B0922B7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61273" y="1051229"/>
                        <a:ext cx="2543175" cy="9096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0000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66FFFF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Rectangle 5">
            <a:extLst>
              <a:ext uri="{FF2B5EF4-FFF2-40B4-BE49-F238E27FC236}">
                <a16:creationId xmlns:a16="http://schemas.microsoft.com/office/drawing/2014/main" id="{2C3CF0F6-0850-4147-9FF8-265C532831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3568" y="2348880"/>
            <a:ext cx="8256463" cy="901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ts val="3300"/>
              </a:lnSpc>
              <a:spcBef>
                <a:spcPct val="50000"/>
              </a:spcBef>
            </a:pPr>
            <a:r>
              <a:rPr lang="zh-CN" altLang="en-US" dirty="0">
                <a:solidFill>
                  <a:schemeClr val="bg1"/>
                </a:solidFill>
              </a:rPr>
              <a:t>在相同的高、低温热源之间工作的一切不可逆热机，其效率都不可能大于可逆热机的效率。 </a:t>
            </a:r>
          </a:p>
        </p:txBody>
      </p:sp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53D7F1DB-13EB-4389-9AA4-9FAE08ACDE06}"/>
              </a:ext>
            </a:extLst>
          </p:cNvPr>
          <p:cNvCxnSpPr/>
          <p:nvPr/>
        </p:nvCxnSpPr>
        <p:spPr bwMode="auto">
          <a:xfrm>
            <a:off x="0" y="3429000"/>
            <a:ext cx="9144000" cy="0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  <a:effectLst/>
        </p:spPr>
      </p:cxnSp>
    </p:spTree>
  </p:cSld>
  <p:clrMapOvr>
    <a:masterClrMapping/>
  </p:clrMapOvr>
  <p:transition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Text Box 2">
            <a:extLst>
              <a:ext uri="{FF2B5EF4-FFF2-40B4-BE49-F238E27FC236}">
                <a16:creationId xmlns:a16="http://schemas.microsoft.com/office/drawing/2014/main" id="{E6495C04-5FE4-4870-A676-C0E62BCE47F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7238" y="260350"/>
            <a:ext cx="8134350" cy="2378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5000"/>
              </a:lnSpc>
            </a:pPr>
            <a:r>
              <a:rPr lang="zh-CN" altLang="en-US" dirty="0">
                <a:solidFill>
                  <a:schemeClr val="bg1"/>
                </a:solidFill>
              </a:rPr>
              <a:t>人类要在月球上居住，首要问题就是保持人类的起居室处于一个舒适的温度，现考虑用卡诺循环机来作温度调节，设月球白昼温度为 </a:t>
            </a:r>
            <a:r>
              <a:rPr lang="en-US" altLang="zh-CN" dirty="0">
                <a:solidFill>
                  <a:srgbClr val="FFFF00"/>
                </a:solidFill>
              </a:rPr>
              <a:t>100</a:t>
            </a:r>
            <a:r>
              <a:rPr lang="en-US" altLang="zh-CN" dirty="0">
                <a:solidFill>
                  <a:srgbClr val="FFFF00"/>
                </a:solidFill>
                <a:ea typeface="楷体_GB2312" pitchFamily="49" charset="-122"/>
              </a:rPr>
              <a:t>℃</a:t>
            </a:r>
            <a:r>
              <a:rPr lang="zh-CN" altLang="en-US" dirty="0">
                <a:solidFill>
                  <a:schemeClr val="bg1"/>
                </a:solidFill>
              </a:rPr>
              <a:t>，而夜间温度为 </a:t>
            </a:r>
            <a:r>
              <a:rPr lang="zh-CN" altLang="en-US" dirty="0">
                <a:solidFill>
                  <a:srgbClr val="FFFF00"/>
                </a:solidFill>
                <a:sym typeface="Symbol" panose="05050102010706020507" pitchFamily="18" charset="2"/>
              </a:rPr>
              <a:t></a:t>
            </a:r>
            <a:r>
              <a:rPr lang="en-US" altLang="zh-CN" dirty="0">
                <a:solidFill>
                  <a:srgbClr val="FFFF00"/>
                </a:solidFill>
              </a:rPr>
              <a:t>100</a:t>
            </a:r>
            <a:r>
              <a:rPr lang="en-US" altLang="zh-CN" dirty="0">
                <a:solidFill>
                  <a:srgbClr val="FFFF00"/>
                </a:solidFill>
                <a:ea typeface="楷体_GB2312" pitchFamily="49" charset="-122"/>
              </a:rPr>
              <a:t>℃</a:t>
            </a:r>
            <a:r>
              <a:rPr lang="zh-CN" altLang="en-US" dirty="0">
                <a:solidFill>
                  <a:schemeClr val="bg1"/>
                </a:solidFill>
              </a:rPr>
              <a:t>，起居室温度要保持在 </a:t>
            </a:r>
            <a:r>
              <a:rPr lang="en-US" altLang="zh-CN" dirty="0">
                <a:solidFill>
                  <a:srgbClr val="FFFF00"/>
                </a:solidFill>
              </a:rPr>
              <a:t>20</a:t>
            </a:r>
            <a:r>
              <a:rPr lang="en-US" altLang="zh-CN" dirty="0">
                <a:solidFill>
                  <a:srgbClr val="FFFF00"/>
                </a:solidFill>
                <a:ea typeface="楷体_GB2312" pitchFamily="49" charset="-122"/>
              </a:rPr>
              <a:t>℃</a:t>
            </a:r>
            <a:r>
              <a:rPr lang="zh-CN" altLang="en-US" dirty="0">
                <a:solidFill>
                  <a:schemeClr val="bg1"/>
                </a:solidFill>
              </a:rPr>
              <a:t>，通过起居室墙壁导热的速率为每秒钟每度温差 </a:t>
            </a:r>
            <a:r>
              <a:rPr lang="en-US" altLang="zh-CN" dirty="0">
                <a:solidFill>
                  <a:srgbClr val="FFFF00"/>
                </a:solidFill>
              </a:rPr>
              <a:t>0.5 kW</a:t>
            </a:r>
            <a:endParaRPr lang="zh-CN" altLang="en-US" dirty="0">
              <a:solidFill>
                <a:schemeClr val="bg1"/>
              </a:solidFill>
            </a:endParaRPr>
          </a:p>
        </p:txBody>
      </p:sp>
      <p:sp>
        <p:nvSpPr>
          <p:cNvPr id="21507" name="Rectangle 3">
            <a:extLst>
              <a:ext uri="{FF2B5EF4-FFF2-40B4-BE49-F238E27FC236}">
                <a16:creationId xmlns:a16="http://schemas.microsoft.com/office/drawing/2014/main" id="{0E8F79B6-930D-4BED-8F51-DC201648EB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8025" y="2625725"/>
            <a:ext cx="52562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dirty="0">
                <a:solidFill>
                  <a:schemeClr val="bg1"/>
                </a:solidFill>
              </a:rPr>
              <a:t>白昼和夜间给卡诺机所供的功率？</a:t>
            </a:r>
          </a:p>
        </p:txBody>
      </p:sp>
      <p:sp>
        <p:nvSpPr>
          <p:cNvPr id="21508" name="Text Box 4">
            <a:extLst>
              <a:ext uri="{FF2B5EF4-FFF2-40B4-BE49-F238E27FC236}">
                <a16:creationId xmlns:a16="http://schemas.microsoft.com/office/drawing/2014/main" id="{A9E61D02-EC5C-4123-9951-DBC7B6CEEBA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0825" y="3114675"/>
            <a:ext cx="11049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rgbClr val="FFFF00"/>
                </a:solidFill>
              </a:rPr>
              <a:t>解</a:t>
            </a:r>
            <a:endParaRPr lang="zh-CN" altLang="en-US" sz="2800" i="1">
              <a:solidFill>
                <a:srgbClr val="FFFF00"/>
              </a:solidFill>
            </a:endParaRPr>
          </a:p>
        </p:txBody>
      </p:sp>
      <p:sp>
        <p:nvSpPr>
          <p:cNvPr id="21509" name="Text Box 5">
            <a:extLst>
              <a:ext uri="{FF2B5EF4-FFF2-40B4-BE49-F238E27FC236}">
                <a16:creationId xmlns:a16="http://schemas.microsoft.com/office/drawing/2014/main" id="{9A795004-22ED-43F6-9003-4638416049E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0825" y="333375"/>
            <a:ext cx="4921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rgbClr val="FFFF00"/>
                </a:solidFill>
                <a:latin typeface="Arial" panose="020B0604020202020204" pitchFamily="34" charset="0"/>
              </a:rPr>
              <a:t>例</a:t>
            </a:r>
          </a:p>
        </p:txBody>
      </p:sp>
      <p:sp>
        <p:nvSpPr>
          <p:cNvPr id="21510" name="Rectangle 6">
            <a:extLst>
              <a:ext uri="{FF2B5EF4-FFF2-40B4-BE49-F238E27FC236}">
                <a16:creationId xmlns:a16="http://schemas.microsoft.com/office/drawing/2014/main" id="{AA55CF30-E4E7-486D-8EE1-8D714B8C17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0825" y="2625725"/>
            <a:ext cx="4921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rgbClr val="FFFF00"/>
                </a:solidFill>
                <a:latin typeface="Arial" panose="020B0604020202020204" pitchFamily="34" charset="0"/>
              </a:rPr>
              <a:t>求</a:t>
            </a:r>
          </a:p>
        </p:txBody>
      </p:sp>
      <p:sp>
        <p:nvSpPr>
          <p:cNvPr id="21511" name="Text Box 7">
            <a:extLst>
              <a:ext uri="{FF2B5EF4-FFF2-40B4-BE49-F238E27FC236}">
                <a16:creationId xmlns:a16="http://schemas.microsoft.com/office/drawing/2014/main" id="{C75EC0FF-97C1-42E4-8BD9-DC5E2ADEF83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4375" y="3071813"/>
            <a:ext cx="8143875" cy="968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5000"/>
              </a:lnSpc>
            </a:pPr>
            <a:r>
              <a:rPr lang="zh-CN" altLang="en-US" dirty="0">
                <a:solidFill>
                  <a:schemeClr val="bg1"/>
                </a:solidFill>
              </a:rPr>
              <a:t>白昼保持室内温度低，卡诺机工作于致冷机状态，设从室内（低温</a:t>
            </a:r>
            <a:r>
              <a:rPr lang="en-US" altLang="zh-CN" dirty="0">
                <a:solidFill>
                  <a:srgbClr val="FFFF00"/>
                </a:solidFill>
              </a:rPr>
              <a:t>T</a:t>
            </a:r>
            <a:r>
              <a:rPr lang="en-US" altLang="zh-CN" baseline="-25000" dirty="0">
                <a:solidFill>
                  <a:srgbClr val="FFFF00"/>
                </a:solidFill>
              </a:rPr>
              <a:t>2</a:t>
            </a:r>
            <a:r>
              <a:rPr lang="zh-CN" altLang="en-US" dirty="0">
                <a:solidFill>
                  <a:schemeClr val="bg1"/>
                </a:solidFill>
              </a:rPr>
              <a:t>）吸取热量 </a:t>
            </a:r>
            <a:r>
              <a:rPr lang="en-US" altLang="zh-CN" i="1" dirty="0">
                <a:solidFill>
                  <a:srgbClr val="FFFF00"/>
                </a:solidFill>
              </a:rPr>
              <a:t>Q</a:t>
            </a:r>
            <a:r>
              <a:rPr lang="en-US" altLang="zh-CN" baseline="-25000" dirty="0">
                <a:solidFill>
                  <a:srgbClr val="FFFF00"/>
                </a:solidFill>
              </a:rPr>
              <a:t>2</a:t>
            </a:r>
            <a:r>
              <a:rPr lang="zh-CN" altLang="en-US" dirty="0">
                <a:solidFill>
                  <a:schemeClr val="bg1"/>
                </a:solidFill>
              </a:rPr>
              <a:t>， 室外（高温</a:t>
            </a:r>
            <a:r>
              <a:rPr lang="en-US" altLang="zh-CN" dirty="0">
                <a:solidFill>
                  <a:srgbClr val="FFFF00"/>
                </a:solidFill>
              </a:rPr>
              <a:t>T</a:t>
            </a:r>
            <a:r>
              <a:rPr lang="en-US" altLang="zh-CN" baseline="-25000" dirty="0">
                <a:solidFill>
                  <a:srgbClr val="FFFF00"/>
                </a:solidFill>
              </a:rPr>
              <a:t>1</a:t>
            </a:r>
            <a:r>
              <a:rPr lang="zh-CN" altLang="en-US" dirty="0">
                <a:solidFill>
                  <a:schemeClr val="bg1"/>
                </a:solidFill>
              </a:rPr>
              <a:t>）放出热量 </a:t>
            </a:r>
            <a:r>
              <a:rPr lang="en-US" altLang="zh-CN" i="1" dirty="0">
                <a:solidFill>
                  <a:srgbClr val="FFFF00"/>
                </a:solidFill>
              </a:rPr>
              <a:t>Q</a:t>
            </a:r>
            <a:r>
              <a:rPr lang="en-US" altLang="zh-CN" baseline="-25000" dirty="0">
                <a:solidFill>
                  <a:srgbClr val="FFFF00"/>
                </a:solidFill>
              </a:rPr>
              <a:t>1</a:t>
            </a:r>
            <a:endParaRPr lang="en-US" altLang="zh-CN" dirty="0">
              <a:solidFill>
                <a:srgbClr val="FFFF00"/>
              </a:solidFill>
            </a:endParaRPr>
          </a:p>
        </p:txBody>
      </p:sp>
      <p:graphicFrame>
        <p:nvGraphicFramePr>
          <p:cNvPr id="21512" name="Object 8">
            <a:extLst>
              <a:ext uri="{FF2B5EF4-FFF2-40B4-BE49-F238E27FC236}">
                <a16:creationId xmlns:a16="http://schemas.microsoft.com/office/drawing/2014/main" id="{19E6D8B6-D648-4DE0-A3F6-EF628F5FAFD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286000" y="4225925"/>
          <a:ext cx="2298700" cy="917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7628" name="公式" r:id="rId3" imgW="2276520" imgH="876232" progId="Equation.3">
                  <p:embed/>
                </p:oleObj>
              </mc:Choice>
              <mc:Fallback>
                <p:oleObj name="公式" r:id="rId3" imgW="2276520" imgH="876232" progId="Equation.3">
                  <p:embed/>
                  <p:pic>
                    <p:nvPicPr>
                      <p:cNvPr id="21512" name="Object 8">
                        <a:extLst>
                          <a:ext uri="{FF2B5EF4-FFF2-40B4-BE49-F238E27FC236}">
                            <a16:creationId xmlns:a16="http://schemas.microsoft.com/office/drawing/2014/main" id="{19E6D8B6-D648-4DE0-A3F6-EF628F5FAFD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6000" y="4225925"/>
                        <a:ext cx="2298700" cy="917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66FFFF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513" name="Object 9">
            <a:extLst>
              <a:ext uri="{FF2B5EF4-FFF2-40B4-BE49-F238E27FC236}">
                <a16:creationId xmlns:a16="http://schemas.microsoft.com/office/drawing/2014/main" id="{C3A8B69E-7F0F-43C7-8038-3D44A13B311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713413" y="4214813"/>
          <a:ext cx="2716212" cy="917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7629" name="公式" r:id="rId5" imgW="2695492" imgH="876232" progId="Equation.3">
                  <p:embed/>
                </p:oleObj>
              </mc:Choice>
              <mc:Fallback>
                <p:oleObj name="公式" r:id="rId5" imgW="2695492" imgH="876232" progId="Equation.3">
                  <p:embed/>
                  <p:pic>
                    <p:nvPicPr>
                      <p:cNvPr id="21513" name="Object 9">
                        <a:extLst>
                          <a:ext uri="{FF2B5EF4-FFF2-40B4-BE49-F238E27FC236}">
                            <a16:creationId xmlns:a16="http://schemas.microsoft.com/office/drawing/2014/main" id="{C3A8B69E-7F0F-43C7-8038-3D44A13B311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13413" y="4214813"/>
                        <a:ext cx="2716212" cy="917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66FFFF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514" name="Text Box 10">
            <a:extLst>
              <a:ext uri="{FF2B5EF4-FFF2-40B4-BE49-F238E27FC236}">
                <a16:creationId xmlns:a16="http://schemas.microsoft.com/office/drawing/2014/main" id="{9527AC32-1238-4697-8ACD-6689788A638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0413" y="4437063"/>
            <a:ext cx="18827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chemeClr val="bg1"/>
                </a:solidFill>
              </a:rPr>
              <a:t>制冷系数</a:t>
            </a:r>
          </a:p>
        </p:txBody>
      </p:sp>
      <p:sp>
        <p:nvSpPr>
          <p:cNvPr id="21515" name="Text Box 11">
            <a:extLst>
              <a:ext uri="{FF2B5EF4-FFF2-40B4-BE49-F238E27FC236}">
                <a16:creationId xmlns:a16="http://schemas.microsoft.com/office/drawing/2014/main" id="{A365B413-05DC-4352-B097-9FE4B6D6CC2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9300" y="5348288"/>
            <a:ext cx="81803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chemeClr val="bg1"/>
                </a:solidFill>
              </a:rPr>
              <a:t>每秒钟从室内取走的热量为通过起居室墙壁导进的热量，</a:t>
            </a:r>
          </a:p>
        </p:txBody>
      </p:sp>
      <p:sp>
        <p:nvSpPr>
          <p:cNvPr id="14348" name="灯片编号占位符 1">
            <a:extLst>
              <a:ext uri="{FF2B5EF4-FFF2-40B4-BE49-F238E27FC236}">
                <a16:creationId xmlns:a16="http://schemas.microsoft.com/office/drawing/2014/main" id="{C193EFC8-AA9D-45CE-9017-81252FB8AA16}"/>
              </a:ext>
            </a:extLst>
          </p:cNvPr>
          <p:cNvSpPr txBox="1">
            <a:spLocks/>
          </p:cNvSpPr>
          <p:nvPr/>
        </p:nvSpPr>
        <p:spPr bwMode="auto">
          <a:xfrm>
            <a:off x="0" y="6381750"/>
            <a:ext cx="213360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2AF259B9-BEE0-4219-BD47-DD4A21AF2E9C}" type="slidenum">
              <a:rPr lang="en-US" altLang="zh-CN" b="0">
                <a:solidFill>
                  <a:srgbClr val="FF00FF"/>
                </a:solidFill>
              </a:rPr>
              <a:pPr eaLnBrk="1" hangingPunct="1"/>
              <a:t>18</a:t>
            </a:fld>
            <a:r>
              <a:rPr lang="en-US" altLang="zh-CN" b="0">
                <a:solidFill>
                  <a:srgbClr val="FF00FF"/>
                </a:solidFill>
              </a:rPr>
              <a:t>/28</a:t>
            </a:r>
          </a:p>
        </p:txBody>
      </p:sp>
      <p:sp>
        <p:nvSpPr>
          <p:cNvPr id="14" name="右箭头 13">
            <a:extLst>
              <a:ext uri="{FF2B5EF4-FFF2-40B4-BE49-F238E27FC236}">
                <a16:creationId xmlns:a16="http://schemas.microsoft.com/office/drawing/2014/main" id="{9FAFA629-69BD-4121-AD67-31F7877101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86313" y="4500563"/>
            <a:ext cx="857250" cy="285750"/>
          </a:xfrm>
          <a:prstGeom prst="rightArrow">
            <a:avLst>
              <a:gd name="adj1" fmla="val 50000"/>
              <a:gd name="adj2" fmla="val 82875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Object 8">
                <a:extLst>
                  <a:ext uri="{FF2B5EF4-FFF2-40B4-BE49-F238E27FC236}">
                    <a16:creationId xmlns:a16="http://schemas.microsoft.com/office/drawing/2014/main" id="{3B069A8F-3B76-428A-AEE1-A1173B8B637A}"/>
                  </a:ext>
                </a:extLst>
              </p:cNvPr>
              <p:cNvSpPr txBox="1"/>
              <p:nvPr/>
            </p:nvSpPr>
            <p:spPr bwMode="auto">
              <a:xfrm>
                <a:off x="2411760" y="5877272"/>
                <a:ext cx="3360738" cy="500063"/>
              </a:xfrm>
              <a:prstGeom prst="rect">
                <a:avLst/>
              </a:prstGeom>
              <a:noFill/>
              <a:ln>
                <a:noFill/>
              </a:ln>
              <a:ex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sz="2600" i="1" smtClean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600" i="1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zh-CN" altLang="en-US" sz="2600" i="1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zh-CN" altLang="en-US" sz="2600" i="1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sz="2600" i="1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zh-CN" altLang="en-US" sz="2600" i="1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zh-CN" altLang="en-US" sz="2600" i="1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600" i="1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zh-CN" altLang="en-US" sz="2600" i="1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zh-CN" altLang="en-US" sz="2600" i="1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zh-CN" altLang="en-US" sz="2600" i="1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600" i="1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zh-CN" altLang="en-US" sz="2600" i="1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zh-CN" altLang="en-US" sz="2600" i="1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sz="2600" i="1" dirty="0">
                  <a:solidFill>
                    <a:srgbClr val="FFC000"/>
                  </a:solidFill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5" name="Object 8">
                <a:extLst>
                  <a:ext uri="{FF2B5EF4-FFF2-40B4-BE49-F238E27FC236}">
                    <a16:creationId xmlns:a16="http://schemas.microsoft.com/office/drawing/2014/main" id="{3B069A8F-3B76-428A-AEE1-A1173B8B637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411760" y="5877272"/>
                <a:ext cx="3360738" cy="500063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noFill/>
              </a:ln>
              <a:ex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15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215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215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215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215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215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215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215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4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215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215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506" grpId="0"/>
      <p:bldP spid="21507" grpId="0"/>
      <p:bldP spid="21508" grpId="0" autoUpdateAnimBg="0"/>
      <p:bldP spid="21509" grpId="0"/>
      <p:bldP spid="21510" grpId="0"/>
      <p:bldP spid="21511" grpId="0"/>
      <p:bldP spid="21514" grpId="0"/>
      <p:bldP spid="21515" grpId="0"/>
      <p:bldP spid="14" grpId="0" animBg="1"/>
      <p:bldP spid="15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2530" name="Object 2">
            <a:extLst>
              <a:ext uri="{FF2B5EF4-FFF2-40B4-BE49-F238E27FC236}">
                <a16:creationId xmlns:a16="http://schemas.microsoft.com/office/drawing/2014/main" id="{FB9F9DC8-2305-485C-8C83-2162D488789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942013" y="514350"/>
          <a:ext cx="2025650" cy="474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8677" name="公式" r:id="rId3" imgW="1971618" imgH="428625" progId="Equation.3">
                  <p:embed/>
                </p:oleObj>
              </mc:Choice>
              <mc:Fallback>
                <p:oleObj name="公式" r:id="rId3" imgW="1971618" imgH="428625" progId="Equation.3">
                  <p:embed/>
                  <p:pic>
                    <p:nvPicPr>
                      <p:cNvPr id="22530" name="Object 2">
                        <a:extLst>
                          <a:ext uri="{FF2B5EF4-FFF2-40B4-BE49-F238E27FC236}">
                            <a16:creationId xmlns:a16="http://schemas.microsoft.com/office/drawing/2014/main" id="{FB9F9DC8-2305-485C-8C83-2162D488789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42013" y="514350"/>
                        <a:ext cx="2025650" cy="4746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531" name="Object 3">
            <a:extLst>
              <a:ext uri="{FF2B5EF4-FFF2-40B4-BE49-F238E27FC236}">
                <a16:creationId xmlns:a16="http://schemas.microsoft.com/office/drawing/2014/main" id="{48AC45D1-2FEC-4021-B5CF-68FEC8E1382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214438" y="285750"/>
          <a:ext cx="4637087" cy="993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8678" name="公式" r:id="rId5" imgW="4619708" imgH="952466" progId="Equation.3">
                  <p:embed/>
                </p:oleObj>
              </mc:Choice>
              <mc:Fallback>
                <p:oleObj name="公式" r:id="rId5" imgW="4619708" imgH="952466" progId="Equation.3">
                  <p:embed/>
                  <p:pic>
                    <p:nvPicPr>
                      <p:cNvPr id="22531" name="Object 3">
                        <a:extLst>
                          <a:ext uri="{FF2B5EF4-FFF2-40B4-BE49-F238E27FC236}">
                            <a16:creationId xmlns:a16="http://schemas.microsoft.com/office/drawing/2014/main" id="{48AC45D1-2FEC-4021-B5CF-68FEC8E1382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14438" y="285750"/>
                        <a:ext cx="4637087" cy="993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66FFFF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532" name="Text Box 4">
            <a:extLst>
              <a:ext uri="{FF2B5EF4-FFF2-40B4-BE49-F238E27FC236}">
                <a16:creationId xmlns:a16="http://schemas.microsoft.com/office/drawing/2014/main" id="{96A5E8AA-F25A-4726-AE58-918C6F3D33A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1500" y="1312863"/>
            <a:ext cx="8261350" cy="830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dirty="0">
                <a:solidFill>
                  <a:schemeClr val="bg1"/>
                </a:solidFill>
              </a:rPr>
              <a:t>黑夜保持室内温度高，卡诺机工作于致冷循环状态，设从室外（低温</a:t>
            </a:r>
            <a:r>
              <a:rPr lang="en-US" altLang="zh-CN" dirty="0">
                <a:solidFill>
                  <a:srgbClr val="FFFF00"/>
                </a:solidFill>
              </a:rPr>
              <a:t>T</a:t>
            </a:r>
            <a:r>
              <a:rPr lang="en-US" altLang="zh-CN" baseline="-25000" dirty="0">
                <a:solidFill>
                  <a:srgbClr val="FFFF00"/>
                </a:solidFill>
              </a:rPr>
              <a:t>2 </a:t>
            </a:r>
            <a:r>
              <a:rPr lang="zh-CN" altLang="en-US" dirty="0">
                <a:solidFill>
                  <a:schemeClr val="bg1"/>
                </a:solidFill>
              </a:rPr>
              <a:t>）吸取热量</a:t>
            </a:r>
            <a:r>
              <a:rPr lang="en-US" altLang="zh-CN" i="1" dirty="0">
                <a:solidFill>
                  <a:srgbClr val="FFFF00"/>
                </a:solidFill>
              </a:rPr>
              <a:t>Q</a:t>
            </a:r>
            <a:r>
              <a:rPr lang="en-US" altLang="zh-CN" baseline="-25000" dirty="0">
                <a:solidFill>
                  <a:srgbClr val="FFFF00"/>
                </a:solidFill>
              </a:rPr>
              <a:t>2</a:t>
            </a:r>
            <a:r>
              <a:rPr lang="zh-CN" altLang="en-US" baseline="-25000" dirty="0">
                <a:solidFill>
                  <a:schemeClr val="bg1"/>
                </a:solidFill>
              </a:rPr>
              <a:t>，</a:t>
            </a:r>
            <a:r>
              <a:rPr lang="zh-CN" altLang="en-US" dirty="0">
                <a:solidFill>
                  <a:schemeClr val="bg1"/>
                </a:solidFill>
              </a:rPr>
              <a:t> 放入室内（高温</a:t>
            </a:r>
            <a:r>
              <a:rPr lang="en-US" altLang="zh-CN" dirty="0">
                <a:solidFill>
                  <a:srgbClr val="FFFF00"/>
                </a:solidFill>
              </a:rPr>
              <a:t>T</a:t>
            </a:r>
            <a:r>
              <a:rPr lang="en-US" altLang="zh-CN" baseline="-25000" dirty="0">
                <a:solidFill>
                  <a:srgbClr val="FFFF00"/>
                </a:solidFill>
              </a:rPr>
              <a:t>1 </a:t>
            </a:r>
            <a:r>
              <a:rPr lang="zh-CN" altLang="en-US" dirty="0">
                <a:solidFill>
                  <a:schemeClr val="bg1"/>
                </a:solidFill>
              </a:rPr>
              <a:t>）热量</a:t>
            </a:r>
            <a:r>
              <a:rPr lang="en-US" altLang="zh-CN" i="1" dirty="0">
                <a:solidFill>
                  <a:srgbClr val="FFFF00"/>
                </a:solidFill>
              </a:rPr>
              <a:t>Q</a:t>
            </a:r>
            <a:r>
              <a:rPr lang="en-US" altLang="zh-CN" baseline="-25000" dirty="0">
                <a:solidFill>
                  <a:srgbClr val="FFFF00"/>
                </a:solidFill>
              </a:rPr>
              <a:t>1</a:t>
            </a:r>
          </a:p>
        </p:txBody>
      </p:sp>
      <p:graphicFrame>
        <p:nvGraphicFramePr>
          <p:cNvPr id="22533" name="Object 5">
            <a:extLst>
              <a:ext uri="{FF2B5EF4-FFF2-40B4-BE49-F238E27FC236}">
                <a16:creationId xmlns:a16="http://schemas.microsoft.com/office/drawing/2014/main" id="{7F0760BA-8CC0-4859-A410-8EF645F5B1B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893888" y="2143125"/>
          <a:ext cx="2392362" cy="1000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8679" name="公式" r:id="rId7" imgW="1000029" imgH="390661" progId="Equation.3">
                  <p:embed/>
                </p:oleObj>
              </mc:Choice>
              <mc:Fallback>
                <p:oleObj name="公式" r:id="rId7" imgW="1000029" imgH="390661" progId="Equation.3">
                  <p:embed/>
                  <p:pic>
                    <p:nvPicPr>
                      <p:cNvPr id="22533" name="Object 5">
                        <a:extLst>
                          <a:ext uri="{FF2B5EF4-FFF2-40B4-BE49-F238E27FC236}">
                            <a16:creationId xmlns:a16="http://schemas.microsoft.com/office/drawing/2014/main" id="{7F0760BA-8CC0-4859-A410-8EF645F5B1B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93888" y="2143125"/>
                        <a:ext cx="2392362" cy="1000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66FFFF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534" name="Object 6">
            <a:extLst>
              <a:ext uri="{FF2B5EF4-FFF2-40B4-BE49-F238E27FC236}">
                <a16:creationId xmlns:a16="http://schemas.microsoft.com/office/drawing/2014/main" id="{A46AE0D7-F25C-40D3-BF50-97BC2AB4AB6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540375" y="2143125"/>
          <a:ext cx="2044700" cy="1000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8680" name="公式" r:id="rId9" imgW="847731" imgH="390661" progId="Equation.3">
                  <p:embed/>
                </p:oleObj>
              </mc:Choice>
              <mc:Fallback>
                <p:oleObj name="公式" r:id="rId9" imgW="847731" imgH="390661" progId="Equation.3">
                  <p:embed/>
                  <p:pic>
                    <p:nvPicPr>
                      <p:cNvPr id="22534" name="Object 6">
                        <a:extLst>
                          <a:ext uri="{FF2B5EF4-FFF2-40B4-BE49-F238E27FC236}">
                            <a16:creationId xmlns:a16="http://schemas.microsoft.com/office/drawing/2014/main" id="{A46AE0D7-F25C-40D3-BF50-97BC2AB4AB6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40375" y="2143125"/>
                        <a:ext cx="2044700" cy="1000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66FFFF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536" name="Object 8">
            <a:extLst>
              <a:ext uri="{FF2B5EF4-FFF2-40B4-BE49-F238E27FC236}">
                <a16:creationId xmlns:a16="http://schemas.microsoft.com/office/drawing/2014/main" id="{10F0A6D2-A9E5-430A-BF8C-A93F4D342F1F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635199" y="3838575"/>
          <a:ext cx="3360737" cy="500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8681" name="公式" r:id="rId11" imgW="1438269" imgH="180941" progId="Equation.3">
                  <p:embed/>
                </p:oleObj>
              </mc:Choice>
              <mc:Fallback>
                <p:oleObj name="公式" r:id="rId11" imgW="1438269" imgH="180941" progId="Equation.3">
                  <p:embed/>
                  <p:pic>
                    <p:nvPicPr>
                      <p:cNvPr id="22536" name="Object 8">
                        <a:extLst>
                          <a:ext uri="{FF2B5EF4-FFF2-40B4-BE49-F238E27FC236}">
                            <a16:creationId xmlns:a16="http://schemas.microsoft.com/office/drawing/2014/main" id="{10F0A6D2-A9E5-430A-BF8C-A93F4D342F1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5199" y="3838575"/>
                        <a:ext cx="3360737" cy="5000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537" name="Rectangle 9">
            <a:extLst>
              <a:ext uri="{FF2B5EF4-FFF2-40B4-BE49-F238E27FC236}">
                <a16:creationId xmlns:a16="http://schemas.microsoft.com/office/drawing/2014/main" id="{BAE74140-7A19-49F8-9E0F-76483B083A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1500" y="3187824"/>
            <a:ext cx="78835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dirty="0">
                <a:solidFill>
                  <a:schemeClr val="bg1"/>
                </a:solidFill>
              </a:rPr>
              <a:t>每秒钟放入室内的热量为通过起居室墙壁导出的热量，即</a:t>
            </a:r>
          </a:p>
        </p:txBody>
      </p:sp>
      <p:graphicFrame>
        <p:nvGraphicFramePr>
          <p:cNvPr id="22538" name="Object 10">
            <a:extLst>
              <a:ext uri="{FF2B5EF4-FFF2-40B4-BE49-F238E27FC236}">
                <a16:creationId xmlns:a16="http://schemas.microsoft.com/office/drawing/2014/main" id="{33B5CA43-0FF2-49B6-9746-77187F09CB41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958330" y="4498036"/>
          <a:ext cx="3469654" cy="92789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8682" name="公式" r:id="rId13" imgW="1562125" imgH="390661" progId="Equation.3">
                  <p:embed/>
                </p:oleObj>
              </mc:Choice>
              <mc:Fallback>
                <p:oleObj name="公式" r:id="rId13" imgW="1562125" imgH="390661" progId="Equation.3">
                  <p:embed/>
                  <p:pic>
                    <p:nvPicPr>
                      <p:cNvPr id="22538" name="Object 10">
                        <a:extLst>
                          <a:ext uri="{FF2B5EF4-FFF2-40B4-BE49-F238E27FC236}">
                            <a16:creationId xmlns:a16="http://schemas.microsoft.com/office/drawing/2014/main" id="{33B5CA43-0FF2-49B6-9746-77187F09CB4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58330" y="4498036"/>
                        <a:ext cx="3469654" cy="92789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539" name="AutoShape 11">
            <a:extLst>
              <a:ext uri="{FF2B5EF4-FFF2-40B4-BE49-F238E27FC236}">
                <a16:creationId xmlns:a16="http://schemas.microsoft.com/office/drawing/2014/main" id="{D80D447A-676E-4F93-8C22-F5DB8F0518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37093" y="2543135"/>
            <a:ext cx="720725" cy="144462"/>
          </a:xfrm>
          <a:prstGeom prst="rightArrow">
            <a:avLst>
              <a:gd name="adj1" fmla="val 50000"/>
              <a:gd name="adj2" fmla="val 124726"/>
            </a:avLst>
          </a:prstGeom>
          <a:gradFill rotWithShape="1">
            <a:gsLst>
              <a:gs pos="0">
                <a:srgbClr val="FFCCFF">
                  <a:gamma/>
                  <a:shade val="46275"/>
                  <a:invGamma/>
                  <a:alpha val="78999"/>
                </a:srgbClr>
              </a:gs>
              <a:gs pos="50000">
                <a:srgbClr val="FFCCFF">
                  <a:alpha val="53000"/>
                </a:srgbClr>
              </a:gs>
              <a:gs pos="100000">
                <a:srgbClr val="FFCCFF">
                  <a:gamma/>
                  <a:shade val="46275"/>
                  <a:invGamma/>
                  <a:alpha val="78999"/>
                </a:srgbClr>
              </a:gs>
            </a:gsLst>
            <a:lin ang="5400000" scaled="1"/>
          </a:gradFill>
          <a:ln w="9525">
            <a:solidFill>
              <a:schemeClr val="folHlink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zh-CN" altLang="en-US"/>
          </a:p>
        </p:txBody>
      </p:sp>
      <p:graphicFrame>
        <p:nvGraphicFramePr>
          <p:cNvPr id="11" name="Object 13">
            <a:extLst>
              <a:ext uri="{FF2B5EF4-FFF2-40B4-BE49-F238E27FC236}">
                <a16:creationId xmlns:a16="http://schemas.microsoft.com/office/drawing/2014/main" id="{9BA09B13-C302-40B4-80B7-EDF2F36E57C6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4857752" y="4506408"/>
          <a:ext cx="3807693" cy="89159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8683" name="公式" r:id="rId15" imgW="1914429" imgH="419134" progId="Equation.3">
                  <p:embed/>
                </p:oleObj>
              </mc:Choice>
              <mc:Fallback>
                <p:oleObj name="公式" r:id="rId15" imgW="1914429" imgH="419134" progId="Equation.3">
                  <p:embed/>
                  <p:pic>
                    <p:nvPicPr>
                      <p:cNvPr id="11" name="Object 13">
                        <a:extLst>
                          <a:ext uri="{FF2B5EF4-FFF2-40B4-BE49-F238E27FC236}">
                            <a16:creationId xmlns:a16="http://schemas.microsoft.com/office/drawing/2014/main" id="{9BA09B13-C302-40B4-80B7-EDF2F36E57C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57752" y="4506408"/>
                        <a:ext cx="3807693" cy="89159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Text Box 3">
            <a:extLst>
              <a:ext uri="{FF2B5EF4-FFF2-40B4-BE49-F238E27FC236}">
                <a16:creationId xmlns:a16="http://schemas.microsoft.com/office/drawing/2014/main" id="{AC4D6256-19D8-440F-8B69-59A2CCC2D38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88024" y="3861048"/>
            <a:ext cx="1092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dirty="0">
                <a:solidFill>
                  <a:schemeClr val="bg1"/>
                </a:solidFill>
              </a:rPr>
              <a:t>解得</a:t>
            </a:r>
          </a:p>
        </p:txBody>
      </p:sp>
      <p:sp>
        <p:nvSpPr>
          <p:cNvPr id="14" name="Rectangle 5">
            <a:extLst>
              <a:ext uri="{FF2B5EF4-FFF2-40B4-BE49-F238E27FC236}">
                <a16:creationId xmlns:a16="http://schemas.microsoft.com/office/drawing/2014/main" id="{D8F9CB2D-C8ED-48F8-94E6-3F9C8B005B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4213" y="5565775"/>
            <a:ext cx="7959725" cy="1006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5000"/>
              </a:lnSpc>
            </a:pPr>
            <a:r>
              <a:rPr lang="zh-CN" altLang="en-US">
                <a:solidFill>
                  <a:schemeClr val="bg1"/>
                </a:solidFill>
                <a:ea typeface="楷体_GB2312" pitchFamily="49" charset="-122"/>
              </a:rPr>
              <a:t>利用</a:t>
            </a:r>
            <a:r>
              <a:rPr lang="zh-CN" altLang="en-US">
                <a:solidFill>
                  <a:srgbClr val="FFFF00"/>
                </a:solidFill>
                <a:ea typeface="楷体_GB2312" pitchFamily="49" charset="-122"/>
              </a:rPr>
              <a:t>可逆循环原理</a:t>
            </a:r>
            <a:r>
              <a:rPr lang="zh-CN" altLang="en-US">
                <a:solidFill>
                  <a:schemeClr val="bg1"/>
                </a:solidFill>
                <a:ea typeface="楷体_GB2312" pitchFamily="49" charset="-122"/>
              </a:rPr>
              <a:t>制作的空调装置既可加热，又可降温，</a:t>
            </a:r>
            <a:endParaRPr lang="en-US" altLang="zh-CN">
              <a:solidFill>
                <a:schemeClr val="bg1"/>
              </a:solidFill>
              <a:ea typeface="楷体_GB2312" pitchFamily="49" charset="-122"/>
            </a:endParaRPr>
          </a:p>
          <a:p>
            <a:pPr eaLnBrk="1" hangingPunct="1">
              <a:lnSpc>
                <a:spcPct val="125000"/>
              </a:lnSpc>
            </a:pPr>
            <a:r>
              <a:rPr lang="zh-CN" altLang="en-US">
                <a:solidFill>
                  <a:schemeClr val="bg1"/>
                </a:solidFill>
                <a:ea typeface="楷体_GB2312" pitchFamily="49" charset="-122"/>
              </a:rPr>
              <a:t>这即是所谓的</a:t>
            </a:r>
            <a:r>
              <a:rPr lang="zh-CN" altLang="en-US">
                <a:solidFill>
                  <a:srgbClr val="FFFF00"/>
                </a:solidFill>
                <a:ea typeface="楷体_GB2312" pitchFamily="49" charset="-122"/>
              </a:rPr>
              <a:t>冷暖双制空调</a:t>
            </a:r>
            <a:r>
              <a:rPr lang="zh-CN" altLang="en-US">
                <a:solidFill>
                  <a:schemeClr val="bg1"/>
                </a:solidFill>
                <a:ea typeface="楷体_GB2312" pitchFamily="49" charset="-122"/>
              </a:rPr>
              <a:t>。</a:t>
            </a:r>
          </a:p>
        </p:txBody>
      </p:sp>
      <p:sp>
        <p:nvSpPr>
          <p:cNvPr id="15376" name="灯片编号占位符 1">
            <a:extLst>
              <a:ext uri="{FF2B5EF4-FFF2-40B4-BE49-F238E27FC236}">
                <a16:creationId xmlns:a16="http://schemas.microsoft.com/office/drawing/2014/main" id="{948E70CE-BB46-47B4-8501-CDA93572BAEA}"/>
              </a:ext>
            </a:extLst>
          </p:cNvPr>
          <p:cNvSpPr txBox="1">
            <a:spLocks/>
          </p:cNvSpPr>
          <p:nvPr/>
        </p:nvSpPr>
        <p:spPr bwMode="auto">
          <a:xfrm>
            <a:off x="0" y="6381750"/>
            <a:ext cx="213360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B982ABF1-124C-4A29-AEC5-229A2AB2AA5F}" type="slidenum">
              <a:rPr lang="en-US" altLang="zh-CN" b="0">
                <a:solidFill>
                  <a:srgbClr val="FF00FF"/>
                </a:solidFill>
              </a:rPr>
              <a:pPr eaLnBrk="1" hangingPunct="1"/>
              <a:t>19</a:t>
            </a:fld>
            <a:r>
              <a:rPr lang="en-US" altLang="zh-CN" b="0">
                <a:solidFill>
                  <a:srgbClr val="FF00FF"/>
                </a:solidFill>
              </a:rPr>
              <a:t>/28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25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25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25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25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25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225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225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225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225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 nodeType="clickPar">
                      <p:stCondLst>
                        <p:cond delay="indefinite"/>
                      </p:stCondLst>
                      <p:childTnLst>
                        <p:par>
                          <p:cTn id="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532" grpId="0"/>
      <p:bldP spid="22537" grpId="0"/>
      <p:bldP spid="12" grpId="0"/>
      <p:bldP spid="14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Text Box 2">
            <a:extLst>
              <a:ext uri="{FF2B5EF4-FFF2-40B4-BE49-F238E27FC236}">
                <a16:creationId xmlns:a16="http://schemas.microsoft.com/office/drawing/2014/main" id="{23B3B87A-25C0-4BCC-BFCD-BE8F53457DC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5813" y="1500188"/>
            <a:ext cx="7786687" cy="1289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ts val="3200"/>
              </a:lnSpc>
            </a:pPr>
            <a:r>
              <a:rPr lang="zh-CN" altLang="en-US" dirty="0">
                <a:solidFill>
                  <a:srgbClr val="00FFFF"/>
                </a:solidFill>
              </a:rPr>
              <a:t>问题的提出：</a:t>
            </a:r>
            <a:r>
              <a:rPr lang="zh-CN" altLang="en-US" dirty="0">
                <a:solidFill>
                  <a:schemeClr val="bg1"/>
                </a:solidFill>
              </a:rPr>
              <a:t>怎么样从气体的微观构成出发，结合力学</a:t>
            </a:r>
            <a:endParaRPr lang="en-US" altLang="zh-CN" dirty="0">
              <a:solidFill>
                <a:schemeClr val="bg1"/>
              </a:solidFill>
            </a:endParaRPr>
          </a:p>
          <a:p>
            <a:pPr eaLnBrk="1" hangingPunct="1">
              <a:lnSpc>
                <a:spcPts val="3200"/>
              </a:lnSpc>
            </a:pPr>
            <a:r>
              <a:rPr lang="en-US" altLang="zh-CN" dirty="0">
                <a:solidFill>
                  <a:schemeClr val="bg1"/>
                </a:solidFill>
              </a:rPr>
              <a:t>                         </a:t>
            </a:r>
            <a:r>
              <a:rPr lang="zh-CN" altLang="en-US" dirty="0">
                <a:solidFill>
                  <a:schemeClr val="bg1"/>
                </a:solidFill>
              </a:rPr>
              <a:t>理论得到宏观的热力学理论，并推广至一</a:t>
            </a:r>
            <a:endParaRPr lang="en-US" altLang="zh-CN" dirty="0">
              <a:solidFill>
                <a:schemeClr val="bg1"/>
              </a:solidFill>
            </a:endParaRPr>
          </a:p>
          <a:p>
            <a:pPr eaLnBrk="1" hangingPunct="1">
              <a:lnSpc>
                <a:spcPts val="3200"/>
              </a:lnSpc>
            </a:pPr>
            <a:r>
              <a:rPr lang="en-US" altLang="zh-CN" dirty="0">
                <a:solidFill>
                  <a:schemeClr val="bg1"/>
                </a:solidFill>
              </a:rPr>
              <a:t>                         </a:t>
            </a:r>
            <a:r>
              <a:rPr lang="zh-CN" altLang="en-US" dirty="0">
                <a:solidFill>
                  <a:schemeClr val="bg1"/>
                </a:solidFill>
              </a:rPr>
              <a:t>般系统？ </a:t>
            </a:r>
          </a:p>
        </p:txBody>
      </p:sp>
      <p:sp>
        <p:nvSpPr>
          <p:cNvPr id="21507" name="Text Box 3">
            <a:extLst>
              <a:ext uri="{FF2B5EF4-FFF2-40B4-BE49-F238E27FC236}">
                <a16:creationId xmlns:a16="http://schemas.microsoft.com/office/drawing/2014/main" id="{87291E2F-7819-4219-AD54-94168C08492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5813" y="2924944"/>
            <a:ext cx="7643812" cy="1289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ts val="3200"/>
              </a:lnSpc>
            </a:pPr>
            <a:r>
              <a:rPr lang="zh-CN" altLang="en-US" dirty="0">
                <a:solidFill>
                  <a:srgbClr val="00FFFF"/>
                </a:solidFill>
              </a:rPr>
              <a:t>解决的方法：</a:t>
            </a:r>
            <a:r>
              <a:rPr lang="en-US" altLang="zh-CN" dirty="0">
                <a:solidFill>
                  <a:schemeClr val="bg1"/>
                </a:solidFill>
              </a:rPr>
              <a:t>1. </a:t>
            </a:r>
            <a:r>
              <a:rPr lang="zh-CN" altLang="en-US" dirty="0">
                <a:solidFill>
                  <a:schemeClr val="bg1"/>
                </a:solidFill>
              </a:rPr>
              <a:t>力学理论体系（牛顿力学、电磁学、量</a:t>
            </a:r>
            <a:endParaRPr lang="en-US" altLang="zh-CN" dirty="0">
              <a:solidFill>
                <a:schemeClr val="bg1"/>
              </a:solidFill>
            </a:endParaRPr>
          </a:p>
          <a:p>
            <a:pPr eaLnBrk="1" hangingPunct="1">
              <a:lnSpc>
                <a:spcPts val="3200"/>
              </a:lnSpc>
            </a:pPr>
            <a:r>
              <a:rPr lang="en-US" altLang="zh-CN" dirty="0">
                <a:solidFill>
                  <a:schemeClr val="bg1"/>
                </a:solidFill>
              </a:rPr>
              <a:t>                        </a:t>
            </a:r>
            <a:r>
              <a:rPr lang="zh-CN" altLang="en-US" dirty="0">
                <a:solidFill>
                  <a:schemeClr val="bg1"/>
                </a:solidFill>
              </a:rPr>
              <a:t>子力学）；</a:t>
            </a:r>
          </a:p>
          <a:p>
            <a:pPr eaLnBrk="1" hangingPunct="1">
              <a:lnSpc>
                <a:spcPts val="3200"/>
              </a:lnSpc>
            </a:pPr>
            <a:r>
              <a:rPr lang="zh-CN" altLang="en-US" dirty="0">
                <a:solidFill>
                  <a:schemeClr val="bg1"/>
                </a:solidFill>
              </a:rPr>
              <a:t>                        </a:t>
            </a:r>
            <a:r>
              <a:rPr lang="en-US" altLang="zh-CN" dirty="0">
                <a:solidFill>
                  <a:schemeClr val="bg1"/>
                </a:solidFill>
              </a:rPr>
              <a:t>2. </a:t>
            </a:r>
            <a:r>
              <a:rPr lang="zh-CN" altLang="en-US" dirty="0">
                <a:solidFill>
                  <a:schemeClr val="bg1"/>
                </a:solidFill>
              </a:rPr>
              <a:t>统计物理学的思想方法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F043B77-BEA0-4A3E-95B5-A466D07056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82688" y="285750"/>
            <a:ext cx="7818437" cy="1016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pPr>
              <a:defRPr/>
            </a:pPr>
            <a:r>
              <a:rPr lang="zh-CN" altLang="en-US" sz="6000" b="0" dirty="0">
                <a:solidFill>
                  <a:srgbClr val="FF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隶书" pitchFamily="49" charset="-122"/>
                <a:ea typeface="隶书" pitchFamily="49" charset="-122"/>
              </a:rPr>
              <a:t>第</a:t>
            </a:r>
            <a:r>
              <a:rPr lang="en-US" altLang="zh-CN" sz="6000" b="0" dirty="0">
                <a:solidFill>
                  <a:srgbClr val="FF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隶书" pitchFamily="49" charset="-122"/>
                <a:ea typeface="隶书" pitchFamily="49" charset="-122"/>
              </a:rPr>
              <a:t>12</a:t>
            </a:r>
            <a:r>
              <a:rPr lang="zh-CN" altLang="en-US" sz="6000" b="0" dirty="0">
                <a:solidFill>
                  <a:srgbClr val="FF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隶书" pitchFamily="49" charset="-122"/>
                <a:ea typeface="隶书" pitchFamily="49" charset="-122"/>
              </a:rPr>
              <a:t>章 气体动理论</a:t>
            </a:r>
            <a:endParaRPr lang="zh-CN" altLang="en-US" sz="6000" dirty="0">
              <a:solidFill>
                <a:srgbClr val="FFFF00"/>
              </a:solidFill>
              <a:effectLst>
                <a:outerShdw blurRad="38100" dist="38100" dir="2700000" algn="tl">
                  <a:srgbClr val="FFFFFF"/>
                </a:outerShdw>
              </a:effectLst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20485" name="灯片编号占位符 1">
            <a:extLst>
              <a:ext uri="{FF2B5EF4-FFF2-40B4-BE49-F238E27FC236}">
                <a16:creationId xmlns:a16="http://schemas.microsoft.com/office/drawing/2014/main" id="{B73A665A-1174-4445-95CF-1988E26C5403}"/>
              </a:ext>
            </a:extLst>
          </p:cNvPr>
          <p:cNvSpPr txBox="1">
            <a:spLocks/>
          </p:cNvSpPr>
          <p:nvPr/>
        </p:nvSpPr>
        <p:spPr bwMode="auto">
          <a:xfrm>
            <a:off x="0" y="6381750"/>
            <a:ext cx="213360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FA0DA7BA-C159-44D4-8D8A-84021CA74B76}" type="slidenum">
              <a:rPr lang="en-US" altLang="zh-CN" b="0">
                <a:solidFill>
                  <a:srgbClr val="FF00FF"/>
                </a:solidFill>
              </a:rPr>
              <a:pPr eaLnBrk="1" hangingPunct="1"/>
              <a:t>20</a:t>
            </a:fld>
            <a:r>
              <a:rPr lang="en-US" altLang="zh-CN" b="0">
                <a:solidFill>
                  <a:srgbClr val="FF00FF"/>
                </a:solidFill>
              </a:rPr>
              <a:t>/28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CA43BEAA-17AA-4CA7-8D4F-DF84C52120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2938" y="4467225"/>
            <a:ext cx="185737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rgbClr val="FFFF00"/>
                </a:solidFill>
              </a:rPr>
              <a:t>气体动理论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51DC0F4-A24C-4C65-BD3A-59D2063B1E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71813" y="4467225"/>
            <a:ext cx="5929312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chemeClr val="bg1"/>
                </a:solidFill>
              </a:rPr>
              <a:t>大量气体分子热运动的基本特征与规律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AD6BE0AA-7348-40C2-9421-75834FAB4B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28750" y="5110163"/>
            <a:ext cx="4786313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rgbClr val="FFFF00"/>
                </a:solidFill>
              </a:rPr>
              <a:t>微观理论：</a:t>
            </a:r>
            <a:r>
              <a:rPr lang="zh-CN" altLang="en-US">
                <a:solidFill>
                  <a:schemeClr val="bg1"/>
                </a:solidFill>
              </a:rPr>
              <a:t>理想气体的微观模型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41BE595A-241B-40F7-AFBF-EE4E79511E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72250" y="5110163"/>
            <a:ext cx="214312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rgbClr val="FFFF00"/>
                </a:solidFill>
              </a:rPr>
              <a:t>气体压强公式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B2797C48-346C-4BA8-B8C6-ACBEC7F9E0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15000" y="5895975"/>
            <a:ext cx="22860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rgbClr val="FFFF00"/>
                </a:solidFill>
              </a:rPr>
              <a:t>气体温度公式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F8102609-C3DA-429B-AEFF-486CAD556C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0125" y="5895975"/>
            <a:ext cx="4786313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rgbClr val="FFFF00"/>
                </a:solidFill>
              </a:rPr>
              <a:t>分子热运动所遵循统计规律</a:t>
            </a:r>
          </a:p>
        </p:txBody>
      </p:sp>
      <p:cxnSp>
        <p:nvCxnSpPr>
          <p:cNvPr id="21" name="直接连接符 20">
            <a:extLst>
              <a:ext uri="{FF2B5EF4-FFF2-40B4-BE49-F238E27FC236}">
                <a16:creationId xmlns:a16="http://schemas.microsoft.com/office/drawing/2014/main" id="{72006810-1F6C-4D1A-9C3C-3F900771E3FA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2357438" y="4714875"/>
            <a:ext cx="714375" cy="1588"/>
          </a:xfrm>
          <a:prstGeom prst="line">
            <a:avLst/>
          </a:prstGeom>
          <a:noFill/>
          <a:ln w="25400" algn="ctr">
            <a:solidFill>
              <a:srgbClr val="FF0000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2" name="直接连接符 21">
            <a:extLst>
              <a:ext uri="{FF2B5EF4-FFF2-40B4-BE49-F238E27FC236}">
                <a16:creationId xmlns:a16="http://schemas.microsoft.com/office/drawing/2014/main" id="{9B7264D4-0954-4B7A-A33D-501DFAAA68BE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5929313" y="5357813"/>
            <a:ext cx="714375" cy="1587"/>
          </a:xfrm>
          <a:prstGeom prst="line">
            <a:avLst/>
          </a:prstGeom>
          <a:noFill/>
          <a:ln w="25400" algn="ctr">
            <a:solidFill>
              <a:srgbClr val="FF0000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grpSp>
        <p:nvGrpSpPr>
          <p:cNvPr id="2" name="组合 28">
            <a:extLst>
              <a:ext uri="{FF2B5EF4-FFF2-40B4-BE49-F238E27FC236}">
                <a16:creationId xmlns:a16="http://schemas.microsoft.com/office/drawing/2014/main" id="{521A056C-654E-4015-A710-113D619DEBF0}"/>
              </a:ext>
            </a:extLst>
          </p:cNvPr>
          <p:cNvGrpSpPr>
            <a:grpSpLocks/>
          </p:cNvGrpSpPr>
          <p:nvPr/>
        </p:nvGrpSpPr>
        <p:grpSpPr bwMode="auto">
          <a:xfrm>
            <a:off x="7858125" y="5356225"/>
            <a:ext cx="928688" cy="787400"/>
            <a:chOff x="7858148" y="5286388"/>
            <a:chExt cx="929488" cy="787406"/>
          </a:xfrm>
        </p:grpSpPr>
        <p:cxnSp>
          <p:nvCxnSpPr>
            <p:cNvPr id="20500" name="直接连接符 23">
              <a:extLst>
                <a:ext uri="{FF2B5EF4-FFF2-40B4-BE49-F238E27FC236}">
                  <a16:creationId xmlns:a16="http://schemas.microsoft.com/office/drawing/2014/main" id="{7A9FB073-CAC6-4920-BA95-B60E83106570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8643966" y="5286388"/>
              <a:ext cx="142876" cy="1588"/>
            </a:xfrm>
            <a:prstGeom prst="line">
              <a:avLst/>
            </a:prstGeom>
            <a:noFill/>
            <a:ln w="25400" algn="ctr">
              <a:solidFill>
                <a:srgbClr val="FF0000"/>
              </a:solidFill>
              <a:round/>
              <a:headEnd/>
              <a:tailEnd type="non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0501" name="直接连接符 25">
              <a:extLst>
                <a:ext uri="{FF2B5EF4-FFF2-40B4-BE49-F238E27FC236}">
                  <a16:creationId xmlns:a16="http://schemas.microsoft.com/office/drawing/2014/main" id="{6F1DF111-F21F-41CA-B1C0-B7729EBEC9E9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rot="5400000">
              <a:off x="8393933" y="5679297"/>
              <a:ext cx="785818" cy="1588"/>
            </a:xfrm>
            <a:prstGeom prst="line">
              <a:avLst/>
            </a:prstGeom>
            <a:noFill/>
            <a:ln w="25400" algn="ctr">
              <a:solidFill>
                <a:srgbClr val="FF0000"/>
              </a:solidFill>
              <a:round/>
              <a:headEnd/>
              <a:tailEnd type="non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0502" name="直接连接符 27">
              <a:extLst>
                <a:ext uri="{FF2B5EF4-FFF2-40B4-BE49-F238E27FC236}">
                  <a16:creationId xmlns:a16="http://schemas.microsoft.com/office/drawing/2014/main" id="{45BF8834-D19B-4CBF-B7A7-F6A02FD32FFD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rot="10800000">
              <a:off x="7858148" y="6072206"/>
              <a:ext cx="928694" cy="1588"/>
            </a:xfrm>
            <a:prstGeom prst="line">
              <a:avLst/>
            </a:prstGeom>
            <a:noFill/>
            <a:ln w="25400" algn="ctr">
              <a:solidFill>
                <a:srgbClr val="FF0000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cxnSp>
        <p:nvCxnSpPr>
          <p:cNvPr id="30" name="直接连接符 29">
            <a:extLst>
              <a:ext uri="{FF2B5EF4-FFF2-40B4-BE49-F238E27FC236}">
                <a16:creationId xmlns:a16="http://schemas.microsoft.com/office/drawing/2014/main" id="{8D913E3A-F1DD-47EE-BA06-1C30F6A5E2F7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4929188" y="6143625"/>
            <a:ext cx="714375" cy="1588"/>
          </a:xfrm>
          <a:prstGeom prst="line">
            <a:avLst/>
          </a:prstGeom>
          <a:noFill/>
          <a:ln w="25400" algn="ctr">
            <a:solidFill>
              <a:srgbClr val="FF0000"/>
            </a:solidFill>
            <a:round/>
            <a:headEnd type="triangle" w="med" len="lg"/>
            <a:tailEnd type="non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grpSp>
        <p:nvGrpSpPr>
          <p:cNvPr id="3" name="组合 36">
            <a:extLst>
              <a:ext uri="{FF2B5EF4-FFF2-40B4-BE49-F238E27FC236}">
                <a16:creationId xmlns:a16="http://schemas.microsoft.com/office/drawing/2014/main" id="{EAAB6541-A2BE-4A71-B4DE-807718E58198}"/>
              </a:ext>
            </a:extLst>
          </p:cNvPr>
          <p:cNvGrpSpPr>
            <a:grpSpLocks/>
          </p:cNvGrpSpPr>
          <p:nvPr/>
        </p:nvGrpSpPr>
        <p:grpSpPr bwMode="auto">
          <a:xfrm>
            <a:off x="428625" y="4714875"/>
            <a:ext cx="571500" cy="1430338"/>
            <a:chOff x="356364" y="4714884"/>
            <a:chExt cx="572298" cy="1430348"/>
          </a:xfrm>
        </p:grpSpPr>
        <p:cxnSp>
          <p:nvCxnSpPr>
            <p:cNvPr id="20497" name="直接连接符 31">
              <a:extLst>
                <a:ext uri="{FF2B5EF4-FFF2-40B4-BE49-F238E27FC236}">
                  <a16:creationId xmlns:a16="http://schemas.microsoft.com/office/drawing/2014/main" id="{61EBC6BD-693B-4CBC-BD52-0449A5A19927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rot="10800000">
              <a:off x="357158" y="6143644"/>
              <a:ext cx="571504" cy="1588"/>
            </a:xfrm>
            <a:prstGeom prst="line">
              <a:avLst/>
            </a:prstGeom>
            <a:noFill/>
            <a:ln w="25400" algn="ctr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0498" name="直接连接符 33">
              <a:extLst>
                <a:ext uri="{FF2B5EF4-FFF2-40B4-BE49-F238E27FC236}">
                  <a16:creationId xmlns:a16="http://schemas.microsoft.com/office/drawing/2014/main" id="{E2D5EC7A-2E50-44BF-87FF-0321AEA593E6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rot="5400000" flipH="1" flipV="1">
              <a:off x="-357222" y="5429264"/>
              <a:ext cx="1428760" cy="1588"/>
            </a:xfrm>
            <a:prstGeom prst="line">
              <a:avLst/>
            </a:prstGeom>
            <a:noFill/>
            <a:ln w="25400" algn="ctr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0499" name="直接连接符 35">
              <a:extLst>
                <a:ext uri="{FF2B5EF4-FFF2-40B4-BE49-F238E27FC236}">
                  <a16:creationId xmlns:a16="http://schemas.microsoft.com/office/drawing/2014/main" id="{D30DFE9B-3F3E-4D74-969B-FEEB51581D26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357158" y="4714884"/>
              <a:ext cx="214314" cy="1588"/>
            </a:xfrm>
            <a:prstGeom prst="line">
              <a:avLst/>
            </a:prstGeom>
            <a:noFill/>
            <a:ln w="25400" algn="ctr">
              <a:solidFill>
                <a:srgbClr val="FF0000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215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215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3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2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9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1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65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506" grpId="0"/>
      <p:bldP spid="21507" grpId="0"/>
      <p:bldP spid="7" grpId="0"/>
      <p:bldP spid="6" grpId="0"/>
      <p:bldP spid="8" grpId="0"/>
      <p:bldP spid="9" grpId="0"/>
      <p:bldP spid="10" grpId="0"/>
      <p:bldP spid="11" grpId="0"/>
      <p:bldP spid="12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2BA688C0-876C-4F0C-A7DD-F65191EF19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06600" y="333375"/>
            <a:ext cx="50927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3200">
                <a:solidFill>
                  <a:srgbClr val="00FF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§</a:t>
            </a:r>
            <a:r>
              <a:rPr lang="en-US" altLang="zh-CN" sz="3200">
                <a:solidFill>
                  <a:srgbClr val="00FF00"/>
                </a:solidFill>
                <a:ea typeface="黑体" panose="02010609060101010101" pitchFamily="49" charset="-122"/>
              </a:rPr>
              <a:t>12.1 </a:t>
            </a:r>
            <a:r>
              <a:rPr lang="zh-CN" altLang="en-US" sz="3200">
                <a:solidFill>
                  <a:srgbClr val="00FF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分子运动的基本概念</a:t>
            </a:r>
          </a:p>
        </p:txBody>
      </p:sp>
      <p:sp>
        <p:nvSpPr>
          <p:cNvPr id="7171" name="Text Box 3">
            <a:extLst>
              <a:ext uri="{FF2B5EF4-FFF2-40B4-BE49-F238E27FC236}">
                <a16:creationId xmlns:a16="http://schemas.microsoft.com/office/drawing/2014/main" id="{7804ED26-A02A-4DE5-A32E-3B7002C3588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2450" y="1052513"/>
            <a:ext cx="3732213" cy="519112"/>
          </a:xfrm>
          <a:prstGeom prst="rect">
            <a:avLst/>
          </a:prstGeom>
          <a:solidFill>
            <a:srgbClr val="003366">
              <a:alpha val="10196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>
                <a:solidFill>
                  <a:srgbClr val="FFFF00"/>
                </a:solidFill>
              </a:rPr>
              <a:t>分子运动的基本观点</a:t>
            </a:r>
            <a:endParaRPr lang="zh-CN" altLang="en-US" b="0">
              <a:solidFill>
                <a:srgbClr val="FFFF00"/>
              </a:solidFill>
            </a:endParaRPr>
          </a:p>
        </p:txBody>
      </p:sp>
      <p:sp>
        <p:nvSpPr>
          <p:cNvPr id="7172" name="Text Box 4">
            <a:extLst>
              <a:ext uri="{FF2B5EF4-FFF2-40B4-BE49-F238E27FC236}">
                <a16:creationId xmlns:a16="http://schemas.microsoft.com/office/drawing/2014/main" id="{9A632CBF-7F36-4A12-ADB0-1EF441BB319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7188" y="1603375"/>
            <a:ext cx="8501062" cy="1016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457200" indent="-457200">
              <a:lnSpc>
                <a:spcPct val="125000"/>
              </a:lnSpc>
              <a:defRPr/>
            </a:pPr>
            <a:r>
              <a:rPr lang="en-US" altLang="zh-CN" dirty="0">
                <a:solidFill>
                  <a:schemeClr val="bg1"/>
                </a:solidFill>
                <a:latin typeface="+mn-lt"/>
              </a:rPr>
              <a:t>1. </a:t>
            </a:r>
            <a:r>
              <a:rPr lang="zh-CN" altLang="en-US" dirty="0">
                <a:solidFill>
                  <a:schemeClr val="bg1"/>
                </a:solidFill>
                <a:latin typeface="宋体" pitchFamily="2" charset="-122"/>
              </a:rPr>
              <a:t>宏观物体由大量粒子（分子、原子等）组成，分子之间存在</a:t>
            </a:r>
            <a:endParaRPr lang="en-US" altLang="zh-CN" dirty="0">
              <a:solidFill>
                <a:schemeClr val="bg1"/>
              </a:solidFill>
              <a:latin typeface="宋体" pitchFamily="2" charset="-122"/>
            </a:endParaRPr>
          </a:p>
          <a:p>
            <a:pPr marL="457200" indent="-457200">
              <a:lnSpc>
                <a:spcPct val="125000"/>
              </a:lnSpc>
              <a:defRPr/>
            </a:pPr>
            <a:r>
              <a:rPr lang="en-US" altLang="zh-CN" dirty="0">
                <a:solidFill>
                  <a:schemeClr val="bg1"/>
                </a:solidFill>
                <a:latin typeface="宋体" pitchFamily="2" charset="-122"/>
              </a:rPr>
              <a:t>  </a:t>
            </a:r>
            <a:r>
              <a:rPr lang="zh-CN" altLang="en-US" dirty="0">
                <a:solidFill>
                  <a:schemeClr val="bg1"/>
                </a:solidFill>
                <a:latin typeface="宋体" pitchFamily="2" charset="-122"/>
              </a:rPr>
              <a:t>一定的空隙</a:t>
            </a:r>
          </a:p>
        </p:txBody>
      </p:sp>
      <p:sp>
        <p:nvSpPr>
          <p:cNvPr id="7173" name="Text Box 5">
            <a:extLst>
              <a:ext uri="{FF2B5EF4-FFF2-40B4-BE49-F238E27FC236}">
                <a16:creationId xmlns:a16="http://schemas.microsoft.com/office/drawing/2014/main" id="{2C19D328-997D-4786-87B8-428C5FB8DD3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5925" y="3789363"/>
            <a:ext cx="6172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>
                <a:solidFill>
                  <a:schemeClr val="bg1"/>
                </a:solidFill>
              </a:rPr>
              <a:t>2. </a:t>
            </a:r>
            <a:r>
              <a:rPr lang="zh-CN" altLang="en-US">
                <a:solidFill>
                  <a:schemeClr val="bg1"/>
                </a:solidFill>
              </a:rPr>
              <a:t>分子在永不停息地作无序热运动 </a:t>
            </a:r>
          </a:p>
        </p:txBody>
      </p:sp>
      <p:sp>
        <p:nvSpPr>
          <p:cNvPr id="7174" name="Text Box 6">
            <a:extLst>
              <a:ext uri="{FF2B5EF4-FFF2-40B4-BE49-F238E27FC236}">
                <a16:creationId xmlns:a16="http://schemas.microsoft.com/office/drawing/2014/main" id="{2339CF2F-2303-493B-95C8-FE860435A0E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28750" y="4437063"/>
            <a:ext cx="51657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>
                <a:solidFill>
                  <a:schemeClr val="bg1"/>
                </a:solidFill>
                <a:ea typeface="楷体_GB2312" pitchFamily="49" charset="-122"/>
              </a:rPr>
              <a:t>(1) </a:t>
            </a:r>
            <a:r>
              <a:rPr lang="zh-CN" altLang="en-US">
                <a:solidFill>
                  <a:schemeClr val="bg1"/>
                </a:solidFill>
                <a:ea typeface="楷体_GB2312" pitchFamily="49" charset="-122"/>
              </a:rPr>
              <a:t>气体、液体、固体的扩散</a:t>
            </a:r>
          </a:p>
        </p:txBody>
      </p:sp>
      <p:sp>
        <p:nvSpPr>
          <p:cNvPr id="7175" name="AutoShape 7">
            <a:extLst>
              <a:ext uri="{FF2B5EF4-FFF2-40B4-BE49-F238E27FC236}">
                <a16:creationId xmlns:a16="http://schemas.microsoft.com/office/drawing/2014/main" id="{BD6AB35A-4A93-46CC-91B4-430FAB33E2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4575" y="5300663"/>
            <a:ext cx="2232025" cy="433387"/>
          </a:xfrm>
          <a:prstGeom prst="wedgeRectCallout">
            <a:avLst>
              <a:gd name="adj1" fmla="val 34903"/>
              <a:gd name="adj2" fmla="val -152778"/>
            </a:avLst>
          </a:prstGeom>
          <a:solidFill>
            <a:srgbClr val="003366">
              <a:alpha val="10980"/>
            </a:srgbClr>
          </a:solidFill>
          <a:ln w="12700">
            <a:solidFill>
              <a:schemeClr val="folHlink"/>
            </a:solidFill>
            <a:miter lim="800000"/>
            <a:headEnd/>
            <a:tailEnd/>
          </a:ln>
        </p:spPr>
        <p:txBody>
          <a:bodyPr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000">
                <a:solidFill>
                  <a:schemeClr val="bg1"/>
                </a:solidFill>
                <a:ea typeface="楷体_GB2312" pitchFamily="49" charset="-122"/>
              </a:rPr>
              <a:t>水和墨水的混合</a:t>
            </a:r>
          </a:p>
          <a:p>
            <a:pPr eaLnBrk="1" hangingPunct="1"/>
            <a:endParaRPr lang="en-US" altLang="zh-CN" sz="2000">
              <a:solidFill>
                <a:schemeClr val="bg1"/>
              </a:solidFill>
              <a:ea typeface="楷体_GB2312" pitchFamily="49" charset="-122"/>
            </a:endParaRPr>
          </a:p>
        </p:txBody>
      </p:sp>
      <p:sp>
        <p:nvSpPr>
          <p:cNvPr id="7176" name="AutoShape 8">
            <a:extLst>
              <a:ext uri="{FF2B5EF4-FFF2-40B4-BE49-F238E27FC236}">
                <a16:creationId xmlns:a16="http://schemas.microsoft.com/office/drawing/2014/main" id="{32CD2EE5-CC3E-46A2-A663-011B520265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36963" y="5300663"/>
            <a:ext cx="2376487" cy="433387"/>
          </a:xfrm>
          <a:prstGeom prst="wedgeRectCallout">
            <a:avLst>
              <a:gd name="adj1" fmla="val -34958"/>
              <a:gd name="adj2" fmla="val -156801"/>
            </a:avLst>
          </a:prstGeom>
          <a:solidFill>
            <a:srgbClr val="003366">
              <a:alpha val="10196"/>
            </a:srgbClr>
          </a:solidFill>
          <a:ln w="19050">
            <a:solidFill>
              <a:schemeClr val="folHlink"/>
            </a:solidFill>
            <a:miter lim="800000"/>
            <a:headEnd/>
            <a:tailEnd/>
          </a:ln>
        </p:spPr>
        <p:txBody>
          <a:bodyPr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>
                <a:solidFill>
                  <a:schemeClr val="bg1"/>
                </a:solidFill>
              </a:rPr>
              <a:t> </a:t>
            </a:r>
            <a:r>
              <a:rPr lang="zh-CN" altLang="en-US" sz="2000">
                <a:solidFill>
                  <a:schemeClr val="bg1"/>
                </a:solidFill>
                <a:ea typeface="楷体_GB2312" pitchFamily="49" charset="-122"/>
              </a:rPr>
              <a:t>相互压紧的金属板</a:t>
            </a:r>
          </a:p>
        </p:txBody>
      </p:sp>
      <p:sp>
        <p:nvSpPr>
          <p:cNvPr id="7177" name="Text Box 9">
            <a:extLst>
              <a:ext uri="{FF2B5EF4-FFF2-40B4-BE49-F238E27FC236}">
                <a16:creationId xmlns:a16="http://schemas.microsoft.com/office/drawing/2014/main" id="{BC10EEC9-58F2-4699-9AC7-E0557DD6194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1500" y="2643188"/>
            <a:ext cx="1098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rgbClr val="66FFFF"/>
                </a:solidFill>
              </a:rPr>
              <a:t>例如：</a:t>
            </a:r>
          </a:p>
        </p:txBody>
      </p:sp>
      <p:sp>
        <p:nvSpPr>
          <p:cNvPr id="7178" name="Text Box 10">
            <a:extLst>
              <a:ext uri="{FF2B5EF4-FFF2-40B4-BE49-F238E27FC236}">
                <a16:creationId xmlns:a16="http://schemas.microsoft.com/office/drawing/2014/main" id="{665CF627-DFE6-436F-8331-FE5AB2434B2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28750" y="2643188"/>
            <a:ext cx="76438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>
                <a:solidFill>
                  <a:schemeClr val="bg1"/>
                </a:solidFill>
                <a:ea typeface="楷体_GB2312" pitchFamily="49" charset="-122"/>
              </a:rPr>
              <a:t>(1) </a:t>
            </a:r>
            <a:r>
              <a:rPr lang="zh-CN" altLang="en-US">
                <a:solidFill>
                  <a:schemeClr val="bg1"/>
                </a:solidFill>
                <a:ea typeface="楷体_GB2312" pitchFamily="49" charset="-122"/>
              </a:rPr>
              <a:t>标准状态下，</a:t>
            </a:r>
            <a:r>
              <a:rPr lang="en-US" altLang="zh-CN">
                <a:solidFill>
                  <a:srgbClr val="FFFF00"/>
                </a:solidFill>
              </a:rPr>
              <a:t>1cm</a:t>
            </a:r>
            <a:r>
              <a:rPr lang="en-US" altLang="zh-CN" baseline="40000">
                <a:solidFill>
                  <a:srgbClr val="FFFF00"/>
                </a:solidFill>
              </a:rPr>
              <a:t>3</a:t>
            </a:r>
            <a:r>
              <a:rPr lang="zh-CN" altLang="en-US">
                <a:solidFill>
                  <a:schemeClr val="bg1"/>
                </a:solidFill>
                <a:ea typeface="楷体_GB2312" pitchFamily="49" charset="-122"/>
              </a:rPr>
              <a:t>的空气中包含有</a:t>
            </a:r>
            <a:r>
              <a:rPr lang="en-US" altLang="zh-CN">
                <a:solidFill>
                  <a:srgbClr val="FFFF00"/>
                </a:solidFill>
              </a:rPr>
              <a:t>2.7×10</a:t>
            </a:r>
            <a:r>
              <a:rPr lang="en-US" altLang="zh-CN" baseline="40000">
                <a:solidFill>
                  <a:srgbClr val="FFFF00"/>
                </a:solidFill>
              </a:rPr>
              <a:t>19 </a:t>
            </a:r>
            <a:r>
              <a:rPr lang="zh-CN" altLang="en-US">
                <a:solidFill>
                  <a:schemeClr val="bg1"/>
                </a:solidFill>
                <a:ea typeface="楷体_GB2312" pitchFamily="49" charset="-122"/>
              </a:rPr>
              <a:t>个分子</a:t>
            </a:r>
          </a:p>
        </p:txBody>
      </p:sp>
      <p:sp>
        <p:nvSpPr>
          <p:cNvPr id="7179" name="Text Box 11">
            <a:extLst>
              <a:ext uri="{FF2B5EF4-FFF2-40B4-BE49-F238E27FC236}">
                <a16:creationId xmlns:a16="http://schemas.microsoft.com/office/drawing/2014/main" id="{BBDD9634-1351-4B6C-8FCD-05C7D5CBCFC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28750" y="3186113"/>
            <a:ext cx="43576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>
                <a:solidFill>
                  <a:schemeClr val="bg1"/>
                </a:solidFill>
              </a:rPr>
              <a:t>(2) </a:t>
            </a:r>
            <a:r>
              <a:rPr lang="zh-CN" altLang="en-US">
                <a:solidFill>
                  <a:schemeClr val="bg1"/>
                </a:solidFill>
                <a:ea typeface="楷体_GB2312" pitchFamily="49" charset="-122"/>
              </a:rPr>
              <a:t>水和酒精的混合</a:t>
            </a:r>
          </a:p>
        </p:txBody>
      </p:sp>
      <p:sp>
        <p:nvSpPr>
          <p:cNvPr id="7180" name="Rectangle 12">
            <a:extLst>
              <a:ext uri="{FF2B5EF4-FFF2-40B4-BE49-F238E27FC236}">
                <a16:creationId xmlns:a16="http://schemas.microsoft.com/office/drawing/2014/main" id="{6477D21E-A27C-4F85-849D-0069DEF6B4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1500" y="4437063"/>
            <a:ext cx="10953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rgbClr val="00FFFF"/>
                </a:solidFill>
              </a:rPr>
              <a:t>例如：</a:t>
            </a:r>
          </a:p>
        </p:txBody>
      </p:sp>
      <p:sp>
        <p:nvSpPr>
          <p:cNvPr id="7181" name="Rectangle 13">
            <a:extLst>
              <a:ext uri="{FF2B5EF4-FFF2-40B4-BE49-F238E27FC236}">
                <a16:creationId xmlns:a16="http://schemas.microsoft.com/office/drawing/2014/main" id="{B7681E75-EF39-4300-8EFD-02E776B362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28750" y="5929313"/>
            <a:ext cx="58578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>
                <a:solidFill>
                  <a:schemeClr val="bg1"/>
                </a:solidFill>
              </a:rPr>
              <a:t>(2) </a:t>
            </a:r>
            <a:r>
              <a:rPr lang="zh-CN" altLang="en-US">
                <a:solidFill>
                  <a:schemeClr val="bg1"/>
                </a:solidFill>
                <a:ea typeface="楷体_GB2312" pitchFamily="49" charset="-122"/>
              </a:rPr>
              <a:t>布朗运动（</a:t>
            </a:r>
            <a:r>
              <a:rPr lang="en-US" altLang="zh-CN">
                <a:solidFill>
                  <a:schemeClr val="bg1"/>
                </a:solidFill>
                <a:ea typeface="楷体_GB2312" pitchFamily="49" charset="-122"/>
              </a:rPr>
              <a:t>1827</a:t>
            </a:r>
            <a:r>
              <a:rPr lang="zh-CN" altLang="en-US">
                <a:solidFill>
                  <a:schemeClr val="bg1"/>
                </a:solidFill>
                <a:ea typeface="楷体_GB2312" pitchFamily="49" charset="-122"/>
              </a:rPr>
              <a:t>年苏格兰植物学家）</a:t>
            </a:r>
          </a:p>
        </p:txBody>
      </p:sp>
      <p:grpSp>
        <p:nvGrpSpPr>
          <p:cNvPr id="2" name="Group 35">
            <a:extLst>
              <a:ext uri="{FF2B5EF4-FFF2-40B4-BE49-F238E27FC236}">
                <a16:creationId xmlns:a16="http://schemas.microsoft.com/office/drawing/2014/main" id="{16C67DE1-BE2E-4BC7-B21B-E6526F7A2191}"/>
              </a:ext>
            </a:extLst>
          </p:cNvPr>
          <p:cNvGrpSpPr>
            <a:grpSpLocks/>
          </p:cNvGrpSpPr>
          <p:nvPr/>
        </p:nvGrpSpPr>
        <p:grpSpPr bwMode="auto">
          <a:xfrm>
            <a:off x="7011988" y="3390900"/>
            <a:ext cx="1774825" cy="2895600"/>
            <a:chOff x="4377" y="1979"/>
            <a:chExt cx="1118" cy="1824"/>
          </a:xfrm>
        </p:grpSpPr>
        <p:grpSp>
          <p:nvGrpSpPr>
            <p:cNvPr id="21520" name="Group 15">
              <a:extLst>
                <a:ext uri="{FF2B5EF4-FFF2-40B4-BE49-F238E27FC236}">
                  <a16:creationId xmlns:a16="http://schemas.microsoft.com/office/drawing/2014/main" id="{C5856FBE-5792-4489-9474-6F763ECD459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617" y="2520"/>
              <a:ext cx="192" cy="484"/>
              <a:chOff x="4896" y="2845"/>
              <a:chExt cx="192" cy="484"/>
            </a:xfrm>
          </p:grpSpPr>
          <p:sp>
            <p:nvSpPr>
              <p:cNvPr id="21538" name="Line 16">
                <a:extLst>
                  <a:ext uri="{FF2B5EF4-FFF2-40B4-BE49-F238E27FC236}">
                    <a16:creationId xmlns:a16="http://schemas.microsoft.com/office/drawing/2014/main" id="{461C1182-59C0-45B3-9186-D5F522CF50A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088" y="2845"/>
                <a:ext cx="0" cy="476"/>
              </a:xfrm>
              <a:prstGeom prst="line">
                <a:avLst/>
              </a:prstGeom>
              <a:noFill/>
              <a:ln w="38100">
                <a:solidFill>
                  <a:srgbClr val="00FFCC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1539" name="Line 17">
                <a:extLst>
                  <a:ext uri="{FF2B5EF4-FFF2-40B4-BE49-F238E27FC236}">
                    <a16:creationId xmlns:a16="http://schemas.microsoft.com/office/drawing/2014/main" id="{78050E26-08F1-4D41-8FC0-3D7F0E74CEC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896" y="2853"/>
                <a:ext cx="0" cy="476"/>
              </a:xfrm>
              <a:prstGeom prst="line">
                <a:avLst/>
              </a:prstGeom>
              <a:noFill/>
              <a:ln w="38100">
                <a:solidFill>
                  <a:srgbClr val="00FFCC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21521" name="Oval 18">
              <a:extLst>
                <a:ext uri="{FF2B5EF4-FFF2-40B4-BE49-F238E27FC236}">
                  <a16:creationId xmlns:a16="http://schemas.microsoft.com/office/drawing/2014/main" id="{4D434506-22BE-4C6C-82C6-C8656BEF811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25" y="1979"/>
              <a:ext cx="576" cy="576"/>
            </a:xfrm>
            <a:prstGeom prst="ellipse">
              <a:avLst/>
            </a:prstGeom>
            <a:noFill/>
            <a:ln w="38100">
              <a:solidFill>
                <a:srgbClr val="00FFC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graphicFrame>
          <p:nvGraphicFramePr>
            <p:cNvPr id="21522" name="Object 19">
              <a:extLst>
                <a:ext uri="{FF2B5EF4-FFF2-40B4-BE49-F238E27FC236}">
                  <a16:creationId xmlns:a16="http://schemas.microsoft.com/office/drawing/2014/main" id="{4D445956-34B2-468A-853E-04B82A6FFD6A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527" y="2143"/>
            <a:ext cx="315" cy="18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69676" name="公式" r:id="rId4" imgW="523869" imgH="276157" progId="Equation.3">
                    <p:embed/>
                  </p:oleObj>
                </mc:Choice>
                <mc:Fallback>
                  <p:oleObj name="公式" r:id="rId4" imgW="523869" imgH="276157" progId="Equation.3">
                    <p:embed/>
                    <p:pic>
                      <p:nvPicPr>
                        <p:cNvPr id="21522" name="Object 19">
                          <a:extLst>
                            <a:ext uri="{FF2B5EF4-FFF2-40B4-BE49-F238E27FC236}">
                              <a16:creationId xmlns:a16="http://schemas.microsoft.com/office/drawing/2014/main" id="{4D445956-34B2-468A-853E-04B82A6FFD6A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527" y="2143"/>
                          <a:ext cx="315" cy="18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1523" name="Line 20">
              <a:extLst>
                <a:ext uri="{FF2B5EF4-FFF2-40B4-BE49-F238E27FC236}">
                  <a16:creationId xmlns:a16="http://schemas.microsoft.com/office/drawing/2014/main" id="{3FB3CE41-1D64-4A8A-B85B-187476114FF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629" y="2552"/>
              <a:ext cx="168" cy="0"/>
            </a:xfrm>
            <a:prstGeom prst="line">
              <a:avLst/>
            </a:prstGeom>
            <a:noFill/>
            <a:ln w="82550">
              <a:solidFill>
                <a:srgbClr val="0033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524" name="AutoShape 21">
              <a:extLst>
                <a:ext uri="{FF2B5EF4-FFF2-40B4-BE49-F238E27FC236}">
                  <a16:creationId xmlns:a16="http://schemas.microsoft.com/office/drawing/2014/main" id="{96506EBB-24F8-4AF3-9DB0-D7336CC8848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77" y="3227"/>
              <a:ext cx="666" cy="576"/>
            </a:xfrm>
            <a:prstGeom prst="triangle">
              <a:avLst>
                <a:gd name="adj" fmla="val 50000"/>
              </a:avLst>
            </a:prstGeom>
            <a:solidFill>
              <a:srgbClr val="00FFCC"/>
            </a:solidFill>
            <a:ln w="9525">
              <a:solidFill>
                <a:srgbClr val="00FFCC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21525" name="Oval 22">
              <a:extLst>
                <a:ext uri="{FF2B5EF4-FFF2-40B4-BE49-F238E27FC236}">
                  <a16:creationId xmlns:a16="http://schemas.microsoft.com/office/drawing/2014/main" id="{4729912C-6BC4-4F31-BBAA-D432908E77A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98" y="3227"/>
              <a:ext cx="432" cy="336"/>
            </a:xfrm>
            <a:prstGeom prst="ellipse">
              <a:avLst/>
            </a:prstGeom>
            <a:solidFill>
              <a:srgbClr val="00336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graphicFrame>
          <p:nvGraphicFramePr>
            <p:cNvPr id="21526" name="Object 23">
              <a:extLst>
                <a:ext uri="{FF2B5EF4-FFF2-40B4-BE49-F238E27FC236}">
                  <a16:creationId xmlns:a16="http://schemas.microsoft.com/office/drawing/2014/main" id="{72DEDF5D-A392-4DD4-B162-BD9AEF89AF19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581" y="3123"/>
            <a:ext cx="238" cy="23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69677" name="公式" r:id="rId6" imgW="381051" imgH="380864" progId="Equation.3">
                    <p:embed/>
                  </p:oleObj>
                </mc:Choice>
                <mc:Fallback>
                  <p:oleObj name="公式" r:id="rId6" imgW="381051" imgH="380864" progId="Equation.3">
                    <p:embed/>
                    <p:pic>
                      <p:nvPicPr>
                        <p:cNvPr id="21526" name="Object 23">
                          <a:extLst>
                            <a:ext uri="{FF2B5EF4-FFF2-40B4-BE49-F238E27FC236}">
                              <a16:creationId xmlns:a16="http://schemas.microsoft.com/office/drawing/2014/main" id="{72DEDF5D-A392-4DD4-B162-BD9AEF89AF19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581" y="3123"/>
                          <a:ext cx="238" cy="23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1527" name="Oval 24">
              <a:extLst>
                <a:ext uri="{FF2B5EF4-FFF2-40B4-BE49-F238E27FC236}">
                  <a16:creationId xmlns:a16="http://schemas.microsoft.com/office/drawing/2014/main" id="{00E36373-EB79-4166-B4C4-704BD53B4E1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25" y="2987"/>
              <a:ext cx="576" cy="576"/>
            </a:xfrm>
            <a:prstGeom prst="ellipse">
              <a:avLst/>
            </a:prstGeom>
            <a:noFill/>
            <a:ln w="38100">
              <a:solidFill>
                <a:srgbClr val="00FFC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21528" name="Line 25">
              <a:extLst>
                <a:ext uri="{FF2B5EF4-FFF2-40B4-BE49-F238E27FC236}">
                  <a16:creationId xmlns:a16="http://schemas.microsoft.com/office/drawing/2014/main" id="{EBE5B7C1-E291-4EDF-967B-DAAFE38B579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629" y="2987"/>
              <a:ext cx="168" cy="0"/>
            </a:xfrm>
            <a:prstGeom prst="line">
              <a:avLst/>
            </a:prstGeom>
            <a:noFill/>
            <a:ln w="76200">
              <a:solidFill>
                <a:srgbClr val="0033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21529" name="Group 26">
              <a:extLst>
                <a:ext uri="{FF2B5EF4-FFF2-40B4-BE49-F238E27FC236}">
                  <a16:creationId xmlns:a16="http://schemas.microsoft.com/office/drawing/2014/main" id="{18FD3A8B-CEFB-4BA3-A076-BA65873237B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473" y="2651"/>
              <a:ext cx="768" cy="288"/>
              <a:chOff x="2016" y="3504"/>
              <a:chExt cx="768" cy="288"/>
            </a:xfrm>
          </p:grpSpPr>
          <p:sp>
            <p:nvSpPr>
              <p:cNvPr id="21535" name="Rectangle 27">
                <a:extLst>
                  <a:ext uri="{FF2B5EF4-FFF2-40B4-BE49-F238E27FC236}">
                    <a16:creationId xmlns:a16="http://schemas.microsoft.com/office/drawing/2014/main" id="{00226D37-1B1B-4735-8A4E-CF3017841B4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016" y="3552"/>
                <a:ext cx="480" cy="192"/>
              </a:xfrm>
              <a:prstGeom prst="rect">
                <a:avLst/>
              </a:prstGeom>
              <a:noFill/>
              <a:ln w="38100">
                <a:solidFill>
                  <a:srgbClr val="FFFF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21536" name="Rectangle 28">
                <a:extLst>
                  <a:ext uri="{FF2B5EF4-FFF2-40B4-BE49-F238E27FC236}">
                    <a16:creationId xmlns:a16="http://schemas.microsoft.com/office/drawing/2014/main" id="{9A81EB40-3D99-4643-B064-092366C99E6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96" y="3600"/>
                <a:ext cx="192" cy="96"/>
              </a:xfrm>
              <a:prstGeom prst="rect">
                <a:avLst/>
              </a:prstGeom>
              <a:noFill/>
              <a:ln w="38100">
                <a:solidFill>
                  <a:srgbClr val="FFFF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21537" name="Rectangle 29">
                <a:extLst>
                  <a:ext uri="{FF2B5EF4-FFF2-40B4-BE49-F238E27FC236}">
                    <a16:creationId xmlns:a16="http://schemas.microsoft.com/office/drawing/2014/main" id="{3DCC0960-B0B8-4DBF-86F9-79FB41A74B4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88" y="3504"/>
                <a:ext cx="96" cy="288"/>
              </a:xfrm>
              <a:prstGeom prst="rect">
                <a:avLst/>
              </a:prstGeom>
              <a:noFill/>
              <a:ln w="38100">
                <a:solidFill>
                  <a:srgbClr val="FFFF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</p:grpSp>
        <p:sp>
          <p:nvSpPr>
            <p:cNvPr id="21530" name="Line 30">
              <a:extLst>
                <a:ext uri="{FF2B5EF4-FFF2-40B4-BE49-F238E27FC236}">
                  <a16:creationId xmlns:a16="http://schemas.microsoft.com/office/drawing/2014/main" id="{A1F22005-5BFE-40EA-A7D6-D2F822F4AF8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17" y="2712"/>
              <a:ext cx="0" cy="170"/>
            </a:xfrm>
            <a:prstGeom prst="line">
              <a:avLst/>
            </a:prstGeom>
            <a:noFill/>
            <a:ln w="76200">
              <a:solidFill>
                <a:srgbClr val="0033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531" name="Line 31">
              <a:extLst>
                <a:ext uri="{FF2B5EF4-FFF2-40B4-BE49-F238E27FC236}">
                  <a16:creationId xmlns:a16="http://schemas.microsoft.com/office/drawing/2014/main" id="{EE2726E1-8E56-4045-BD61-B16697E2DF3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9" y="2710"/>
              <a:ext cx="0" cy="170"/>
            </a:xfrm>
            <a:prstGeom prst="line">
              <a:avLst/>
            </a:prstGeom>
            <a:noFill/>
            <a:ln w="76200">
              <a:solidFill>
                <a:srgbClr val="0033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532" name="Text Box 32">
              <a:extLst>
                <a:ext uri="{FF2B5EF4-FFF2-40B4-BE49-F238E27FC236}">
                  <a16:creationId xmlns:a16="http://schemas.microsoft.com/office/drawing/2014/main" id="{A400A1D9-E55C-4BDD-9400-52520A35F16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090" y="2146"/>
              <a:ext cx="223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000" i="1">
                  <a:solidFill>
                    <a:schemeClr val="bg1"/>
                  </a:solidFill>
                </a:rPr>
                <a:t>A</a:t>
              </a:r>
            </a:p>
          </p:txBody>
        </p:sp>
        <p:sp>
          <p:nvSpPr>
            <p:cNvPr id="21533" name="Text Box 33">
              <a:extLst>
                <a:ext uri="{FF2B5EF4-FFF2-40B4-BE49-F238E27FC236}">
                  <a16:creationId xmlns:a16="http://schemas.microsoft.com/office/drawing/2014/main" id="{F0FCEA2F-67E6-40CC-9117-0E36914F8E1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136" y="3189"/>
              <a:ext cx="223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000" i="1">
                  <a:solidFill>
                    <a:schemeClr val="bg1"/>
                  </a:solidFill>
                </a:rPr>
                <a:t>B</a:t>
              </a:r>
            </a:p>
          </p:txBody>
        </p:sp>
        <p:sp>
          <p:nvSpPr>
            <p:cNvPr id="21534" name="Text Box 34">
              <a:extLst>
                <a:ext uri="{FF2B5EF4-FFF2-40B4-BE49-F238E27FC236}">
                  <a16:creationId xmlns:a16="http://schemas.microsoft.com/office/drawing/2014/main" id="{F6C89BA5-6E14-4387-9BDE-01D61C1A3DC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72" y="2658"/>
              <a:ext cx="223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000" i="1">
                  <a:solidFill>
                    <a:schemeClr val="bg1"/>
                  </a:solidFill>
                </a:rPr>
                <a:t>C</a:t>
              </a:r>
            </a:p>
          </p:txBody>
        </p:sp>
      </p:grpSp>
      <p:sp>
        <p:nvSpPr>
          <p:cNvPr id="21519" name="灯片编号占位符 1">
            <a:extLst>
              <a:ext uri="{FF2B5EF4-FFF2-40B4-BE49-F238E27FC236}">
                <a16:creationId xmlns:a16="http://schemas.microsoft.com/office/drawing/2014/main" id="{835C1C2B-61D9-43F8-9085-D2E9CDCCE3EF}"/>
              </a:ext>
            </a:extLst>
          </p:cNvPr>
          <p:cNvSpPr txBox="1">
            <a:spLocks/>
          </p:cNvSpPr>
          <p:nvPr/>
        </p:nvSpPr>
        <p:spPr bwMode="auto">
          <a:xfrm>
            <a:off x="0" y="6381750"/>
            <a:ext cx="213360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24D322D3-E5CA-4AFF-A65C-EE5CB1A22CAE}" type="slidenum">
              <a:rPr lang="en-US" altLang="zh-CN" b="0">
                <a:solidFill>
                  <a:srgbClr val="FF00FF"/>
                </a:solidFill>
              </a:rPr>
              <a:pPr eaLnBrk="1" hangingPunct="1"/>
              <a:t>21</a:t>
            </a:fld>
            <a:r>
              <a:rPr lang="en-US" altLang="zh-CN" b="0">
                <a:solidFill>
                  <a:srgbClr val="FF00FF"/>
                </a:solidFill>
              </a:rPr>
              <a:t>/28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71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1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71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71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71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71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71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71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71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 nodeType="clickPar">
                      <p:stCondLst>
                        <p:cond delay="indefinite"/>
                      </p:stCondLst>
                      <p:childTnLst>
                        <p:par>
                          <p:cTn id="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71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71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 nodeType="clickPar">
                      <p:stCondLst>
                        <p:cond delay="indefinite"/>
                      </p:stCondLst>
                      <p:childTnLst>
                        <p:par>
                          <p:cTn id="6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718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70" grpId="0"/>
      <p:bldP spid="7171" grpId="0" animBg="1" autoUpdateAnimBg="0"/>
      <p:bldP spid="7172" grpId="0" autoUpdateAnimBg="0"/>
      <p:bldP spid="7173" grpId="0" autoUpdateAnimBg="0"/>
      <p:bldP spid="7174" grpId="0" autoUpdateAnimBg="0"/>
      <p:bldP spid="7175" grpId="0" animBg="1" autoUpdateAnimBg="0"/>
      <p:bldP spid="7176" grpId="0" animBg="1" autoUpdateAnimBg="0"/>
      <p:bldP spid="7177" grpId="0"/>
      <p:bldP spid="7178" grpId="0"/>
      <p:bldP spid="7179" grpId="0"/>
      <p:bldP spid="7180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07" name="Rectangle 215">
            <a:extLst>
              <a:ext uri="{FF2B5EF4-FFF2-40B4-BE49-F238E27FC236}">
                <a16:creationId xmlns:a16="http://schemas.microsoft.com/office/drawing/2014/main" id="{628EA50B-3AC4-445C-B574-CBE2974062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72188" y="4211638"/>
            <a:ext cx="431800" cy="863600"/>
          </a:xfrm>
          <a:prstGeom prst="rect">
            <a:avLst/>
          </a:prstGeom>
          <a:solidFill>
            <a:srgbClr val="00CC99">
              <a:alpha val="38823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408" name="Rectangle 216">
            <a:extLst>
              <a:ext uri="{FF2B5EF4-FFF2-40B4-BE49-F238E27FC236}">
                <a16:creationId xmlns:a16="http://schemas.microsoft.com/office/drawing/2014/main" id="{0F25B290-E3B9-4E66-88DF-8D617A8E99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15125" y="4211638"/>
            <a:ext cx="431800" cy="863600"/>
          </a:xfrm>
          <a:prstGeom prst="rect">
            <a:avLst/>
          </a:prstGeom>
          <a:solidFill>
            <a:srgbClr val="990099">
              <a:alpha val="72156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194" name="Text Box 2">
            <a:extLst>
              <a:ext uri="{FF2B5EF4-FFF2-40B4-BE49-F238E27FC236}">
                <a16:creationId xmlns:a16="http://schemas.microsoft.com/office/drawing/2014/main" id="{893AD737-A277-4CA5-83C4-7C4507206A8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8625" y="3540125"/>
            <a:ext cx="461486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dirty="0">
                <a:solidFill>
                  <a:schemeClr val="bg1"/>
                </a:solidFill>
              </a:rPr>
              <a:t>3. </a:t>
            </a:r>
            <a:r>
              <a:rPr lang="zh-CN" altLang="en-US" dirty="0">
                <a:solidFill>
                  <a:schemeClr val="bg1"/>
                </a:solidFill>
              </a:rPr>
              <a:t>分子间存在相互作用力  </a:t>
            </a:r>
          </a:p>
        </p:txBody>
      </p:sp>
      <p:grpSp>
        <p:nvGrpSpPr>
          <p:cNvPr id="2" name="Group 3">
            <a:extLst>
              <a:ext uri="{FF2B5EF4-FFF2-40B4-BE49-F238E27FC236}">
                <a16:creationId xmlns:a16="http://schemas.microsoft.com/office/drawing/2014/main" id="{78834FCB-11DE-4D84-BCEB-02C2FA5C79A8}"/>
              </a:ext>
            </a:extLst>
          </p:cNvPr>
          <p:cNvGrpSpPr>
            <a:grpSpLocks/>
          </p:cNvGrpSpPr>
          <p:nvPr/>
        </p:nvGrpSpPr>
        <p:grpSpPr bwMode="auto">
          <a:xfrm>
            <a:off x="2246313" y="188913"/>
            <a:ext cx="4754562" cy="3240087"/>
            <a:chOff x="2471" y="300"/>
            <a:chExt cx="2995" cy="2041"/>
          </a:xfrm>
        </p:grpSpPr>
        <p:sp>
          <p:nvSpPr>
            <p:cNvPr id="23725" name="Line 4">
              <a:extLst>
                <a:ext uri="{FF2B5EF4-FFF2-40B4-BE49-F238E27FC236}">
                  <a16:creationId xmlns:a16="http://schemas.microsoft.com/office/drawing/2014/main" id="{3FD75765-7535-4158-91D6-D3DA4BDABF2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71" y="300"/>
              <a:ext cx="2994" cy="0"/>
            </a:xfrm>
            <a:prstGeom prst="line">
              <a:avLst/>
            </a:prstGeom>
            <a:noFill/>
            <a:ln w="12700">
              <a:solidFill>
                <a:srgbClr val="00999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726" name="Line 5">
              <a:extLst>
                <a:ext uri="{FF2B5EF4-FFF2-40B4-BE49-F238E27FC236}">
                  <a16:creationId xmlns:a16="http://schemas.microsoft.com/office/drawing/2014/main" id="{64322152-0220-47F4-980E-2E2252BA6BF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71" y="392"/>
              <a:ext cx="2994" cy="0"/>
            </a:xfrm>
            <a:prstGeom prst="line">
              <a:avLst/>
            </a:prstGeom>
            <a:noFill/>
            <a:ln w="12700">
              <a:solidFill>
                <a:srgbClr val="00999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727" name="Line 6">
              <a:extLst>
                <a:ext uri="{FF2B5EF4-FFF2-40B4-BE49-F238E27FC236}">
                  <a16:creationId xmlns:a16="http://schemas.microsoft.com/office/drawing/2014/main" id="{CF54E850-474E-4977-AEF9-81D033DC79E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71" y="485"/>
              <a:ext cx="2994" cy="0"/>
            </a:xfrm>
            <a:prstGeom prst="line">
              <a:avLst/>
            </a:prstGeom>
            <a:noFill/>
            <a:ln w="12700">
              <a:solidFill>
                <a:srgbClr val="00999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728" name="Line 7">
              <a:extLst>
                <a:ext uri="{FF2B5EF4-FFF2-40B4-BE49-F238E27FC236}">
                  <a16:creationId xmlns:a16="http://schemas.microsoft.com/office/drawing/2014/main" id="{7DCB5904-1EF2-4EF3-9843-2E83D409D0F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71" y="671"/>
              <a:ext cx="2994" cy="0"/>
            </a:xfrm>
            <a:prstGeom prst="line">
              <a:avLst/>
            </a:prstGeom>
            <a:noFill/>
            <a:ln w="12700">
              <a:solidFill>
                <a:srgbClr val="00999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729" name="Line 8">
              <a:extLst>
                <a:ext uri="{FF2B5EF4-FFF2-40B4-BE49-F238E27FC236}">
                  <a16:creationId xmlns:a16="http://schemas.microsoft.com/office/drawing/2014/main" id="{CB268B20-A814-4F83-A7FC-29C0E5B215F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71" y="856"/>
              <a:ext cx="2994" cy="0"/>
            </a:xfrm>
            <a:prstGeom prst="line">
              <a:avLst/>
            </a:prstGeom>
            <a:noFill/>
            <a:ln w="12700">
              <a:solidFill>
                <a:srgbClr val="00999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730" name="Line 9">
              <a:extLst>
                <a:ext uri="{FF2B5EF4-FFF2-40B4-BE49-F238E27FC236}">
                  <a16:creationId xmlns:a16="http://schemas.microsoft.com/office/drawing/2014/main" id="{DCF4B0D2-EE6F-490F-8F4C-D2ED7898563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71" y="1042"/>
              <a:ext cx="2994" cy="0"/>
            </a:xfrm>
            <a:prstGeom prst="line">
              <a:avLst/>
            </a:prstGeom>
            <a:noFill/>
            <a:ln w="12700">
              <a:solidFill>
                <a:srgbClr val="00999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731" name="Line 10">
              <a:extLst>
                <a:ext uri="{FF2B5EF4-FFF2-40B4-BE49-F238E27FC236}">
                  <a16:creationId xmlns:a16="http://schemas.microsoft.com/office/drawing/2014/main" id="{DC522760-4582-4197-AFD3-6B9473871B4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71" y="1227"/>
              <a:ext cx="2994" cy="0"/>
            </a:xfrm>
            <a:prstGeom prst="line">
              <a:avLst/>
            </a:prstGeom>
            <a:noFill/>
            <a:ln w="12700">
              <a:solidFill>
                <a:srgbClr val="00999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732" name="Line 11">
              <a:extLst>
                <a:ext uri="{FF2B5EF4-FFF2-40B4-BE49-F238E27FC236}">
                  <a16:creationId xmlns:a16="http://schemas.microsoft.com/office/drawing/2014/main" id="{B0D7D615-953B-457E-9CCB-AFC51E21E79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71" y="1413"/>
              <a:ext cx="2994" cy="0"/>
            </a:xfrm>
            <a:prstGeom prst="line">
              <a:avLst/>
            </a:prstGeom>
            <a:noFill/>
            <a:ln w="12700">
              <a:solidFill>
                <a:srgbClr val="00999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733" name="Line 12">
              <a:extLst>
                <a:ext uri="{FF2B5EF4-FFF2-40B4-BE49-F238E27FC236}">
                  <a16:creationId xmlns:a16="http://schemas.microsoft.com/office/drawing/2014/main" id="{D51FA7CD-7479-480E-8B65-40ED5DA4FE2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71" y="1598"/>
              <a:ext cx="2994" cy="0"/>
            </a:xfrm>
            <a:prstGeom prst="line">
              <a:avLst/>
            </a:prstGeom>
            <a:noFill/>
            <a:ln w="12700">
              <a:solidFill>
                <a:srgbClr val="00999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734" name="Line 13">
              <a:extLst>
                <a:ext uri="{FF2B5EF4-FFF2-40B4-BE49-F238E27FC236}">
                  <a16:creationId xmlns:a16="http://schemas.microsoft.com/office/drawing/2014/main" id="{C8613F62-3EAB-4A2F-84A3-E71DF5C0885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71" y="1784"/>
              <a:ext cx="2994" cy="0"/>
            </a:xfrm>
            <a:prstGeom prst="line">
              <a:avLst/>
            </a:prstGeom>
            <a:noFill/>
            <a:ln w="12700">
              <a:solidFill>
                <a:srgbClr val="00999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735" name="Line 14">
              <a:extLst>
                <a:ext uri="{FF2B5EF4-FFF2-40B4-BE49-F238E27FC236}">
                  <a16:creationId xmlns:a16="http://schemas.microsoft.com/office/drawing/2014/main" id="{48ECD8AC-DDBB-4DC1-B7D4-C295ED6B07C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71" y="1969"/>
              <a:ext cx="2994" cy="0"/>
            </a:xfrm>
            <a:prstGeom prst="line">
              <a:avLst/>
            </a:prstGeom>
            <a:noFill/>
            <a:ln w="12700">
              <a:solidFill>
                <a:srgbClr val="00999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736" name="Line 15">
              <a:extLst>
                <a:ext uri="{FF2B5EF4-FFF2-40B4-BE49-F238E27FC236}">
                  <a16:creationId xmlns:a16="http://schemas.microsoft.com/office/drawing/2014/main" id="{67B06052-CF49-40D3-88B4-29065FDA49F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71" y="2155"/>
              <a:ext cx="2994" cy="0"/>
            </a:xfrm>
            <a:prstGeom prst="line">
              <a:avLst/>
            </a:prstGeom>
            <a:noFill/>
            <a:ln w="12700">
              <a:solidFill>
                <a:srgbClr val="00999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737" name="Line 16">
              <a:extLst>
                <a:ext uri="{FF2B5EF4-FFF2-40B4-BE49-F238E27FC236}">
                  <a16:creationId xmlns:a16="http://schemas.microsoft.com/office/drawing/2014/main" id="{2B29C8B8-5279-472E-9197-D33886690C5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71" y="578"/>
              <a:ext cx="2994" cy="0"/>
            </a:xfrm>
            <a:prstGeom prst="line">
              <a:avLst/>
            </a:prstGeom>
            <a:noFill/>
            <a:ln w="12700">
              <a:solidFill>
                <a:srgbClr val="00999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738" name="Line 17">
              <a:extLst>
                <a:ext uri="{FF2B5EF4-FFF2-40B4-BE49-F238E27FC236}">
                  <a16:creationId xmlns:a16="http://schemas.microsoft.com/office/drawing/2014/main" id="{2ABD718E-68B1-4987-AE80-1D757E301F4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71" y="763"/>
              <a:ext cx="2994" cy="0"/>
            </a:xfrm>
            <a:prstGeom prst="line">
              <a:avLst/>
            </a:prstGeom>
            <a:noFill/>
            <a:ln w="12700">
              <a:solidFill>
                <a:srgbClr val="00999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739" name="Line 18">
              <a:extLst>
                <a:ext uri="{FF2B5EF4-FFF2-40B4-BE49-F238E27FC236}">
                  <a16:creationId xmlns:a16="http://schemas.microsoft.com/office/drawing/2014/main" id="{61818B91-D859-417D-B377-E757CB4C562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71" y="949"/>
              <a:ext cx="2994" cy="0"/>
            </a:xfrm>
            <a:prstGeom prst="line">
              <a:avLst/>
            </a:prstGeom>
            <a:noFill/>
            <a:ln w="12700">
              <a:solidFill>
                <a:srgbClr val="00999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740" name="Line 19">
              <a:extLst>
                <a:ext uri="{FF2B5EF4-FFF2-40B4-BE49-F238E27FC236}">
                  <a16:creationId xmlns:a16="http://schemas.microsoft.com/office/drawing/2014/main" id="{1E4C0FB1-066F-4A83-AF4F-276BE220FEC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71" y="1134"/>
              <a:ext cx="2994" cy="0"/>
            </a:xfrm>
            <a:prstGeom prst="line">
              <a:avLst/>
            </a:prstGeom>
            <a:noFill/>
            <a:ln w="12700">
              <a:solidFill>
                <a:srgbClr val="00999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741" name="Line 20">
              <a:extLst>
                <a:ext uri="{FF2B5EF4-FFF2-40B4-BE49-F238E27FC236}">
                  <a16:creationId xmlns:a16="http://schemas.microsoft.com/office/drawing/2014/main" id="{33C872D8-AD56-40E7-89DB-0523D6CD93D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71" y="1320"/>
              <a:ext cx="2994" cy="0"/>
            </a:xfrm>
            <a:prstGeom prst="line">
              <a:avLst/>
            </a:prstGeom>
            <a:noFill/>
            <a:ln w="12700">
              <a:solidFill>
                <a:srgbClr val="00999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742" name="Line 21">
              <a:extLst>
                <a:ext uri="{FF2B5EF4-FFF2-40B4-BE49-F238E27FC236}">
                  <a16:creationId xmlns:a16="http://schemas.microsoft.com/office/drawing/2014/main" id="{4C6FF3AE-AABC-46DD-B2DE-B2EEFA0ED15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71" y="1506"/>
              <a:ext cx="2994" cy="0"/>
            </a:xfrm>
            <a:prstGeom prst="line">
              <a:avLst/>
            </a:prstGeom>
            <a:noFill/>
            <a:ln w="12700">
              <a:solidFill>
                <a:srgbClr val="00999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743" name="Line 22">
              <a:extLst>
                <a:ext uri="{FF2B5EF4-FFF2-40B4-BE49-F238E27FC236}">
                  <a16:creationId xmlns:a16="http://schemas.microsoft.com/office/drawing/2014/main" id="{B2F2AAD2-17E8-4751-8C9C-78B4A3D59D2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71" y="1691"/>
              <a:ext cx="2994" cy="0"/>
            </a:xfrm>
            <a:prstGeom prst="line">
              <a:avLst/>
            </a:prstGeom>
            <a:noFill/>
            <a:ln w="12700">
              <a:solidFill>
                <a:srgbClr val="00999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744" name="Line 23">
              <a:extLst>
                <a:ext uri="{FF2B5EF4-FFF2-40B4-BE49-F238E27FC236}">
                  <a16:creationId xmlns:a16="http://schemas.microsoft.com/office/drawing/2014/main" id="{CF9FE1E5-3F28-4AD0-A9D4-36F34202A4D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71" y="1877"/>
              <a:ext cx="2994" cy="0"/>
            </a:xfrm>
            <a:prstGeom prst="line">
              <a:avLst/>
            </a:prstGeom>
            <a:noFill/>
            <a:ln w="12700">
              <a:solidFill>
                <a:srgbClr val="00999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745" name="Line 24">
              <a:extLst>
                <a:ext uri="{FF2B5EF4-FFF2-40B4-BE49-F238E27FC236}">
                  <a16:creationId xmlns:a16="http://schemas.microsoft.com/office/drawing/2014/main" id="{FB81419B-131F-4907-B3D1-DDAB755D4FC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71" y="2062"/>
              <a:ext cx="2994" cy="0"/>
            </a:xfrm>
            <a:prstGeom prst="line">
              <a:avLst/>
            </a:prstGeom>
            <a:noFill/>
            <a:ln w="12700">
              <a:solidFill>
                <a:srgbClr val="00999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746" name="Line 25">
              <a:extLst>
                <a:ext uri="{FF2B5EF4-FFF2-40B4-BE49-F238E27FC236}">
                  <a16:creationId xmlns:a16="http://schemas.microsoft.com/office/drawing/2014/main" id="{3FAEA4E9-0F31-4FB2-8F02-993C7A483C7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71" y="2248"/>
              <a:ext cx="2994" cy="0"/>
            </a:xfrm>
            <a:prstGeom prst="line">
              <a:avLst/>
            </a:prstGeom>
            <a:noFill/>
            <a:ln w="12700">
              <a:solidFill>
                <a:srgbClr val="00999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747" name="Line 26">
              <a:extLst>
                <a:ext uri="{FF2B5EF4-FFF2-40B4-BE49-F238E27FC236}">
                  <a16:creationId xmlns:a16="http://schemas.microsoft.com/office/drawing/2014/main" id="{BF921992-9313-4DB3-B5AA-D10E5DC24F9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71" y="2341"/>
              <a:ext cx="2994" cy="0"/>
            </a:xfrm>
            <a:prstGeom prst="line">
              <a:avLst/>
            </a:prstGeom>
            <a:noFill/>
            <a:ln w="12700">
              <a:solidFill>
                <a:srgbClr val="00999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748" name="Line 27">
              <a:extLst>
                <a:ext uri="{FF2B5EF4-FFF2-40B4-BE49-F238E27FC236}">
                  <a16:creationId xmlns:a16="http://schemas.microsoft.com/office/drawing/2014/main" id="{68A87915-E086-4A83-A5CC-1DE117B350F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73" y="300"/>
              <a:ext cx="0" cy="2041"/>
            </a:xfrm>
            <a:prstGeom prst="line">
              <a:avLst/>
            </a:prstGeom>
            <a:noFill/>
            <a:ln w="9525">
              <a:solidFill>
                <a:srgbClr val="00999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749" name="Line 28">
              <a:extLst>
                <a:ext uri="{FF2B5EF4-FFF2-40B4-BE49-F238E27FC236}">
                  <a16:creationId xmlns:a16="http://schemas.microsoft.com/office/drawing/2014/main" id="{1FA34374-62E6-482A-AD6F-9AB7CD09C69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09" y="300"/>
              <a:ext cx="0" cy="2041"/>
            </a:xfrm>
            <a:prstGeom prst="line">
              <a:avLst/>
            </a:prstGeom>
            <a:noFill/>
            <a:ln w="9525">
              <a:solidFill>
                <a:srgbClr val="00999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750" name="Line 29">
              <a:extLst>
                <a:ext uri="{FF2B5EF4-FFF2-40B4-BE49-F238E27FC236}">
                  <a16:creationId xmlns:a16="http://schemas.microsoft.com/office/drawing/2014/main" id="{6D909D60-51E6-408A-9664-1925721F5DA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44" y="300"/>
              <a:ext cx="0" cy="2041"/>
            </a:xfrm>
            <a:prstGeom prst="line">
              <a:avLst/>
            </a:prstGeom>
            <a:noFill/>
            <a:ln w="9525">
              <a:solidFill>
                <a:srgbClr val="00999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751" name="Line 30">
              <a:extLst>
                <a:ext uri="{FF2B5EF4-FFF2-40B4-BE49-F238E27FC236}">
                  <a16:creationId xmlns:a16="http://schemas.microsoft.com/office/drawing/2014/main" id="{DB449F6C-150E-41BA-A05E-6F888005FA8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80" y="300"/>
              <a:ext cx="0" cy="2041"/>
            </a:xfrm>
            <a:prstGeom prst="line">
              <a:avLst/>
            </a:prstGeom>
            <a:noFill/>
            <a:ln w="9525">
              <a:solidFill>
                <a:srgbClr val="00999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752" name="Line 31">
              <a:extLst>
                <a:ext uri="{FF2B5EF4-FFF2-40B4-BE49-F238E27FC236}">
                  <a16:creationId xmlns:a16="http://schemas.microsoft.com/office/drawing/2014/main" id="{05FE2146-3E92-4DA7-A91A-2EFE5E4E029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16" y="300"/>
              <a:ext cx="0" cy="2041"/>
            </a:xfrm>
            <a:prstGeom prst="line">
              <a:avLst/>
            </a:prstGeom>
            <a:noFill/>
            <a:ln w="9525">
              <a:solidFill>
                <a:srgbClr val="00999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753" name="Line 32">
              <a:extLst>
                <a:ext uri="{FF2B5EF4-FFF2-40B4-BE49-F238E27FC236}">
                  <a16:creationId xmlns:a16="http://schemas.microsoft.com/office/drawing/2014/main" id="{10741BCA-A8EA-48FC-A8D4-7DCBD7529FD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52" y="300"/>
              <a:ext cx="0" cy="2041"/>
            </a:xfrm>
            <a:prstGeom prst="line">
              <a:avLst/>
            </a:prstGeom>
            <a:noFill/>
            <a:ln w="9525">
              <a:solidFill>
                <a:srgbClr val="00999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754" name="Line 33">
              <a:extLst>
                <a:ext uri="{FF2B5EF4-FFF2-40B4-BE49-F238E27FC236}">
                  <a16:creationId xmlns:a16="http://schemas.microsoft.com/office/drawing/2014/main" id="{62722C2C-598E-47F8-8870-E4E538C5DD5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88" y="300"/>
              <a:ext cx="0" cy="2041"/>
            </a:xfrm>
            <a:prstGeom prst="line">
              <a:avLst/>
            </a:prstGeom>
            <a:noFill/>
            <a:ln w="9525">
              <a:solidFill>
                <a:srgbClr val="00999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755" name="Line 34">
              <a:extLst>
                <a:ext uri="{FF2B5EF4-FFF2-40B4-BE49-F238E27FC236}">
                  <a16:creationId xmlns:a16="http://schemas.microsoft.com/office/drawing/2014/main" id="{8189581E-6D62-4C05-B559-39E89010679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24" y="300"/>
              <a:ext cx="0" cy="2041"/>
            </a:xfrm>
            <a:prstGeom prst="line">
              <a:avLst/>
            </a:prstGeom>
            <a:noFill/>
            <a:ln w="9525">
              <a:solidFill>
                <a:srgbClr val="00999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756" name="Line 35">
              <a:extLst>
                <a:ext uri="{FF2B5EF4-FFF2-40B4-BE49-F238E27FC236}">
                  <a16:creationId xmlns:a16="http://schemas.microsoft.com/office/drawing/2014/main" id="{B273E0D7-BA7A-40AD-BCB4-6BEDA8E8D60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60" y="300"/>
              <a:ext cx="0" cy="2041"/>
            </a:xfrm>
            <a:prstGeom prst="line">
              <a:avLst/>
            </a:prstGeom>
            <a:noFill/>
            <a:ln w="9525">
              <a:solidFill>
                <a:srgbClr val="00999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757" name="Line 36">
              <a:extLst>
                <a:ext uri="{FF2B5EF4-FFF2-40B4-BE49-F238E27FC236}">
                  <a16:creationId xmlns:a16="http://schemas.microsoft.com/office/drawing/2014/main" id="{1F0540AA-97AC-4A5B-A753-D6395FD280B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96" y="300"/>
              <a:ext cx="0" cy="2041"/>
            </a:xfrm>
            <a:prstGeom prst="line">
              <a:avLst/>
            </a:prstGeom>
            <a:noFill/>
            <a:ln w="9525">
              <a:solidFill>
                <a:srgbClr val="00999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758" name="Line 37">
              <a:extLst>
                <a:ext uri="{FF2B5EF4-FFF2-40B4-BE49-F238E27FC236}">
                  <a16:creationId xmlns:a16="http://schemas.microsoft.com/office/drawing/2014/main" id="{8E569ED3-5663-4F05-BD27-6CE5C096806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32" y="300"/>
              <a:ext cx="0" cy="2041"/>
            </a:xfrm>
            <a:prstGeom prst="line">
              <a:avLst/>
            </a:prstGeom>
            <a:noFill/>
            <a:ln w="9525">
              <a:solidFill>
                <a:srgbClr val="00999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759" name="Line 38">
              <a:extLst>
                <a:ext uri="{FF2B5EF4-FFF2-40B4-BE49-F238E27FC236}">
                  <a16:creationId xmlns:a16="http://schemas.microsoft.com/office/drawing/2014/main" id="{954D973C-102E-4DF2-ABD8-ADB08CF463D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68" y="300"/>
              <a:ext cx="0" cy="2041"/>
            </a:xfrm>
            <a:prstGeom prst="line">
              <a:avLst/>
            </a:prstGeom>
            <a:noFill/>
            <a:ln w="9525">
              <a:solidFill>
                <a:srgbClr val="00999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760" name="Line 39">
              <a:extLst>
                <a:ext uri="{FF2B5EF4-FFF2-40B4-BE49-F238E27FC236}">
                  <a16:creationId xmlns:a16="http://schemas.microsoft.com/office/drawing/2014/main" id="{EFBEAB04-791E-4765-86AA-E54A2B6C3CF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04" y="300"/>
              <a:ext cx="0" cy="2041"/>
            </a:xfrm>
            <a:prstGeom prst="line">
              <a:avLst/>
            </a:prstGeom>
            <a:noFill/>
            <a:ln w="9525">
              <a:solidFill>
                <a:srgbClr val="00999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761" name="Line 40">
              <a:extLst>
                <a:ext uri="{FF2B5EF4-FFF2-40B4-BE49-F238E27FC236}">
                  <a16:creationId xmlns:a16="http://schemas.microsoft.com/office/drawing/2014/main" id="{378F4455-1867-49D0-8D7C-76DBBADD087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41" y="300"/>
              <a:ext cx="0" cy="2041"/>
            </a:xfrm>
            <a:prstGeom prst="line">
              <a:avLst/>
            </a:prstGeom>
            <a:noFill/>
            <a:ln w="9525">
              <a:solidFill>
                <a:srgbClr val="00999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762" name="Line 41">
              <a:extLst>
                <a:ext uri="{FF2B5EF4-FFF2-40B4-BE49-F238E27FC236}">
                  <a16:creationId xmlns:a16="http://schemas.microsoft.com/office/drawing/2014/main" id="{2F1F2A03-0753-4BC5-B2D8-CC6B862B493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77" y="300"/>
              <a:ext cx="0" cy="2041"/>
            </a:xfrm>
            <a:prstGeom prst="line">
              <a:avLst/>
            </a:prstGeom>
            <a:noFill/>
            <a:ln w="9525">
              <a:solidFill>
                <a:srgbClr val="00999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763" name="Line 42">
              <a:extLst>
                <a:ext uri="{FF2B5EF4-FFF2-40B4-BE49-F238E27FC236}">
                  <a16:creationId xmlns:a16="http://schemas.microsoft.com/office/drawing/2014/main" id="{2642F4CF-C432-49AA-8EF6-4E67542398C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13" y="300"/>
              <a:ext cx="0" cy="2041"/>
            </a:xfrm>
            <a:prstGeom prst="line">
              <a:avLst/>
            </a:prstGeom>
            <a:noFill/>
            <a:ln w="9525">
              <a:solidFill>
                <a:srgbClr val="00999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764" name="Line 43">
              <a:extLst>
                <a:ext uri="{FF2B5EF4-FFF2-40B4-BE49-F238E27FC236}">
                  <a16:creationId xmlns:a16="http://schemas.microsoft.com/office/drawing/2014/main" id="{0BF8C47A-FFD9-4995-BE94-F613FC76354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49" y="300"/>
              <a:ext cx="0" cy="2041"/>
            </a:xfrm>
            <a:prstGeom prst="line">
              <a:avLst/>
            </a:prstGeom>
            <a:noFill/>
            <a:ln w="9525">
              <a:solidFill>
                <a:srgbClr val="00999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765" name="Line 44">
              <a:extLst>
                <a:ext uri="{FF2B5EF4-FFF2-40B4-BE49-F238E27FC236}">
                  <a16:creationId xmlns:a16="http://schemas.microsoft.com/office/drawing/2014/main" id="{93E32B3D-F2D9-43E1-A3C4-02C5859D7A3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85" y="300"/>
              <a:ext cx="0" cy="2041"/>
            </a:xfrm>
            <a:prstGeom prst="line">
              <a:avLst/>
            </a:prstGeom>
            <a:noFill/>
            <a:ln w="9525">
              <a:solidFill>
                <a:srgbClr val="00999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766" name="Line 45">
              <a:extLst>
                <a:ext uri="{FF2B5EF4-FFF2-40B4-BE49-F238E27FC236}">
                  <a16:creationId xmlns:a16="http://schemas.microsoft.com/office/drawing/2014/main" id="{E8C0B44D-01AE-48CB-981D-902BB2364A1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21" y="300"/>
              <a:ext cx="0" cy="2041"/>
            </a:xfrm>
            <a:prstGeom prst="line">
              <a:avLst/>
            </a:prstGeom>
            <a:noFill/>
            <a:ln w="9525">
              <a:solidFill>
                <a:srgbClr val="00999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767" name="Line 46">
              <a:extLst>
                <a:ext uri="{FF2B5EF4-FFF2-40B4-BE49-F238E27FC236}">
                  <a16:creationId xmlns:a16="http://schemas.microsoft.com/office/drawing/2014/main" id="{BC9FE80D-C654-48EE-881F-FC4A964F285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057" y="300"/>
              <a:ext cx="0" cy="2041"/>
            </a:xfrm>
            <a:prstGeom prst="line">
              <a:avLst/>
            </a:prstGeom>
            <a:noFill/>
            <a:ln w="9525">
              <a:solidFill>
                <a:srgbClr val="00999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768" name="Line 47">
              <a:extLst>
                <a:ext uri="{FF2B5EF4-FFF2-40B4-BE49-F238E27FC236}">
                  <a16:creationId xmlns:a16="http://schemas.microsoft.com/office/drawing/2014/main" id="{E20EF96A-E2D6-49C5-AC0C-F59ABB55B55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193" y="300"/>
              <a:ext cx="0" cy="2041"/>
            </a:xfrm>
            <a:prstGeom prst="line">
              <a:avLst/>
            </a:prstGeom>
            <a:noFill/>
            <a:ln w="9525">
              <a:solidFill>
                <a:srgbClr val="00999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769" name="Line 48">
              <a:extLst>
                <a:ext uri="{FF2B5EF4-FFF2-40B4-BE49-F238E27FC236}">
                  <a16:creationId xmlns:a16="http://schemas.microsoft.com/office/drawing/2014/main" id="{3D734FD8-692E-4AC5-AB3A-41E23D800EB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329" y="300"/>
              <a:ext cx="0" cy="2041"/>
            </a:xfrm>
            <a:prstGeom prst="line">
              <a:avLst/>
            </a:prstGeom>
            <a:noFill/>
            <a:ln w="9525">
              <a:solidFill>
                <a:srgbClr val="00999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770" name="Line 49">
              <a:extLst>
                <a:ext uri="{FF2B5EF4-FFF2-40B4-BE49-F238E27FC236}">
                  <a16:creationId xmlns:a16="http://schemas.microsoft.com/office/drawing/2014/main" id="{735A3439-14B3-4839-83D0-79474DAD0F6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466" y="300"/>
              <a:ext cx="0" cy="2041"/>
            </a:xfrm>
            <a:prstGeom prst="line">
              <a:avLst/>
            </a:prstGeom>
            <a:noFill/>
            <a:ln w="9525">
              <a:solidFill>
                <a:srgbClr val="00999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8242" name="Line 50">
            <a:extLst>
              <a:ext uri="{FF2B5EF4-FFF2-40B4-BE49-F238E27FC236}">
                <a16:creationId xmlns:a16="http://schemas.microsoft.com/office/drawing/2014/main" id="{BC860CF6-31CE-4538-8442-BB8741AB84FB}"/>
              </a:ext>
            </a:extLst>
          </p:cNvPr>
          <p:cNvSpPr>
            <a:spLocks noChangeShapeType="1"/>
          </p:cNvSpPr>
          <p:nvPr/>
        </p:nvSpPr>
        <p:spPr bwMode="auto">
          <a:xfrm>
            <a:off x="4238625" y="1412875"/>
            <a:ext cx="144463" cy="503238"/>
          </a:xfrm>
          <a:prstGeom prst="line">
            <a:avLst/>
          </a:prstGeom>
          <a:noFill/>
          <a:ln w="19050">
            <a:solidFill>
              <a:srgbClr val="66FF33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243" name="Line 51">
            <a:extLst>
              <a:ext uri="{FF2B5EF4-FFF2-40B4-BE49-F238E27FC236}">
                <a16:creationId xmlns:a16="http://schemas.microsoft.com/office/drawing/2014/main" id="{39E7B35C-2FB4-4B07-9B27-3383DAFC6C2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183313" y="2565400"/>
            <a:ext cx="288925" cy="287338"/>
          </a:xfrm>
          <a:prstGeom prst="line">
            <a:avLst/>
          </a:prstGeom>
          <a:noFill/>
          <a:ln w="1905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244" name="Line 52">
            <a:extLst>
              <a:ext uri="{FF2B5EF4-FFF2-40B4-BE49-F238E27FC236}">
                <a16:creationId xmlns:a16="http://schemas.microsoft.com/office/drawing/2014/main" id="{93DA5FAB-3AF7-440A-BE33-7FEDB1B63E19}"/>
              </a:ext>
            </a:extLst>
          </p:cNvPr>
          <p:cNvSpPr>
            <a:spLocks noChangeShapeType="1"/>
          </p:cNvSpPr>
          <p:nvPr/>
        </p:nvSpPr>
        <p:spPr bwMode="auto">
          <a:xfrm>
            <a:off x="6472238" y="2565400"/>
            <a:ext cx="71437" cy="358775"/>
          </a:xfrm>
          <a:prstGeom prst="line">
            <a:avLst/>
          </a:prstGeom>
          <a:noFill/>
          <a:ln w="1905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245" name="Line 53">
            <a:extLst>
              <a:ext uri="{FF2B5EF4-FFF2-40B4-BE49-F238E27FC236}">
                <a16:creationId xmlns:a16="http://schemas.microsoft.com/office/drawing/2014/main" id="{00EA22B6-EFB1-42DC-BC86-C8AF468E8DA6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327775" y="2205038"/>
            <a:ext cx="431800" cy="287337"/>
          </a:xfrm>
          <a:prstGeom prst="line">
            <a:avLst/>
          </a:prstGeom>
          <a:noFill/>
          <a:ln w="1905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246" name="Line 54">
            <a:extLst>
              <a:ext uri="{FF2B5EF4-FFF2-40B4-BE49-F238E27FC236}">
                <a16:creationId xmlns:a16="http://schemas.microsoft.com/office/drawing/2014/main" id="{D6F46FC0-8641-4EDD-BF0E-E70C92986FF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967413" y="2205038"/>
            <a:ext cx="792162" cy="360362"/>
          </a:xfrm>
          <a:prstGeom prst="line">
            <a:avLst/>
          </a:prstGeom>
          <a:noFill/>
          <a:ln w="1905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247" name="Line 55">
            <a:extLst>
              <a:ext uri="{FF2B5EF4-FFF2-40B4-BE49-F238E27FC236}">
                <a16:creationId xmlns:a16="http://schemas.microsoft.com/office/drawing/2014/main" id="{37D5F846-48D5-40DD-AAAD-524ADB350631}"/>
              </a:ext>
            </a:extLst>
          </p:cNvPr>
          <p:cNvSpPr>
            <a:spLocks noChangeShapeType="1"/>
          </p:cNvSpPr>
          <p:nvPr/>
        </p:nvSpPr>
        <p:spPr bwMode="auto">
          <a:xfrm>
            <a:off x="5967413" y="2565400"/>
            <a:ext cx="792162" cy="142875"/>
          </a:xfrm>
          <a:prstGeom prst="line">
            <a:avLst/>
          </a:prstGeom>
          <a:noFill/>
          <a:ln w="1905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248" name="Line 56">
            <a:extLst>
              <a:ext uri="{FF2B5EF4-FFF2-40B4-BE49-F238E27FC236}">
                <a16:creationId xmlns:a16="http://schemas.microsoft.com/office/drawing/2014/main" id="{8F031A82-A32A-4C07-B465-8F00E47D6FA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183313" y="2708275"/>
            <a:ext cx="576262" cy="144463"/>
          </a:xfrm>
          <a:prstGeom prst="line">
            <a:avLst/>
          </a:prstGeom>
          <a:noFill/>
          <a:ln w="1905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249" name="Line 57">
            <a:extLst>
              <a:ext uri="{FF2B5EF4-FFF2-40B4-BE49-F238E27FC236}">
                <a16:creationId xmlns:a16="http://schemas.microsoft.com/office/drawing/2014/main" id="{AFD4C72D-C7F4-4C0A-B248-F4410C8AF013}"/>
              </a:ext>
            </a:extLst>
          </p:cNvPr>
          <p:cNvSpPr>
            <a:spLocks noChangeShapeType="1"/>
          </p:cNvSpPr>
          <p:nvPr/>
        </p:nvSpPr>
        <p:spPr bwMode="auto">
          <a:xfrm>
            <a:off x="5751513" y="1773238"/>
            <a:ext cx="71437" cy="287337"/>
          </a:xfrm>
          <a:prstGeom prst="line">
            <a:avLst/>
          </a:prstGeom>
          <a:noFill/>
          <a:ln w="1905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250" name="Line 58">
            <a:extLst>
              <a:ext uri="{FF2B5EF4-FFF2-40B4-BE49-F238E27FC236}">
                <a16:creationId xmlns:a16="http://schemas.microsoft.com/office/drawing/2014/main" id="{A56683B8-235F-417F-A55C-B52317206154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822950" y="1773238"/>
            <a:ext cx="144463" cy="287337"/>
          </a:xfrm>
          <a:prstGeom prst="line">
            <a:avLst/>
          </a:prstGeom>
          <a:noFill/>
          <a:ln w="1905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251" name="Line 59">
            <a:extLst>
              <a:ext uri="{FF2B5EF4-FFF2-40B4-BE49-F238E27FC236}">
                <a16:creationId xmlns:a16="http://schemas.microsoft.com/office/drawing/2014/main" id="{FB893E6C-07A4-4A63-A65D-B5BDB3292584}"/>
              </a:ext>
            </a:extLst>
          </p:cNvPr>
          <p:cNvSpPr>
            <a:spLocks noChangeShapeType="1"/>
          </p:cNvSpPr>
          <p:nvPr/>
        </p:nvSpPr>
        <p:spPr bwMode="auto">
          <a:xfrm>
            <a:off x="5751513" y="1773238"/>
            <a:ext cx="360362" cy="503237"/>
          </a:xfrm>
          <a:prstGeom prst="line">
            <a:avLst/>
          </a:prstGeom>
          <a:noFill/>
          <a:ln w="1905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252" name="Line 60">
            <a:extLst>
              <a:ext uri="{FF2B5EF4-FFF2-40B4-BE49-F238E27FC236}">
                <a16:creationId xmlns:a16="http://schemas.microsoft.com/office/drawing/2014/main" id="{78AFCD6C-EDA0-4C53-B6C3-70A1FCCEEDD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111875" y="2133600"/>
            <a:ext cx="142875" cy="142875"/>
          </a:xfrm>
          <a:prstGeom prst="line">
            <a:avLst/>
          </a:prstGeom>
          <a:noFill/>
          <a:ln w="1905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253" name="Line 61">
            <a:extLst>
              <a:ext uri="{FF2B5EF4-FFF2-40B4-BE49-F238E27FC236}">
                <a16:creationId xmlns:a16="http://schemas.microsoft.com/office/drawing/2014/main" id="{5B769D79-F1CF-4020-8082-D00C1AE4A9FA}"/>
              </a:ext>
            </a:extLst>
          </p:cNvPr>
          <p:cNvSpPr>
            <a:spLocks noChangeShapeType="1"/>
          </p:cNvSpPr>
          <p:nvPr/>
        </p:nvSpPr>
        <p:spPr bwMode="auto">
          <a:xfrm>
            <a:off x="6254750" y="2133600"/>
            <a:ext cx="73025" cy="358775"/>
          </a:xfrm>
          <a:prstGeom prst="line">
            <a:avLst/>
          </a:prstGeom>
          <a:noFill/>
          <a:ln w="1905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254" name="Line 62">
            <a:extLst>
              <a:ext uri="{FF2B5EF4-FFF2-40B4-BE49-F238E27FC236}">
                <a16:creationId xmlns:a16="http://schemas.microsoft.com/office/drawing/2014/main" id="{38067DBB-62D6-46BB-A2E1-ADBDE7ABC180}"/>
              </a:ext>
            </a:extLst>
          </p:cNvPr>
          <p:cNvSpPr>
            <a:spLocks noChangeShapeType="1"/>
          </p:cNvSpPr>
          <p:nvPr/>
        </p:nvSpPr>
        <p:spPr bwMode="auto">
          <a:xfrm>
            <a:off x="6038850" y="1412875"/>
            <a:ext cx="433388" cy="215900"/>
          </a:xfrm>
          <a:prstGeom prst="line">
            <a:avLst/>
          </a:prstGeom>
          <a:noFill/>
          <a:ln w="1905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255" name="Line 63">
            <a:extLst>
              <a:ext uri="{FF2B5EF4-FFF2-40B4-BE49-F238E27FC236}">
                <a16:creationId xmlns:a16="http://schemas.microsoft.com/office/drawing/2014/main" id="{923D05F1-037A-4881-A86C-0A8844C6122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111875" y="1628775"/>
            <a:ext cx="360363" cy="360363"/>
          </a:xfrm>
          <a:prstGeom prst="line">
            <a:avLst/>
          </a:prstGeom>
          <a:noFill/>
          <a:ln w="1905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256" name="Line 64">
            <a:extLst>
              <a:ext uri="{FF2B5EF4-FFF2-40B4-BE49-F238E27FC236}">
                <a16:creationId xmlns:a16="http://schemas.microsoft.com/office/drawing/2014/main" id="{ED71AC8C-51E7-4895-9A1D-9CB9E853CFA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111875" y="1700213"/>
            <a:ext cx="71438" cy="288925"/>
          </a:xfrm>
          <a:prstGeom prst="line">
            <a:avLst/>
          </a:prstGeom>
          <a:noFill/>
          <a:ln w="1905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257" name="Line 65">
            <a:extLst>
              <a:ext uri="{FF2B5EF4-FFF2-40B4-BE49-F238E27FC236}">
                <a16:creationId xmlns:a16="http://schemas.microsoft.com/office/drawing/2014/main" id="{54BE3D71-1B05-47F7-99D8-DE6AB00D1A06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5822950" y="1557338"/>
            <a:ext cx="360363" cy="142875"/>
          </a:xfrm>
          <a:prstGeom prst="line">
            <a:avLst/>
          </a:prstGeom>
          <a:noFill/>
          <a:ln w="1905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258" name="Line 66">
            <a:extLst>
              <a:ext uri="{FF2B5EF4-FFF2-40B4-BE49-F238E27FC236}">
                <a16:creationId xmlns:a16="http://schemas.microsoft.com/office/drawing/2014/main" id="{6B4ECE47-D1EB-4A97-9621-B6911C7F466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822950" y="1484313"/>
            <a:ext cx="504825" cy="73025"/>
          </a:xfrm>
          <a:prstGeom prst="line">
            <a:avLst/>
          </a:prstGeom>
          <a:noFill/>
          <a:ln w="1905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259" name="Line 67">
            <a:extLst>
              <a:ext uri="{FF2B5EF4-FFF2-40B4-BE49-F238E27FC236}">
                <a16:creationId xmlns:a16="http://schemas.microsoft.com/office/drawing/2014/main" id="{23C4BA49-0233-4E54-B3F7-338BAD91A590}"/>
              </a:ext>
            </a:extLst>
          </p:cNvPr>
          <p:cNvSpPr>
            <a:spLocks noChangeShapeType="1"/>
          </p:cNvSpPr>
          <p:nvPr/>
        </p:nvSpPr>
        <p:spPr bwMode="auto">
          <a:xfrm>
            <a:off x="6327775" y="1484313"/>
            <a:ext cx="215900" cy="576262"/>
          </a:xfrm>
          <a:prstGeom prst="line">
            <a:avLst/>
          </a:prstGeom>
          <a:noFill/>
          <a:ln w="1905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260" name="Line 68">
            <a:extLst>
              <a:ext uri="{FF2B5EF4-FFF2-40B4-BE49-F238E27FC236}">
                <a16:creationId xmlns:a16="http://schemas.microsoft.com/office/drawing/2014/main" id="{CE7A7A54-865F-4965-AFF2-D67D18F2C953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5967413" y="1773238"/>
            <a:ext cx="576262" cy="287337"/>
          </a:xfrm>
          <a:prstGeom prst="line">
            <a:avLst/>
          </a:prstGeom>
          <a:noFill/>
          <a:ln w="1905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261" name="Line 69">
            <a:extLst>
              <a:ext uri="{FF2B5EF4-FFF2-40B4-BE49-F238E27FC236}">
                <a16:creationId xmlns:a16="http://schemas.microsoft.com/office/drawing/2014/main" id="{E37A34D1-1451-445B-9176-47B8C4A83095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6327775" y="1125538"/>
            <a:ext cx="215900" cy="358775"/>
          </a:xfrm>
          <a:prstGeom prst="line">
            <a:avLst/>
          </a:prstGeom>
          <a:noFill/>
          <a:ln w="1905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262" name="Line 70">
            <a:extLst>
              <a:ext uri="{FF2B5EF4-FFF2-40B4-BE49-F238E27FC236}">
                <a16:creationId xmlns:a16="http://schemas.microsoft.com/office/drawing/2014/main" id="{48DF3782-2DBD-40B0-ACD3-2F2ABA44E4A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254750" y="1125538"/>
            <a:ext cx="73025" cy="215900"/>
          </a:xfrm>
          <a:prstGeom prst="line">
            <a:avLst/>
          </a:prstGeom>
          <a:noFill/>
          <a:ln w="1905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263" name="Line 71">
            <a:extLst>
              <a:ext uri="{FF2B5EF4-FFF2-40B4-BE49-F238E27FC236}">
                <a16:creationId xmlns:a16="http://schemas.microsoft.com/office/drawing/2014/main" id="{13616D08-D6F7-45AB-B29A-28BB20B5CDEE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6038850" y="1052513"/>
            <a:ext cx="215900" cy="288925"/>
          </a:xfrm>
          <a:prstGeom prst="line">
            <a:avLst/>
          </a:prstGeom>
          <a:noFill/>
          <a:ln w="1905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264" name="Line 72">
            <a:extLst>
              <a:ext uri="{FF2B5EF4-FFF2-40B4-BE49-F238E27FC236}">
                <a16:creationId xmlns:a16="http://schemas.microsoft.com/office/drawing/2014/main" id="{52B5D025-204A-482C-AB57-B0FA4C3A868D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038850" y="836613"/>
            <a:ext cx="360363" cy="215900"/>
          </a:xfrm>
          <a:prstGeom prst="line">
            <a:avLst/>
          </a:prstGeom>
          <a:noFill/>
          <a:ln w="1905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265" name="Line 73">
            <a:extLst>
              <a:ext uri="{FF2B5EF4-FFF2-40B4-BE49-F238E27FC236}">
                <a16:creationId xmlns:a16="http://schemas.microsoft.com/office/drawing/2014/main" id="{D39E7BFA-B197-437C-9833-726330CB581E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038850" y="836613"/>
            <a:ext cx="360363" cy="576262"/>
          </a:xfrm>
          <a:prstGeom prst="line">
            <a:avLst/>
          </a:prstGeom>
          <a:noFill/>
          <a:ln w="1905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266" name="Line 74">
            <a:extLst>
              <a:ext uri="{FF2B5EF4-FFF2-40B4-BE49-F238E27FC236}">
                <a16:creationId xmlns:a16="http://schemas.microsoft.com/office/drawing/2014/main" id="{9B9FD897-CF00-4EF8-8CB1-2F1C86F16785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688138" y="476250"/>
            <a:ext cx="142875" cy="288925"/>
          </a:xfrm>
          <a:prstGeom prst="line">
            <a:avLst/>
          </a:prstGeom>
          <a:noFill/>
          <a:ln w="1905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267" name="Line 75">
            <a:extLst>
              <a:ext uri="{FF2B5EF4-FFF2-40B4-BE49-F238E27FC236}">
                <a16:creationId xmlns:a16="http://schemas.microsoft.com/office/drawing/2014/main" id="{3A03B9BB-98EE-4A6C-933A-9E97D16CFDFB}"/>
              </a:ext>
            </a:extLst>
          </p:cNvPr>
          <p:cNvSpPr>
            <a:spLocks noChangeShapeType="1"/>
          </p:cNvSpPr>
          <p:nvPr/>
        </p:nvSpPr>
        <p:spPr bwMode="auto">
          <a:xfrm>
            <a:off x="6688138" y="765175"/>
            <a:ext cx="142875" cy="142875"/>
          </a:xfrm>
          <a:prstGeom prst="line">
            <a:avLst/>
          </a:prstGeom>
          <a:noFill/>
          <a:ln w="1905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268" name="Line 76">
            <a:extLst>
              <a:ext uri="{FF2B5EF4-FFF2-40B4-BE49-F238E27FC236}">
                <a16:creationId xmlns:a16="http://schemas.microsoft.com/office/drawing/2014/main" id="{1814049A-90FE-446C-A898-6141053DA7A4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399213" y="908050"/>
            <a:ext cx="431800" cy="144463"/>
          </a:xfrm>
          <a:prstGeom prst="line">
            <a:avLst/>
          </a:prstGeom>
          <a:noFill/>
          <a:ln w="1905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269" name="Line 77">
            <a:extLst>
              <a:ext uri="{FF2B5EF4-FFF2-40B4-BE49-F238E27FC236}">
                <a16:creationId xmlns:a16="http://schemas.microsoft.com/office/drawing/2014/main" id="{3FF6C1E1-DFB1-4838-B746-5055EE1B68AE}"/>
              </a:ext>
            </a:extLst>
          </p:cNvPr>
          <p:cNvSpPr>
            <a:spLocks noChangeShapeType="1"/>
          </p:cNvSpPr>
          <p:nvPr/>
        </p:nvSpPr>
        <p:spPr bwMode="auto">
          <a:xfrm>
            <a:off x="6399213" y="1052513"/>
            <a:ext cx="144462" cy="215900"/>
          </a:xfrm>
          <a:prstGeom prst="line">
            <a:avLst/>
          </a:prstGeom>
          <a:noFill/>
          <a:ln w="1905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270" name="Line 78">
            <a:extLst>
              <a:ext uri="{FF2B5EF4-FFF2-40B4-BE49-F238E27FC236}">
                <a16:creationId xmlns:a16="http://schemas.microsoft.com/office/drawing/2014/main" id="{C61B8588-BFED-4173-99FA-43A2118471C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543675" y="1196975"/>
            <a:ext cx="144463" cy="71438"/>
          </a:xfrm>
          <a:prstGeom prst="line">
            <a:avLst/>
          </a:prstGeom>
          <a:noFill/>
          <a:ln w="1905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271" name="Line 79">
            <a:extLst>
              <a:ext uri="{FF2B5EF4-FFF2-40B4-BE49-F238E27FC236}">
                <a16:creationId xmlns:a16="http://schemas.microsoft.com/office/drawing/2014/main" id="{6AFB1C61-5A58-44F7-AC10-33D352E0D35B}"/>
              </a:ext>
            </a:extLst>
          </p:cNvPr>
          <p:cNvSpPr>
            <a:spLocks noChangeShapeType="1"/>
          </p:cNvSpPr>
          <p:nvPr/>
        </p:nvSpPr>
        <p:spPr bwMode="auto">
          <a:xfrm>
            <a:off x="6688138" y="1196975"/>
            <a:ext cx="71437" cy="215900"/>
          </a:xfrm>
          <a:prstGeom prst="line">
            <a:avLst/>
          </a:prstGeom>
          <a:noFill/>
          <a:ln w="1905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272" name="Line 80">
            <a:extLst>
              <a:ext uri="{FF2B5EF4-FFF2-40B4-BE49-F238E27FC236}">
                <a16:creationId xmlns:a16="http://schemas.microsoft.com/office/drawing/2014/main" id="{73BDB4A8-CCC6-4AAD-B909-BE4C7695974C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615113" y="1412875"/>
            <a:ext cx="144462" cy="71438"/>
          </a:xfrm>
          <a:prstGeom prst="line">
            <a:avLst/>
          </a:prstGeom>
          <a:noFill/>
          <a:ln w="1905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273" name="Line 81">
            <a:extLst>
              <a:ext uri="{FF2B5EF4-FFF2-40B4-BE49-F238E27FC236}">
                <a16:creationId xmlns:a16="http://schemas.microsoft.com/office/drawing/2014/main" id="{521E9CA4-71F5-4491-A3C5-B3603279F31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798763" y="908050"/>
            <a:ext cx="144462" cy="144463"/>
          </a:xfrm>
          <a:prstGeom prst="line">
            <a:avLst/>
          </a:prstGeom>
          <a:noFill/>
          <a:ln w="19050">
            <a:solidFill>
              <a:srgbClr val="66FF33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274" name="Line 82">
            <a:extLst>
              <a:ext uri="{FF2B5EF4-FFF2-40B4-BE49-F238E27FC236}">
                <a16:creationId xmlns:a16="http://schemas.microsoft.com/office/drawing/2014/main" id="{3BC4F68B-5AA0-4BBC-A10D-B1C4648479E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246688" y="2636838"/>
            <a:ext cx="360362" cy="144462"/>
          </a:xfrm>
          <a:prstGeom prst="line">
            <a:avLst/>
          </a:prstGeom>
          <a:noFill/>
          <a:ln w="19050">
            <a:solidFill>
              <a:srgbClr val="66FF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275" name="Line 83">
            <a:extLst>
              <a:ext uri="{FF2B5EF4-FFF2-40B4-BE49-F238E27FC236}">
                <a16:creationId xmlns:a16="http://schemas.microsoft.com/office/drawing/2014/main" id="{03EE2018-8C63-4029-A4F2-E74A2B63FE9A}"/>
              </a:ext>
            </a:extLst>
          </p:cNvPr>
          <p:cNvSpPr>
            <a:spLocks noChangeShapeType="1"/>
          </p:cNvSpPr>
          <p:nvPr/>
        </p:nvSpPr>
        <p:spPr bwMode="auto">
          <a:xfrm>
            <a:off x="5175250" y="2781300"/>
            <a:ext cx="287338" cy="142875"/>
          </a:xfrm>
          <a:prstGeom prst="line">
            <a:avLst/>
          </a:prstGeom>
          <a:noFill/>
          <a:ln w="19050">
            <a:solidFill>
              <a:srgbClr val="66FF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276" name="Line 84">
            <a:extLst>
              <a:ext uri="{FF2B5EF4-FFF2-40B4-BE49-F238E27FC236}">
                <a16:creationId xmlns:a16="http://schemas.microsoft.com/office/drawing/2014/main" id="{7741F2B8-5EB9-4070-BA28-987C70038A7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462588" y="2492375"/>
            <a:ext cx="73025" cy="431800"/>
          </a:xfrm>
          <a:prstGeom prst="line">
            <a:avLst/>
          </a:prstGeom>
          <a:noFill/>
          <a:ln w="19050">
            <a:solidFill>
              <a:srgbClr val="66FF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277" name="Line 85">
            <a:extLst>
              <a:ext uri="{FF2B5EF4-FFF2-40B4-BE49-F238E27FC236}">
                <a16:creationId xmlns:a16="http://schemas.microsoft.com/office/drawing/2014/main" id="{7CCB3F9A-2F2F-40C7-A115-31E3DF36706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246688" y="2492375"/>
            <a:ext cx="288925" cy="144463"/>
          </a:xfrm>
          <a:prstGeom prst="line">
            <a:avLst/>
          </a:prstGeom>
          <a:noFill/>
          <a:ln w="19050">
            <a:solidFill>
              <a:srgbClr val="66FF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278" name="Line 86">
            <a:extLst>
              <a:ext uri="{FF2B5EF4-FFF2-40B4-BE49-F238E27FC236}">
                <a16:creationId xmlns:a16="http://schemas.microsoft.com/office/drawing/2014/main" id="{CFE930DB-A7A1-4357-9B36-B50F9A027600}"/>
              </a:ext>
            </a:extLst>
          </p:cNvPr>
          <p:cNvSpPr>
            <a:spLocks noChangeShapeType="1"/>
          </p:cNvSpPr>
          <p:nvPr/>
        </p:nvSpPr>
        <p:spPr bwMode="auto">
          <a:xfrm>
            <a:off x="5246688" y="2636838"/>
            <a:ext cx="73025" cy="504825"/>
          </a:xfrm>
          <a:prstGeom prst="line">
            <a:avLst/>
          </a:prstGeom>
          <a:noFill/>
          <a:ln w="19050">
            <a:solidFill>
              <a:srgbClr val="66FF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279" name="Line 87">
            <a:extLst>
              <a:ext uri="{FF2B5EF4-FFF2-40B4-BE49-F238E27FC236}">
                <a16:creationId xmlns:a16="http://schemas.microsoft.com/office/drawing/2014/main" id="{59FD309A-6533-4F4C-9891-4D6A01A6CE3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319713" y="3068638"/>
            <a:ext cx="360362" cy="73025"/>
          </a:xfrm>
          <a:prstGeom prst="line">
            <a:avLst/>
          </a:prstGeom>
          <a:noFill/>
          <a:ln w="19050">
            <a:solidFill>
              <a:srgbClr val="66FF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280" name="Line 88">
            <a:extLst>
              <a:ext uri="{FF2B5EF4-FFF2-40B4-BE49-F238E27FC236}">
                <a16:creationId xmlns:a16="http://schemas.microsoft.com/office/drawing/2014/main" id="{2B3067EF-CED4-47D8-A151-DAF5CD1B9462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319713" y="3068638"/>
            <a:ext cx="360362" cy="360362"/>
          </a:xfrm>
          <a:prstGeom prst="line">
            <a:avLst/>
          </a:prstGeom>
          <a:noFill/>
          <a:ln w="19050">
            <a:solidFill>
              <a:srgbClr val="66FF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281" name="Line 89">
            <a:extLst>
              <a:ext uri="{FF2B5EF4-FFF2-40B4-BE49-F238E27FC236}">
                <a16:creationId xmlns:a16="http://schemas.microsoft.com/office/drawing/2014/main" id="{5F497946-40F9-4CDE-84DF-A45E9F52C5F2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5175250" y="3140075"/>
            <a:ext cx="142875" cy="288925"/>
          </a:xfrm>
          <a:prstGeom prst="line">
            <a:avLst/>
          </a:prstGeom>
          <a:noFill/>
          <a:ln w="19050">
            <a:solidFill>
              <a:srgbClr val="66FF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282" name="Line 90">
            <a:extLst>
              <a:ext uri="{FF2B5EF4-FFF2-40B4-BE49-F238E27FC236}">
                <a16:creationId xmlns:a16="http://schemas.microsoft.com/office/drawing/2014/main" id="{03CBFA65-BB82-4076-9315-10BE3B7BB974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4887913" y="836613"/>
            <a:ext cx="142875" cy="360362"/>
          </a:xfrm>
          <a:prstGeom prst="line">
            <a:avLst/>
          </a:prstGeom>
          <a:noFill/>
          <a:ln w="19050">
            <a:solidFill>
              <a:srgbClr val="66FF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283" name="Line 91">
            <a:extLst>
              <a:ext uri="{FF2B5EF4-FFF2-40B4-BE49-F238E27FC236}">
                <a16:creationId xmlns:a16="http://schemas.microsoft.com/office/drawing/2014/main" id="{75BC0BC9-FCA2-40FF-9B71-A41BB8882C57}"/>
              </a:ext>
            </a:extLst>
          </p:cNvPr>
          <p:cNvSpPr>
            <a:spLocks noChangeShapeType="1"/>
          </p:cNvSpPr>
          <p:nvPr/>
        </p:nvSpPr>
        <p:spPr bwMode="auto">
          <a:xfrm>
            <a:off x="4887913" y="836613"/>
            <a:ext cx="71437" cy="504825"/>
          </a:xfrm>
          <a:prstGeom prst="line">
            <a:avLst/>
          </a:prstGeom>
          <a:noFill/>
          <a:ln w="19050">
            <a:solidFill>
              <a:srgbClr val="66FF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284" name="Line 92">
            <a:extLst>
              <a:ext uri="{FF2B5EF4-FFF2-40B4-BE49-F238E27FC236}">
                <a16:creationId xmlns:a16="http://schemas.microsoft.com/office/drawing/2014/main" id="{2EA1A47B-0C29-4AA7-A5DF-AE91CC42BE61}"/>
              </a:ext>
            </a:extLst>
          </p:cNvPr>
          <p:cNvSpPr>
            <a:spLocks noChangeShapeType="1"/>
          </p:cNvSpPr>
          <p:nvPr/>
        </p:nvSpPr>
        <p:spPr bwMode="auto">
          <a:xfrm>
            <a:off x="4959350" y="1341438"/>
            <a:ext cx="360363" cy="431800"/>
          </a:xfrm>
          <a:prstGeom prst="line">
            <a:avLst/>
          </a:prstGeom>
          <a:noFill/>
          <a:ln w="19050">
            <a:solidFill>
              <a:srgbClr val="66FF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285" name="Line 93">
            <a:extLst>
              <a:ext uri="{FF2B5EF4-FFF2-40B4-BE49-F238E27FC236}">
                <a16:creationId xmlns:a16="http://schemas.microsoft.com/office/drawing/2014/main" id="{4EC15150-8F72-4A65-AAA9-E0DEC815CDC3}"/>
              </a:ext>
            </a:extLst>
          </p:cNvPr>
          <p:cNvSpPr>
            <a:spLocks noChangeShapeType="1"/>
          </p:cNvSpPr>
          <p:nvPr/>
        </p:nvSpPr>
        <p:spPr bwMode="auto">
          <a:xfrm>
            <a:off x="5319713" y="1773238"/>
            <a:ext cx="215900" cy="215900"/>
          </a:xfrm>
          <a:prstGeom prst="line">
            <a:avLst/>
          </a:prstGeom>
          <a:noFill/>
          <a:ln w="19050">
            <a:solidFill>
              <a:srgbClr val="66FF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286" name="Line 94">
            <a:extLst>
              <a:ext uri="{FF2B5EF4-FFF2-40B4-BE49-F238E27FC236}">
                <a16:creationId xmlns:a16="http://schemas.microsoft.com/office/drawing/2014/main" id="{B18FCA1C-CA88-4872-9043-8CFEC0C2552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391150" y="1989138"/>
            <a:ext cx="144463" cy="360362"/>
          </a:xfrm>
          <a:prstGeom prst="line">
            <a:avLst/>
          </a:prstGeom>
          <a:noFill/>
          <a:ln w="19050">
            <a:solidFill>
              <a:srgbClr val="66FF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287" name="Line 95">
            <a:extLst>
              <a:ext uri="{FF2B5EF4-FFF2-40B4-BE49-F238E27FC236}">
                <a16:creationId xmlns:a16="http://schemas.microsoft.com/office/drawing/2014/main" id="{D1488BBE-771D-4536-B463-81B0B7B663BA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246688" y="2349500"/>
            <a:ext cx="144462" cy="215900"/>
          </a:xfrm>
          <a:prstGeom prst="line">
            <a:avLst/>
          </a:prstGeom>
          <a:noFill/>
          <a:ln w="19050">
            <a:solidFill>
              <a:srgbClr val="66FF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288" name="Line 96">
            <a:extLst>
              <a:ext uri="{FF2B5EF4-FFF2-40B4-BE49-F238E27FC236}">
                <a16:creationId xmlns:a16="http://schemas.microsoft.com/office/drawing/2014/main" id="{4CF45408-A143-4155-AE82-6C9C9510697E}"/>
              </a:ext>
            </a:extLst>
          </p:cNvPr>
          <p:cNvSpPr>
            <a:spLocks noChangeShapeType="1"/>
          </p:cNvSpPr>
          <p:nvPr/>
        </p:nvSpPr>
        <p:spPr bwMode="auto">
          <a:xfrm>
            <a:off x="5246688" y="2565400"/>
            <a:ext cx="360362" cy="71438"/>
          </a:xfrm>
          <a:prstGeom prst="line">
            <a:avLst/>
          </a:prstGeom>
          <a:noFill/>
          <a:ln w="19050">
            <a:solidFill>
              <a:srgbClr val="66FF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289" name="Line 97">
            <a:extLst>
              <a:ext uri="{FF2B5EF4-FFF2-40B4-BE49-F238E27FC236}">
                <a16:creationId xmlns:a16="http://schemas.microsoft.com/office/drawing/2014/main" id="{F64B5660-D967-4400-889A-F092CBED387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030788" y="549275"/>
            <a:ext cx="431800" cy="142875"/>
          </a:xfrm>
          <a:prstGeom prst="line">
            <a:avLst/>
          </a:prstGeom>
          <a:noFill/>
          <a:ln w="19050">
            <a:solidFill>
              <a:srgbClr val="66FF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290" name="Line 98">
            <a:extLst>
              <a:ext uri="{FF2B5EF4-FFF2-40B4-BE49-F238E27FC236}">
                <a16:creationId xmlns:a16="http://schemas.microsoft.com/office/drawing/2014/main" id="{17E6FA1B-75BD-43E1-B02D-AA1355D984F4}"/>
              </a:ext>
            </a:extLst>
          </p:cNvPr>
          <p:cNvSpPr>
            <a:spLocks noChangeShapeType="1"/>
          </p:cNvSpPr>
          <p:nvPr/>
        </p:nvSpPr>
        <p:spPr bwMode="auto">
          <a:xfrm>
            <a:off x="5462588" y="549275"/>
            <a:ext cx="217487" cy="287338"/>
          </a:xfrm>
          <a:prstGeom prst="line">
            <a:avLst/>
          </a:prstGeom>
          <a:noFill/>
          <a:ln w="19050">
            <a:solidFill>
              <a:srgbClr val="66FF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291" name="Line 99">
            <a:extLst>
              <a:ext uri="{FF2B5EF4-FFF2-40B4-BE49-F238E27FC236}">
                <a16:creationId xmlns:a16="http://schemas.microsoft.com/office/drawing/2014/main" id="{C9620A65-8569-4880-B45B-3D568B4A7ABE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462588" y="836613"/>
            <a:ext cx="217487" cy="215900"/>
          </a:xfrm>
          <a:prstGeom prst="line">
            <a:avLst/>
          </a:prstGeom>
          <a:noFill/>
          <a:ln w="19050">
            <a:solidFill>
              <a:srgbClr val="66FF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292" name="Line 100">
            <a:extLst>
              <a:ext uri="{FF2B5EF4-FFF2-40B4-BE49-F238E27FC236}">
                <a16:creationId xmlns:a16="http://schemas.microsoft.com/office/drawing/2014/main" id="{156F0B73-6BD8-4978-895F-EEAAB4052535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5175250" y="765175"/>
            <a:ext cx="215900" cy="287338"/>
          </a:xfrm>
          <a:prstGeom prst="line">
            <a:avLst/>
          </a:prstGeom>
          <a:noFill/>
          <a:ln w="19050">
            <a:solidFill>
              <a:srgbClr val="66FF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293" name="Line 101">
            <a:extLst>
              <a:ext uri="{FF2B5EF4-FFF2-40B4-BE49-F238E27FC236}">
                <a16:creationId xmlns:a16="http://schemas.microsoft.com/office/drawing/2014/main" id="{7372E419-ECD7-48BA-A397-CBAB51A38DAE}"/>
              </a:ext>
            </a:extLst>
          </p:cNvPr>
          <p:cNvSpPr>
            <a:spLocks noChangeShapeType="1"/>
          </p:cNvSpPr>
          <p:nvPr/>
        </p:nvSpPr>
        <p:spPr bwMode="auto">
          <a:xfrm>
            <a:off x="5175250" y="765175"/>
            <a:ext cx="215900" cy="71438"/>
          </a:xfrm>
          <a:prstGeom prst="line">
            <a:avLst/>
          </a:prstGeom>
          <a:noFill/>
          <a:ln w="19050">
            <a:solidFill>
              <a:srgbClr val="66FF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294" name="Line 102">
            <a:extLst>
              <a:ext uri="{FF2B5EF4-FFF2-40B4-BE49-F238E27FC236}">
                <a16:creationId xmlns:a16="http://schemas.microsoft.com/office/drawing/2014/main" id="{81D8EF84-66DD-4CF4-A730-88D7F66A9F5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030788" y="836613"/>
            <a:ext cx="360362" cy="360362"/>
          </a:xfrm>
          <a:prstGeom prst="line">
            <a:avLst/>
          </a:prstGeom>
          <a:noFill/>
          <a:ln w="19050">
            <a:solidFill>
              <a:srgbClr val="66FF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295" name="Line 103">
            <a:extLst>
              <a:ext uri="{FF2B5EF4-FFF2-40B4-BE49-F238E27FC236}">
                <a16:creationId xmlns:a16="http://schemas.microsoft.com/office/drawing/2014/main" id="{020F17C3-4793-4AE8-91DB-44ED32DF2EA1}"/>
              </a:ext>
            </a:extLst>
          </p:cNvPr>
          <p:cNvSpPr>
            <a:spLocks noChangeShapeType="1"/>
          </p:cNvSpPr>
          <p:nvPr/>
        </p:nvSpPr>
        <p:spPr bwMode="auto">
          <a:xfrm>
            <a:off x="3951288" y="1125538"/>
            <a:ext cx="287337" cy="287337"/>
          </a:xfrm>
          <a:prstGeom prst="line">
            <a:avLst/>
          </a:prstGeom>
          <a:noFill/>
          <a:ln w="19050">
            <a:solidFill>
              <a:srgbClr val="66FF33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296" name="Line 104">
            <a:extLst>
              <a:ext uri="{FF2B5EF4-FFF2-40B4-BE49-F238E27FC236}">
                <a16:creationId xmlns:a16="http://schemas.microsoft.com/office/drawing/2014/main" id="{2E73E65B-ECA0-4E47-ABA2-601190AB3A5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951288" y="908050"/>
            <a:ext cx="144462" cy="217488"/>
          </a:xfrm>
          <a:prstGeom prst="line">
            <a:avLst/>
          </a:prstGeom>
          <a:noFill/>
          <a:ln w="19050">
            <a:solidFill>
              <a:srgbClr val="66FF33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297" name="Line 105">
            <a:extLst>
              <a:ext uri="{FF2B5EF4-FFF2-40B4-BE49-F238E27FC236}">
                <a16:creationId xmlns:a16="http://schemas.microsoft.com/office/drawing/2014/main" id="{F32F02C1-1DE5-47BB-BDB9-98B22A0BA638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4095750" y="908050"/>
            <a:ext cx="215900" cy="288925"/>
          </a:xfrm>
          <a:prstGeom prst="line">
            <a:avLst/>
          </a:prstGeom>
          <a:noFill/>
          <a:ln w="19050">
            <a:solidFill>
              <a:srgbClr val="66FF33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298" name="Line 106">
            <a:extLst>
              <a:ext uri="{FF2B5EF4-FFF2-40B4-BE49-F238E27FC236}">
                <a16:creationId xmlns:a16="http://schemas.microsoft.com/office/drawing/2014/main" id="{3BE8D493-581D-4DFC-A7F5-702900653D1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022725" y="1268413"/>
            <a:ext cx="288925" cy="288925"/>
          </a:xfrm>
          <a:prstGeom prst="line">
            <a:avLst/>
          </a:prstGeom>
          <a:noFill/>
          <a:ln w="19050">
            <a:solidFill>
              <a:srgbClr val="66FF33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299" name="Line 107">
            <a:extLst>
              <a:ext uri="{FF2B5EF4-FFF2-40B4-BE49-F238E27FC236}">
                <a16:creationId xmlns:a16="http://schemas.microsoft.com/office/drawing/2014/main" id="{4C7528D1-F757-454E-A31E-A6DA111AC153}"/>
              </a:ext>
            </a:extLst>
          </p:cNvPr>
          <p:cNvSpPr>
            <a:spLocks noChangeShapeType="1"/>
          </p:cNvSpPr>
          <p:nvPr/>
        </p:nvSpPr>
        <p:spPr bwMode="auto">
          <a:xfrm>
            <a:off x="3230563" y="1412875"/>
            <a:ext cx="144462" cy="287338"/>
          </a:xfrm>
          <a:prstGeom prst="line">
            <a:avLst/>
          </a:prstGeom>
          <a:noFill/>
          <a:ln w="19050">
            <a:solidFill>
              <a:srgbClr val="66FF33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300" name="Line 108">
            <a:extLst>
              <a:ext uri="{FF2B5EF4-FFF2-40B4-BE49-F238E27FC236}">
                <a16:creationId xmlns:a16="http://schemas.microsoft.com/office/drawing/2014/main" id="{984C3DE9-A1B4-41D8-974D-06D1DADB96BB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2943225" y="908050"/>
            <a:ext cx="647700" cy="576263"/>
          </a:xfrm>
          <a:prstGeom prst="line">
            <a:avLst/>
          </a:prstGeom>
          <a:noFill/>
          <a:ln w="19050">
            <a:solidFill>
              <a:srgbClr val="66FF33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301" name="Line 109">
            <a:extLst>
              <a:ext uri="{FF2B5EF4-FFF2-40B4-BE49-F238E27FC236}">
                <a16:creationId xmlns:a16="http://schemas.microsoft.com/office/drawing/2014/main" id="{80920DEC-3F62-44C7-B054-00B1C6C73F62}"/>
              </a:ext>
            </a:extLst>
          </p:cNvPr>
          <p:cNvSpPr>
            <a:spLocks noChangeShapeType="1"/>
          </p:cNvSpPr>
          <p:nvPr/>
        </p:nvSpPr>
        <p:spPr bwMode="auto">
          <a:xfrm rot="4460605">
            <a:off x="3158331" y="981869"/>
            <a:ext cx="720725" cy="719138"/>
          </a:xfrm>
          <a:prstGeom prst="line">
            <a:avLst/>
          </a:prstGeom>
          <a:noFill/>
          <a:ln w="19050">
            <a:solidFill>
              <a:srgbClr val="66FF33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302" name="Line 110">
            <a:extLst>
              <a:ext uri="{FF2B5EF4-FFF2-40B4-BE49-F238E27FC236}">
                <a16:creationId xmlns:a16="http://schemas.microsoft.com/office/drawing/2014/main" id="{65C82B91-8D36-44A7-A942-9DFD014C8793}"/>
              </a:ext>
            </a:extLst>
          </p:cNvPr>
          <p:cNvSpPr>
            <a:spLocks noChangeShapeType="1"/>
          </p:cNvSpPr>
          <p:nvPr/>
        </p:nvSpPr>
        <p:spPr bwMode="auto">
          <a:xfrm rot="4460605" flipH="1" flipV="1">
            <a:off x="3392488" y="1724025"/>
            <a:ext cx="392112" cy="420688"/>
          </a:xfrm>
          <a:prstGeom prst="line">
            <a:avLst/>
          </a:prstGeom>
          <a:noFill/>
          <a:ln w="19050">
            <a:solidFill>
              <a:srgbClr val="66FF33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303" name="Line 111">
            <a:extLst>
              <a:ext uri="{FF2B5EF4-FFF2-40B4-BE49-F238E27FC236}">
                <a16:creationId xmlns:a16="http://schemas.microsoft.com/office/drawing/2014/main" id="{7DE19F91-258E-4D6A-AB6B-377C337447A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871788" y="2565400"/>
            <a:ext cx="574675" cy="576263"/>
          </a:xfrm>
          <a:prstGeom prst="line">
            <a:avLst/>
          </a:prstGeom>
          <a:noFill/>
          <a:ln w="19050">
            <a:solidFill>
              <a:srgbClr val="66FF33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304" name="Line 112">
            <a:extLst>
              <a:ext uri="{FF2B5EF4-FFF2-40B4-BE49-F238E27FC236}">
                <a16:creationId xmlns:a16="http://schemas.microsoft.com/office/drawing/2014/main" id="{87DAB13D-1FA1-416F-939A-1DA88236CB3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446463" y="2492375"/>
            <a:ext cx="576262" cy="73025"/>
          </a:xfrm>
          <a:prstGeom prst="line">
            <a:avLst/>
          </a:prstGeom>
          <a:noFill/>
          <a:ln w="19050">
            <a:solidFill>
              <a:srgbClr val="66FF33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305" name="Line 113">
            <a:extLst>
              <a:ext uri="{FF2B5EF4-FFF2-40B4-BE49-F238E27FC236}">
                <a16:creationId xmlns:a16="http://schemas.microsoft.com/office/drawing/2014/main" id="{056C6AC6-FBCF-4A2E-902C-5FEBAAB03AD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022725" y="2133600"/>
            <a:ext cx="144463" cy="358775"/>
          </a:xfrm>
          <a:prstGeom prst="line">
            <a:avLst/>
          </a:prstGeom>
          <a:noFill/>
          <a:ln w="19050">
            <a:solidFill>
              <a:srgbClr val="66FF33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306" name="Line 114">
            <a:extLst>
              <a:ext uri="{FF2B5EF4-FFF2-40B4-BE49-F238E27FC236}">
                <a16:creationId xmlns:a16="http://schemas.microsoft.com/office/drawing/2014/main" id="{5EF12406-B0A4-4159-B137-6E8489BB6D68}"/>
              </a:ext>
            </a:extLst>
          </p:cNvPr>
          <p:cNvSpPr>
            <a:spLocks noChangeShapeType="1"/>
          </p:cNvSpPr>
          <p:nvPr/>
        </p:nvSpPr>
        <p:spPr bwMode="auto">
          <a:xfrm>
            <a:off x="4167188" y="2133600"/>
            <a:ext cx="0" cy="719138"/>
          </a:xfrm>
          <a:prstGeom prst="line">
            <a:avLst/>
          </a:prstGeom>
          <a:noFill/>
          <a:ln w="19050">
            <a:solidFill>
              <a:srgbClr val="66FF33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307" name="Line 115">
            <a:extLst>
              <a:ext uri="{FF2B5EF4-FFF2-40B4-BE49-F238E27FC236}">
                <a16:creationId xmlns:a16="http://schemas.microsoft.com/office/drawing/2014/main" id="{E91BB4D7-4BF4-42F3-8BB3-9BB1A6025410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3446463" y="2133600"/>
            <a:ext cx="720725" cy="719138"/>
          </a:xfrm>
          <a:prstGeom prst="line">
            <a:avLst/>
          </a:prstGeom>
          <a:noFill/>
          <a:ln w="19050">
            <a:solidFill>
              <a:srgbClr val="66FF33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308" name="Line 116">
            <a:extLst>
              <a:ext uri="{FF2B5EF4-FFF2-40B4-BE49-F238E27FC236}">
                <a16:creationId xmlns:a16="http://schemas.microsoft.com/office/drawing/2014/main" id="{FD96830B-0E8F-4327-87A0-940F2CFA1930}"/>
              </a:ext>
            </a:extLst>
          </p:cNvPr>
          <p:cNvSpPr>
            <a:spLocks noChangeShapeType="1"/>
          </p:cNvSpPr>
          <p:nvPr/>
        </p:nvSpPr>
        <p:spPr bwMode="auto">
          <a:xfrm>
            <a:off x="2727325" y="2781300"/>
            <a:ext cx="144463" cy="287338"/>
          </a:xfrm>
          <a:prstGeom prst="line">
            <a:avLst/>
          </a:prstGeom>
          <a:noFill/>
          <a:ln w="19050">
            <a:solidFill>
              <a:srgbClr val="66FF33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309" name="Line 117">
            <a:extLst>
              <a:ext uri="{FF2B5EF4-FFF2-40B4-BE49-F238E27FC236}">
                <a16:creationId xmlns:a16="http://schemas.microsoft.com/office/drawing/2014/main" id="{F399A341-EEA5-44C3-8EE7-8A9CFFF0D3CB}"/>
              </a:ext>
            </a:extLst>
          </p:cNvPr>
          <p:cNvSpPr>
            <a:spLocks noChangeShapeType="1"/>
          </p:cNvSpPr>
          <p:nvPr/>
        </p:nvSpPr>
        <p:spPr bwMode="auto">
          <a:xfrm>
            <a:off x="2366963" y="2349500"/>
            <a:ext cx="360362" cy="431800"/>
          </a:xfrm>
          <a:prstGeom prst="line">
            <a:avLst/>
          </a:prstGeom>
          <a:noFill/>
          <a:ln w="19050">
            <a:solidFill>
              <a:srgbClr val="66FF33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310" name="Oval 118">
            <a:extLst>
              <a:ext uri="{FF2B5EF4-FFF2-40B4-BE49-F238E27FC236}">
                <a16:creationId xmlns:a16="http://schemas.microsoft.com/office/drawing/2014/main" id="{03E98C2B-9EC8-4DEA-9E8A-20E569BB8A5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366963" y="2349500"/>
            <a:ext cx="50800" cy="508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311" name="Oval 119">
            <a:extLst>
              <a:ext uri="{FF2B5EF4-FFF2-40B4-BE49-F238E27FC236}">
                <a16:creationId xmlns:a16="http://schemas.microsoft.com/office/drawing/2014/main" id="{1B7E8002-9A49-464A-9287-19AB52219E6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676525" y="2730500"/>
            <a:ext cx="50800" cy="508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312" name="Oval 120">
            <a:extLst>
              <a:ext uri="{FF2B5EF4-FFF2-40B4-BE49-F238E27FC236}">
                <a16:creationId xmlns:a16="http://schemas.microsoft.com/office/drawing/2014/main" id="{9571D56F-B732-4E23-97CA-FB0228E3C56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871788" y="3090863"/>
            <a:ext cx="50800" cy="508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313" name="Oval 121">
            <a:extLst>
              <a:ext uri="{FF2B5EF4-FFF2-40B4-BE49-F238E27FC236}">
                <a16:creationId xmlns:a16="http://schemas.microsoft.com/office/drawing/2014/main" id="{31BE06EF-0D2E-4E09-98CA-E6419E527A6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436938" y="2546350"/>
            <a:ext cx="50800" cy="508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314" name="Oval 122">
            <a:extLst>
              <a:ext uri="{FF2B5EF4-FFF2-40B4-BE49-F238E27FC236}">
                <a16:creationId xmlns:a16="http://schemas.microsoft.com/office/drawing/2014/main" id="{3C673252-B692-459E-9B3E-CE01FD40E43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990975" y="2463800"/>
            <a:ext cx="50800" cy="508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315" name="Oval 123">
            <a:extLst>
              <a:ext uri="{FF2B5EF4-FFF2-40B4-BE49-F238E27FC236}">
                <a16:creationId xmlns:a16="http://schemas.microsoft.com/office/drawing/2014/main" id="{85ACB65E-1D47-4BC0-8FCE-440F23891A5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148138" y="2133600"/>
            <a:ext cx="50800" cy="508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316" name="Oval 124">
            <a:extLst>
              <a:ext uri="{FF2B5EF4-FFF2-40B4-BE49-F238E27FC236}">
                <a16:creationId xmlns:a16="http://schemas.microsoft.com/office/drawing/2014/main" id="{AEF25065-218C-41AC-A6F1-FC9B4101CCC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138613" y="2833688"/>
            <a:ext cx="50800" cy="508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317" name="Oval 125">
            <a:extLst>
              <a:ext uri="{FF2B5EF4-FFF2-40B4-BE49-F238E27FC236}">
                <a16:creationId xmlns:a16="http://schemas.microsoft.com/office/drawing/2014/main" id="{964122A5-5DE0-46DC-BEEB-8C049E8FB26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436938" y="2133600"/>
            <a:ext cx="50800" cy="508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318" name="Line 126">
            <a:extLst>
              <a:ext uri="{FF2B5EF4-FFF2-40B4-BE49-F238E27FC236}">
                <a16:creationId xmlns:a16="http://schemas.microsoft.com/office/drawing/2014/main" id="{CDBDB5AC-D17F-4521-BAFB-4DAB861A41FD}"/>
              </a:ext>
            </a:extLst>
          </p:cNvPr>
          <p:cNvSpPr>
            <a:spLocks noChangeShapeType="1"/>
          </p:cNvSpPr>
          <p:nvPr/>
        </p:nvSpPr>
        <p:spPr bwMode="auto">
          <a:xfrm rot="4460605" flipH="1">
            <a:off x="3450432" y="975519"/>
            <a:ext cx="515937" cy="485775"/>
          </a:xfrm>
          <a:prstGeom prst="line">
            <a:avLst/>
          </a:prstGeom>
          <a:noFill/>
          <a:ln w="19050">
            <a:solidFill>
              <a:srgbClr val="66FF33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319" name="Line 127">
            <a:extLst>
              <a:ext uri="{FF2B5EF4-FFF2-40B4-BE49-F238E27FC236}">
                <a16:creationId xmlns:a16="http://schemas.microsoft.com/office/drawing/2014/main" id="{986A143C-E913-416B-B07E-2EF9035DD377}"/>
              </a:ext>
            </a:extLst>
          </p:cNvPr>
          <p:cNvSpPr>
            <a:spLocks noChangeAspect="1" noChangeShapeType="1"/>
          </p:cNvSpPr>
          <p:nvPr/>
        </p:nvSpPr>
        <p:spPr bwMode="auto">
          <a:xfrm rot="4460605" flipH="1">
            <a:off x="2852738" y="1444625"/>
            <a:ext cx="596900" cy="76200"/>
          </a:xfrm>
          <a:prstGeom prst="line">
            <a:avLst/>
          </a:prstGeom>
          <a:noFill/>
          <a:ln w="19050">
            <a:solidFill>
              <a:srgbClr val="66FF33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320" name="Line 128">
            <a:extLst>
              <a:ext uri="{FF2B5EF4-FFF2-40B4-BE49-F238E27FC236}">
                <a16:creationId xmlns:a16="http://schemas.microsoft.com/office/drawing/2014/main" id="{55C9705B-5FFB-40AD-849C-C3B66B16E70E}"/>
              </a:ext>
            </a:extLst>
          </p:cNvPr>
          <p:cNvSpPr>
            <a:spLocks noChangeShapeType="1"/>
          </p:cNvSpPr>
          <p:nvPr/>
        </p:nvSpPr>
        <p:spPr bwMode="auto">
          <a:xfrm rot="4460605" flipH="1">
            <a:off x="2817019" y="1037431"/>
            <a:ext cx="71438" cy="358775"/>
          </a:xfrm>
          <a:prstGeom prst="line">
            <a:avLst/>
          </a:prstGeom>
          <a:noFill/>
          <a:ln w="19050">
            <a:solidFill>
              <a:srgbClr val="66FF33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321" name="Line 129">
            <a:extLst>
              <a:ext uri="{FF2B5EF4-FFF2-40B4-BE49-F238E27FC236}">
                <a16:creationId xmlns:a16="http://schemas.microsoft.com/office/drawing/2014/main" id="{1526D3D3-A3C0-439E-B533-A96746C714CB}"/>
              </a:ext>
            </a:extLst>
          </p:cNvPr>
          <p:cNvSpPr>
            <a:spLocks noChangeShapeType="1"/>
          </p:cNvSpPr>
          <p:nvPr/>
        </p:nvSpPr>
        <p:spPr bwMode="auto">
          <a:xfrm rot="4460605" flipH="1" flipV="1">
            <a:off x="3013075" y="774700"/>
            <a:ext cx="1588" cy="719138"/>
          </a:xfrm>
          <a:prstGeom prst="line">
            <a:avLst/>
          </a:prstGeom>
          <a:noFill/>
          <a:ln w="19050">
            <a:solidFill>
              <a:srgbClr val="66FF33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322" name="Line 130">
            <a:extLst>
              <a:ext uri="{FF2B5EF4-FFF2-40B4-BE49-F238E27FC236}">
                <a16:creationId xmlns:a16="http://schemas.microsoft.com/office/drawing/2014/main" id="{22021A2A-828E-491B-B45F-63E3F911168B}"/>
              </a:ext>
            </a:extLst>
          </p:cNvPr>
          <p:cNvSpPr>
            <a:spLocks noChangeShapeType="1"/>
          </p:cNvSpPr>
          <p:nvPr/>
        </p:nvSpPr>
        <p:spPr bwMode="auto">
          <a:xfrm rot="4460605" flipH="1" flipV="1">
            <a:off x="3787775" y="1412875"/>
            <a:ext cx="157163" cy="315913"/>
          </a:xfrm>
          <a:prstGeom prst="line">
            <a:avLst/>
          </a:prstGeom>
          <a:noFill/>
          <a:ln w="19050">
            <a:solidFill>
              <a:srgbClr val="66FF33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323" name="Oval 131">
            <a:extLst>
              <a:ext uri="{FF2B5EF4-FFF2-40B4-BE49-F238E27FC236}">
                <a16:creationId xmlns:a16="http://schemas.microsoft.com/office/drawing/2014/main" id="{7A6B35D4-169B-4109-90F1-57D2E3896B87}"/>
              </a:ext>
            </a:extLst>
          </p:cNvPr>
          <p:cNvSpPr>
            <a:spLocks noChangeAspect="1" noChangeArrowheads="1"/>
          </p:cNvSpPr>
          <p:nvPr/>
        </p:nvSpPr>
        <p:spPr bwMode="auto">
          <a:xfrm rot="4460605" flipH="1" flipV="1">
            <a:off x="3695700" y="1695450"/>
            <a:ext cx="50800" cy="508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324" name="Oval 132">
            <a:extLst>
              <a:ext uri="{FF2B5EF4-FFF2-40B4-BE49-F238E27FC236}">
                <a16:creationId xmlns:a16="http://schemas.microsoft.com/office/drawing/2014/main" id="{5514B57C-DFF8-41A3-987B-3FA89EE852FD}"/>
              </a:ext>
            </a:extLst>
          </p:cNvPr>
          <p:cNvSpPr>
            <a:spLocks noChangeAspect="1" noChangeArrowheads="1"/>
          </p:cNvSpPr>
          <p:nvPr/>
        </p:nvSpPr>
        <p:spPr bwMode="auto">
          <a:xfrm rot="4460605" flipH="1" flipV="1">
            <a:off x="3989388" y="1411288"/>
            <a:ext cx="50800" cy="508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325" name="Oval 133">
            <a:extLst>
              <a:ext uri="{FF2B5EF4-FFF2-40B4-BE49-F238E27FC236}">
                <a16:creationId xmlns:a16="http://schemas.microsoft.com/office/drawing/2014/main" id="{21A927F9-132C-4E16-8A8D-6AE5274FE34A}"/>
              </a:ext>
            </a:extLst>
          </p:cNvPr>
          <p:cNvSpPr>
            <a:spLocks noChangeAspect="1" noChangeArrowheads="1"/>
          </p:cNvSpPr>
          <p:nvPr/>
        </p:nvSpPr>
        <p:spPr bwMode="auto">
          <a:xfrm rot="4460605" flipH="1" flipV="1">
            <a:off x="3249613" y="1733550"/>
            <a:ext cx="50800" cy="508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326" name="Oval 134">
            <a:extLst>
              <a:ext uri="{FF2B5EF4-FFF2-40B4-BE49-F238E27FC236}">
                <a16:creationId xmlns:a16="http://schemas.microsoft.com/office/drawing/2014/main" id="{4CDA2D3A-C2CA-49EC-8917-18803D813D5B}"/>
              </a:ext>
            </a:extLst>
          </p:cNvPr>
          <p:cNvSpPr>
            <a:spLocks noChangeAspect="1" noChangeArrowheads="1"/>
          </p:cNvSpPr>
          <p:nvPr/>
        </p:nvSpPr>
        <p:spPr bwMode="auto">
          <a:xfrm rot="4460605" flipH="1" flipV="1">
            <a:off x="3008313" y="1177925"/>
            <a:ext cx="50800" cy="508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327" name="Oval 135">
            <a:extLst>
              <a:ext uri="{FF2B5EF4-FFF2-40B4-BE49-F238E27FC236}">
                <a16:creationId xmlns:a16="http://schemas.microsoft.com/office/drawing/2014/main" id="{F583E177-B9DE-49BF-A71A-B2D7260C394D}"/>
              </a:ext>
            </a:extLst>
          </p:cNvPr>
          <p:cNvSpPr>
            <a:spLocks noChangeAspect="1" noChangeArrowheads="1"/>
          </p:cNvSpPr>
          <p:nvPr/>
        </p:nvSpPr>
        <p:spPr bwMode="auto">
          <a:xfrm rot="4460605" flipH="1" flipV="1">
            <a:off x="2667000" y="1192213"/>
            <a:ext cx="50800" cy="508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328" name="Oval 136">
            <a:extLst>
              <a:ext uri="{FF2B5EF4-FFF2-40B4-BE49-F238E27FC236}">
                <a16:creationId xmlns:a16="http://schemas.microsoft.com/office/drawing/2014/main" id="{2BE35A64-1C9A-4851-8C04-A871C619BA79}"/>
              </a:ext>
            </a:extLst>
          </p:cNvPr>
          <p:cNvSpPr>
            <a:spLocks noChangeAspect="1" noChangeArrowheads="1"/>
          </p:cNvSpPr>
          <p:nvPr/>
        </p:nvSpPr>
        <p:spPr bwMode="auto">
          <a:xfrm rot="4460605" flipH="1" flipV="1">
            <a:off x="3354388" y="981075"/>
            <a:ext cx="50800" cy="508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330" name="Oval 138">
            <a:extLst>
              <a:ext uri="{FF2B5EF4-FFF2-40B4-BE49-F238E27FC236}">
                <a16:creationId xmlns:a16="http://schemas.microsoft.com/office/drawing/2014/main" id="{CA233574-1206-4496-94B1-361A3332ABFA}"/>
              </a:ext>
            </a:extLst>
          </p:cNvPr>
          <p:cNvSpPr>
            <a:spLocks noChangeAspect="1" noChangeArrowheads="1"/>
          </p:cNvSpPr>
          <p:nvPr/>
        </p:nvSpPr>
        <p:spPr bwMode="auto">
          <a:xfrm rot="4460605" flipH="1" flipV="1">
            <a:off x="2924175" y="898525"/>
            <a:ext cx="50800" cy="508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331" name="Line 139">
            <a:extLst>
              <a:ext uri="{FF2B5EF4-FFF2-40B4-BE49-F238E27FC236}">
                <a16:creationId xmlns:a16="http://schemas.microsoft.com/office/drawing/2014/main" id="{ED2923D6-406C-4ECA-876E-F0D170BC826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590925" y="908050"/>
            <a:ext cx="144463" cy="576263"/>
          </a:xfrm>
          <a:prstGeom prst="line">
            <a:avLst/>
          </a:prstGeom>
          <a:noFill/>
          <a:ln w="19050">
            <a:solidFill>
              <a:srgbClr val="66FF33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332" name="Oval 140">
            <a:extLst>
              <a:ext uri="{FF2B5EF4-FFF2-40B4-BE49-F238E27FC236}">
                <a16:creationId xmlns:a16="http://schemas.microsoft.com/office/drawing/2014/main" id="{08E2461D-415E-4A1F-9FAF-47C955F9DA81}"/>
              </a:ext>
            </a:extLst>
          </p:cNvPr>
          <p:cNvSpPr>
            <a:spLocks noChangeAspect="1" noChangeArrowheads="1"/>
          </p:cNvSpPr>
          <p:nvPr/>
        </p:nvSpPr>
        <p:spPr bwMode="auto">
          <a:xfrm rot="4460605" flipH="1" flipV="1">
            <a:off x="2871788" y="1412875"/>
            <a:ext cx="50800" cy="508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335" name="Line 143">
            <a:extLst>
              <a:ext uri="{FF2B5EF4-FFF2-40B4-BE49-F238E27FC236}">
                <a16:creationId xmlns:a16="http://schemas.microsoft.com/office/drawing/2014/main" id="{7F61AB73-B17D-4CF7-955A-87FEC4668A16}"/>
              </a:ext>
            </a:extLst>
          </p:cNvPr>
          <p:cNvSpPr>
            <a:spLocks noChangeShapeType="1"/>
          </p:cNvSpPr>
          <p:nvPr/>
        </p:nvSpPr>
        <p:spPr bwMode="auto">
          <a:xfrm>
            <a:off x="2798763" y="1052513"/>
            <a:ext cx="73025" cy="360362"/>
          </a:xfrm>
          <a:prstGeom prst="line">
            <a:avLst/>
          </a:prstGeom>
          <a:noFill/>
          <a:ln w="19050">
            <a:solidFill>
              <a:srgbClr val="66FF33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336" name="Line 144">
            <a:extLst>
              <a:ext uri="{FF2B5EF4-FFF2-40B4-BE49-F238E27FC236}">
                <a16:creationId xmlns:a16="http://schemas.microsoft.com/office/drawing/2014/main" id="{6B95EFAA-6256-429E-87DF-FBCF1184CF85}"/>
              </a:ext>
            </a:extLst>
          </p:cNvPr>
          <p:cNvSpPr>
            <a:spLocks noChangeShapeType="1"/>
          </p:cNvSpPr>
          <p:nvPr/>
        </p:nvSpPr>
        <p:spPr bwMode="auto">
          <a:xfrm>
            <a:off x="2871788" y="1412875"/>
            <a:ext cx="358775" cy="0"/>
          </a:xfrm>
          <a:prstGeom prst="line">
            <a:avLst/>
          </a:prstGeom>
          <a:noFill/>
          <a:ln w="19050">
            <a:solidFill>
              <a:srgbClr val="66FF33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338" name="Oval 146">
            <a:extLst>
              <a:ext uri="{FF2B5EF4-FFF2-40B4-BE49-F238E27FC236}">
                <a16:creationId xmlns:a16="http://schemas.microsoft.com/office/drawing/2014/main" id="{3E63DD94-4B71-48E4-B184-E12A113A08F4}"/>
              </a:ext>
            </a:extLst>
          </p:cNvPr>
          <p:cNvSpPr>
            <a:spLocks noChangeAspect="1" noChangeArrowheads="1"/>
          </p:cNvSpPr>
          <p:nvPr/>
        </p:nvSpPr>
        <p:spPr bwMode="auto">
          <a:xfrm rot="4460605" flipH="1" flipV="1">
            <a:off x="4311650" y="1196975"/>
            <a:ext cx="50800" cy="508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339" name="Oval 147">
            <a:extLst>
              <a:ext uri="{FF2B5EF4-FFF2-40B4-BE49-F238E27FC236}">
                <a16:creationId xmlns:a16="http://schemas.microsoft.com/office/drawing/2014/main" id="{5E9A2CAA-283E-41A4-AAE7-8F1E38B1EA63}"/>
              </a:ext>
            </a:extLst>
          </p:cNvPr>
          <p:cNvSpPr>
            <a:spLocks noChangeAspect="1" noChangeArrowheads="1"/>
          </p:cNvSpPr>
          <p:nvPr/>
        </p:nvSpPr>
        <p:spPr bwMode="auto">
          <a:xfrm rot="4460605" flipH="1" flipV="1">
            <a:off x="4076700" y="908050"/>
            <a:ext cx="50800" cy="508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341" name="Oval 149">
            <a:extLst>
              <a:ext uri="{FF2B5EF4-FFF2-40B4-BE49-F238E27FC236}">
                <a16:creationId xmlns:a16="http://schemas.microsoft.com/office/drawing/2014/main" id="{7BE23F0E-6C22-4BDC-887F-1FDC882B8C0D}"/>
              </a:ext>
            </a:extLst>
          </p:cNvPr>
          <p:cNvSpPr>
            <a:spLocks noChangeAspect="1" noChangeArrowheads="1"/>
          </p:cNvSpPr>
          <p:nvPr/>
        </p:nvSpPr>
        <p:spPr bwMode="auto">
          <a:xfrm rot="4460605" flipH="1" flipV="1">
            <a:off x="4219575" y="1412875"/>
            <a:ext cx="50800" cy="508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342" name="Line 150">
            <a:extLst>
              <a:ext uri="{FF2B5EF4-FFF2-40B4-BE49-F238E27FC236}">
                <a16:creationId xmlns:a16="http://schemas.microsoft.com/office/drawing/2014/main" id="{DCF2996C-450E-4C1B-BE8A-480C45F37A9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375025" y="1557338"/>
            <a:ext cx="647700" cy="142875"/>
          </a:xfrm>
          <a:prstGeom prst="line">
            <a:avLst/>
          </a:prstGeom>
          <a:noFill/>
          <a:ln w="19050">
            <a:solidFill>
              <a:srgbClr val="66FF33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343" name="Oval 151">
            <a:extLst>
              <a:ext uri="{FF2B5EF4-FFF2-40B4-BE49-F238E27FC236}">
                <a16:creationId xmlns:a16="http://schemas.microsoft.com/office/drawing/2014/main" id="{80FDFE40-0243-4DFC-94DB-C48500B53E2A}"/>
              </a:ext>
            </a:extLst>
          </p:cNvPr>
          <p:cNvSpPr>
            <a:spLocks noChangeAspect="1" noChangeArrowheads="1"/>
          </p:cNvSpPr>
          <p:nvPr/>
        </p:nvSpPr>
        <p:spPr bwMode="auto">
          <a:xfrm rot="4460605" flipH="1" flipV="1">
            <a:off x="4959350" y="692150"/>
            <a:ext cx="50800" cy="508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344" name="Oval 152">
            <a:extLst>
              <a:ext uri="{FF2B5EF4-FFF2-40B4-BE49-F238E27FC236}">
                <a16:creationId xmlns:a16="http://schemas.microsoft.com/office/drawing/2014/main" id="{BA578D28-5C7A-4D2E-A98D-8DF9D3FF0D49}"/>
              </a:ext>
            </a:extLst>
          </p:cNvPr>
          <p:cNvSpPr>
            <a:spLocks noChangeAspect="1" noChangeArrowheads="1"/>
          </p:cNvSpPr>
          <p:nvPr/>
        </p:nvSpPr>
        <p:spPr bwMode="auto">
          <a:xfrm rot="4460605" flipH="1" flipV="1">
            <a:off x="5443538" y="539750"/>
            <a:ext cx="50800" cy="508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345" name="Oval 153">
            <a:extLst>
              <a:ext uri="{FF2B5EF4-FFF2-40B4-BE49-F238E27FC236}">
                <a16:creationId xmlns:a16="http://schemas.microsoft.com/office/drawing/2014/main" id="{D76F52D6-3AAA-4F08-9103-2DEA63BD5D77}"/>
              </a:ext>
            </a:extLst>
          </p:cNvPr>
          <p:cNvSpPr>
            <a:spLocks noChangeAspect="1" noChangeArrowheads="1"/>
          </p:cNvSpPr>
          <p:nvPr/>
        </p:nvSpPr>
        <p:spPr bwMode="auto">
          <a:xfrm rot="4460605" flipH="1" flipV="1">
            <a:off x="5637213" y="815975"/>
            <a:ext cx="50800" cy="508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346" name="Oval 154">
            <a:extLst>
              <a:ext uri="{FF2B5EF4-FFF2-40B4-BE49-F238E27FC236}">
                <a16:creationId xmlns:a16="http://schemas.microsoft.com/office/drawing/2014/main" id="{353818E1-F482-42E2-B060-379F66A0C3ED}"/>
              </a:ext>
            </a:extLst>
          </p:cNvPr>
          <p:cNvSpPr>
            <a:spLocks noChangeAspect="1" noChangeArrowheads="1"/>
          </p:cNvSpPr>
          <p:nvPr/>
        </p:nvSpPr>
        <p:spPr bwMode="auto">
          <a:xfrm rot="4460605" flipH="1" flipV="1">
            <a:off x="5391150" y="1052513"/>
            <a:ext cx="50800" cy="508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347" name="Oval 155">
            <a:extLst>
              <a:ext uri="{FF2B5EF4-FFF2-40B4-BE49-F238E27FC236}">
                <a16:creationId xmlns:a16="http://schemas.microsoft.com/office/drawing/2014/main" id="{268152E8-0AEB-4802-B027-E5BB09689C9E}"/>
              </a:ext>
            </a:extLst>
          </p:cNvPr>
          <p:cNvSpPr>
            <a:spLocks noChangeAspect="1" noChangeArrowheads="1"/>
          </p:cNvSpPr>
          <p:nvPr/>
        </p:nvSpPr>
        <p:spPr bwMode="auto">
          <a:xfrm rot="4460605" flipH="1" flipV="1">
            <a:off x="5165725" y="746125"/>
            <a:ext cx="50800" cy="508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348" name="Oval 156">
            <a:extLst>
              <a:ext uri="{FF2B5EF4-FFF2-40B4-BE49-F238E27FC236}">
                <a16:creationId xmlns:a16="http://schemas.microsoft.com/office/drawing/2014/main" id="{9B87F0F7-E7EB-4313-B18D-8F80F64EC902}"/>
              </a:ext>
            </a:extLst>
          </p:cNvPr>
          <p:cNvSpPr>
            <a:spLocks noChangeAspect="1" noChangeArrowheads="1"/>
          </p:cNvSpPr>
          <p:nvPr/>
        </p:nvSpPr>
        <p:spPr bwMode="auto">
          <a:xfrm rot="4460605" flipH="1" flipV="1">
            <a:off x="5353050" y="819150"/>
            <a:ext cx="50800" cy="508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349" name="Oval 157">
            <a:extLst>
              <a:ext uri="{FF2B5EF4-FFF2-40B4-BE49-F238E27FC236}">
                <a16:creationId xmlns:a16="http://schemas.microsoft.com/office/drawing/2014/main" id="{A1834597-F2E0-4071-978C-EF4EA2EB0B32}"/>
              </a:ext>
            </a:extLst>
          </p:cNvPr>
          <p:cNvSpPr>
            <a:spLocks noChangeAspect="1" noChangeArrowheads="1"/>
          </p:cNvSpPr>
          <p:nvPr/>
        </p:nvSpPr>
        <p:spPr bwMode="auto">
          <a:xfrm rot="4460605" flipH="1" flipV="1">
            <a:off x="5018088" y="1150938"/>
            <a:ext cx="50800" cy="508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350" name="Oval 158">
            <a:extLst>
              <a:ext uri="{FF2B5EF4-FFF2-40B4-BE49-F238E27FC236}">
                <a16:creationId xmlns:a16="http://schemas.microsoft.com/office/drawing/2014/main" id="{BC0D51D9-DB4D-4311-AA56-D04EE96E4B58}"/>
              </a:ext>
            </a:extLst>
          </p:cNvPr>
          <p:cNvSpPr>
            <a:spLocks noChangeAspect="1" noChangeArrowheads="1"/>
          </p:cNvSpPr>
          <p:nvPr/>
        </p:nvSpPr>
        <p:spPr bwMode="auto">
          <a:xfrm rot="4460605" flipH="1" flipV="1">
            <a:off x="4868863" y="817563"/>
            <a:ext cx="50800" cy="508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351" name="Oval 159">
            <a:extLst>
              <a:ext uri="{FF2B5EF4-FFF2-40B4-BE49-F238E27FC236}">
                <a16:creationId xmlns:a16="http://schemas.microsoft.com/office/drawing/2014/main" id="{85154F1B-5D28-4E5E-9FA2-65AC86E30E90}"/>
              </a:ext>
            </a:extLst>
          </p:cNvPr>
          <p:cNvSpPr>
            <a:spLocks noChangeAspect="1" noChangeArrowheads="1"/>
          </p:cNvSpPr>
          <p:nvPr/>
        </p:nvSpPr>
        <p:spPr bwMode="auto">
          <a:xfrm rot="4460605" flipH="1" flipV="1">
            <a:off x="4959350" y="1341438"/>
            <a:ext cx="50800" cy="508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352" name="Oval 160">
            <a:extLst>
              <a:ext uri="{FF2B5EF4-FFF2-40B4-BE49-F238E27FC236}">
                <a16:creationId xmlns:a16="http://schemas.microsoft.com/office/drawing/2014/main" id="{1E90AF66-EC28-41A2-A8DB-F6C053107B64}"/>
              </a:ext>
            </a:extLst>
          </p:cNvPr>
          <p:cNvSpPr>
            <a:spLocks noChangeAspect="1" noChangeArrowheads="1"/>
          </p:cNvSpPr>
          <p:nvPr/>
        </p:nvSpPr>
        <p:spPr bwMode="auto">
          <a:xfrm rot="4460605" flipH="1" flipV="1">
            <a:off x="5319713" y="1773238"/>
            <a:ext cx="50800" cy="508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353" name="Oval 161">
            <a:extLst>
              <a:ext uri="{FF2B5EF4-FFF2-40B4-BE49-F238E27FC236}">
                <a16:creationId xmlns:a16="http://schemas.microsoft.com/office/drawing/2014/main" id="{EE9F97E4-09F2-44C9-8CE2-8D85C44A96F1}"/>
              </a:ext>
            </a:extLst>
          </p:cNvPr>
          <p:cNvSpPr>
            <a:spLocks noChangeAspect="1" noChangeArrowheads="1"/>
          </p:cNvSpPr>
          <p:nvPr/>
        </p:nvSpPr>
        <p:spPr bwMode="auto">
          <a:xfrm rot="4460605" flipH="1" flipV="1">
            <a:off x="5497513" y="1968500"/>
            <a:ext cx="50800" cy="508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354" name="Oval 162">
            <a:extLst>
              <a:ext uri="{FF2B5EF4-FFF2-40B4-BE49-F238E27FC236}">
                <a16:creationId xmlns:a16="http://schemas.microsoft.com/office/drawing/2014/main" id="{5BAC94F9-FDF5-4DBD-A6FD-EC3971FCDD22}"/>
              </a:ext>
            </a:extLst>
          </p:cNvPr>
          <p:cNvSpPr>
            <a:spLocks noChangeAspect="1" noChangeArrowheads="1"/>
          </p:cNvSpPr>
          <p:nvPr/>
        </p:nvSpPr>
        <p:spPr bwMode="auto">
          <a:xfrm rot="4460605" flipH="1" flipV="1">
            <a:off x="5353050" y="2349500"/>
            <a:ext cx="50800" cy="508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355" name="Oval 163">
            <a:extLst>
              <a:ext uri="{FF2B5EF4-FFF2-40B4-BE49-F238E27FC236}">
                <a16:creationId xmlns:a16="http://schemas.microsoft.com/office/drawing/2014/main" id="{1CFC90BF-79AF-443E-AE1D-79D90EB29C1F}"/>
              </a:ext>
            </a:extLst>
          </p:cNvPr>
          <p:cNvSpPr>
            <a:spLocks noChangeAspect="1" noChangeArrowheads="1"/>
          </p:cNvSpPr>
          <p:nvPr/>
        </p:nvSpPr>
        <p:spPr bwMode="auto">
          <a:xfrm rot="4460605" flipH="1" flipV="1">
            <a:off x="5210175" y="2554288"/>
            <a:ext cx="50800" cy="508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356" name="Oval 164">
            <a:extLst>
              <a:ext uri="{FF2B5EF4-FFF2-40B4-BE49-F238E27FC236}">
                <a16:creationId xmlns:a16="http://schemas.microsoft.com/office/drawing/2014/main" id="{1EF05E70-4FEF-44FE-972D-C7CD285EEE7A}"/>
              </a:ext>
            </a:extLst>
          </p:cNvPr>
          <p:cNvSpPr>
            <a:spLocks noChangeAspect="1" noChangeArrowheads="1"/>
          </p:cNvSpPr>
          <p:nvPr/>
        </p:nvSpPr>
        <p:spPr bwMode="auto">
          <a:xfrm rot="4460605" flipH="1" flipV="1">
            <a:off x="5583238" y="2625725"/>
            <a:ext cx="50800" cy="508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357" name="Oval 165">
            <a:extLst>
              <a:ext uri="{FF2B5EF4-FFF2-40B4-BE49-F238E27FC236}">
                <a16:creationId xmlns:a16="http://schemas.microsoft.com/office/drawing/2014/main" id="{0AAA1B11-507C-4E3B-A1D7-ADC25E61DFF7}"/>
              </a:ext>
            </a:extLst>
          </p:cNvPr>
          <p:cNvSpPr>
            <a:spLocks noChangeAspect="1" noChangeArrowheads="1"/>
          </p:cNvSpPr>
          <p:nvPr/>
        </p:nvSpPr>
        <p:spPr bwMode="auto">
          <a:xfrm rot="4460605" flipH="1" flipV="1">
            <a:off x="5175250" y="2781300"/>
            <a:ext cx="50800" cy="508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358" name="Oval 166">
            <a:extLst>
              <a:ext uri="{FF2B5EF4-FFF2-40B4-BE49-F238E27FC236}">
                <a16:creationId xmlns:a16="http://schemas.microsoft.com/office/drawing/2014/main" id="{594238B0-FA41-473E-97BA-FE6182B55FDF}"/>
              </a:ext>
            </a:extLst>
          </p:cNvPr>
          <p:cNvSpPr>
            <a:spLocks noChangeAspect="1" noChangeArrowheads="1"/>
          </p:cNvSpPr>
          <p:nvPr/>
        </p:nvSpPr>
        <p:spPr bwMode="auto">
          <a:xfrm rot="4460605" flipH="1" flipV="1">
            <a:off x="5514975" y="2482850"/>
            <a:ext cx="50800" cy="508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359" name="Oval 167">
            <a:extLst>
              <a:ext uri="{FF2B5EF4-FFF2-40B4-BE49-F238E27FC236}">
                <a16:creationId xmlns:a16="http://schemas.microsoft.com/office/drawing/2014/main" id="{38F1A813-14FE-4624-98C0-0ED10814E43E}"/>
              </a:ext>
            </a:extLst>
          </p:cNvPr>
          <p:cNvSpPr>
            <a:spLocks noChangeAspect="1" noChangeArrowheads="1"/>
          </p:cNvSpPr>
          <p:nvPr/>
        </p:nvSpPr>
        <p:spPr bwMode="auto">
          <a:xfrm rot="4460605" flipH="1" flipV="1">
            <a:off x="5462588" y="2924175"/>
            <a:ext cx="50800" cy="508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360" name="Oval 168">
            <a:extLst>
              <a:ext uri="{FF2B5EF4-FFF2-40B4-BE49-F238E27FC236}">
                <a16:creationId xmlns:a16="http://schemas.microsoft.com/office/drawing/2014/main" id="{91FE5AF0-928C-435A-B07A-4EACF8EEB0C6}"/>
              </a:ext>
            </a:extLst>
          </p:cNvPr>
          <p:cNvSpPr>
            <a:spLocks noChangeAspect="1" noChangeArrowheads="1"/>
          </p:cNvSpPr>
          <p:nvPr/>
        </p:nvSpPr>
        <p:spPr bwMode="auto">
          <a:xfrm rot="4460605" flipH="1" flipV="1">
            <a:off x="5233988" y="2625725"/>
            <a:ext cx="50800" cy="508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361" name="Oval 169">
            <a:extLst>
              <a:ext uri="{FF2B5EF4-FFF2-40B4-BE49-F238E27FC236}">
                <a16:creationId xmlns:a16="http://schemas.microsoft.com/office/drawing/2014/main" id="{B2F018E1-A8B2-4E0C-AADC-D7E3E003C813}"/>
              </a:ext>
            </a:extLst>
          </p:cNvPr>
          <p:cNvSpPr>
            <a:spLocks noChangeAspect="1" noChangeArrowheads="1"/>
          </p:cNvSpPr>
          <p:nvPr/>
        </p:nvSpPr>
        <p:spPr bwMode="auto">
          <a:xfrm rot="4460605" flipH="1" flipV="1">
            <a:off x="5319713" y="3141663"/>
            <a:ext cx="50800" cy="508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362" name="Oval 170">
            <a:extLst>
              <a:ext uri="{FF2B5EF4-FFF2-40B4-BE49-F238E27FC236}">
                <a16:creationId xmlns:a16="http://schemas.microsoft.com/office/drawing/2014/main" id="{01FFB550-A1FB-4C48-B28E-2F0ED0621F50}"/>
              </a:ext>
            </a:extLst>
          </p:cNvPr>
          <p:cNvSpPr>
            <a:spLocks noChangeAspect="1" noChangeArrowheads="1"/>
          </p:cNvSpPr>
          <p:nvPr/>
        </p:nvSpPr>
        <p:spPr bwMode="auto">
          <a:xfrm rot="4460605" flipH="1" flipV="1">
            <a:off x="5659438" y="3051175"/>
            <a:ext cx="50800" cy="508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363" name="Oval 171">
            <a:extLst>
              <a:ext uri="{FF2B5EF4-FFF2-40B4-BE49-F238E27FC236}">
                <a16:creationId xmlns:a16="http://schemas.microsoft.com/office/drawing/2014/main" id="{8A3BA2BB-DB9B-45E6-B078-2C8E40002658}"/>
              </a:ext>
            </a:extLst>
          </p:cNvPr>
          <p:cNvSpPr>
            <a:spLocks noChangeAspect="1" noChangeArrowheads="1"/>
          </p:cNvSpPr>
          <p:nvPr/>
        </p:nvSpPr>
        <p:spPr bwMode="auto">
          <a:xfrm rot="4460605" flipH="1" flipV="1">
            <a:off x="5300663" y="3403600"/>
            <a:ext cx="50800" cy="508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364" name="Oval 172">
            <a:extLst>
              <a:ext uri="{FF2B5EF4-FFF2-40B4-BE49-F238E27FC236}">
                <a16:creationId xmlns:a16="http://schemas.microsoft.com/office/drawing/2014/main" id="{3AC5A6F8-4BE4-4054-9CC5-81D28ADC5BF6}"/>
              </a:ext>
            </a:extLst>
          </p:cNvPr>
          <p:cNvSpPr>
            <a:spLocks noChangeAspect="1" noChangeArrowheads="1"/>
          </p:cNvSpPr>
          <p:nvPr/>
        </p:nvSpPr>
        <p:spPr bwMode="auto">
          <a:xfrm rot="4460605" flipH="1" flipV="1">
            <a:off x="5175250" y="3141663"/>
            <a:ext cx="50800" cy="508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365" name="Oval 173">
            <a:extLst>
              <a:ext uri="{FF2B5EF4-FFF2-40B4-BE49-F238E27FC236}">
                <a16:creationId xmlns:a16="http://schemas.microsoft.com/office/drawing/2014/main" id="{F36C39E6-3DDA-4ED3-B5E8-82C8DA8E2252}"/>
              </a:ext>
            </a:extLst>
          </p:cNvPr>
          <p:cNvSpPr>
            <a:spLocks noChangeAspect="1" noChangeArrowheads="1"/>
          </p:cNvSpPr>
          <p:nvPr/>
        </p:nvSpPr>
        <p:spPr bwMode="auto">
          <a:xfrm rot="4460605" flipH="1" flipV="1">
            <a:off x="2779713" y="1052513"/>
            <a:ext cx="50800" cy="508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366" name="Oval 174">
            <a:extLst>
              <a:ext uri="{FF2B5EF4-FFF2-40B4-BE49-F238E27FC236}">
                <a16:creationId xmlns:a16="http://schemas.microsoft.com/office/drawing/2014/main" id="{7B8D754C-529F-4283-89B2-B6E0A5C05E01}"/>
              </a:ext>
            </a:extLst>
          </p:cNvPr>
          <p:cNvSpPr>
            <a:spLocks noChangeAspect="1" noChangeArrowheads="1"/>
          </p:cNvSpPr>
          <p:nvPr/>
        </p:nvSpPr>
        <p:spPr bwMode="auto">
          <a:xfrm rot="4460605" flipH="1" flipV="1">
            <a:off x="3716338" y="884238"/>
            <a:ext cx="50800" cy="508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367" name="Oval 175">
            <a:extLst>
              <a:ext uri="{FF2B5EF4-FFF2-40B4-BE49-F238E27FC236}">
                <a16:creationId xmlns:a16="http://schemas.microsoft.com/office/drawing/2014/main" id="{6DB12E96-97EE-4854-A496-6471C158C0E3}"/>
              </a:ext>
            </a:extLst>
          </p:cNvPr>
          <p:cNvSpPr>
            <a:spLocks noChangeAspect="1" noChangeArrowheads="1"/>
          </p:cNvSpPr>
          <p:nvPr/>
        </p:nvSpPr>
        <p:spPr bwMode="auto">
          <a:xfrm rot="4460605" flipH="1" flipV="1">
            <a:off x="6792913" y="476250"/>
            <a:ext cx="50800" cy="508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368" name="Oval 176">
            <a:extLst>
              <a:ext uri="{FF2B5EF4-FFF2-40B4-BE49-F238E27FC236}">
                <a16:creationId xmlns:a16="http://schemas.microsoft.com/office/drawing/2014/main" id="{B64E2CA3-74F1-41A4-8B05-509DC6623531}"/>
              </a:ext>
            </a:extLst>
          </p:cNvPr>
          <p:cNvSpPr>
            <a:spLocks noChangeAspect="1" noChangeArrowheads="1"/>
          </p:cNvSpPr>
          <p:nvPr/>
        </p:nvSpPr>
        <p:spPr bwMode="auto">
          <a:xfrm rot="4460605" flipH="1" flipV="1">
            <a:off x="6667500" y="765175"/>
            <a:ext cx="50800" cy="508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369" name="Oval 177">
            <a:extLst>
              <a:ext uri="{FF2B5EF4-FFF2-40B4-BE49-F238E27FC236}">
                <a16:creationId xmlns:a16="http://schemas.microsoft.com/office/drawing/2014/main" id="{AB1E0ADE-B5EC-4161-9E21-CFB59B38725D}"/>
              </a:ext>
            </a:extLst>
          </p:cNvPr>
          <p:cNvSpPr>
            <a:spLocks noChangeAspect="1" noChangeArrowheads="1"/>
          </p:cNvSpPr>
          <p:nvPr/>
        </p:nvSpPr>
        <p:spPr bwMode="auto">
          <a:xfrm rot="4460605" flipH="1" flipV="1">
            <a:off x="6831013" y="908050"/>
            <a:ext cx="50800" cy="508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370" name="Oval 178">
            <a:extLst>
              <a:ext uri="{FF2B5EF4-FFF2-40B4-BE49-F238E27FC236}">
                <a16:creationId xmlns:a16="http://schemas.microsoft.com/office/drawing/2014/main" id="{AA361906-A9D8-4407-8CE0-B0A86C9E8E9F}"/>
              </a:ext>
            </a:extLst>
          </p:cNvPr>
          <p:cNvSpPr>
            <a:spLocks noChangeAspect="1" noChangeArrowheads="1"/>
          </p:cNvSpPr>
          <p:nvPr/>
        </p:nvSpPr>
        <p:spPr bwMode="auto">
          <a:xfrm rot="4460605" flipH="1" flipV="1">
            <a:off x="6399213" y="1031875"/>
            <a:ext cx="50800" cy="508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371" name="Oval 179">
            <a:extLst>
              <a:ext uri="{FF2B5EF4-FFF2-40B4-BE49-F238E27FC236}">
                <a16:creationId xmlns:a16="http://schemas.microsoft.com/office/drawing/2014/main" id="{EC341464-F977-427E-AECC-B7E6E25664F0}"/>
              </a:ext>
            </a:extLst>
          </p:cNvPr>
          <p:cNvSpPr>
            <a:spLocks noChangeAspect="1" noChangeArrowheads="1"/>
          </p:cNvSpPr>
          <p:nvPr/>
        </p:nvSpPr>
        <p:spPr bwMode="auto">
          <a:xfrm rot="4460605" flipH="1" flipV="1">
            <a:off x="6505575" y="1230313"/>
            <a:ext cx="50800" cy="508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372" name="Oval 180">
            <a:extLst>
              <a:ext uri="{FF2B5EF4-FFF2-40B4-BE49-F238E27FC236}">
                <a16:creationId xmlns:a16="http://schemas.microsoft.com/office/drawing/2014/main" id="{06F56F50-26C8-4834-A848-D0E78B3BB988}"/>
              </a:ext>
            </a:extLst>
          </p:cNvPr>
          <p:cNvSpPr>
            <a:spLocks noChangeAspect="1" noChangeArrowheads="1"/>
          </p:cNvSpPr>
          <p:nvPr/>
        </p:nvSpPr>
        <p:spPr bwMode="auto">
          <a:xfrm rot="4460605" flipH="1" flipV="1">
            <a:off x="6667500" y="1162050"/>
            <a:ext cx="50800" cy="508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373" name="Oval 181">
            <a:extLst>
              <a:ext uri="{FF2B5EF4-FFF2-40B4-BE49-F238E27FC236}">
                <a16:creationId xmlns:a16="http://schemas.microsoft.com/office/drawing/2014/main" id="{97340E38-5BF8-4614-9EB6-29AF08D86B2F}"/>
              </a:ext>
            </a:extLst>
          </p:cNvPr>
          <p:cNvSpPr>
            <a:spLocks noChangeAspect="1" noChangeArrowheads="1"/>
          </p:cNvSpPr>
          <p:nvPr/>
        </p:nvSpPr>
        <p:spPr bwMode="auto">
          <a:xfrm rot="4460605" flipH="1" flipV="1">
            <a:off x="6716713" y="1373188"/>
            <a:ext cx="50800" cy="508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374" name="Oval 182">
            <a:extLst>
              <a:ext uri="{FF2B5EF4-FFF2-40B4-BE49-F238E27FC236}">
                <a16:creationId xmlns:a16="http://schemas.microsoft.com/office/drawing/2014/main" id="{0F1F6B0E-5981-487F-8B5F-B3CE8978F8C3}"/>
              </a:ext>
            </a:extLst>
          </p:cNvPr>
          <p:cNvSpPr>
            <a:spLocks noChangeAspect="1" noChangeArrowheads="1"/>
          </p:cNvSpPr>
          <p:nvPr/>
        </p:nvSpPr>
        <p:spPr bwMode="auto">
          <a:xfrm rot="4460605" flipH="1" flipV="1">
            <a:off x="6543675" y="1484313"/>
            <a:ext cx="50800" cy="508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375" name="Oval 183">
            <a:extLst>
              <a:ext uri="{FF2B5EF4-FFF2-40B4-BE49-F238E27FC236}">
                <a16:creationId xmlns:a16="http://schemas.microsoft.com/office/drawing/2014/main" id="{500940B3-2A38-47CD-A593-24EEB2813061}"/>
              </a:ext>
            </a:extLst>
          </p:cNvPr>
          <p:cNvSpPr>
            <a:spLocks noChangeAspect="1" noChangeArrowheads="1"/>
          </p:cNvSpPr>
          <p:nvPr/>
        </p:nvSpPr>
        <p:spPr bwMode="auto">
          <a:xfrm rot="4460605" flipH="1" flipV="1">
            <a:off x="6307138" y="1114425"/>
            <a:ext cx="50800" cy="508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376" name="Oval 184">
            <a:extLst>
              <a:ext uri="{FF2B5EF4-FFF2-40B4-BE49-F238E27FC236}">
                <a16:creationId xmlns:a16="http://schemas.microsoft.com/office/drawing/2014/main" id="{510040F7-307A-40D3-AE88-0E8A0211D671}"/>
              </a:ext>
            </a:extLst>
          </p:cNvPr>
          <p:cNvSpPr>
            <a:spLocks noChangeAspect="1" noChangeArrowheads="1"/>
          </p:cNvSpPr>
          <p:nvPr/>
        </p:nvSpPr>
        <p:spPr bwMode="auto">
          <a:xfrm rot="4460605" flipH="1" flipV="1">
            <a:off x="6235700" y="1330325"/>
            <a:ext cx="50800" cy="508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377" name="Oval 185">
            <a:extLst>
              <a:ext uri="{FF2B5EF4-FFF2-40B4-BE49-F238E27FC236}">
                <a16:creationId xmlns:a16="http://schemas.microsoft.com/office/drawing/2014/main" id="{00E6E8E2-4E7E-49F7-B4E7-1F3D4AD87A59}"/>
              </a:ext>
            </a:extLst>
          </p:cNvPr>
          <p:cNvSpPr>
            <a:spLocks noChangeAspect="1" noChangeArrowheads="1"/>
          </p:cNvSpPr>
          <p:nvPr/>
        </p:nvSpPr>
        <p:spPr bwMode="auto">
          <a:xfrm rot="4460605" flipH="1" flipV="1">
            <a:off x="6038850" y="1031875"/>
            <a:ext cx="50800" cy="508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378" name="Oval 186">
            <a:extLst>
              <a:ext uri="{FF2B5EF4-FFF2-40B4-BE49-F238E27FC236}">
                <a16:creationId xmlns:a16="http://schemas.microsoft.com/office/drawing/2014/main" id="{75B684B4-3E26-4C8F-A31E-2E20B49EEF3F}"/>
              </a:ext>
            </a:extLst>
          </p:cNvPr>
          <p:cNvSpPr>
            <a:spLocks noChangeAspect="1" noChangeArrowheads="1"/>
          </p:cNvSpPr>
          <p:nvPr/>
        </p:nvSpPr>
        <p:spPr bwMode="auto">
          <a:xfrm rot="4460605" flipH="1" flipV="1">
            <a:off x="6353175" y="827088"/>
            <a:ext cx="50800" cy="508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379" name="Oval 187">
            <a:extLst>
              <a:ext uri="{FF2B5EF4-FFF2-40B4-BE49-F238E27FC236}">
                <a16:creationId xmlns:a16="http://schemas.microsoft.com/office/drawing/2014/main" id="{9DE94730-791F-485A-9632-3784BCDCC331}"/>
              </a:ext>
            </a:extLst>
          </p:cNvPr>
          <p:cNvSpPr>
            <a:spLocks noChangeAspect="1" noChangeArrowheads="1"/>
          </p:cNvSpPr>
          <p:nvPr/>
        </p:nvSpPr>
        <p:spPr bwMode="auto">
          <a:xfrm rot="4460605" flipH="1" flipV="1">
            <a:off x="6019800" y="1403350"/>
            <a:ext cx="50800" cy="508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380" name="Oval 188">
            <a:extLst>
              <a:ext uri="{FF2B5EF4-FFF2-40B4-BE49-F238E27FC236}">
                <a16:creationId xmlns:a16="http://schemas.microsoft.com/office/drawing/2014/main" id="{AF137ABD-BB80-4F82-B8F9-63FE7FDB8C7D}"/>
              </a:ext>
            </a:extLst>
          </p:cNvPr>
          <p:cNvSpPr>
            <a:spLocks noChangeAspect="1" noChangeArrowheads="1"/>
          </p:cNvSpPr>
          <p:nvPr/>
        </p:nvSpPr>
        <p:spPr bwMode="auto">
          <a:xfrm rot="4460605" flipH="1" flipV="1">
            <a:off x="6327775" y="1484313"/>
            <a:ext cx="50800" cy="508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381" name="Oval 189">
            <a:extLst>
              <a:ext uri="{FF2B5EF4-FFF2-40B4-BE49-F238E27FC236}">
                <a16:creationId xmlns:a16="http://schemas.microsoft.com/office/drawing/2014/main" id="{B0F30C81-2578-4BE6-8B48-274880F9AD2A}"/>
              </a:ext>
            </a:extLst>
          </p:cNvPr>
          <p:cNvSpPr>
            <a:spLocks noChangeAspect="1" noChangeArrowheads="1"/>
          </p:cNvSpPr>
          <p:nvPr/>
        </p:nvSpPr>
        <p:spPr bwMode="auto">
          <a:xfrm rot="4460605" flipH="1" flipV="1">
            <a:off x="5813425" y="1546225"/>
            <a:ext cx="50800" cy="508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382" name="Oval 190">
            <a:extLst>
              <a:ext uri="{FF2B5EF4-FFF2-40B4-BE49-F238E27FC236}">
                <a16:creationId xmlns:a16="http://schemas.microsoft.com/office/drawing/2014/main" id="{44CF8923-F21F-479B-8775-DC7900582831}"/>
              </a:ext>
            </a:extLst>
          </p:cNvPr>
          <p:cNvSpPr>
            <a:spLocks noChangeAspect="1" noChangeArrowheads="1"/>
          </p:cNvSpPr>
          <p:nvPr/>
        </p:nvSpPr>
        <p:spPr bwMode="auto">
          <a:xfrm rot="4460605" flipH="1" flipV="1">
            <a:off x="6162675" y="1690688"/>
            <a:ext cx="50800" cy="508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383" name="Oval 191">
            <a:extLst>
              <a:ext uri="{FF2B5EF4-FFF2-40B4-BE49-F238E27FC236}">
                <a16:creationId xmlns:a16="http://schemas.microsoft.com/office/drawing/2014/main" id="{9AA8C0C0-4E45-4743-B8BB-04328D344EC4}"/>
              </a:ext>
            </a:extLst>
          </p:cNvPr>
          <p:cNvSpPr>
            <a:spLocks noChangeAspect="1" noChangeArrowheads="1"/>
          </p:cNvSpPr>
          <p:nvPr/>
        </p:nvSpPr>
        <p:spPr bwMode="auto">
          <a:xfrm rot="4460605" flipH="1" flipV="1">
            <a:off x="6451600" y="1619250"/>
            <a:ext cx="50800" cy="508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384" name="Oval 192">
            <a:extLst>
              <a:ext uri="{FF2B5EF4-FFF2-40B4-BE49-F238E27FC236}">
                <a16:creationId xmlns:a16="http://schemas.microsoft.com/office/drawing/2014/main" id="{38E7335E-03BD-45E7-A89E-F51CFDE0F631}"/>
              </a:ext>
            </a:extLst>
          </p:cNvPr>
          <p:cNvSpPr>
            <a:spLocks noChangeAspect="1" noChangeArrowheads="1"/>
          </p:cNvSpPr>
          <p:nvPr/>
        </p:nvSpPr>
        <p:spPr bwMode="auto">
          <a:xfrm rot="4460605" flipH="1" flipV="1">
            <a:off x="6543675" y="2060575"/>
            <a:ext cx="50800" cy="508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385" name="Oval 193">
            <a:extLst>
              <a:ext uri="{FF2B5EF4-FFF2-40B4-BE49-F238E27FC236}">
                <a16:creationId xmlns:a16="http://schemas.microsoft.com/office/drawing/2014/main" id="{0DC72626-926B-444B-B47C-8E5F4493611A}"/>
              </a:ext>
            </a:extLst>
          </p:cNvPr>
          <p:cNvSpPr>
            <a:spLocks noChangeAspect="1" noChangeArrowheads="1"/>
          </p:cNvSpPr>
          <p:nvPr/>
        </p:nvSpPr>
        <p:spPr bwMode="auto">
          <a:xfrm rot="4460605" flipH="1" flipV="1">
            <a:off x="6091238" y="1978025"/>
            <a:ext cx="50800" cy="508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386" name="Oval 194">
            <a:extLst>
              <a:ext uri="{FF2B5EF4-FFF2-40B4-BE49-F238E27FC236}">
                <a16:creationId xmlns:a16="http://schemas.microsoft.com/office/drawing/2014/main" id="{8EDB4B74-69AF-4E17-BDD9-3E14AE21030B}"/>
              </a:ext>
            </a:extLst>
          </p:cNvPr>
          <p:cNvSpPr>
            <a:spLocks noChangeAspect="1" noChangeArrowheads="1"/>
          </p:cNvSpPr>
          <p:nvPr/>
        </p:nvSpPr>
        <p:spPr bwMode="auto">
          <a:xfrm rot="4460605" flipH="1" flipV="1">
            <a:off x="5946775" y="1762125"/>
            <a:ext cx="50800" cy="508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387" name="Oval 195">
            <a:extLst>
              <a:ext uri="{FF2B5EF4-FFF2-40B4-BE49-F238E27FC236}">
                <a16:creationId xmlns:a16="http://schemas.microsoft.com/office/drawing/2014/main" id="{A0BB7A65-B5AA-49E4-9351-2B60C48755AA}"/>
              </a:ext>
            </a:extLst>
          </p:cNvPr>
          <p:cNvSpPr>
            <a:spLocks noChangeAspect="1" noChangeArrowheads="1"/>
          </p:cNvSpPr>
          <p:nvPr/>
        </p:nvSpPr>
        <p:spPr bwMode="auto">
          <a:xfrm rot="4460605" flipH="1" flipV="1">
            <a:off x="5803900" y="2060575"/>
            <a:ext cx="50800" cy="508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388" name="Oval 196">
            <a:extLst>
              <a:ext uri="{FF2B5EF4-FFF2-40B4-BE49-F238E27FC236}">
                <a16:creationId xmlns:a16="http://schemas.microsoft.com/office/drawing/2014/main" id="{FA1675DE-22CF-43EF-9ED5-9CB7370A6069}"/>
              </a:ext>
            </a:extLst>
          </p:cNvPr>
          <p:cNvSpPr>
            <a:spLocks noChangeAspect="1" noChangeArrowheads="1"/>
          </p:cNvSpPr>
          <p:nvPr/>
        </p:nvSpPr>
        <p:spPr bwMode="auto">
          <a:xfrm rot="4460605" flipH="1" flipV="1">
            <a:off x="5730875" y="1773238"/>
            <a:ext cx="50800" cy="508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389" name="Oval 197">
            <a:extLst>
              <a:ext uri="{FF2B5EF4-FFF2-40B4-BE49-F238E27FC236}">
                <a16:creationId xmlns:a16="http://schemas.microsoft.com/office/drawing/2014/main" id="{E3697DCA-9637-4DCF-805C-5AA715FB9A18}"/>
              </a:ext>
            </a:extLst>
          </p:cNvPr>
          <p:cNvSpPr>
            <a:spLocks noChangeAspect="1" noChangeArrowheads="1"/>
          </p:cNvSpPr>
          <p:nvPr/>
        </p:nvSpPr>
        <p:spPr bwMode="auto">
          <a:xfrm rot="4460605" flipH="1" flipV="1">
            <a:off x="6091238" y="2266950"/>
            <a:ext cx="50800" cy="508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390" name="Oval 198">
            <a:extLst>
              <a:ext uri="{FF2B5EF4-FFF2-40B4-BE49-F238E27FC236}">
                <a16:creationId xmlns:a16="http://schemas.microsoft.com/office/drawing/2014/main" id="{FBCA3AB0-CFA5-4D7C-A12F-5CD832BEA73E}"/>
              </a:ext>
            </a:extLst>
          </p:cNvPr>
          <p:cNvSpPr>
            <a:spLocks noChangeAspect="1" noChangeArrowheads="1"/>
          </p:cNvSpPr>
          <p:nvPr/>
        </p:nvSpPr>
        <p:spPr bwMode="auto">
          <a:xfrm rot="4460605" flipH="1" flipV="1">
            <a:off x="6235700" y="2122488"/>
            <a:ext cx="50800" cy="508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391" name="Oval 199">
            <a:extLst>
              <a:ext uri="{FF2B5EF4-FFF2-40B4-BE49-F238E27FC236}">
                <a16:creationId xmlns:a16="http://schemas.microsoft.com/office/drawing/2014/main" id="{C0C59720-0726-4170-B6F9-3758871CF0E1}"/>
              </a:ext>
            </a:extLst>
          </p:cNvPr>
          <p:cNvSpPr>
            <a:spLocks noChangeAspect="1" noChangeArrowheads="1"/>
          </p:cNvSpPr>
          <p:nvPr/>
        </p:nvSpPr>
        <p:spPr bwMode="auto">
          <a:xfrm rot="4460605" flipH="1" flipV="1">
            <a:off x="6327775" y="2492375"/>
            <a:ext cx="50800" cy="508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392" name="Oval 200">
            <a:extLst>
              <a:ext uri="{FF2B5EF4-FFF2-40B4-BE49-F238E27FC236}">
                <a16:creationId xmlns:a16="http://schemas.microsoft.com/office/drawing/2014/main" id="{5A2E68B4-97A8-49F6-8790-2BAB59BCE338}"/>
              </a:ext>
            </a:extLst>
          </p:cNvPr>
          <p:cNvSpPr>
            <a:spLocks noChangeAspect="1" noChangeArrowheads="1"/>
          </p:cNvSpPr>
          <p:nvPr/>
        </p:nvSpPr>
        <p:spPr bwMode="auto">
          <a:xfrm rot="4460605" flipH="1" flipV="1">
            <a:off x="6716713" y="2176463"/>
            <a:ext cx="50800" cy="508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393" name="Oval 201">
            <a:extLst>
              <a:ext uri="{FF2B5EF4-FFF2-40B4-BE49-F238E27FC236}">
                <a16:creationId xmlns:a16="http://schemas.microsoft.com/office/drawing/2014/main" id="{94D64F9C-E54F-4ACC-B742-E1D3E1671C3D}"/>
              </a:ext>
            </a:extLst>
          </p:cNvPr>
          <p:cNvSpPr>
            <a:spLocks noChangeAspect="1" noChangeArrowheads="1"/>
          </p:cNvSpPr>
          <p:nvPr/>
        </p:nvSpPr>
        <p:spPr bwMode="auto">
          <a:xfrm rot="4460605" flipH="1" flipV="1">
            <a:off x="5946775" y="2554288"/>
            <a:ext cx="50800" cy="508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394" name="Oval 202">
            <a:extLst>
              <a:ext uri="{FF2B5EF4-FFF2-40B4-BE49-F238E27FC236}">
                <a16:creationId xmlns:a16="http://schemas.microsoft.com/office/drawing/2014/main" id="{7F8E04A1-799C-40E2-8A17-AAEE7466B74D}"/>
              </a:ext>
            </a:extLst>
          </p:cNvPr>
          <p:cNvSpPr>
            <a:spLocks noChangeAspect="1" noChangeArrowheads="1"/>
          </p:cNvSpPr>
          <p:nvPr/>
        </p:nvSpPr>
        <p:spPr bwMode="auto">
          <a:xfrm rot="4460605" flipH="1" flipV="1">
            <a:off x="6183313" y="2852738"/>
            <a:ext cx="50800" cy="508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395" name="Oval 203">
            <a:extLst>
              <a:ext uri="{FF2B5EF4-FFF2-40B4-BE49-F238E27FC236}">
                <a16:creationId xmlns:a16="http://schemas.microsoft.com/office/drawing/2014/main" id="{0367A85A-8C4D-4B9D-8D8D-3F3018BA08C9}"/>
              </a:ext>
            </a:extLst>
          </p:cNvPr>
          <p:cNvSpPr>
            <a:spLocks noChangeAspect="1" noChangeArrowheads="1"/>
          </p:cNvSpPr>
          <p:nvPr/>
        </p:nvSpPr>
        <p:spPr bwMode="auto">
          <a:xfrm rot="4460605" flipH="1" flipV="1">
            <a:off x="6738938" y="2698750"/>
            <a:ext cx="50800" cy="508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396" name="Oval 204">
            <a:extLst>
              <a:ext uri="{FF2B5EF4-FFF2-40B4-BE49-F238E27FC236}">
                <a16:creationId xmlns:a16="http://schemas.microsoft.com/office/drawing/2014/main" id="{1ACC8578-AE59-412C-8407-6874D3E55EFE}"/>
              </a:ext>
            </a:extLst>
          </p:cNvPr>
          <p:cNvSpPr>
            <a:spLocks noChangeAspect="1" noChangeArrowheads="1"/>
          </p:cNvSpPr>
          <p:nvPr/>
        </p:nvSpPr>
        <p:spPr bwMode="auto">
          <a:xfrm rot="4460605" flipH="1" flipV="1">
            <a:off x="6451600" y="2565400"/>
            <a:ext cx="50800" cy="508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397" name="Oval 205">
            <a:extLst>
              <a:ext uri="{FF2B5EF4-FFF2-40B4-BE49-F238E27FC236}">
                <a16:creationId xmlns:a16="http://schemas.microsoft.com/office/drawing/2014/main" id="{2028FB61-232D-47A3-A089-97F882338479}"/>
              </a:ext>
            </a:extLst>
          </p:cNvPr>
          <p:cNvSpPr>
            <a:spLocks noChangeAspect="1" noChangeArrowheads="1"/>
          </p:cNvSpPr>
          <p:nvPr/>
        </p:nvSpPr>
        <p:spPr bwMode="auto">
          <a:xfrm rot="4460605" flipH="1" flipV="1">
            <a:off x="6543675" y="2924175"/>
            <a:ext cx="50800" cy="508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398" name="Oval 206">
            <a:extLst>
              <a:ext uri="{FF2B5EF4-FFF2-40B4-BE49-F238E27FC236}">
                <a16:creationId xmlns:a16="http://schemas.microsoft.com/office/drawing/2014/main" id="{2862CC2A-B0F7-479E-AAC2-EBF8C549B2C3}"/>
              </a:ext>
            </a:extLst>
          </p:cNvPr>
          <p:cNvSpPr>
            <a:spLocks noChangeAspect="1" noChangeArrowheads="1"/>
          </p:cNvSpPr>
          <p:nvPr/>
        </p:nvSpPr>
        <p:spPr bwMode="auto">
          <a:xfrm rot="4460605" flipH="1" flipV="1">
            <a:off x="4383088" y="1916113"/>
            <a:ext cx="50800" cy="508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400" name="Text Box 208">
            <a:extLst>
              <a:ext uri="{FF2B5EF4-FFF2-40B4-BE49-F238E27FC236}">
                <a16:creationId xmlns:a16="http://schemas.microsoft.com/office/drawing/2014/main" id="{791129AB-5651-4C71-BC6E-DD66B228CC7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43750" y="695325"/>
            <a:ext cx="554038" cy="23764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eaVert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>
                <a:solidFill>
                  <a:schemeClr val="bg1"/>
                </a:solidFill>
                <a:ea typeface="楷体_GB2312" pitchFamily="49" charset="-122"/>
              </a:rPr>
              <a:t> </a:t>
            </a:r>
            <a:r>
              <a:rPr lang="zh-CN" altLang="en-US">
                <a:solidFill>
                  <a:schemeClr val="bg1"/>
                </a:solidFill>
                <a:ea typeface="楷体_GB2312" pitchFamily="49" charset="-122"/>
              </a:rPr>
              <a:t>（</a:t>
            </a:r>
            <a:r>
              <a:rPr lang="en-US" altLang="zh-CN">
                <a:solidFill>
                  <a:schemeClr val="bg1"/>
                </a:solidFill>
                <a:ea typeface="楷体_GB2312" pitchFamily="49" charset="-122"/>
              </a:rPr>
              <a:t> </a:t>
            </a:r>
            <a:r>
              <a:rPr lang="zh-CN" altLang="en-US">
                <a:solidFill>
                  <a:schemeClr val="bg1"/>
                </a:solidFill>
                <a:ea typeface="楷体_GB2312" pitchFamily="49" charset="-122"/>
              </a:rPr>
              <a:t>布朗运动 ）</a:t>
            </a:r>
            <a:endParaRPr lang="en-US" altLang="zh-CN">
              <a:solidFill>
                <a:schemeClr val="bg1"/>
              </a:solidFill>
              <a:ea typeface="楷体_GB2312" pitchFamily="49" charset="-122"/>
            </a:endParaRPr>
          </a:p>
        </p:txBody>
      </p:sp>
      <p:sp>
        <p:nvSpPr>
          <p:cNvPr id="8337" name="Oval 145">
            <a:extLst>
              <a:ext uri="{FF2B5EF4-FFF2-40B4-BE49-F238E27FC236}">
                <a16:creationId xmlns:a16="http://schemas.microsoft.com/office/drawing/2014/main" id="{FD72E9AE-B83C-4FD5-8EEE-ACE4C6369928}"/>
              </a:ext>
            </a:extLst>
          </p:cNvPr>
          <p:cNvSpPr>
            <a:spLocks noChangeAspect="1" noChangeArrowheads="1"/>
          </p:cNvSpPr>
          <p:nvPr/>
        </p:nvSpPr>
        <p:spPr bwMode="auto">
          <a:xfrm rot="4460605" flipH="1" flipV="1">
            <a:off x="3984625" y="1538288"/>
            <a:ext cx="50800" cy="508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333" name="Oval 141">
            <a:extLst>
              <a:ext uri="{FF2B5EF4-FFF2-40B4-BE49-F238E27FC236}">
                <a16:creationId xmlns:a16="http://schemas.microsoft.com/office/drawing/2014/main" id="{108F5096-5D76-4C8F-A5A8-E40A5490FBC5}"/>
              </a:ext>
            </a:extLst>
          </p:cNvPr>
          <p:cNvSpPr>
            <a:spLocks noChangeAspect="1" noChangeArrowheads="1"/>
          </p:cNvSpPr>
          <p:nvPr/>
        </p:nvSpPr>
        <p:spPr bwMode="auto">
          <a:xfrm rot="4460605" flipH="1" flipV="1">
            <a:off x="3201988" y="1384300"/>
            <a:ext cx="50800" cy="508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334" name="Oval 142">
            <a:extLst>
              <a:ext uri="{FF2B5EF4-FFF2-40B4-BE49-F238E27FC236}">
                <a16:creationId xmlns:a16="http://schemas.microsoft.com/office/drawing/2014/main" id="{20E64301-F0B6-4A3F-9A26-1271E05A5D89}"/>
              </a:ext>
            </a:extLst>
          </p:cNvPr>
          <p:cNvSpPr>
            <a:spLocks noChangeAspect="1" noChangeArrowheads="1"/>
          </p:cNvSpPr>
          <p:nvPr/>
        </p:nvSpPr>
        <p:spPr bwMode="auto">
          <a:xfrm rot="4460605" flipH="1" flipV="1">
            <a:off x="3355975" y="1671638"/>
            <a:ext cx="50800" cy="508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329" name="Oval 137">
            <a:extLst>
              <a:ext uri="{FF2B5EF4-FFF2-40B4-BE49-F238E27FC236}">
                <a16:creationId xmlns:a16="http://schemas.microsoft.com/office/drawing/2014/main" id="{FE981913-FE17-4F28-94CF-1FD7EE8C989D}"/>
              </a:ext>
            </a:extLst>
          </p:cNvPr>
          <p:cNvSpPr>
            <a:spLocks noChangeAspect="1" noChangeArrowheads="1"/>
          </p:cNvSpPr>
          <p:nvPr/>
        </p:nvSpPr>
        <p:spPr bwMode="auto">
          <a:xfrm rot="4460605" flipH="1" flipV="1">
            <a:off x="3562350" y="1436688"/>
            <a:ext cx="50800" cy="508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340" name="Oval 148">
            <a:extLst>
              <a:ext uri="{FF2B5EF4-FFF2-40B4-BE49-F238E27FC236}">
                <a16:creationId xmlns:a16="http://schemas.microsoft.com/office/drawing/2014/main" id="{E91DCD7C-99A5-40BE-B3D2-7617A7B62AE8}"/>
              </a:ext>
            </a:extLst>
          </p:cNvPr>
          <p:cNvSpPr>
            <a:spLocks noChangeAspect="1" noChangeArrowheads="1"/>
          </p:cNvSpPr>
          <p:nvPr/>
        </p:nvSpPr>
        <p:spPr bwMode="auto">
          <a:xfrm rot="4460605" flipH="1" flipV="1">
            <a:off x="3941763" y="1096963"/>
            <a:ext cx="50800" cy="508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402" name="Text Box 210">
            <a:extLst>
              <a:ext uri="{FF2B5EF4-FFF2-40B4-BE49-F238E27FC236}">
                <a16:creationId xmlns:a16="http://schemas.microsoft.com/office/drawing/2014/main" id="{A01F1D73-4FE7-4FF5-AD10-9DA78643557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57675" y="3540125"/>
            <a:ext cx="153193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dirty="0">
                <a:solidFill>
                  <a:srgbClr val="FFFF00"/>
                </a:solidFill>
              </a:rPr>
              <a:t>分子力</a:t>
            </a:r>
            <a:r>
              <a:rPr lang="zh-CN" altLang="en-US" dirty="0">
                <a:solidFill>
                  <a:schemeClr val="bg1"/>
                </a:solidFill>
              </a:rPr>
              <a:t>：</a:t>
            </a:r>
          </a:p>
        </p:txBody>
      </p:sp>
      <p:sp>
        <p:nvSpPr>
          <p:cNvPr id="8403" name="Text Box 211">
            <a:extLst>
              <a:ext uri="{FF2B5EF4-FFF2-40B4-BE49-F238E27FC236}">
                <a16:creationId xmlns:a16="http://schemas.microsoft.com/office/drawing/2014/main" id="{582989B6-521D-463B-92B5-9761207204D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80063" y="3543300"/>
            <a:ext cx="17494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chemeClr val="bg1"/>
                </a:solidFill>
              </a:rPr>
              <a:t>吸引力</a:t>
            </a:r>
          </a:p>
        </p:txBody>
      </p:sp>
      <p:sp>
        <p:nvSpPr>
          <p:cNvPr id="8404" name="Text Box 212">
            <a:extLst>
              <a:ext uri="{FF2B5EF4-FFF2-40B4-BE49-F238E27FC236}">
                <a16:creationId xmlns:a16="http://schemas.microsoft.com/office/drawing/2014/main" id="{5021AA11-2981-454C-8643-CED2E0888BB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00863" y="3540125"/>
            <a:ext cx="207168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>
                <a:solidFill>
                  <a:schemeClr val="bg1"/>
                </a:solidFill>
              </a:rPr>
              <a:t>排斥力</a:t>
            </a:r>
          </a:p>
        </p:txBody>
      </p:sp>
      <p:sp>
        <p:nvSpPr>
          <p:cNvPr id="8405" name="Text Box 213">
            <a:extLst>
              <a:ext uri="{FF2B5EF4-FFF2-40B4-BE49-F238E27FC236}">
                <a16:creationId xmlns:a16="http://schemas.microsoft.com/office/drawing/2014/main" id="{89984359-1357-4B18-A113-FA4D4D0FBC3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4375" y="4000500"/>
            <a:ext cx="4857750" cy="1477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5000"/>
              </a:lnSpc>
            </a:pPr>
            <a:r>
              <a:rPr lang="zh-CN" altLang="en-US">
                <a:solidFill>
                  <a:schemeClr val="bg1"/>
                </a:solidFill>
              </a:rPr>
              <a:t>假定分子间的</a:t>
            </a:r>
            <a:r>
              <a:rPr lang="zh-CN" altLang="en-US">
                <a:solidFill>
                  <a:srgbClr val="FFFF00"/>
                </a:solidFill>
              </a:rPr>
              <a:t>相互作用力有球对</a:t>
            </a:r>
            <a:endParaRPr lang="en-US" altLang="zh-CN">
              <a:solidFill>
                <a:srgbClr val="FFFF00"/>
              </a:solidFill>
            </a:endParaRPr>
          </a:p>
          <a:p>
            <a:pPr eaLnBrk="1" hangingPunct="1">
              <a:lnSpc>
                <a:spcPct val="125000"/>
              </a:lnSpc>
            </a:pPr>
            <a:r>
              <a:rPr lang="zh-CN" altLang="en-US">
                <a:solidFill>
                  <a:srgbClr val="FFFF00"/>
                </a:solidFill>
              </a:rPr>
              <a:t>称性</a:t>
            </a:r>
            <a:r>
              <a:rPr lang="zh-CN" altLang="en-US">
                <a:solidFill>
                  <a:schemeClr val="bg1"/>
                </a:solidFill>
              </a:rPr>
              <a:t>时，分子间的相互作用（分</a:t>
            </a:r>
            <a:endParaRPr lang="en-US" altLang="zh-CN">
              <a:solidFill>
                <a:schemeClr val="bg1"/>
              </a:solidFill>
            </a:endParaRPr>
          </a:p>
          <a:p>
            <a:pPr eaLnBrk="1" hangingPunct="1">
              <a:lnSpc>
                <a:spcPct val="125000"/>
              </a:lnSpc>
            </a:pPr>
            <a:r>
              <a:rPr lang="zh-CN" altLang="en-US">
                <a:solidFill>
                  <a:schemeClr val="bg1"/>
                </a:solidFill>
              </a:rPr>
              <a:t>子力）可近似地表示：</a:t>
            </a:r>
          </a:p>
        </p:txBody>
      </p:sp>
      <p:graphicFrame>
        <p:nvGraphicFramePr>
          <p:cNvPr id="8406" name="Object 214">
            <a:extLst>
              <a:ext uri="{FF2B5EF4-FFF2-40B4-BE49-F238E27FC236}">
                <a16:creationId xmlns:a16="http://schemas.microsoft.com/office/drawing/2014/main" id="{1D98A326-567F-43C8-B2D2-FEABA47DA3D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500688" y="4181475"/>
          <a:ext cx="3168650" cy="819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0695" name="公式" r:id="rId4" imgW="3124251" imgH="790507" progId="Equation.3">
                  <p:embed/>
                </p:oleObj>
              </mc:Choice>
              <mc:Fallback>
                <p:oleObj name="公式" r:id="rId4" imgW="3124251" imgH="790507" progId="Equation.3">
                  <p:embed/>
                  <p:pic>
                    <p:nvPicPr>
                      <p:cNvPr id="8406" name="Object 214">
                        <a:extLst>
                          <a:ext uri="{FF2B5EF4-FFF2-40B4-BE49-F238E27FC236}">
                            <a16:creationId xmlns:a16="http://schemas.microsoft.com/office/drawing/2014/main" id="{1D98A326-567F-43C8-B2D2-FEABA47DA3D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00688" y="4181475"/>
                        <a:ext cx="3168650" cy="819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409" name="AutoShape 217">
            <a:extLst>
              <a:ext uri="{FF2B5EF4-FFF2-40B4-BE49-F238E27FC236}">
                <a16:creationId xmlns:a16="http://schemas.microsoft.com/office/drawing/2014/main" id="{DDF2AAEE-AF06-4B8C-9B22-A96E3A5C74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57688" y="5283200"/>
            <a:ext cx="1295400" cy="431800"/>
          </a:xfrm>
          <a:prstGeom prst="wedgeRectCallout">
            <a:avLst>
              <a:gd name="adj1" fmla="val 82884"/>
              <a:gd name="adj2" fmla="val -101671"/>
            </a:avLst>
          </a:prstGeom>
          <a:solidFill>
            <a:srgbClr val="00CC99">
              <a:alpha val="43137"/>
            </a:srgbClr>
          </a:solidFill>
          <a:ln w="9525">
            <a:solidFill>
              <a:schemeClr val="folHlink"/>
            </a:solidFill>
            <a:miter lim="800000"/>
            <a:headEnd/>
            <a:tailEnd/>
          </a:ln>
        </p:spPr>
        <p:txBody>
          <a:bodyPr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chemeClr val="bg1"/>
                </a:solidFill>
              </a:rPr>
              <a:t>排斥力</a:t>
            </a:r>
          </a:p>
        </p:txBody>
      </p:sp>
      <p:sp>
        <p:nvSpPr>
          <p:cNvPr id="8410" name="AutoShape 218">
            <a:extLst>
              <a:ext uri="{FF2B5EF4-FFF2-40B4-BE49-F238E27FC236}">
                <a16:creationId xmlns:a16="http://schemas.microsoft.com/office/drawing/2014/main" id="{0AEA752C-4B3B-4326-80F9-B5E8FBFBEC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19975" y="5280025"/>
            <a:ext cx="1295400" cy="431800"/>
          </a:xfrm>
          <a:prstGeom prst="wedgeRectCallout">
            <a:avLst>
              <a:gd name="adj1" fmla="val -70569"/>
              <a:gd name="adj2" fmla="val -101250"/>
            </a:avLst>
          </a:prstGeom>
          <a:solidFill>
            <a:srgbClr val="990099">
              <a:alpha val="67058"/>
            </a:srgbClr>
          </a:solidFill>
          <a:ln w="9525">
            <a:solidFill>
              <a:schemeClr val="folHlink"/>
            </a:solidFill>
            <a:miter lim="800000"/>
            <a:headEnd/>
            <a:tailEnd/>
          </a:ln>
        </p:spPr>
        <p:txBody>
          <a:bodyPr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chemeClr val="bg1"/>
                </a:solidFill>
              </a:rPr>
              <a:t>吸引力</a:t>
            </a:r>
          </a:p>
        </p:txBody>
      </p:sp>
      <p:sp>
        <p:nvSpPr>
          <p:cNvPr id="217" name="Text Box 4">
            <a:extLst>
              <a:ext uri="{FF2B5EF4-FFF2-40B4-BE49-F238E27FC236}">
                <a16:creationId xmlns:a16="http://schemas.microsoft.com/office/drawing/2014/main" id="{AFD7F753-3146-40AA-B33A-696392F4C66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" y="5715000"/>
            <a:ext cx="8101013" cy="938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5000"/>
              </a:lnSpc>
            </a:pPr>
            <a:r>
              <a:rPr lang="zh-CN" altLang="en-US" sz="2200">
                <a:solidFill>
                  <a:schemeClr val="bg1"/>
                </a:solidFill>
              </a:rPr>
              <a:t>式中 </a:t>
            </a:r>
            <a:r>
              <a:rPr lang="en-US" altLang="zh-CN" sz="2200" i="1">
                <a:solidFill>
                  <a:srgbClr val="FFFF00"/>
                </a:solidFill>
              </a:rPr>
              <a:t>r</a:t>
            </a:r>
            <a:r>
              <a:rPr lang="en-US" altLang="zh-CN" sz="2200" i="1">
                <a:solidFill>
                  <a:schemeClr val="bg1"/>
                </a:solidFill>
              </a:rPr>
              <a:t> </a:t>
            </a:r>
            <a:r>
              <a:rPr lang="zh-CN" altLang="en-US" sz="2200">
                <a:solidFill>
                  <a:schemeClr val="bg1"/>
                </a:solidFill>
              </a:rPr>
              <a:t>表示两个分子间的中心距离，</a:t>
            </a:r>
            <a:r>
              <a:rPr lang="zh-CN" altLang="en-US" sz="2200" i="1">
                <a:solidFill>
                  <a:srgbClr val="FFFF00"/>
                </a:solidFill>
                <a:latin typeface="楷体_GB2312" pitchFamily="49" charset="-122"/>
                <a:ea typeface="楷体_GB2312" pitchFamily="49" charset="-122"/>
                <a:sym typeface="Symbol" panose="05050102010706020507" pitchFamily="18" charset="2"/>
              </a:rPr>
              <a:t></a:t>
            </a:r>
            <a:r>
              <a:rPr lang="zh-CN" altLang="en-US" sz="2200">
                <a:solidFill>
                  <a:schemeClr val="bg1"/>
                </a:solidFill>
              </a:rPr>
              <a:t>、</a:t>
            </a:r>
            <a:r>
              <a:rPr lang="zh-CN" altLang="en-US" sz="2200" i="1">
                <a:solidFill>
                  <a:srgbClr val="FFFF00"/>
                </a:solidFill>
                <a:latin typeface="楷体_GB2312" pitchFamily="49" charset="-122"/>
                <a:ea typeface="楷体_GB2312" pitchFamily="49" charset="-122"/>
                <a:sym typeface="Symbol" panose="05050102010706020507" pitchFamily="18" charset="2"/>
              </a:rPr>
              <a:t></a:t>
            </a:r>
            <a:r>
              <a:rPr lang="zh-CN" altLang="en-US" sz="2200">
                <a:solidFill>
                  <a:schemeClr val="bg1"/>
                </a:solidFill>
              </a:rPr>
              <a:t>、</a:t>
            </a:r>
            <a:r>
              <a:rPr lang="en-US" altLang="zh-CN" sz="2200" i="1">
                <a:solidFill>
                  <a:srgbClr val="FFFF00"/>
                </a:solidFill>
                <a:sym typeface="Symbol" panose="05050102010706020507" pitchFamily="18" charset="2"/>
              </a:rPr>
              <a:t>s</a:t>
            </a:r>
            <a:r>
              <a:rPr lang="zh-CN" altLang="en-US" sz="2200">
                <a:solidFill>
                  <a:schemeClr val="bg1"/>
                </a:solidFill>
              </a:rPr>
              <a:t>、</a:t>
            </a:r>
            <a:r>
              <a:rPr lang="en-US" altLang="zh-CN" sz="2200" i="1">
                <a:solidFill>
                  <a:srgbClr val="FFFF00"/>
                </a:solidFill>
                <a:sym typeface="Symbol" panose="05050102010706020507" pitchFamily="18" charset="2"/>
              </a:rPr>
              <a:t>t</a:t>
            </a:r>
            <a:r>
              <a:rPr lang="en-US" altLang="zh-CN" sz="2200" i="1">
                <a:solidFill>
                  <a:schemeClr val="bg1"/>
                </a:solidFill>
                <a:sym typeface="Symbol" panose="05050102010706020507" pitchFamily="18" charset="2"/>
              </a:rPr>
              <a:t> </a:t>
            </a:r>
            <a:r>
              <a:rPr lang="en-US" altLang="zh-CN" sz="2200" i="1">
                <a:solidFill>
                  <a:schemeClr val="bg1"/>
                </a:solidFill>
              </a:rPr>
              <a:t> </a:t>
            </a:r>
            <a:r>
              <a:rPr lang="zh-CN" altLang="en-US" sz="2200">
                <a:solidFill>
                  <a:schemeClr val="bg1"/>
                </a:solidFill>
              </a:rPr>
              <a:t>都是正数，其值由实验确定。</a:t>
            </a:r>
          </a:p>
        </p:txBody>
      </p:sp>
      <p:sp>
        <p:nvSpPr>
          <p:cNvPr id="23724" name="灯片编号占位符 1">
            <a:extLst>
              <a:ext uri="{FF2B5EF4-FFF2-40B4-BE49-F238E27FC236}">
                <a16:creationId xmlns:a16="http://schemas.microsoft.com/office/drawing/2014/main" id="{7ADFEA54-AF33-4EB1-9AA6-8E3B013E858B}"/>
              </a:ext>
            </a:extLst>
          </p:cNvPr>
          <p:cNvSpPr txBox="1">
            <a:spLocks/>
          </p:cNvSpPr>
          <p:nvPr/>
        </p:nvSpPr>
        <p:spPr bwMode="auto">
          <a:xfrm>
            <a:off x="0" y="6381750"/>
            <a:ext cx="213360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BE6111C6-D743-4351-BB56-94F5D4479D02}" type="slidenum">
              <a:rPr lang="en-US" altLang="zh-CN" b="0">
                <a:solidFill>
                  <a:srgbClr val="FF00FF"/>
                </a:solidFill>
              </a:rPr>
              <a:pPr eaLnBrk="1" hangingPunct="1"/>
              <a:t>22</a:t>
            </a:fld>
            <a:r>
              <a:rPr lang="en-US" altLang="zh-CN" b="0">
                <a:solidFill>
                  <a:srgbClr val="FF00FF"/>
                </a:solidFill>
              </a:rPr>
              <a:t>/28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84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2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" dur="500"/>
                                        <p:tgtEl>
                                          <p:spTgt spid="83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83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20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83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83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28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500"/>
                                        <p:tgtEl>
                                          <p:spTgt spid="83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3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83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 nodeType="afterGroup">
                            <p:stCondLst>
                              <p:cond delay="3500"/>
                            </p:stCondLst>
                            <p:childTnLst>
                              <p:par>
                                <p:cTn id="36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8" dur="500"/>
                                        <p:tgtEl>
                                          <p:spTgt spid="83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4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83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 nodeType="afterGroup">
                            <p:stCondLst>
                              <p:cond delay="4500"/>
                            </p:stCondLst>
                            <p:childTnLst>
                              <p:par>
                                <p:cTn id="44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6" dur="500"/>
                                        <p:tgtEl>
                                          <p:spTgt spid="83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 nodeType="afterGroup">
                            <p:stCondLst>
                              <p:cond delay="5000"/>
                            </p:stCondLst>
                            <p:childTnLst>
                              <p:par>
                                <p:cTn id="4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83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 nodeType="afterGroup">
                            <p:stCondLst>
                              <p:cond delay="5500"/>
                            </p:stCondLst>
                            <p:childTnLst>
                              <p:par>
                                <p:cTn id="52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4" dur="500"/>
                                        <p:tgtEl>
                                          <p:spTgt spid="83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 nodeType="afterGroup">
                            <p:stCondLst>
                              <p:cond delay="6000"/>
                            </p:stCondLst>
                            <p:childTnLst>
                              <p:par>
                                <p:cTn id="56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8" dur="500"/>
                                        <p:tgtEl>
                                          <p:spTgt spid="83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 nodeType="afterGroup">
                            <p:stCondLst>
                              <p:cond delay="6500"/>
                            </p:stCondLst>
                            <p:childTnLst>
                              <p:par>
                                <p:cTn id="60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2" dur="500"/>
                                        <p:tgtEl>
                                          <p:spTgt spid="83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 nodeType="afterGroup">
                            <p:stCondLst>
                              <p:cond delay="7000"/>
                            </p:stCondLst>
                            <p:childTnLst>
                              <p:par>
                                <p:cTn id="64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6" dur="500"/>
                                        <p:tgtEl>
                                          <p:spTgt spid="83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 nodeType="afterGroup">
                            <p:stCondLst>
                              <p:cond delay="7500"/>
                            </p:stCondLst>
                            <p:childTnLst>
                              <p:par>
                                <p:cTn id="68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0" dur="500"/>
                                        <p:tgtEl>
                                          <p:spTgt spid="83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 nodeType="afterGroup">
                            <p:stCondLst>
                              <p:cond delay="8000"/>
                            </p:stCondLst>
                            <p:childTnLst>
                              <p:par>
                                <p:cTn id="72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4" dur="500"/>
                                        <p:tgtEl>
                                          <p:spTgt spid="83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 nodeType="afterGroup">
                            <p:stCondLst>
                              <p:cond delay="8500"/>
                            </p:stCondLst>
                            <p:childTnLst>
                              <p:par>
                                <p:cTn id="76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8" dur="500"/>
                                        <p:tgtEl>
                                          <p:spTgt spid="83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 nodeType="afterGroup">
                            <p:stCondLst>
                              <p:cond delay="9000"/>
                            </p:stCondLst>
                            <p:childTnLst>
                              <p:par>
                                <p:cTn id="80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2" dur="500"/>
                                        <p:tgtEl>
                                          <p:spTgt spid="83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" fill="hold" nodeType="afterGroup">
                            <p:stCondLst>
                              <p:cond delay="9500"/>
                            </p:stCondLst>
                            <p:childTnLst>
                              <p:par>
                                <p:cTn id="84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6" dur="500"/>
                                        <p:tgtEl>
                                          <p:spTgt spid="83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7" fill="hold" nodeType="afterGroup">
                            <p:stCondLst>
                              <p:cond delay="10000"/>
                            </p:stCondLst>
                            <p:childTnLst>
                              <p:par>
                                <p:cTn id="88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90" dur="500"/>
                                        <p:tgtEl>
                                          <p:spTgt spid="83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1" fill="hold" nodeType="afterGroup">
                            <p:stCondLst>
                              <p:cond delay="10500"/>
                            </p:stCondLst>
                            <p:childTnLst>
                              <p:par>
                                <p:cTn id="92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4" dur="500"/>
                                        <p:tgtEl>
                                          <p:spTgt spid="83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5" fill="hold" nodeType="afterGroup">
                            <p:stCondLst>
                              <p:cond delay="11000"/>
                            </p:stCondLst>
                            <p:childTnLst>
                              <p:par>
                                <p:cTn id="96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98" dur="500"/>
                                        <p:tgtEl>
                                          <p:spTgt spid="83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9" fill="hold" nodeType="afterGroup">
                            <p:stCondLst>
                              <p:cond delay="11500"/>
                            </p:stCondLst>
                            <p:childTnLst>
                              <p:par>
                                <p:cTn id="100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2" dur="500"/>
                                        <p:tgtEl>
                                          <p:spTgt spid="83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3" fill="hold" nodeType="afterGroup">
                            <p:stCondLst>
                              <p:cond delay="12000"/>
                            </p:stCondLst>
                            <p:childTnLst>
                              <p:par>
                                <p:cTn id="10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6" dur="500"/>
                                        <p:tgtEl>
                                          <p:spTgt spid="83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7" fill="hold" nodeType="afterGroup">
                            <p:stCondLst>
                              <p:cond delay="12500"/>
                            </p:stCondLst>
                            <p:childTnLst>
                              <p:par>
                                <p:cTn id="108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0" dur="500"/>
                                        <p:tgtEl>
                                          <p:spTgt spid="83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1" fill="hold" nodeType="afterGroup">
                            <p:stCondLst>
                              <p:cond delay="13000"/>
                            </p:stCondLst>
                            <p:childTnLst>
                              <p:par>
                                <p:cTn id="11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4" dur="500"/>
                                        <p:tgtEl>
                                          <p:spTgt spid="83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5" fill="hold" nodeType="afterGroup">
                            <p:stCondLst>
                              <p:cond delay="13500"/>
                            </p:stCondLst>
                            <p:childTnLst>
                              <p:par>
                                <p:cTn id="116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8" dur="500"/>
                                        <p:tgtEl>
                                          <p:spTgt spid="83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9" fill="hold" nodeType="afterGroup">
                            <p:stCondLst>
                              <p:cond delay="14000"/>
                            </p:stCondLst>
                            <p:childTnLst>
                              <p:par>
                                <p:cTn id="12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2" dur="500"/>
                                        <p:tgtEl>
                                          <p:spTgt spid="83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3" fill="hold" nodeType="afterGroup">
                            <p:stCondLst>
                              <p:cond delay="14500"/>
                            </p:stCondLst>
                            <p:childTnLst>
                              <p:par>
                                <p:cTn id="124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6" dur="500"/>
                                        <p:tgtEl>
                                          <p:spTgt spid="83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7" fill="hold" nodeType="afterGroup">
                            <p:stCondLst>
                              <p:cond delay="15000"/>
                            </p:stCondLst>
                            <p:childTnLst>
                              <p:par>
                                <p:cTn id="12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0" dur="500"/>
                                        <p:tgtEl>
                                          <p:spTgt spid="83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1" fill="hold" nodeType="afterGroup">
                            <p:stCondLst>
                              <p:cond delay="15500"/>
                            </p:stCondLst>
                            <p:childTnLst>
                              <p:par>
                                <p:cTn id="132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4" dur="500"/>
                                        <p:tgtEl>
                                          <p:spTgt spid="83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5" fill="hold" nodeType="afterGroup">
                            <p:stCondLst>
                              <p:cond delay="16000"/>
                            </p:stCondLst>
                            <p:childTnLst>
                              <p:par>
                                <p:cTn id="136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8" dur="500"/>
                                        <p:tgtEl>
                                          <p:spTgt spid="83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9" fill="hold" nodeType="afterGroup">
                            <p:stCondLst>
                              <p:cond delay="16500"/>
                            </p:stCondLst>
                            <p:childTnLst>
                              <p:par>
                                <p:cTn id="140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2" dur="500"/>
                                        <p:tgtEl>
                                          <p:spTgt spid="83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3" fill="hold" nodeType="afterGroup">
                            <p:stCondLst>
                              <p:cond delay="17000"/>
                            </p:stCondLst>
                            <p:childTnLst>
                              <p:par>
                                <p:cTn id="14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6" dur="500"/>
                                        <p:tgtEl>
                                          <p:spTgt spid="82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7" fill="hold" nodeType="afterGroup">
                            <p:stCondLst>
                              <p:cond delay="17500"/>
                            </p:stCondLst>
                            <p:childTnLst>
                              <p:par>
                                <p:cTn id="148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0" dur="500"/>
                                        <p:tgtEl>
                                          <p:spTgt spid="83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1" fill="hold" nodeType="afterGroup">
                            <p:stCondLst>
                              <p:cond delay="18000"/>
                            </p:stCondLst>
                            <p:childTnLst>
                              <p:par>
                                <p:cTn id="15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4" dur="500"/>
                                        <p:tgtEl>
                                          <p:spTgt spid="83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5" fill="hold" nodeType="afterGroup">
                            <p:stCondLst>
                              <p:cond delay="18500"/>
                            </p:stCondLst>
                            <p:childTnLst>
                              <p:par>
                                <p:cTn id="156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8" dur="500"/>
                                        <p:tgtEl>
                                          <p:spTgt spid="83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9" fill="hold" nodeType="afterGroup">
                            <p:stCondLst>
                              <p:cond delay="19000"/>
                            </p:stCondLst>
                            <p:childTnLst>
                              <p:par>
                                <p:cTn id="16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2" dur="500"/>
                                        <p:tgtEl>
                                          <p:spTgt spid="83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3" fill="hold" nodeType="afterGroup">
                            <p:stCondLst>
                              <p:cond delay="19500"/>
                            </p:stCondLst>
                            <p:childTnLst>
                              <p:par>
                                <p:cTn id="164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6" dur="500"/>
                                        <p:tgtEl>
                                          <p:spTgt spid="83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7" fill="hold" nodeType="afterGroup">
                            <p:stCondLst>
                              <p:cond delay="20000"/>
                            </p:stCondLst>
                            <p:childTnLst>
                              <p:par>
                                <p:cTn id="16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0" dur="500"/>
                                        <p:tgtEl>
                                          <p:spTgt spid="82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1" fill="hold" nodeType="afterGroup">
                            <p:stCondLst>
                              <p:cond delay="20500"/>
                            </p:stCondLst>
                            <p:childTnLst>
                              <p:par>
                                <p:cTn id="172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4" dur="500"/>
                                        <p:tgtEl>
                                          <p:spTgt spid="83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5" fill="hold" nodeType="afterGroup">
                            <p:stCondLst>
                              <p:cond delay="21000"/>
                            </p:stCondLst>
                            <p:childTnLst>
                              <p:par>
                                <p:cTn id="17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8" dur="500"/>
                                        <p:tgtEl>
                                          <p:spTgt spid="83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9" fill="hold" nodeType="afterGroup">
                            <p:stCondLst>
                              <p:cond delay="21500"/>
                            </p:stCondLst>
                            <p:childTnLst>
                              <p:par>
                                <p:cTn id="180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2" dur="500"/>
                                        <p:tgtEl>
                                          <p:spTgt spid="83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3" fill="hold" nodeType="afterGroup">
                            <p:stCondLst>
                              <p:cond delay="22000"/>
                            </p:stCondLst>
                            <p:childTnLst>
                              <p:par>
                                <p:cTn id="18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6" dur="500"/>
                                        <p:tgtEl>
                                          <p:spTgt spid="82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7" fill="hold" nodeType="afterGroup">
                            <p:stCondLst>
                              <p:cond delay="22500"/>
                            </p:stCondLst>
                            <p:childTnLst>
                              <p:par>
                                <p:cTn id="188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0" dur="500"/>
                                        <p:tgtEl>
                                          <p:spTgt spid="83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1" fill="hold" nodeType="afterGroup">
                            <p:stCondLst>
                              <p:cond delay="23000"/>
                            </p:stCondLst>
                            <p:childTnLst>
                              <p:par>
                                <p:cTn id="192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94" dur="500"/>
                                        <p:tgtEl>
                                          <p:spTgt spid="82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5" fill="hold" nodeType="afterGroup">
                            <p:stCondLst>
                              <p:cond delay="23500"/>
                            </p:stCondLst>
                            <p:childTnLst>
                              <p:par>
                                <p:cTn id="196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8" dur="500"/>
                                        <p:tgtEl>
                                          <p:spTgt spid="83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9" fill="hold" nodeType="afterGroup">
                            <p:stCondLst>
                              <p:cond delay="24000"/>
                            </p:stCondLst>
                            <p:childTnLst>
                              <p:par>
                                <p:cTn id="200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02" dur="500"/>
                                        <p:tgtEl>
                                          <p:spTgt spid="82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3" fill="hold" nodeType="afterGroup">
                            <p:stCondLst>
                              <p:cond delay="24500"/>
                            </p:stCondLst>
                            <p:childTnLst>
                              <p:par>
                                <p:cTn id="204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6" dur="500"/>
                                        <p:tgtEl>
                                          <p:spTgt spid="83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7" fill="hold" nodeType="afterGroup">
                            <p:stCondLst>
                              <p:cond delay="25000"/>
                            </p:stCondLst>
                            <p:childTnLst>
                              <p:par>
                                <p:cTn id="20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0" dur="500"/>
                                        <p:tgtEl>
                                          <p:spTgt spid="82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1" fill="hold" nodeType="afterGroup">
                            <p:stCondLst>
                              <p:cond delay="25500"/>
                            </p:stCondLst>
                            <p:childTnLst>
                              <p:par>
                                <p:cTn id="212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4" dur="500"/>
                                        <p:tgtEl>
                                          <p:spTgt spid="83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5" fill="hold" nodeType="afterGroup">
                            <p:stCondLst>
                              <p:cond delay="26000"/>
                            </p:stCondLst>
                            <p:childTnLst>
                              <p:par>
                                <p:cTn id="216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8" dur="500"/>
                                        <p:tgtEl>
                                          <p:spTgt spid="82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9" fill="hold" nodeType="afterGroup">
                            <p:stCondLst>
                              <p:cond delay="26500"/>
                            </p:stCondLst>
                            <p:childTnLst>
                              <p:par>
                                <p:cTn id="220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2" dur="500"/>
                                        <p:tgtEl>
                                          <p:spTgt spid="83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3" fill="hold" nodeType="afterGroup">
                            <p:stCondLst>
                              <p:cond delay="27000"/>
                            </p:stCondLst>
                            <p:childTnLst>
                              <p:par>
                                <p:cTn id="224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6" dur="500"/>
                                        <p:tgtEl>
                                          <p:spTgt spid="83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7" fill="hold" nodeType="afterGroup">
                            <p:stCondLst>
                              <p:cond delay="27500"/>
                            </p:stCondLst>
                            <p:childTnLst>
                              <p:par>
                                <p:cTn id="22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0" dur="500"/>
                                        <p:tgtEl>
                                          <p:spTgt spid="82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1" fill="hold" nodeType="afterGroup">
                            <p:stCondLst>
                              <p:cond delay="28000"/>
                            </p:stCondLst>
                            <p:childTnLst>
                              <p:par>
                                <p:cTn id="232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4" dur="500"/>
                                        <p:tgtEl>
                                          <p:spTgt spid="83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5" fill="hold" nodeType="afterGroup">
                            <p:stCondLst>
                              <p:cond delay="28500"/>
                            </p:stCondLst>
                            <p:childTnLst>
                              <p:par>
                                <p:cTn id="23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8" dur="500"/>
                                        <p:tgtEl>
                                          <p:spTgt spid="82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9" fill="hold" nodeType="afterGroup">
                            <p:stCondLst>
                              <p:cond delay="29000"/>
                            </p:stCondLst>
                            <p:childTnLst>
                              <p:par>
                                <p:cTn id="240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2" dur="500"/>
                                        <p:tgtEl>
                                          <p:spTgt spid="83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3" fill="hold" nodeType="afterGroup">
                            <p:stCondLst>
                              <p:cond delay="29500"/>
                            </p:stCondLst>
                            <p:childTnLst>
                              <p:par>
                                <p:cTn id="24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6" dur="500"/>
                                        <p:tgtEl>
                                          <p:spTgt spid="82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7" fill="hold" nodeType="afterGroup">
                            <p:stCondLst>
                              <p:cond delay="30000"/>
                            </p:stCondLst>
                            <p:childTnLst>
                              <p:par>
                                <p:cTn id="248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0" dur="500"/>
                                        <p:tgtEl>
                                          <p:spTgt spid="83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1" fill="hold" nodeType="afterGroup">
                            <p:stCondLst>
                              <p:cond delay="30500"/>
                            </p:stCondLst>
                            <p:childTnLst>
                              <p:par>
                                <p:cTn id="252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4" dur="500"/>
                                        <p:tgtEl>
                                          <p:spTgt spid="82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5" fill="hold" nodeType="afterGroup">
                            <p:stCondLst>
                              <p:cond delay="31000"/>
                            </p:stCondLst>
                            <p:childTnLst>
                              <p:par>
                                <p:cTn id="256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8" dur="500"/>
                                        <p:tgtEl>
                                          <p:spTgt spid="83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9" fill="hold" nodeType="afterGroup">
                            <p:stCondLst>
                              <p:cond delay="31500"/>
                            </p:stCondLst>
                            <p:childTnLst>
                              <p:par>
                                <p:cTn id="26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2" dur="500"/>
                                        <p:tgtEl>
                                          <p:spTgt spid="82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3" fill="hold" nodeType="afterGroup">
                            <p:stCondLst>
                              <p:cond delay="32000"/>
                            </p:stCondLst>
                            <p:childTnLst>
                              <p:par>
                                <p:cTn id="264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6" dur="500"/>
                                        <p:tgtEl>
                                          <p:spTgt spid="83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7" fill="hold" nodeType="afterGroup">
                            <p:stCondLst>
                              <p:cond delay="32500"/>
                            </p:stCondLst>
                            <p:childTnLst>
                              <p:par>
                                <p:cTn id="26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0" dur="500"/>
                                        <p:tgtEl>
                                          <p:spTgt spid="82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1" fill="hold" nodeType="afterGroup">
                            <p:stCondLst>
                              <p:cond delay="33000"/>
                            </p:stCondLst>
                            <p:childTnLst>
                              <p:par>
                                <p:cTn id="272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4" dur="500"/>
                                        <p:tgtEl>
                                          <p:spTgt spid="83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5" fill="hold" nodeType="afterGroup">
                            <p:stCondLst>
                              <p:cond delay="33500"/>
                            </p:stCondLst>
                            <p:childTnLst>
                              <p:par>
                                <p:cTn id="276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8" dur="500"/>
                                        <p:tgtEl>
                                          <p:spTgt spid="82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9" fill="hold" nodeType="afterGroup">
                            <p:stCondLst>
                              <p:cond delay="34000"/>
                            </p:stCondLst>
                            <p:childTnLst>
                              <p:par>
                                <p:cTn id="280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2" dur="500"/>
                                        <p:tgtEl>
                                          <p:spTgt spid="83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3" fill="hold" nodeType="afterGroup">
                            <p:stCondLst>
                              <p:cond delay="34500"/>
                            </p:stCondLst>
                            <p:childTnLst>
                              <p:par>
                                <p:cTn id="28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6" dur="500"/>
                                        <p:tgtEl>
                                          <p:spTgt spid="82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7" fill="hold" nodeType="afterGroup">
                            <p:stCondLst>
                              <p:cond delay="35000"/>
                            </p:stCondLst>
                            <p:childTnLst>
                              <p:par>
                                <p:cTn id="288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0" dur="500"/>
                                        <p:tgtEl>
                                          <p:spTgt spid="83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1" fill="hold" nodeType="afterGroup">
                            <p:stCondLst>
                              <p:cond delay="35500"/>
                            </p:stCondLst>
                            <p:childTnLst>
                              <p:par>
                                <p:cTn id="29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4" dur="500"/>
                                        <p:tgtEl>
                                          <p:spTgt spid="82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5" fill="hold" nodeType="afterGroup">
                            <p:stCondLst>
                              <p:cond delay="36000"/>
                            </p:stCondLst>
                            <p:childTnLst>
                              <p:par>
                                <p:cTn id="296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8" dur="500"/>
                                        <p:tgtEl>
                                          <p:spTgt spid="83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9" fill="hold" nodeType="afterGroup">
                            <p:stCondLst>
                              <p:cond delay="36500"/>
                            </p:stCondLst>
                            <p:childTnLst>
                              <p:par>
                                <p:cTn id="300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2" dur="500"/>
                                        <p:tgtEl>
                                          <p:spTgt spid="82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3" fill="hold" nodeType="afterGroup">
                            <p:stCondLst>
                              <p:cond delay="37000"/>
                            </p:stCondLst>
                            <p:childTnLst>
                              <p:par>
                                <p:cTn id="304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6" dur="500"/>
                                        <p:tgtEl>
                                          <p:spTgt spid="83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7" fill="hold" nodeType="afterGroup">
                            <p:stCondLst>
                              <p:cond delay="37500"/>
                            </p:stCondLst>
                            <p:childTnLst>
                              <p:par>
                                <p:cTn id="30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0" dur="500"/>
                                        <p:tgtEl>
                                          <p:spTgt spid="82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1" fill="hold" nodeType="afterGroup">
                            <p:stCondLst>
                              <p:cond delay="38000"/>
                            </p:stCondLst>
                            <p:childTnLst>
                              <p:par>
                                <p:cTn id="312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4" dur="500"/>
                                        <p:tgtEl>
                                          <p:spTgt spid="83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5" fill="hold" nodeType="afterGroup">
                            <p:stCondLst>
                              <p:cond delay="38500"/>
                            </p:stCondLst>
                            <p:childTnLst>
                              <p:par>
                                <p:cTn id="316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8" dur="500"/>
                                        <p:tgtEl>
                                          <p:spTgt spid="82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9" fill="hold" nodeType="afterGroup">
                            <p:stCondLst>
                              <p:cond delay="39000"/>
                            </p:stCondLst>
                            <p:childTnLst>
                              <p:par>
                                <p:cTn id="320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2" dur="500"/>
                                        <p:tgtEl>
                                          <p:spTgt spid="83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3" fill="hold" nodeType="afterGroup">
                            <p:stCondLst>
                              <p:cond delay="39500"/>
                            </p:stCondLst>
                            <p:childTnLst>
                              <p:par>
                                <p:cTn id="32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6" dur="500"/>
                                        <p:tgtEl>
                                          <p:spTgt spid="82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7" fill="hold" nodeType="afterGroup">
                            <p:stCondLst>
                              <p:cond delay="40000"/>
                            </p:stCondLst>
                            <p:childTnLst>
                              <p:par>
                                <p:cTn id="328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0" dur="500"/>
                                        <p:tgtEl>
                                          <p:spTgt spid="83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1" fill="hold" nodeType="afterGroup">
                            <p:stCondLst>
                              <p:cond delay="40500"/>
                            </p:stCondLst>
                            <p:childTnLst>
                              <p:par>
                                <p:cTn id="332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34" dur="500"/>
                                        <p:tgtEl>
                                          <p:spTgt spid="82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5" fill="hold" nodeType="afterGroup">
                            <p:stCondLst>
                              <p:cond delay="41000"/>
                            </p:stCondLst>
                            <p:childTnLst>
                              <p:par>
                                <p:cTn id="336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8" dur="500"/>
                                        <p:tgtEl>
                                          <p:spTgt spid="83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9" fill="hold" nodeType="afterGroup">
                            <p:stCondLst>
                              <p:cond delay="41500"/>
                            </p:stCondLst>
                            <p:childTnLst>
                              <p:par>
                                <p:cTn id="34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2" dur="500"/>
                                        <p:tgtEl>
                                          <p:spTgt spid="82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3" fill="hold" nodeType="afterGroup">
                            <p:stCondLst>
                              <p:cond delay="42000"/>
                            </p:stCondLst>
                            <p:childTnLst>
                              <p:par>
                                <p:cTn id="344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46" dur="500"/>
                                        <p:tgtEl>
                                          <p:spTgt spid="83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7" fill="hold" nodeType="afterGroup">
                            <p:stCondLst>
                              <p:cond delay="42500"/>
                            </p:stCondLst>
                            <p:childTnLst>
                              <p:par>
                                <p:cTn id="348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50" dur="500"/>
                                        <p:tgtEl>
                                          <p:spTgt spid="82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1" fill="hold" nodeType="afterGroup">
                            <p:stCondLst>
                              <p:cond delay="43000"/>
                            </p:stCondLst>
                            <p:childTnLst>
                              <p:par>
                                <p:cTn id="352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4" dur="500"/>
                                        <p:tgtEl>
                                          <p:spTgt spid="83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5" fill="hold" nodeType="afterGroup">
                            <p:stCondLst>
                              <p:cond delay="43500"/>
                            </p:stCondLst>
                            <p:childTnLst>
                              <p:par>
                                <p:cTn id="356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58" dur="500"/>
                                        <p:tgtEl>
                                          <p:spTgt spid="82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9" fill="hold" nodeType="afterGroup">
                            <p:stCondLst>
                              <p:cond delay="44000"/>
                            </p:stCondLst>
                            <p:childTnLst>
                              <p:par>
                                <p:cTn id="360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62" dur="500"/>
                                        <p:tgtEl>
                                          <p:spTgt spid="83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3" fill="hold" nodeType="afterGroup">
                            <p:stCondLst>
                              <p:cond delay="44500"/>
                            </p:stCondLst>
                            <p:childTnLst>
                              <p:par>
                                <p:cTn id="36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66" dur="500"/>
                                        <p:tgtEl>
                                          <p:spTgt spid="82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7" fill="hold" nodeType="afterGroup">
                            <p:stCondLst>
                              <p:cond delay="45000"/>
                            </p:stCondLst>
                            <p:childTnLst>
                              <p:par>
                                <p:cTn id="368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0" dur="500"/>
                                        <p:tgtEl>
                                          <p:spTgt spid="83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1" fill="hold" nodeType="afterGroup">
                            <p:stCondLst>
                              <p:cond delay="45500"/>
                            </p:stCondLst>
                            <p:childTnLst>
                              <p:par>
                                <p:cTn id="37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4" dur="500"/>
                                        <p:tgtEl>
                                          <p:spTgt spid="82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5" fill="hold" nodeType="afterGroup">
                            <p:stCondLst>
                              <p:cond delay="46000"/>
                            </p:stCondLst>
                            <p:childTnLst>
                              <p:par>
                                <p:cTn id="376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8" dur="500"/>
                                        <p:tgtEl>
                                          <p:spTgt spid="83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9" fill="hold" nodeType="afterGroup">
                            <p:stCondLst>
                              <p:cond delay="46500"/>
                            </p:stCondLst>
                            <p:childTnLst>
                              <p:par>
                                <p:cTn id="380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82" dur="500"/>
                                        <p:tgtEl>
                                          <p:spTgt spid="82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3" fill="hold" nodeType="afterGroup">
                            <p:stCondLst>
                              <p:cond delay="47000"/>
                            </p:stCondLst>
                            <p:childTnLst>
                              <p:par>
                                <p:cTn id="384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86" dur="500"/>
                                        <p:tgtEl>
                                          <p:spTgt spid="83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7" fill="hold" nodeType="afterGroup">
                            <p:stCondLst>
                              <p:cond delay="47500"/>
                            </p:stCondLst>
                            <p:childTnLst>
                              <p:par>
                                <p:cTn id="388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90" dur="500"/>
                                        <p:tgtEl>
                                          <p:spTgt spid="82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1" fill="hold" nodeType="afterGroup">
                            <p:stCondLst>
                              <p:cond delay="48000"/>
                            </p:stCondLst>
                            <p:childTnLst>
                              <p:par>
                                <p:cTn id="392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94" dur="500"/>
                                        <p:tgtEl>
                                          <p:spTgt spid="83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5" fill="hold" nodeType="afterGroup">
                            <p:stCondLst>
                              <p:cond delay="48500"/>
                            </p:stCondLst>
                            <p:childTnLst>
                              <p:par>
                                <p:cTn id="396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98" dur="500"/>
                                        <p:tgtEl>
                                          <p:spTgt spid="83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9" fill="hold" nodeType="afterGroup">
                            <p:stCondLst>
                              <p:cond delay="49000"/>
                            </p:stCondLst>
                            <p:childTnLst>
                              <p:par>
                                <p:cTn id="400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02" dur="500"/>
                                        <p:tgtEl>
                                          <p:spTgt spid="82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3" fill="hold" nodeType="afterGroup">
                            <p:stCondLst>
                              <p:cond delay="49500"/>
                            </p:stCondLst>
                            <p:childTnLst>
                              <p:par>
                                <p:cTn id="404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06" dur="500"/>
                                        <p:tgtEl>
                                          <p:spTgt spid="83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7" fill="hold" nodeType="afterGroup">
                            <p:stCondLst>
                              <p:cond delay="50000"/>
                            </p:stCondLst>
                            <p:childTnLst>
                              <p:par>
                                <p:cTn id="40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10" dur="500"/>
                                        <p:tgtEl>
                                          <p:spTgt spid="82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1" fill="hold" nodeType="afterGroup">
                            <p:stCondLst>
                              <p:cond delay="50500"/>
                            </p:stCondLst>
                            <p:childTnLst>
                              <p:par>
                                <p:cTn id="412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14" dur="500"/>
                                        <p:tgtEl>
                                          <p:spTgt spid="83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5" fill="hold" nodeType="afterGroup">
                            <p:stCondLst>
                              <p:cond delay="51000"/>
                            </p:stCondLst>
                            <p:childTnLst>
                              <p:par>
                                <p:cTn id="416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18" dur="500"/>
                                        <p:tgtEl>
                                          <p:spTgt spid="82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9" fill="hold" nodeType="afterGroup">
                            <p:stCondLst>
                              <p:cond delay="51500"/>
                            </p:stCondLst>
                            <p:childTnLst>
                              <p:par>
                                <p:cTn id="420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2" dur="500"/>
                                        <p:tgtEl>
                                          <p:spTgt spid="83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3" fill="hold" nodeType="afterGroup">
                            <p:stCondLst>
                              <p:cond delay="52000"/>
                            </p:stCondLst>
                            <p:childTnLst>
                              <p:par>
                                <p:cTn id="42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6" dur="500"/>
                                        <p:tgtEl>
                                          <p:spTgt spid="82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7" fill="hold" nodeType="afterGroup">
                            <p:stCondLst>
                              <p:cond delay="52500"/>
                            </p:stCondLst>
                            <p:childTnLst>
                              <p:par>
                                <p:cTn id="428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30" dur="500"/>
                                        <p:tgtEl>
                                          <p:spTgt spid="83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1" fill="hold" nodeType="afterGroup">
                            <p:stCondLst>
                              <p:cond delay="53000"/>
                            </p:stCondLst>
                            <p:childTnLst>
                              <p:par>
                                <p:cTn id="432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4" dur="500"/>
                                        <p:tgtEl>
                                          <p:spTgt spid="82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5" fill="hold" nodeType="afterGroup">
                            <p:stCondLst>
                              <p:cond delay="53500"/>
                            </p:stCondLst>
                            <p:childTnLst>
                              <p:par>
                                <p:cTn id="436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38" dur="500"/>
                                        <p:tgtEl>
                                          <p:spTgt spid="83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9" fill="hold" nodeType="afterGroup">
                            <p:stCondLst>
                              <p:cond delay="54000"/>
                            </p:stCondLst>
                            <p:childTnLst>
                              <p:par>
                                <p:cTn id="440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42" dur="500"/>
                                        <p:tgtEl>
                                          <p:spTgt spid="82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3" fill="hold" nodeType="afterGroup">
                            <p:stCondLst>
                              <p:cond delay="54500"/>
                            </p:stCondLst>
                            <p:childTnLst>
                              <p:par>
                                <p:cTn id="444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46" dur="500"/>
                                        <p:tgtEl>
                                          <p:spTgt spid="83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7" fill="hold" nodeType="afterGroup">
                            <p:stCondLst>
                              <p:cond delay="55000"/>
                            </p:stCondLst>
                            <p:childTnLst>
                              <p:par>
                                <p:cTn id="448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50" dur="500"/>
                                        <p:tgtEl>
                                          <p:spTgt spid="82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1" fill="hold" nodeType="afterGroup">
                            <p:stCondLst>
                              <p:cond delay="55500"/>
                            </p:stCondLst>
                            <p:childTnLst>
                              <p:par>
                                <p:cTn id="452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54" dur="500"/>
                                        <p:tgtEl>
                                          <p:spTgt spid="83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5" fill="hold" nodeType="afterGroup">
                            <p:stCondLst>
                              <p:cond delay="56000"/>
                            </p:stCondLst>
                            <p:childTnLst>
                              <p:par>
                                <p:cTn id="456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58" dur="500"/>
                                        <p:tgtEl>
                                          <p:spTgt spid="82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9" fill="hold" nodeType="afterGroup">
                            <p:stCondLst>
                              <p:cond delay="56500"/>
                            </p:stCondLst>
                            <p:childTnLst>
                              <p:par>
                                <p:cTn id="460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62" dur="500"/>
                                        <p:tgtEl>
                                          <p:spTgt spid="83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3" fill="hold" nodeType="afterGroup">
                            <p:stCondLst>
                              <p:cond delay="57000"/>
                            </p:stCondLst>
                            <p:childTnLst>
                              <p:par>
                                <p:cTn id="46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66" dur="500"/>
                                        <p:tgtEl>
                                          <p:spTgt spid="82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7" fill="hold" nodeType="afterGroup">
                            <p:stCondLst>
                              <p:cond delay="57500"/>
                            </p:stCondLst>
                            <p:childTnLst>
                              <p:par>
                                <p:cTn id="468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0" dur="500"/>
                                        <p:tgtEl>
                                          <p:spTgt spid="83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1" fill="hold" nodeType="afterGroup">
                            <p:stCondLst>
                              <p:cond delay="58000"/>
                            </p:stCondLst>
                            <p:childTnLst>
                              <p:par>
                                <p:cTn id="472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4" dur="500"/>
                                        <p:tgtEl>
                                          <p:spTgt spid="82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5" fill="hold" nodeType="afterGroup">
                            <p:stCondLst>
                              <p:cond delay="58500"/>
                            </p:stCondLst>
                            <p:childTnLst>
                              <p:par>
                                <p:cTn id="476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8" dur="500"/>
                                        <p:tgtEl>
                                          <p:spTgt spid="83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9" fill="hold" nodeType="afterGroup">
                            <p:stCondLst>
                              <p:cond delay="59000"/>
                            </p:stCondLst>
                            <p:childTnLst>
                              <p:par>
                                <p:cTn id="48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2" dur="500"/>
                                        <p:tgtEl>
                                          <p:spTgt spid="82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3" fill="hold" nodeType="afterGroup">
                            <p:stCondLst>
                              <p:cond delay="59500"/>
                            </p:stCondLst>
                            <p:childTnLst>
                              <p:par>
                                <p:cTn id="484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86" dur="500"/>
                                        <p:tgtEl>
                                          <p:spTgt spid="83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7" fill="hold" nodeType="afterGroup">
                            <p:stCondLst>
                              <p:cond delay="60000"/>
                            </p:stCondLst>
                            <p:childTnLst>
                              <p:par>
                                <p:cTn id="48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90" dur="500"/>
                                        <p:tgtEl>
                                          <p:spTgt spid="82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1" fill="hold" nodeType="afterGroup">
                            <p:stCondLst>
                              <p:cond delay="60500"/>
                            </p:stCondLst>
                            <p:childTnLst>
                              <p:par>
                                <p:cTn id="492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94" dur="500"/>
                                        <p:tgtEl>
                                          <p:spTgt spid="83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5" fill="hold" nodeType="afterGroup">
                            <p:stCondLst>
                              <p:cond delay="61000"/>
                            </p:stCondLst>
                            <p:childTnLst>
                              <p:par>
                                <p:cTn id="49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8" dur="500"/>
                                        <p:tgtEl>
                                          <p:spTgt spid="82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9" fill="hold" nodeType="afterGroup">
                            <p:stCondLst>
                              <p:cond delay="61500"/>
                            </p:stCondLst>
                            <p:childTnLst>
                              <p:par>
                                <p:cTn id="500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02" dur="500"/>
                                        <p:tgtEl>
                                          <p:spTgt spid="83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3" fill="hold" nodeType="afterGroup">
                            <p:stCondLst>
                              <p:cond delay="62000"/>
                            </p:stCondLst>
                            <p:childTnLst>
                              <p:par>
                                <p:cTn id="504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06" dur="500"/>
                                        <p:tgtEl>
                                          <p:spTgt spid="82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7" fill="hold" nodeType="afterGroup">
                            <p:stCondLst>
                              <p:cond delay="62500"/>
                            </p:stCondLst>
                            <p:childTnLst>
                              <p:par>
                                <p:cTn id="508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10" dur="500"/>
                                        <p:tgtEl>
                                          <p:spTgt spid="83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1" fill="hold" nodeType="afterGroup">
                            <p:stCondLst>
                              <p:cond delay="63000"/>
                            </p:stCondLst>
                            <p:childTnLst>
                              <p:par>
                                <p:cTn id="512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14" dur="500"/>
                                        <p:tgtEl>
                                          <p:spTgt spid="82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5" fill="hold" nodeType="afterGroup">
                            <p:stCondLst>
                              <p:cond delay="63500"/>
                            </p:stCondLst>
                            <p:childTnLst>
                              <p:par>
                                <p:cTn id="516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18" dur="500"/>
                                        <p:tgtEl>
                                          <p:spTgt spid="83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9" fill="hold" nodeType="afterGroup">
                            <p:stCondLst>
                              <p:cond delay="64000"/>
                            </p:stCondLst>
                            <p:childTnLst>
                              <p:par>
                                <p:cTn id="520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22" dur="500"/>
                                        <p:tgtEl>
                                          <p:spTgt spid="82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3" fill="hold" nodeType="afterGroup">
                            <p:stCondLst>
                              <p:cond delay="64500"/>
                            </p:stCondLst>
                            <p:childTnLst>
                              <p:par>
                                <p:cTn id="524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26" dur="500"/>
                                        <p:tgtEl>
                                          <p:spTgt spid="83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7" fill="hold" nodeType="afterGroup">
                            <p:stCondLst>
                              <p:cond delay="65000"/>
                            </p:stCondLst>
                            <p:childTnLst>
                              <p:par>
                                <p:cTn id="52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0" dur="500"/>
                                        <p:tgtEl>
                                          <p:spTgt spid="82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1" fill="hold" nodeType="afterGroup">
                            <p:stCondLst>
                              <p:cond delay="65500"/>
                            </p:stCondLst>
                            <p:childTnLst>
                              <p:par>
                                <p:cTn id="532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34" dur="500"/>
                                        <p:tgtEl>
                                          <p:spTgt spid="83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5" fill="hold" nodeType="afterGroup">
                            <p:stCondLst>
                              <p:cond delay="66000"/>
                            </p:stCondLst>
                            <p:childTnLst>
                              <p:par>
                                <p:cTn id="536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38" dur="500"/>
                                        <p:tgtEl>
                                          <p:spTgt spid="82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9" fill="hold" nodeType="afterGroup">
                            <p:stCondLst>
                              <p:cond delay="66500"/>
                            </p:stCondLst>
                            <p:childTnLst>
                              <p:par>
                                <p:cTn id="540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42" dur="500"/>
                                        <p:tgtEl>
                                          <p:spTgt spid="83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3" fill="hold" nodeType="afterGroup">
                            <p:stCondLst>
                              <p:cond delay="67000"/>
                            </p:stCondLst>
                            <p:childTnLst>
                              <p:par>
                                <p:cTn id="544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46" dur="500"/>
                                        <p:tgtEl>
                                          <p:spTgt spid="82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7" fill="hold" nodeType="afterGroup">
                            <p:stCondLst>
                              <p:cond delay="67500"/>
                            </p:stCondLst>
                            <p:childTnLst>
                              <p:par>
                                <p:cTn id="548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50" dur="500"/>
                                        <p:tgtEl>
                                          <p:spTgt spid="83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1" fill="hold" nodeType="afterGroup">
                            <p:stCondLst>
                              <p:cond delay="68000"/>
                            </p:stCondLst>
                            <p:childTnLst>
                              <p:par>
                                <p:cTn id="55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54" dur="500"/>
                                        <p:tgtEl>
                                          <p:spTgt spid="82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5" fill="hold" nodeType="afterGroup">
                            <p:stCondLst>
                              <p:cond delay="68500"/>
                            </p:stCondLst>
                            <p:childTnLst>
                              <p:par>
                                <p:cTn id="556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58" dur="500"/>
                                        <p:tgtEl>
                                          <p:spTgt spid="83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9" fill="hold" nodeType="afterGroup">
                            <p:stCondLst>
                              <p:cond delay="69000"/>
                            </p:stCondLst>
                            <p:childTnLst>
                              <p:par>
                                <p:cTn id="560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62" dur="500"/>
                                        <p:tgtEl>
                                          <p:spTgt spid="82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3" fill="hold" nodeType="afterGroup">
                            <p:stCondLst>
                              <p:cond delay="69500"/>
                            </p:stCondLst>
                            <p:childTnLst>
                              <p:par>
                                <p:cTn id="564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66" dur="500"/>
                                        <p:tgtEl>
                                          <p:spTgt spid="83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7" fill="hold" nodeType="afterGroup">
                            <p:stCondLst>
                              <p:cond delay="70000"/>
                            </p:stCondLst>
                            <p:childTnLst>
                              <p:par>
                                <p:cTn id="56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0" dur="500"/>
                                        <p:tgtEl>
                                          <p:spTgt spid="82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1" fill="hold" nodeType="afterGroup">
                            <p:stCondLst>
                              <p:cond delay="70500"/>
                            </p:stCondLst>
                            <p:childTnLst>
                              <p:par>
                                <p:cTn id="572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74" dur="500"/>
                                        <p:tgtEl>
                                          <p:spTgt spid="83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5" fill="hold" nodeType="afterGroup">
                            <p:stCondLst>
                              <p:cond delay="71000"/>
                            </p:stCondLst>
                            <p:childTnLst>
                              <p:par>
                                <p:cTn id="57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8" dur="500"/>
                                        <p:tgtEl>
                                          <p:spTgt spid="82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9" fill="hold" nodeType="afterGroup">
                            <p:stCondLst>
                              <p:cond delay="71500"/>
                            </p:stCondLst>
                            <p:childTnLst>
                              <p:par>
                                <p:cTn id="580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82" dur="500"/>
                                        <p:tgtEl>
                                          <p:spTgt spid="83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3" fill="hold" nodeType="afterGroup">
                            <p:stCondLst>
                              <p:cond delay="72000"/>
                            </p:stCondLst>
                            <p:childTnLst>
                              <p:par>
                                <p:cTn id="58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6" dur="500"/>
                                        <p:tgtEl>
                                          <p:spTgt spid="82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7" fill="hold" nodeType="afterGroup">
                            <p:stCondLst>
                              <p:cond delay="72500"/>
                            </p:stCondLst>
                            <p:childTnLst>
                              <p:par>
                                <p:cTn id="588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90" dur="500"/>
                                        <p:tgtEl>
                                          <p:spTgt spid="83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1" fill="hold" nodeType="afterGroup">
                            <p:stCondLst>
                              <p:cond delay="73000"/>
                            </p:stCondLst>
                            <p:childTnLst>
                              <p:par>
                                <p:cTn id="59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4" dur="500"/>
                                        <p:tgtEl>
                                          <p:spTgt spid="82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5" fill="hold" nodeType="afterGroup">
                            <p:stCondLst>
                              <p:cond delay="73500"/>
                            </p:stCondLst>
                            <p:childTnLst>
                              <p:par>
                                <p:cTn id="596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98" dur="500"/>
                                        <p:tgtEl>
                                          <p:spTgt spid="83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9" fill="hold" nodeType="afterGroup">
                            <p:stCondLst>
                              <p:cond delay="74000"/>
                            </p:stCondLst>
                            <p:childTnLst>
                              <p:par>
                                <p:cTn id="600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02" dur="500"/>
                                        <p:tgtEl>
                                          <p:spTgt spid="82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3" fill="hold" nodeType="afterGroup">
                            <p:stCondLst>
                              <p:cond delay="74500"/>
                            </p:stCondLst>
                            <p:childTnLst>
                              <p:par>
                                <p:cTn id="604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06" dur="500"/>
                                        <p:tgtEl>
                                          <p:spTgt spid="83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7" fill="hold" nodeType="afterGroup">
                            <p:stCondLst>
                              <p:cond delay="75000"/>
                            </p:stCondLst>
                            <p:childTnLst>
                              <p:par>
                                <p:cTn id="60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0" dur="500"/>
                                        <p:tgtEl>
                                          <p:spTgt spid="82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1" fill="hold" nodeType="afterGroup">
                            <p:stCondLst>
                              <p:cond delay="75500"/>
                            </p:stCondLst>
                            <p:childTnLst>
                              <p:par>
                                <p:cTn id="612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14" dur="500"/>
                                        <p:tgtEl>
                                          <p:spTgt spid="83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5" fill="hold" nodeType="afterGroup">
                            <p:stCondLst>
                              <p:cond delay="76000"/>
                            </p:stCondLst>
                            <p:childTnLst>
                              <p:par>
                                <p:cTn id="616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18" dur="500"/>
                                        <p:tgtEl>
                                          <p:spTgt spid="82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9" fill="hold" nodeType="afterGroup">
                            <p:stCondLst>
                              <p:cond delay="76500"/>
                            </p:stCondLst>
                            <p:childTnLst>
                              <p:par>
                                <p:cTn id="620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22" dur="500"/>
                                        <p:tgtEl>
                                          <p:spTgt spid="83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3" fill="hold" nodeType="afterGroup">
                            <p:stCondLst>
                              <p:cond delay="77000"/>
                            </p:stCondLst>
                            <p:childTnLst>
                              <p:par>
                                <p:cTn id="62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6" dur="500"/>
                                        <p:tgtEl>
                                          <p:spTgt spid="82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7" fill="hold" nodeType="afterGroup">
                            <p:stCondLst>
                              <p:cond delay="77500"/>
                            </p:stCondLst>
                            <p:childTnLst>
                              <p:par>
                                <p:cTn id="628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30" dur="500"/>
                                        <p:tgtEl>
                                          <p:spTgt spid="83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1" fill="hold" nodeType="afterGroup">
                            <p:stCondLst>
                              <p:cond delay="78000"/>
                            </p:stCondLst>
                            <p:childTnLst>
                              <p:par>
                                <p:cTn id="63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34" dur="500"/>
                                        <p:tgtEl>
                                          <p:spTgt spid="82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5" fill="hold" nodeType="afterGroup">
                            <p:stCondLst>
                              <p:cond delay="78500"/>
                            </p:stCondLst>
                            <p:childTnLst>
                              <p:par>
                                <p:cTn id="636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38" dur="500"/>
                                        <p:tgtEl>
                                          <p:spTgt spid="83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9" fill="hold" nodeType="clickPar">
                      <p:stCondLst>
                        <p:cond delay="indefinite"/>
                      </p:stCondLst>
                      <p:childTnLst>
                        <p:par>
                          <p:cTn id="6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4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3" dur="500"/>
                                        <p:tgtEl>
                                          <p:spTgt spid="81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4" fill="hold" nodeType="withGroup">
                            <p:stCondLst>
                              <p:cond delay="500"/>
                            </p:stCondLst>
                            <p:childTnLst>
                              <p:par>
                                <p:cTn id="64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7" dur="500"/>
                                        <p:tgtEl>
                                          <p:spTgt spid="84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8" fill="hold" nodeType="clickPar">
                      <p:stCondLst>
                        <p:cond delay="indefinite"/>
                      </p:stCondLst>
                      <p:childTnLst>
                        <p:par>
                          <p:cTn id="6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2" dur="500"/>
                                        <p:tgtEl>
                                          <p:spTgt spid="84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5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6" dur="500"/>
                                        <p:tgtEl>
                                          <p:spTgt spid="84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7" fill="hold" nodeType="clickPar">
                      <p:stCondLst>
                        <p:cond delay="indefinite"/>
                      </p:stCondLst>
                      <p:childTnLst>
                        <p:par>
                          <p:cTn id="6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1" dur="500"/>
                                        <p:tgtEl>
                                          <p:spTgt spid="84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2" fill="hold" nodeType="clickPar">
                      <p:stCondLst>
                        <p:cond delay="indefinite"/>
                      </p:stCondLst>
                      <p:childTnLst>
                        <p:par>
                          <p:cTn id="66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6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66" dur="500"/>
                                        <p:tgtEl>
                                          <p:spTgt spid="84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68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70" dur="500"/>
                                        <p:tgtEl>
                                          <p:spTgt spid="2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1" fill="hold" nodeType="clickPar">
                      <p:stCondLst>
                        <p:cond delay="indefinite"/>
                      </p:stCondLst>
                      <p:childTnLst>
                        <p:par>
                          <p:cTn id="67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7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75" dur="500"/>
                                        <p:tgtEl>
                                          <p:spTgt spid="84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77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79" dur="500"/>
                                        <p:tgtEl>
                                          <p:spTgt spid="84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0" fill="hold" nodeType="clickPar">
                      <p:stCondLst>
                        <p:cond delay="indefinite"/>
                      </p:stCondLst>
                      <p:childTnLst>
                        <p:par>
                          <p:cTn id="68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8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84" dur="500"/>
                                        <p:tgtEl>
                                          <p:spTgt spid="84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86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88" dur="500"/>
                                        <p:tgtEl>
                                          <p:spTgt spid="84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407" grpId="0" animBg="1"/>
      <p:bldP spid="8408" grpId="0" animBg="1"/>
      <p:bldP spid="8194" grpId="0"/>
      <p:bldP spid="8310" grpId="0" animBg="1"/>
      <p:bldP spid="8311" grpId="0" animBg="1"/>
      <p:bldP spid="8312" grpId="0" animBg="1"/>
      <p:bldP spid="8313" grpId="0" animBg="1"/>
      <p:bldP spid="8314" grpId="0" animBg="1"/>
      <p:bldP spid="8315" grpId="0" animBg="1"/>
      <p:bldP spid="8316" grpId="0" animBg="1"/>
      <p:bldP spid="8317" grpId="0" animBg="1"/>
      <p:bldP spid="8323" grpId="0" animBg="1"/>
      <p:bldP spid="8324" grpId="0" animBg="1"/>
      <p:bldP spid="8325" grpId="0" animBg="1"/>
      <p:bldP spid="8326" grpId="0" animBg="1"/>
      <p:bldP spid="8327" grpId="0" animBg="1"/>
      <p:bldP spid="8328" grpId="0" animBg="1"/>
      <p:bldP spid="8330" grpId="0" animBg="1"/>
      <p:bldP spid="8332" grpId="0" animBg="1"/>
      <p:bldP spid="8338" grpId="0" animBg="1"/>
      <p:bldP spid="8339" grpId="0" animBg="1"/>
      <p:bldP spid="8341" grpId="0" animBg="1"/>
      <p:bldP spid="8343" grpId="0" animBg="1"/>
      <p:bldP spid="8344" grpId="0" animBg="1"/>
      <p:bldP spid="8345" grpId="0" animBg="1"/>
      <p:bldP spid="8346" grpId="0" animBg="1"/>
      <p:bldP spid="8347" grpId="0" animBg="1"/>
      <p:bldP spid="8348" grpId="0" animBg="1"/>
      <p:bldP spid="8349" grpId="0" animBg="1"/>
      <p:bldP spid="8350" grpId="0" animBg="1"/>
      <p:bldP spid="8351" grpId="0" animBg="1"/>
      <p:bldP spid="8352" grpId="0" animBg="1"/>
      <p:bldP spid="8353" grpId="0" animBg="1"/>
      <p:bldP spid="8354" grpId="0" animBg="1"/>
      <p:bldP spid="8355" grpId="0" animBg="1"/>
      <p:bldP spid="8356" grpId="0" animBg="1"/>
      <p:bldP spid="8357" grpId="0" animBg="1"/>
      <p:bldP spid="8358" grpId="0" animBg="1"/>
      <p:bldP spid="8359" grpId="0" animBg="1"/>
      <p:bldP spid="8360" grpId="0" animBg="1"/>
      <p:bldP spid="8361" grpId="0" animBg="1"/>
      <p:bldP spid="8362" grpId="0" animBg="1"/>
      <p:bldP spid="8363" grpId="0" animBg="1"/>
      <p:bldP spid="8364" grpId="0" animBg="1"/>
      <p:bldP spid="8365" grpId="0" animBg="1"/>
      <p:bldP spid="8366" grpId="0" animBg="1"/>
      <p:bldP spid="8367" grpId="0" animBg="1"/>
      <p:bldP spid="8368" grpId="0" animBg="1"/>
      <p:bldP spid="8369" grpId="0" animBg="1"/>
      <p:bldP spid="8370" grpId="0" animBg="1"/>
      <p:bldP spid="8371" grpId="0" animBg="1"/>
      <p:bldP spid="8372" grpId="0" animBg="1"/>
      <p:bldP spid="8373" grpId="0" animBg="1"/>
      <p:bldP spid="8374" grpId="0" animBg="1"/>
      <p:bldP spid="8375" grpId="0" animBg="1"/>
      <p:bldP spid="8376" grpId="0" animBg="1"/>
      <p:bldP spid="8377" grpId="0" animBg="1"/>
      <p:bldP spid="8378" grpId="0" animBg="1"/>
      <p:bldP spid="8379" grpId="0" animBg="1"/>
      <p:bldP spid="8380" grpId="0" animBg="1"/>
      <p:bldP spid="8381" grpId="0" animBg="1"/>
      <p:bldP spid="8382" grpId="0" animBg="1"/>
      <p:bldP spid="8383" grpId="0" animBg="1"/>
      <p:bldP spid="8384" grpId="0" animBg="1"/>
      <p:bldP spid="8385" grpId="0" animBg="1"/>
      <p:bldP spid="8386" grpId="0" animBg="1"/>
      <p:bldP spid="8387" grpId="0" animBg="1"/>
      <p:bldP spid="8388" grpId="0" animBg="1"/>
      <p:bldP spid="8389" grpId="0" animBg="1"/>
      <p:bldP spid="8390" grpId="0" animBg="1"/>
      <p:bldP spid="8391" grpId="0" animBg="1"/>
      <p:bldP spid="8392" grpId="0" animBg="1"/>
      <p:bldP spid="8393" grpId="0" animBg="1"/>
      <p:bldP spid="8394" grpId="0" animBg="1"/>
      <p:bldP spid="8395" grpId="0" animBg="1"/>
      <p:bldP spid="8396" grpId="0" animBg="1"/>
      <p:bldP spid="8397" grpId="0" animBg="1"/>
      <p:bldP spid="8398" grpId="0" animBg="1"/>
      <p:bldP spid="8400" grpId="0"/>
      <p:bldP spid="8337" grpId="0" animBg="1"/>
      <p:bldP spid="8333" grpId="0" animBg="1"/>
      <p:bldP spid="8334" grpId="0" animBg="1"/>
      <p:bldP spid="8329" grpId="0" animBg="1"/>
      <p:bldP spid="8340" grpId="0" animBg="1"/>
      <p:bldP spid="8402" grpId="0"/>
      <p:bldP spid="8403" grpId="0"/>
      <p:bldP spid="8404" grpId="0"/>
      <p:bldP spid="8405" grpId="0"/>
      <p:bldP spid="8409" grpId="0" animBg="1"/>
      <p:bldP spid="8410" grpId="0" animBg="1"/>
      <p:bldP spid="217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>
            <a:extLst>
              <a:ext uri="{FF2B5EF4-FFF2-40B4-BE49-F238E27FC236}">
                <a16:creationId xmlns:a16="http://schemas.microsoft.com/office/drawing/2014/main" id="{B5BA5EBA-77B5-4F73-9529-6BE80028A1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08915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25603" name="Rectangle 3">
            <a:extLst>
              <a:ext uri="{FF2B5EF4-FFF2-40B4-BE49-F238E27FC236}">
                <a16:creationId xmlns:a16="http://schemas.microsoft.com/office/drawing/2014/main" id="{8E14D181-20A0-46F5-8A8D-4577EFE041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778125"/>
            <a:ext cx="311150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1000" b="0">
                <a:cs typeface="Times New Roman" panose="02020603050405020304" pitchFamily="18" charset="0"/>
              </a:rPr>
              <a:t>、</a:t>
            </a:r>
            <a:endParaRPr lang="zh-CN" altLang="en-US" sz="1800" b="0">
              <a:latin typeface="Arial" panose="020B0604020202020204" pitchFamily="34" charset="0"/>
            </a:endParaRPr>
          </a:p>
        </p:txBody>
      </p:sp>
      <p:grpSp>
        <p:nvGrpSpPr>
          <p:cNvPr id="2" name="Group 5">
            <a:extLst>
              <a:ext uri="{FF2B5EF4-FFF2-40B4-BE49-F238E27FC236}">
                <a16:creationId xmlns:a16="http://schemas.microsoft.com/office/drawing/2014/main" id="{4A67B313-07A9-4170-B467-E274A6FA9BF5}"/>
              </a:ext>
            </a:extLst>
          </p:cNvPr>
          <p:cNvGrpSpPr>
            <a:grpSpLocks/>
          </p:cNvGrpSpPr>
          <p:nvPr/>
        </p:nvGrpSpPr>
        <p:grpSpPr bwMode="auto">
          <a:xfrm>
            <a:off x="5005388" y="1285875"/>
            <a:ext cx="3567112" cy="3176588"/>
            <a:chOff x="3424" y="295"/>
            <a:chExt cx="2247" cy="2001"/>
          </a:xfrm>
        </p:grpSpPr>
        <p:grpSp>
          <p:nvGrpSpPr>
            <p:cNvPr id="25623" name="Group 6">
              <a:extLst>
                <a:ext uri="{FF2B5EF4-FFF2-40B4-BE49-F238E27FC236}">
                  <a16:creationId xmlns:a16="http://schemas.microsoft.com/office/drawing/2014/main" id="{36AEB0F1-5111-48D3-A893-6BB8222856D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424" y="295"/>
              <a:ext cx="2247" cy="2001"/>
              <a:chOff x="3309" y="204"/>
              <a:chExt cx="2247" cy="2001"/>
            </a:xfrm>
          </p:grpSpPr>
          <p:pic>
            <p:nvPicPr>
              <p:cNvPr id="25626" name="Picture 7" descr="引力">
                <a:extLst>
                  <a:ext uri="{FF2B5EF4-FFF2-40B4-BE49-F238E27FC236}">
                    <a16:creationId xmlns:a16="http://schemas.microsoft.com/office/drawing/2014/main" id="{C2359C95-C905-41CD-AF81-33E94845CB25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>
                <a:clrChange>
                  <a:clrFrom>
                    <a:srgbClr val="006697"/>
                  </a:clrFrom>
                  <a:clrTo>
                    <a:srgbClr val="006697">
                      <a:alpha val="0"/>
                    </a:srgbClr>
                  </a:clrTo>
                </a:clrChang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134" t="1833" r="2878" b="3664"/>
              <a:stretch>
                <a:fillRect/>
              </a:stretch>
            </p:blipFill>
            <p:spPr bwMode="auto">
              <a:xfrm>
                <a:off x="3309" y="204"/>
                <a:ext cx="2247" cy="200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graphicFrame>
            <p:nvGraphicFramePr>
              <p:cNvPr id="25627" name="Object 8">
                <a:extLst>
                  <a:ext uri="{FF2B5EF4-FFF2-40B4-BE49-F238E27FC236}">
                    <a16:creationId xmlns:a16="http://schemas.microsoft.com/office/drawing/2014/main" id="{2B3C398D-51D1-4682-A75E-0E2F0C83B221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3832" y="1440"/>
              <a:ext cx="195" cy="289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71754" name="Equation" r:id="rId5" imgW="114376" imgH="190432" progId="Equation.3">
                      <p:embed/>
                    </p:oleObj>
                  </mc:Choice>
                  <mc:Fallback>
                    <p:oleObj name="Equation" r:id="rId5" imgW="114376" imgH="190432" progId="Equation.3">
                      <p:embed/>
                      <p:pic>
                        <p:nvPicPr>
                          <p:cNvPr id="25627" name="Object 8">
                            <a:extLst>
                              <a:ext uri="{FF2B5EF4-FFF2-40B4-BE49-F238E27FC236}">
                                <a16:creationId xmlns:a16="http://schemas.microsoft.com/office/drawing/2014/main" id="{2B3C398D-51D1-4682-A75E-0E2F0C83B221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6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832" y="1440"/>
                            <a:ext cx="195" cy="289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25628" name="Text Box 9">
                <a:extLst>
                  <a:ext uri="{FF2B5EF4-FFF2-40B4-BE49-F238E27FC236}">
                    <a16:creationId xmlns:a16="http://schemas.microsoft.com/office/drawing/2014/main" id="{DCB3419C-9850-430E-B910-A8288E8010C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941" y="475"/>
                <a:ext cx="799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lang="zh-CN" altLang="en-US" sz="2000">
                    <a:solidFill>
                      <a:srgbClr val="66FFFF"/>
                    </a:solidFill>
                    <a:ea typeface="楷体_GB2312" pitchFamily="49" charset="-122"/>
                  </a:rPr>
                  <a:t>斥力</a:t>
                </a:r>
              </a:p>
            </p:txBody>
          </p:sp>
          <p:sp>
            <p:nvSpPr>
              <p:cNvPr id="25629" name="Text Box 10">
                <a:extLst>
                  <a:ext uri="{FF2B5EF4-FFF2-40B4-BE49-F238E27FC236}">
                    <a16:creationId xmlns:a16="http://schemas.microsoft.com/office/drawing/2014/main" id="{91FC87B0-6584-4F25-BD30-BB1C84F4707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150" y="1835"/>
                <a:ext cx="680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lang="zh-CN" altLang="en-US" sz="2000">
                    <a:solidFill>
                      <a:srgbClr val="00FF00"/>
                    </a:solidFill>
                    <a:ea typeface="楷体_GB2312" pitchFamily="49" charset="-122"/>
                  </a:rPr>
                  <a:t>引力</a:t>
                </a:r>
              </a:p>
            </p:txBody>
          </p:sp>
        </p:grpSp>
        <p:sp>
          <p:nvSpPr>
            <p:cNvPr id="25624" name="Rectangle 11">
              <a:extLst>
                <a:ext uri="{FF2B5EF4-FFF2-40B4-BE49-F238E27FC236}">
                  <a16:creationId xmlns:a16="http://schemas.microsoft.com/office/drawing/2014/main" id="{ECE31878-6871-4921-9412-B3140FEAC13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04" y="1621"/>
              <a:ext cx="227" cy="272"/>
            </a:xfrm>
            <a:prstGeom prst="rect">
              <a:avLst/>
            </a:prstGeom>
            <a:solidFill>
              <a:srgbClr val="00336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graphicFrame>
          <p:nvGraphicFramePr>
            <p:cNvPr id="25625" name="Object 12">
              <a:extLst>
                <a:ext uri="{FF2B5EF4-FFF2-40B4-BE49-F238E27FC236}">
                  <a16:creationId xmlns:a16="http://schemas.microsoft.com/office/drawing/2014/main" id="{77DFCE25-1AD7-4DFA-911D-E2D6DFCF9E0D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5464" y="1665"/>
            <a:ext cx="120" cy="13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71755" name="公式" r:id="rId7" imgW="152298" imgH="180941" progId="Equation.3">
                    <p:embed/>
                  </p:oleObj>
                </mc:Choice>
                <mc:Fallback>
                  <p:oleObj name="公式" r:id="rId7" imgW="152298" imgH="180941" progId="Equation.3">
                    <p:embed/>
                    <p:pic>
                      <p:nvPicPr>
                        <p:cNvPr id="25625" name="Object 12">
                          <a:extLst>
                            <a:ext uri="{FF2B5EF4-FFF2-40B4-BE49-F238E27FC236}">
                              <a16:creationId xmlns:a16="http://schemas.microsoft.com/office/drawing/2014/main" id="{77DFCE25-1AD7-4DFA-911D-E2D6DFCF9E0D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464" y="1665"/>
                          <a:ext cx="120" cy="13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9229" name="Text Box 13">
            <a:extLst>
              <a:ext uri="{FF2B5EF4-FFF2-40B4-BE49-F238E27FC236}">
                <a16:creationId xmlns:a16="http://schemas.microsoft.com/office/drawing/2014/main" id="{1C7ACC85-014A-4FA0-B441-2FD2FDC15E5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62575" y="4675188"/>
            <a:ext cx="3281363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000">
                <a:solidFill>
                  <a:schemeClr val="bg1"/>
                </a:solidFill>
                <a:ea typeface="楷体_GB2312" pitchFamily="49" charset="-122"/>
              </a:rPr>
              <a:t>分子力与分子间距离的关系</a:t>
            </a:r>
            <a:endParaRPr lang="en-US" altLang="zh-CN" sz="2000">
              <a:solidFill>
                <a:schemeClr val="bg1"/>
              </a:solidFill>
              <a:ea typeface="楷体_GB2312" pitchFamily="49" charset="-122"/>
            </a:endParaRPr>
          </a:p>
        </p:txBody>
      </p:sp>
      <p:sp>
        <p:nvSpPr>
          <p:cNvPr id="25606" name="Rectangle 14">
            <a:extLst>
              <a:ext uri="{FF2B5EF4-FFF2-40B4-BE49-F238E27FC236}">
                <a16:creationId xmlns:a16="http://schemas.microsoft.com/office/drawing/2014/main" id="{31828B6F-9BA0-4F72-9441-68E2116A91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21468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aphicFrame>
        <p:nvGraphicFramePr>
          <p:cNvPr id="9231" name="Object 15">
            <a:extLst>
              <a:ext uri="{FF2B5EF4-FFF2-40B4-BE49-F238E27FC236}">
                <a16:creationId xmlns:a16="http://schemas.microsoft.com/office/drawing/2014/main" id="{06EF5F9B-69C7-42C5-B19D-4FF8D7796C3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042988" y="1928813"/>
          <a:ext cx="2000250" cy="908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1756" name="公式" r:id="rId9" imgW="1952657" imgH="876232" progId="Equation.3">
                  <p:embed/>
                </p:oleObj>
              </mc:Choice>
              <mc:Fallback>
                <p:oleObj name="公式" r:id="rId9" imgW="1952657" imgH="876232" progId="Equation.3">
                  <p:embed/>
                  <p:pic>
                    <p:nvPicPr>
                      <p:cNvPr id="9231" name="Object 15">
                        <a:extLst>
                          <a:ext uri="{FF2B5EF4-FFF2-40B4-BE49-F238E27FC236}">
                            <a16:creationId xmlns:a16="http://schemas.microsoft.com/office/drawing/2014/main" id="{06EF5F9B-69C7-42C5-B19D-4FF8D7796C3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42988" y="1928813"/>
                        <a:ext cx="2000250" cy="908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608" name="Rectangle 16">
            <a:extLst>
              <a:ext uri="{FF2B5EF4-FFF2-40B4-BE49-F238E27FC236}">
                <a16:creationId xmlns:a16="http://schemas.microsoft.com/office/drawing/2014/main" id="{32396F35-9A2E-4160-9734-D2657255D2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32898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aphicFrame>
        <p:nvGraphicFramePr>
          <p:cNvPr id="9233" name="Object 17">
            <a:extLst>
              <a:ext uri="{FF2B5EF4-FFF2-40B4-BE49-F238E27FC236}">
                <a16:creationId xmlns:a16="http://schemas.microsoft.com/office/drawing/2014/main" id="{FF802A90-FDF6-46C1-9C87-CE70C68B30B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983038" y="2286000"/>
          <a:ext cx="804862" cy="387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1757" name="公式" r:id="rId11" imgW="771582" imgH="352391" progId="Equation.3">
                  <p:embed/>
                </p:oleObj>
              </mc:Choice>
              <mc:Fallback>
                <p:oleObj name="公式" r:id="rId11" imgW="771582" imgH="352391" progId="Equation.3">
                  <p:embed/>
                  <p:pic>
                    <p:nvPicPr>
                      <p:cNvPr id="9233" name="Object 17">
                        <a:extLst>
                          <a:ext uri="{FF2B5EF4-FFF2-40B4-BE49-F238E27FC236}">
                            <a16:creationId xmlns:a16="http://schemas.microsoft.com/office/drawing/2014/main" id="{FF802A90-FDF6-46C1-9C87-CE70C68B30B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83038" y="2286000"/>
                        <a:ext cx="804862" cy="3873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34" name="Object 18">
            <a:extLst>
              <a:ext uri="{FF2B5EF4-FFF2-40B4-BE49-F238E27FC236}">
                <a16:creationId xmlns:a16="http://schemas.microsoft.com/office/drawing/2014/main" id="{52070FFE-B284-4489-BC26-AB6DD032119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042988" y="4557713"/>
          <a:ext cx="76835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1758" name="公式" r:id="rId13" imgW="723875" imgH="390661" progId="Equation.3">
                  <p:embed/>
                </p:oleObj>
              </mc:Choice>
              <mc:Fallback>
                <p:oleObj name="公式" r:id="rId13" imgW="723875" imgH="390661" progId="Equation.3">
                  <p:embed/>
                  <p:pic>
                    <p:nvPicPr>
                      <p:cNvPr id="9234" name="Object 18">
                        <a:extLst>
                          <a:ext uri="{FF2B5EF4-FFF2-40B4-BE49-F238E27FC236}">
                            <a16:creationId xmlns:a16="http://schemas.microsoft.com/office/drawing/2014/main" id="{52070FFE-B284-4489-BC26-AB6DD032119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42988" y="4557713"/>
                        <a:ext cx="768350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35" name="Object 19">
            <a:extLst>
              <a:ext uri="{FF2B5EF4-FFF2-40B4-BE49-F238E27FC236}">
                <a16:creationId xmlns:a16="http://schemas.microsoft.com/office/drawing/2014/main" id="{4F48E452-69EE-4F5B-9746-A3CB8DD0E4C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042988" y="3873500"/>
          <a:ext cx="7620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1759" name="公式" r:id="rId15" imgW="723875" imgH="390661" progId="Equation.3">
                  <p:embed/>
                </p:oleObj>
              </mc:Choice>
              <mc:Fallback>
                <p:oleObj name="公式" r:id="rId15" imgW="723875" imgH="390661" progId="Equation.3">
                  <p:embed/>
                  <p:pic>
                    <p:nvPicPr>
                      <p:cNvPr id="9235" name="Object 19">
                        <a:extLst>
                          <a:ext uri="{FF2B5EF4-FFF2-40B4-BE49-F238E27FC236}">
                            <a16:creationId xmlns:a16="http://schemas.microsoft.com/office/drawing/2014/main" id="{4F48E452-69EE-4F5B-9746-A3CB8DD0E4C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42988" y="3873500"/>
                        <a:ext cx="762000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236" name="Text Box 20">
            <a:extLst>
              <a:ext uri="{FF2B5EF4-FFF2-40B4-BE49-F238E27FC236}">
                <a16:creationId xmlns:a16="http://schemas.microsoft.com/office/drawing/2014/main" id="{165F3A38-4515-4613-AC4F-75398B85390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05050" y="4508500"/>
            <a:ext cx="26987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chemeClr val="bg1"/>
                </a:solidFill>
              </a:rPr>
              <a:t>分子力表现为斥力 </a:t>
            </a:r>
          </a:p>
        </p:txBody>
      </p:sp>
      <p:sp>
        <p:nvSpPr>
          <p:cNvPr id="9237" name="Text Box 21">
            <a:extLst>
              <a:ext uri="{FF2B5EF4-FFF2-40B4-BE49-F238E27FC236}">
                <a16:creationId xmlns:a16="http://schemas.microsoft.com/office/drawing/2014/main" id="{E2B7B0A1-944F-4DC3-86C7-47A9D818837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39975" y="3860800"/>
            <a:ext cx="26987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chemeClr val="bg1"/>
                </a:solidFill>
              </a:rPr>
              <a:t>分子力表现为引力 </a:t>
            </a:r>
          </a:p>
        </p:txBody>
      </p:sp>
      <p:sp>
        <p:nvSpPr>
          <p:cNvPr id="9238" name="Text Box 22">
            <a:extLst>
              <a:ext uri="{FF2B5EF4-FFF2-40B4-BE49-F238E27FC236}">
                <a16:creationId xmlns:a16="http://schemas.microsoft.com/office/drawing/2014/main" id="{7501FDAF-6AF2-4D02-927D-DD22C1D63D1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5013" y="1412875"/>
            <a:ext cx="52768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chemeClr val="bg1"/>
                </a:solidFill>
              </a:rPr>
              <a:t>根据分子力与分子间距离关系</a:t>
            </a:r>
          </a:p>
        </p:txBody>
      </p:sp>
      <p:graphicFrame>
        <p:nvGraphicFramePr>
          <p:cNvPr id="9239" name="Object 23">
            <a:extLst>
              <a:ext uri="{FF2B5EF4-FFF2-40B4-BE49-F238E27FC236}">
                <a16:creationId xmlns:a16="http://schemas.microsoft.com/office/drawing/2014/main" id="{35E4EBF2-87E2-49C0-A512-EBFDE14A045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844800" y="3071813"/>
          <a:ext cx="1655763" cy="479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1760" name="公式" r:id="rId17" imgW="1609833" imgH="447607" progId="Equation.3">
                  <p:embed/>
                </p:oleObj>
              </mc:Choice>
              <mc:Fallback>
                <p:oleObj name="公式" r:id="rId17" imgW="1609833" imgH="447607" progId="Equation.3">
                  <p:embed/>
                  <p:pic>
                    <p:nvPicPr>
                      <p:cNvPr id="9239" name="Object 23">
                        <a:extLst>
                          <a:ext uri="{FF2B5EF4-FFF2-40B4-BE49-F238E27FC236}">
                            <a16:creationId xmlns:a16="http://schemas.microsoft.com/office/drawing/2014/main" id="{35E4EBF2-87E2-49C0-A512-EBFDE14A045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44800" y="3071813"/>
                        <a:ext cx="1655763" cy="479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240" name="Text Box 24">
            <a:extLst>
              <a:ext uri="{FF2B5EF4-FFF2-40B4-BE49-F238E27FC236}">
                <a16:creationId xmlns:a16="http://schemas.microsoft.com/office/drawing/2014/main" id="{8C03F8B7-A8A7-4C23-A14A-C57E3AC250D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79488" y="3103563"/>
            <a:ext cx="259238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>
                <a:solidFill>
                  <a:schemeClr val="bg1"/>
                </a:solidFill>
              </a:rPr>
              <a:t>( </a:t>
            </a:r>
            <a:r>
              <a:rPr lang="zh-CN" altLang="en-US" sz="2000">
                <a:solidFill>
                  <a:schemeClr val="bg1"/>
                </a:solidFill>
                <a:ea typeface="楷体_GB2312" pitchFamily="49" charset="-122"/>
              </a:rPr>
              <a:t>平衡位置</a:t>
            </a:r>
            <a:r>
              <a:rPr lang="zh-CN" altLang="en-US">
                <a:solidFill>
                  <a:schemeClr val="bg1"/>
                </a:solidFill>
              </a:rPr>
              <a:t> </a:t>
            </a:r>
            <a:r>
              <a:rPr lang="en-US" altLang="zh-CN">
                <a:solidFill>
                  <a:schemeClr val="bg1"/>
                </a:solidFill>
              </a:rPr>
              <a:t>)</a:t>
            </a:r>
          </a:p>
        </p:txBody>
      </p:sp>
      <p:sp>
        <p:nvSpPr>
          <p:cNvPr id="9241" name="Text Box 25">
            <a:extLst>
              <a:ext uri="{FF2B5EF4-FFF2-40B4-BE49-F238E27FC236}">
                <a16:creationId xmlns:a16="http://schemas.microsoft.com/office/drawing/2014/main" id="{2625640F-922D-4436-8EF7-294A0011CFE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0888" y="5516563"/>
            <a:ext cx="8393112" cy="1006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5000"/>
              </a:lnSpc>
            </a:pPr>
            <a:r>
              <a:rPr lang="zh-CN" altLang="en-US">
                <a:solidFill>
                  <a:schemeClr val="bg1"/>
                </a:solidFill>
                <a:ea typeface="楷体_GB2312" pitchFamily="49" charset="-122"/>
              </a:rPr>
              <a:t>一切宏观物体都是由大量分子组成的，分子都在永不停息地作无序热运动，分子之间有相互作用的分子力。</a:t>
            </a:r>
            <a:r>
              <a:rPr lang="zh-CN" altLang="en-US">
                <a:solidFill>
                  <a:schemeClr val="bg1"/>
                </a:solidFill>
              </a:rPr>
              <a:t> </a:t>
            </a:r>
          </a:p>
        </p:txBody>
      </p:sp>
      <p:sp>
        <p:nvSpPr>
          <p:cNvPr id="9242" name="Text Box 26">
            <a:extLst>
              <a:ext uri="{FF2B5EF4-FFF2-40B4-BE49-F238E27FC236}">
                <a16:creationId xmlns:a16="http://schemas.microsoft.com/office/drawing/2014/main" id="{70240FDC-EF7B-4B85-A1A5-BDF47D97FFF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3425" y="5084763"/>
            <a:ext cx="23256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rgbClr val="FFFF00"/>
                </a:solidFill>
              </a:rPr>
              <a:t>结论</a:t>
            </a:r>
          </a:p>
        </p:txBody>
      </p:sp>
      <p:sp>
        <p:nvSpPr>
          <p:cNvPr id="9243" name="AutoShape 27">
            <a:extLst>
              <a:ext uri="{FF2B5EF4-FFF2-40B4-BE49-F238E27FC236}">
                <a16:creationId xmlns:a16="http://schemas.microsoft.com/office/drawing/2014/main" id="{7C3BE8B4-397D-4715-B2B9-DB356C5C69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5288" y="5013325"/>
            <a:ext cx="360362" cy="576263"/>
          </a:xfrm>
          <a:prstGeom prst="star4">
            <a:avLst>
              <a:gd name="adj" fmla="val 18519"/>
            </a:avLst>
          </a:prstGeom>
          <a:gradFill rotWithShape="0">
            <a:gsLst>
              <a:gs pos="0">
                <a:srgbClr val="99FF99"/>
              </a:gs>
              <a:gs pos="100000">
                <a:srgbClr val="477647"/>
              </a:gs>
            </a:gsLst>
            <a:path path="shape">
              <a:fillToRect l="50000" t="50000" r="50000" b="50000"/>
            </a:path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9245" name="AutoShape 29">
            <a:extLst>
              <a:ext uri="{FF2B5EF4-FFF2-40B4-BE49-F238E27FC236}">
                <a16:creationId xmlns:a16="http://schemas.microsoft.com/office/drawing/2014/main" id="{4C0A1A0E-9C39-4616-AEC0-5FAFD0C60D65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3143250" y="2349500"/>
            <a:ext cx="776288" cy="222250"/>
          </a:xfrm>
          <a:prstGeom prst="rightArrow">
            <a:avLst>
              <a:gd name="adj1" fmla="val 50000"/>
              <a:gd name="adj2" fmla="val 124724"/>
            </a:avLst>
          </a:prstGeom>
          <a:solidFill>
            <a:srgbClr val="FF0000"/>
          </a:solidFill>
          <a:ln w="9525">
            <a:solidFill>
              <a:schemeClr val="folHlink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aphicFrame>
        <p:nvGraphicFramePr>
          <p:cNvPr id="8406" name="Object 214">
            <a:extLst>
              <a:ext uri="{FF2B5EF4-FFF2-40B4-BE49-F238E27FC236}">
                <a16:creationId xmlns:a16="http://schemas.microsoft.com/office/drawing/2014/main" id="{FFE0893B-3044-4BD2-9039-F55460A489A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332038" y="466725"/>
          <a:ext cx="3168650" cy="819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1761" name="公式" r:id="rId19" imgW="3124251" imgH="790507" progId="Equation.3">
                  <p:embed/>
                </p:oleObj>
              </mc:Choice>
              <mc:Fallback>
                <p:oleObj name="公式" r:id="rId19" imgW="3124251" imgH="790507" progId="Equation.3">
                  <p:embed/>
                  <p:pic>
                    <p:nvPicPr>
                      <p:cNvPr id="8406" name="Object 214">
                        <a:extLst>
                          <a:ext uri="{FF2B5EF4-FFF2-40B4-BE49-F238E27FC236}">
                            <a16:creationId xmlns:a16="http://schemas.microsoft.com/office/drawing/2014/main" id="{FFE0893B-3044-4BD2-9039-F55460A489A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32038" y="466725"/>
                        <a:ext cx="3168650" cy="819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622" name="灯片编号占位符 1">
            <a:extLst>
              <a:ext uri="{FF2B5EF4-FFF2-40B4-BE49-F238E27FC236}">
                <a16:creationId xmlns:a16="http://schemas.microsoft.com/office/drawing/2014/main" id="{6C23035A-D5FF-4EAA-86E1-D69D4D9D8AAA}"/>
              </a:ext>
            </a:extLst>
          </p:cNvPr>
          <p:cNvSpPr txBox="1">
            <a:spLocks/>
          </p:cNvSpPr>
          <p:nvPr/>
        </p:nvSpPr>
        <p:spPr bwMode="auto">
          <a:xfrm>
            <a:off x="0" y="6381750"/>
            <a:ext cx="213360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5E0A50E5-3BE9-4A06-8EC1-374B6FBBB447}" type="slidenum">
              <a:rPr lang="en-US" altLang="zh-CN" b="0">
                <a:solidFill>
                  <a:srgbClr val="FF00FF"/>
                </a:solidFill>
              </a:rPr>
              <a:pPr eaLnBrk="1" hangingPunct="1"/>
              <a:t>23</a:t>
            </a:fld>
            <a:r>
              <a:rPr lang="en-US" altLang="zh-CN" b="0">
                <a:solidFill>
                  <a:srgbClr val="FF00FF"/>
                </a:solidFill>
              </a:rPr>
              <a:t>/28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4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92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92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92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92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92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92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92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92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92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92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92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4" presetID="50" presetClass="entr" presetSubtype="0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6" dur="1000" fill="hold"/>
                                        <p:tgtEl>
                                          <p:spTgt spid="92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92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8" dur="1000"/>
                                        <p:tgtEl>
                                          <p:spTgt spid="92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7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92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92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29" grpId="0"/>
      <p:bldP spid="9236" grpId="0"/>
      <p:bldP spid="9237" grpId="0"/>
      <p:bldP spid="9238" grpId="0"/>
      <p:bldP spid="9240" grpId="0"/>
      <p:bldP spid="9241" grpId="0" autoUpdateAnimBg="0"/>
      <p:bldP spid="9242" grpId="0"/>
      <p:bldP spid="9243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23" name="Picture 1027" descr="http://www.spm.com.cn/images/wpe8.jpg">
            <a:hlinkClick r:id="rId3" action="ppaction://program"/>
            <a:extLst>
              <a:ext uri="{FF2B5EF4-FFF2-40B4-BE49-F238E27FC236}">
                <a16:creationId xmlns:a16="http://schemas.microsoft.com/office/drawing/2014/main" id="{C6C571FC-A070-40C0-8A51-636EDEC175B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r:link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4313" y="357188"/>
            <a:ext cx="2447925" cy="23764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7651" name="Rectangle 1028">
            <a:extLst>
              <a:ext uri="{FF2B5EF4-FFF2-40B4-BE49-F238E27FC236}">
                <a16:creationId xmlns:a16="http://schemas.microsoft.com/office/drawing/2014/main" id="{C2595B36-F536-4396-94AD-8A27B41A76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857625"/>
            <a:ext cx="4427538" cy="2519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TW" altLang="en-US" sz="1600">
                <a:latin typeface="DFKai-SB"/>
                <a:ea typeface="PMingLiU" panose="02020500000000000000" pitchFamily="18" charset="-120"/>
              </a:rPr>
              <a:t>　</a:t>
            </a:r>
          </a:p>
        </p:txBody>
      </p:sp>
      <p:graphicFrame>
        <p:nvGraphicFramePr>
          <p:cNvPr id="30725" name="Object 2">
            <a:hlinkClick r:id="rId6" action="ppaction://program"/>
            <a:extLst>
              <a:ext uri="{FF2B5EF4-FFF2-40B4-BE49-F238E27FC236}">
                <a16:creationId xmlns:a16="http://schemas.microsoft.com/office/drawing/2014/main" id="{17A070EF-BB12-4185-B989-15C3EA1F2C1B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2772147" y="357188"/>
          <a:ext cx="2447925" cy="23764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2743" name="Image" r:id="rId7" imgW="4930462" imgH="6175785" progId="Photoshop.Image.5">
                  <p:embed/>
                </p:oleObj>
              </mc:Choice>
              <mc:Fallback>
                <p:oleObj name="Image" r:id="rId7" imgW="4930462" imgH="6175785" progId="Photoshop.Image.5">
                  <p:embed/>
                  <p:pic>
                    <p:nvPicPr>
                      <p:cNvPr id="30725" name="Object 2">
                        <a:hlinkClick r:id="rId6" action="ppaction://program"/>
                        <a:extLst>
                          <a:ext uri="{FF2B5EF4-FFF2-40B4-BE49-F238E27FC236}">
                            <a16:creationId xmlns:a16="http://schemas.microsoft.com/office/drawing/2014/main" id="{17A070EF-BB12-4185-B989-15C3EA1F2C1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72147" y="357188"/>
                        <a:ext cx="2447925" cy="23764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653" name="Rectangle 1030">
            <a:extLst>
              <a:ext uri="{FF2B5EF4-FFF2-40B4-BE49-F238E27FC236}">
                <a16:creationId xmlns:a16="http://schemas.microsoft.com/office/drawing/2014/main" id="{DA032187-87C8-49B0-B896-82969A82D9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850" y="3498850"/>
            <a:ext cx="227013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TW" sz="1200">
                <a:latin typeface="Arial" panose="020B0604020202020204" pitchFamily="34" charset="0"/>
                <a:ea typeface="PMingLiU" panose="02020500000000000000" pitchFamily="18" charset="-120"/>
              </a:rPr>
              <a:t> </a:t>
            </a:r>
            <a:endParaRPr lang="en-US" altLang="zh-TW" sz="1800">
              <a:latin typeface="Arial" panose="020B0604020202020204" pitchFamily="34" charset="0"/>
              <a:ea typeface="PMingLiU" panose="02020500000000000000" pitchFamily="18" charset="-120"/>
            </a:endParaRPr>
          </a:p>
        </p:txBody>
      </p:sp>
      <p:pic>
        <p:nvPicPr>
          <p:cNvPr id="30727" name="Picture 1031" descr="abacus_small">
            <a:extLst>
              <a:ext uri="{FF2B5EF4-FFF2-40B4-BE49-F238E27FC236}">
                <a16:creationId xmlns:a16="http://schemas.microsoft.com/office/drawing/2014/main" id="{CC0BBCAE-EAA6-49F1-A57F-37E69117CD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1532" y="3078993"/>
            <a:ext cx="2628900" cy="2243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0728" name="Text Box 1032">
            <a:extLst>
              <a:ext uri="{FF2B5EF4-FFF2-40B4-BE49-F238E27FC236}">
                <a16:creationId xmlns:a16="http://schemas.microsoft.com/office/drawing/2014/main" id="{B972F3C0-AFE4-4DD3-97C6-984EDA5A246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2612" y="5383346"/>
            <a:ext cx="3000375" cy="1016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defRPr/>
            </a:pPr>
            <a:r>
              <a:rPr lang="zh-TW" altLang="en-US" sz="2000" dirty="0">
                <a:solidFill>
                  <a:schemeClr val="bg1"/>
                </a:solidFill>
                <a:latin typeface="+mn-ea"/>
                <a:ea typeface="+mn-ea"/>
              </a:rPr>
              <a:t>碳</a:t>
            </a:r>
            <a:r>
              <a:rPr lang="en-US" altLang="zh-TW" sz="2000" dirty="0">
                <a:solidFill>
                  <a:schemeClr val="bg1"/>
                </a:solidFill>
                <a:latin typeface="+mn-ea"/>
                <a:ea typeface="+mn-ea"/>
              </a:rPr>
              <a:t>60</a:t>
            </a:r>
            <a:r>
              <a:rPr lang="zh-TW" altLang="en-US" sz="2000" dirty="0">
                <a:solidFill>
                  <a:schemeClr val="bg1"/>
                </a:solidFill>
                <a:latin typeface="+mn-ea"/>
                <a:ea typeface="+mn-ea"/>
              </a:rPr>
              <a:t>分子</a:t>
            </a:r>
            <a:r>
              <a:rPr lang="zh-CN" altLang="en-US" sz="2000" dirty="0">
                <a:solidFill>
                  <a:schemeClr val="bg1"/>
                </a:solidFill>
                <a:latin typeface="+mn-ea"/>
                <a:ea typeface="+mn-ea"/>
              </a:rPr>
              <a:t>，</a:t>
            </a:r>
            <a:r>
              <a:rPr lang="zh-TW" altLang="en-US" sz="2000" dirty="0">
                <a:solidFill>
                  <a:schemeClr val="bg1"/>
                </a:solidFill>
                <a:latin typeface="+mn-ea"/>
                <a:ea typeface="+mn-ea"/>
              </a:rPr>
              <a:t>每十</a:t>
            </a:r>
            <a:r>
              <a:rPr lang="zh-CN" altLang="en-US" sz="2000" dirty="0">
                <a:solidFill>
                  <a:schemeClr val="bg1"/>
                </a:solidFill>
                <a:latin typeface="+mn-ea"/>
                <a:ea typeface="+mn-ea"/>
              </a:rPr>
              <a:t>个为</a:t>
            </a:r>
            <a:r>
              <a:rPr lang="zh-TW" altLang="en-US" sz="2000" dirty="0">
                <a:solidFill>
                  <a:schemeClr val="bg1"/>
                </a:solidFill>
                <a:latin typeface="+mn-ea"/>
                <a:ea typeface="+mn-ea"/>
              </a:rPr>
              <a:t>一</a:t>
            </a:r>
            <a:r>
              <a:rPr lang="zh-CN" altLang="en-US" sz="2000" dirty="0">
                <a:solidFill>
                  <a:schemeClr val="bg1"/>
                </a:solidFill>
                <a:latin typeface="+mn-ea"/>
                <a:ea typeface="+mn-ea"/>
              </a:rPr>
              <a:t>组</a:t>
            </a:r>
            <a:r>
              <a:rPr lang="zh-TW" altLang="en-US" sz="2000" dirty="0">
                <a:solidFill>
                  <a:schemeClr val="bg1"/>
                </a:solidFill>
                <a:latin typeface="+mn-ea"/>
                <a:ea typeface="+mn-ea"/>
              </a:rPr>
              <a:t>放在</a:t>
            </a:r>
            <a:r>
              <a:rPr lang="zh-CN" altLang="en-US" sz="2000" dirty="0">
                <a:solidFill>
                  <a:schemeClr val="bg1"/>
                </a:solidFill>
                <a:latin typeface="+mn-ea"/>
                <a:ea typeface="+mn-ea"/>
              </a:rPr>
              <a:t>铜</a:t>
            </a:r>
            <a:r>
              <a:rPr lang="zh-TW" altLang="en-US" sz="2000" dirty="0">
                <a:solidFill>
                  <a:schemeClr val="bg1"/>
                </a:solidFill>
                <a:latin typeface="+mn-ea"/>
                <a:ea typeface="+mn-ea"/>
              </a:rPr>
              <a:t>表面</a:t>
            </a:r>
            <a:r>
              <a:rPr lang="zh-CN" altLang="en-US" sz="2000" dirty="0">
                <a:solidFill>
                  <a:schemeClr val="bg1"/>
                </a:solidFill>
                <a:latin typeface="+mn-ea"/>
                <a:ea typeface="+mn-ea"/>
              </a:rPr>
              <a:t>形成</a:t>
            </a:r>
            <a:r>
              <a:rPr lang="zh-TW" altLang="en-US" sz="2000" dirty="0">
                <a:solidFill>
                  <a:schemeClr val="bg1"/>
                </a:solidFill>
                <a:latin typeface="+mn-ea"/>
                <a:ea typeface="+mn-ea"/>
              </a:rPr>
              <a:t>世界上最小的</a:t>
            </a:r>
            <a:r>
              <a:rPr lang="zh-CN" altLang="en-US" sz="2000" dirty="0">
                <a:solidFill>
                  <a:schemeClr val="bg1"/>
                </a:solidFill>
                <a:latin typeface="+mn-ea"/>
                <a:ea typeface="+mn-ea"/>
              </a:rPr>
              <a:t>算盘</a:t>
            </a:r>
            <a:r>
              <a:rPr lang="zh-TW" altLang="en-US" sz="2000" dirty="0">
                <a:solidFill>
                  <a:schemeClr val="bg1"/>
                </a:solidFill>
                <a:latin typeface="+mn-ea"/>
                <a:ea typeface="+mn-ea"/>
              </a:rPr>
              <a:t>。</a:t>
            </a:r>
            <a:endParaRPr lang="en-US" altLang="zh-TW" sz="1400" dirty="0">
              <a:solidFill>
                <a:schemeClr val="bg1"/>
              </a:solidFill>
              <a:latin typeface="+mn-ea"/>
              <a:ea typeface="+mn-ea"/>
            </a:endParaRPr>
          </a:p>
        </p:txBody>
      </p:sp>
      <p:sp>
        <p:nvSpPr>
          <p:cNvPr id="30729" name="Text Box 1033">
            <a:extLst>
              <a:ext uri="{FF2B5EF4-FFF2-40B4-BE49-F238E27FC236}">
                <a16:creationId xmlns:a16="http://schemas.microsoft.com/office/drawing/2014/main" id="{DC663756-6B48-4157-B6B9-D3E5069E899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21288" y="428625"/>
            <a:ext cx="3851275" cy="22463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defRPr/>
            </a:pPr>
            <a:r>
              <a:rPr lang="en-US" altLang="zh-TW" sz="2000" dirty="0">
                <a:solidFill>
                  <a:schemeClr val="bg1"/>
                </a:solidFill>
                <a:latin typeface="+mn-lt"/>
                <a:ea typeface="+mn-ea"/>
              </a:rPr>
              <a:t>1990</a:t>
            </a:r>
            <a:r>
              <a:rPr lang="zh-TW" altLang="en-US" sz="2000" dirty="0">
                <a:solidFill>
                  <a:schemeClr val="bg1"/>
                </a:solidFill>
                <a:latin typeface="+mn-ea"/>
                <a:ea typeface="+mn-ea"/>
              </a:rPr>
              <a:t>年</a:t>
            </a:r>
            <a:r>
              <a:rPr lang="en-US" altLang="zh-TW" sz="2000" dirty="0">
                <a:solidFill>
                  <a:schemeClr val="bg1"/>
                </a:solidFill>
                <a:latin typeface="+mn-lt"/>
                <a:ea typeface="+mn-ea"/>
              </a:rPr>
              <a:t>IBM</a:t>
            </a:r>
            <a:r>
              <a:rPr lang="zh-TW" altLang="en-US" sz="2000" dirty="0">
                <a:solidFill>
                  <a:schemeClr val="bg1"/>
                </a:solidFill>
                <a:latin typeface="+mn-ea"/>
                <a:ea typeface="+mn-ea"/>
              </a:rPr>
              <a:t>研究人</a:t>
            </a:r>
            <a:r>
              <a:rPr lang="zh-CN" altLang="en-US" sz="2000" dirty="0">
                <a:solidFill>
                  <a:schemeClr val="bg1"/>
                </a:solidFill>
                <a:latin typeface="+mn-ea"/>
                <a:ea typeface="+mn-ea"/>
              </a:rPr>
              <a:t>员首次</a:t>
            </a:r>
            <a:r>
              <a:rPr lang="zh-TW" altLang="en-US" sz="2000" dirty="0">
                <a:solidFill>
                  <a:schemeClr val="bg1"/>
                </a:solidFill>
                <a:latin typeface="+mn-ea"/>
                <a:ea typeface="+mn-ea"/>
              </a:rPr>
              <a:t>在</a:t>
            </a:r>
            <a:r>
              <a:rPr lang="zh-CN" altLang="en-US" sz="2000" dirty="0">
                <a:solidFill>
                  <a:schemeClr val="bg1"/>
                </a:solidFill>
                <a:latin typeface="+mn-ea"/>
                <a:ea typeface="+mn-ea"/>
              </a:rPr>
              <a:t>金属镍</a:t>
            </a:r>
            <a:r>
              <a:rPr lang="zh-TW" altLang="en-US" sz="2000" dirty="0">
                <a:solidFill>
                  <a:schemeClr val="bg1"/>
                </a:solidFill>
                <a:latin typeface="+mn-ea"/>
                <a:ea typeface="+mn-ea"/>
              </a:rPr>
              <a:t>表面用</a:t>
            </a:r>
            <a:r>
              <a:rPr lang="en-US" altLang="zh-TW" sz="2000" dirty="0">
                <a:solidFill>
                  <a:schemeClr val="bg1"/>
                </a:solidFill>
                <a:latin typeface="+mn-lt"/>
                <a:ea typeface="+mn-ea"/>
              </a:rPr>
              <a:t>35</a:t>
            </a:r>
            <a:r>
              <a:rPr lang="zh-CN" altLang="en-US" sz="2000" dirty="0">
                <a:solidFill>
                  <a:schemeClr val="bg1"/>
                </a:solidFill>
                <a:latin typeface="+mn-lt"/>
                <a:ea typeface="+mn-ea"/>
              </a:rPr>
              <a:t>个</a:t>
            </a:r>
            <a:r>
              <a:rPr lang="zh-TW" altLang="en-US" sz="2000" dirty="0">
                <a:solidFill>
                  <a:schemeClr val="bg1"/>
                </a:solidFill>
                <a:latin typeface="+mn-ea"/>
                <a:ea typeface="+mn-ea"/>
              </a:rPr>
              <a:t>惰性</a:t>
            </a:r>
            <a:r>
              <a:rPr lang="zh-CN" altLang="en-US" sz="2000" dirty="0">
                <a:solidFill>
                  <a:schemeClr val="bg1"/>
                </a:solidFill>
                <a:latin typeface="+mn-ea"/>
                <a:ea typeface="+mn-ea"/>
              </a:rPr>
              <a:t>气体氙</a:t>
            </a:r>
            <a:r>
              <a:rPr lang="zh-TW" altLang="en-US" sz="2000" dirty="0">
                <a:solidFill>
                  <a:schemeClr val="bg1"/>
                </a:solidFill>
                <a:latin typeface="+mn-ea"/>
                <a:ea typeface="+mn-ea"/>
              </a:rPr>
              <a:t>原子</a:t>
            </a:r>
            <a:r>
              <a:rPr lang="zh-CN" altLang="en-US" sz="2000" dirty="0">
                <a:solidFill>
                  <a:schemeClr val="bg1"/>
                </a:solidFill>
                <a:latin typeface="+mn-ea"/>
                <a:ea typeface="+mn-ea"/>
              </a:rPr>
              <a:t>组成</a:t>
            </a:r>
            <a:r>
              <a:rPr lang="en-US" altLang="zh-TW" sz="2000" dirty="0">
                <a:solidFill>
                  <a:schemeClr val="bg1"/>
                </a:solidFill>
                <a:latin typeface="+mn-lt"/>
                <a:ea typeface="+mn-ea"/>
              </a:rPr>
              <a:t>IBM</a:t>
            </a:r>
            <a:r>
              <a:rPr lang="zh-TW" altLang="en-US" sz="2000" dirty="0">
                <a:solidFill>
                  <a:schemeClr val="bg1"/>
                </a:solidFill>
                <a:latin typeface="+mn-ea"/>
                <a:ea typeface="+mn-ea"/>
              </a:rPr>
              <a:t>三</a:t>
            </a:r>
            <a:r>
              <a:rPr lang="zh-CN" altLang="en-US" sz="2000" dirty="0">
                <a:solidFill>
                  <a:schemeClr val="bg1"/>
                </a:solidFill>
                <a:latin typeface="+mn-ea"/>
                <a:ea typeface="+mn-ea"/>
              </a:rPr>
              <a:t>个</a:t>
            </a:r>
            <a:r>
              <a:rPr lang="zh-TW" altLang="en-US" sz="2000" dirty="0">
                <a:solidFill>
                  <a:schemeClr val="bg1"/>
                </a:solidFill>
                <a:latin typeface="+mn-ea"/>
                <a:ea typeface="+mn-ea"/>
              </a:rPr>
              <a:t>英文字母</a:t>
            </a:r>
            <a:r>
              <a:rPr lang="zh-CN" altLang="en-US" sz="2000" dirty="0">
                <a:solidFill>
                  <a:schemeClr val="bg1"/>
                </a:solidFill>
                <a:latin typeface="+mn-ea"/>
                <a:ea typeface="+mn-ea"/>
              </a:rPr>
              <a:t>。</a:t>
            </a:r>
            <a:endParaRPr lang="en-US" altLang="zh-CN" sz="2000" dirty="0">
              <a:solidFill>
                <a:schemeClr val="bg1"/>
              </a:solidFill>
              <a:latin typeface="+mn-ea"/>
              <a:ea typeface="+mn-ea"/>
            </a:endParaRPr>
          </a:p>
          <a:p>
            <a:pPr>
              <a:defRPr/>
            </a:pPr>
            <a:endParaRPr lang="en-US" altLang="zh-CN" sz="2000" dirty="0">
              <a:solidFill>
                <a:schemeClr val="bg1"/>
              </a:solidFill>
              <a:latin typeface="+mn-ea"/>
              <a:ea typeface="+mn-ea"/>
            </a:endParaRPr>
          </a:p>
          <a:p>
            <a:pPr>
              <a:defRPr/>
            </a:pPr>
            <a:r>
              <a:rPr lang="zh-CN" altLang="en-US" sz="2000" dirty="0">
                <a:solidFill>
                  <a:schemeClr val="bg1"/>
                </a:solidFill>
                <a:latin typeface="+mn-ea"/>
                <a:ea typeface="+mn-ea"/>
              </a:rPr>
              <a:t>通过</a:t>
            </a:r>
            <a:r>
              <a:rPr lang="zh-TW" altLang="en-US" sz="2000" dirty="0">
                <a:solidFill>
                  <a:schemeClr val="bg1"/>
                </a:solidFill>
                <a:latin typeface="+mn-ea"/>
                <a:ea typeface="+mn-ea"/>
              </a:rPr>
              <a:t>搬移近百</a:t>
            </a:r>
            <a:r>
              <a:rPr lang="zh-CN" altLang="en-US" sz="2000" dirty="0">
                <a:solidFill>
                  <a:schemeClr val="bg1"/>
                </a:solidFill>
                <a:latin typeface="+mn-ea"/>
                <a:ea typeface="+mn-ea"/>
              </a:rPr>
              <a:t>颗铁</a:t>
            </a:r>
            <a:r>
              <a:rPr lang="zh-TW" altLang="en-US" sz="2000" dirty="0">
                <a:solidFill>
                  <a:schemeClr val="bg1"/>
                </a:solidFill>
                <a:latin typeface="+mn-ea"/>
                <a:ea typeface="+mn-ea"/>
              </a:rPr>
              <a:t>原子形成中文</a:t>
            </a:r>
            <a:r>
              <a:rPr lang="zh-CN" altLang="en-US" sz="2000" dirty="0">
                <a:solidFill>
                  <a:schemeClr val="bg1"/>
                </a:solidFill>
                <a:latin typeface="+mn-ea"/>
                <a:ea typeface="+mn-ea"/>
              </a:rPr>
              <a:t>（</a:t>
            </a:r>
            <a:r>
              <a:rPr lang="zh-TW" altLang="en-US" sz="2000" dirty="0">
                <a:solidFill>
                  <a:schemeClr val="bg1"/>
                </a:solidFill>
                <a:latin typeface="+mn-ea"/>
                <a:ea typeface="+mn-ea"/>
              </a:rPr>
              <a:t>原子</a:t>
            </a:r>
            <a:r>
              <a:rPr lang="zh-CN" altLang="en-US" sz="2000" dirty="0">
                <a:solidFill>
                  <a:schemeClr val="bg1"/>
                </a:solidFill>
                <a:latin typeface="+mn-ea"/>
                <a:ea typeface="+mn-ea"/>
              </a:rPr>
              <a:t>）</a:t>
            </a:r>
            <a:r>
              <a:rPr lang="zh-TW" altLang="en-US" sz="2000" dirty="0">
                <a:solidFill>
                  <a:schemeClr val="bg1"/>
                </a:solidFill>
                <a:latin typeface="+mn-ea"/>
                <a:ea typeface="+mn-ea"/>
              </a:rPr>
              <a:t>二字。</a:t>
            </a:r>
            <a:r>
              <a:rPr lang="zh-CN" altLang="en-US" sz="2000" dirty="0">
                <a:solidFill>
                  <a:schemeClr val="bg1"/>
                </a:solidFill>
                <a:latin typeface="+mn-ea"/>
                <a:ea typeface="+mn-ea"/>
              </a:rPr>
              <a:t>此结果成为杂志及国际研讨会的封面图案</a:t>
            </a:r>
            <a:endParaRPr lang="en-US" altLang="zh-TW" sz="1400" dirty="0">
              <a:solidFill>
                <a:schemeClr val="bg1"/>
              </a:solidFill>
              <a:latin typeface="+mn-ea"/>
              <a:ea typeface="+mn-ea"/>
            </a:endParaRPr>
          </a:p>
        </p:txBody>
      </p:sp>
      <p:pic>
        <p:nvPicPr>
          <p:cNvPr id="11" name="Picture 4" descr="si3d_gif">
            <a:extLst>
              <a:ext uri="{FF2B5EF4-FFF2-40B4-BE49-F238E27FC236}">
                <a16:creationId xmlns:a16="http://schemas.microsoft.com/office/drawing/2014/main" id="{87C53502-5BF5-4F0D-BDFA-ACCA46B862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19872" y="3085228"/>
            <a:ext cx="1937940" cy="21960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Rectangle 5">
            <a:extLst>
              <a:ext uri="{FF2B5EF4-FFF2-40B4-BE49-F238E27FC236}">
                <a16:creationId xmlns:a16="http://schemas.microsoft.com/office/drawing/2014/main" id="{3B5D860E-FC76-4315-93B2-FD30EDD9C4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13181" y="5506098"/>
            <a:ext cx="2317750" cy="646113"/>
          </a:xfrm>
          <a:prstGeom prst="rect">
            <a:avLst/>
          </a:prstGeom>
          <a:gradFill rotWithShape="1">
            <a:gsLst>
              <a:gs pos="0">
                <a:schemeClr val="accent1">
                  <a:gamma/>
                  <a:shade val="46275"/>
                  <a:invGamma/>
                </a:schemeClr>
              </a:gs>
              <a:gs pos="50000">
                <a:schemeClr val="accent1"/>
              </a:gs>
              <a:gs pos="100000">
                <a:schemeClr val="accent1">
                  <a:gamma/>
                  <a:shade val="46275"/>
                  <a:invGamma/>
                </a:schemeClr>
              </a:gs>
            </a:gsLst>
            <a:lin ang="5400000" scaled="1"/>
          </a:gradFill>
          <a:ln w="9525">
            <a:noFill/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pPr>
              <a:defRPr/>
            </a:pPr>
            <a:r>
              <a:rPr lang="zh-CN" altLang="en-US" sz="1800" dirty="0">
                <a:solidFill>
                  <a:schemeClr val="bg1"/>
                </a:solidFill>
                <a:latin typeface="+mn-ea"/>
                <a:ea typeface="+mn-ea"/>
              </a:rPr>
              <a:t>硅原子在高温重构时组成了美丽的图案。</a:t>
            </a:r>
          </a:p>
        </p:txBody>
      </p:sp>
      <p:pic>
        <p:nvPicPr>
          <p:cNvPr id="13" name="Picture 1041" descr="http://www.spm.com.cn/images/wpea.jpg">
            <a:extLst>
              <a:ext uri="{FF2B5EF4-FFF2-40B4-BE49-F238E27FC236}">
                <a16:creationId xmlns:a16="http://schemas.microsoft.com/office/drawing/2014/main" id="{681D4421-0FEC-43A1-AEDB-6D725820A6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 r:link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42152" y="3078993"/>
            <a:ext cx="3000315" cy="22314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" name="Text Box 1042">
            <a:extLst>
              <a:ext uri="{FF2B5EF4-FFF2-40B4-BE49-F238E27FC236}">
                <a16:creationId xmlns:a16="http://schemas.microsoft.com/office/drawing/2014/main" id="{AE793E73-4DC9-4F2E-AED0-6B69FADEA8D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42152" y="5360457"/>
            <a:ext cx="3000375" cy="1015663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zh-TW" altLang="en-US" sz="2000" dirty="0">
                <a:solidFill>
                  <a:schemeClr val="bg1"/>
                </a:solidFill>
                <a:latin typeface="+mn-ea"/>
                <a:ea typeface="+mn-ea"/>
              </a:rPr>
              <a:t>中科院</a:t>
            </a:r>
            <a:r>
              <a:rPr lang="zh-CN" altLang="en-US" sz="2000" dirty="0">
                <a:solidFill>
                  <a:schemeClr val="bg1"/>
                </a:solidFill>
                <a:latin typeface="+mn-ea"/>
                <a:ea typeface="+mn-ea"/>
              </a:rPr>
              <a:t>化学所</a:t>
            </a:r>
            <a:r>
              <a:rPr lang="zh-TW" altLang="en-US" sz="2000" dirty="0">
                <a:solidFill>
                  <a:schemeClr val="bg1"/>
                </a:solidFill>
                <a:latin typeface="+mn-ea"/>
                <a:ea typeface="+mn-ea"/>
              </a:rPr>
              <a:t>在石墨表面</a:t>
            </a:r>
            <a:r>
              <a:rPr lang="zh-CN" altLang="en-US" sz="2000" dirty="0">
                <a:solidFill>
                  <a:schemeClr val="bg1"/>
                </a:solidFill>
                <a:latin typeface="+mn-ea"/>
                <a:ea typeface="+mn-ea"/>
              </a:rPr>
              <a:t>通过</a:t>
            </a:r>
            <a:r>
              <a:rPr lang="zh-TW" altLang="en-US" sz="2000" dirty="0">
                <a:solidFill>
                  <a:schemeClr val="bg1"/>
                </a:solidFill>
                <a:latin typeface="+mn-ea"/>
                <a:ea typeface="+mn-ea"/>
              </a:rPr>
              <a:t>搬</a:t>
            </a:r>
            <a:r>
              <a:rPr lang="zh-CN" altLang="en-US" sz="2000" dirty="0">
                <a:solidFill>
                  <a:schemeClr val="bg1"/>
                </a:solidFill>
                <a:latin typeface="+mn-ea"/>
                <a:ea typeface="+mn-ea"/>
              </a:rPr>
              <a:t>迁</a:t>
            </a:r>
            <a:r>
              <a:rPr lang="zh-TW" altLang="en-US" sz="2000" dirty="0">
                <a:solidFill>
                  <a:schemeClr val="bg1"/>
                </a:solidFill>
                <a:latin typeface="+mn-ea"/>
                <a:ea typeface="+mn-ea"/>
              </a:rPr>
              <a:t>碳原子而</a:t>
            </a:r>
            <a:r>
              <a:rPr lang="zh-CN" altLang="en-US" sz="2000" dirty="0">
                <a:solidFill>
                  <a:schemeClr val="bg1"/>
                </a:solidFill>
                <a:latin typeface="+mn-ea"/>
                <a:ea typeface="+mn-ea"/>
              </a:rPr>
              <a:t>绘制</a:t>
            </a:r>
            <a:r>
              <a:rPr lang="zh-TW" altLang="en-US" sz="2000" dirty="0">
                <a:solidFill>
                  <a:schemeClr val="bg1"/>
                </a:solidFill>
                <a:latin typeface="+mn-ea"/>
                <a:ea typeface="+mn-ea"/>
              </a:rPr>
              <a:t>出的世界上最小的</a:t>
            </a:r>
            <a:r>
              <a:rPr lang="zh-CN" altLang="en-US" sz="2000" dirty="0">
                <a:solidFill>
                  <a:schemeClr val="bg1"/>
                </a:solidFill>
                <a:latin typeface="+mn-ea"/>
                <a:ea typeface="+mn-ea"/>
              </a:rPr>
              <a:t>中国地图</a:t>
            </a:r>
            <a:endParaRPr lang="zh-TW" altLang="en-US" sz="2000" dirty="0">
              <a:solidFill>
                <a:schemeClr val="bg1"/>
              </a:solidFill>
              <a:latin typeface="+mn-ea"/>
              <a:ea typeface="+mn-ea"/>
            </a:endParaRPr>
          </a:p>
        </p:txBody>
      </p:sp>
      <p:sp>
        <p:nvSpPr>
          <p:cNvPr id="27661" name="灯片编号占位符 1">
            <a:extLst>
              <a:ext uri="{FF2B5EF4-FFF2-40B4-BE49-F238E27FC236}">
                <a16:creationId xmlns:a16="http://schemas.microsoft.com/office/drawing/2014/main" id="{E3A0CF85-5CDA-471A-9773-57DD6F0EB961}"/>
              </a:ext>
            </a:extLst>
          </p:cNvPr>
          <p:cNvSpPr txBox="1">
            <a:spLocks/>
          </p:cNvSpPr>
          <p:nvPr/>
        </p:nvSpPr>
        <p:spPr bwMode="auto">
          <a:xfrm>
            <a:off x="0" y="6381750"/>
            <a:ext cx="213360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40E28FCF-9B57-406F-A503-7B5FC29EFE41}" type="slidenum">
              <a:rPr lang="en-US" altLang="zh-CN" b="0">
                <a:solidFill>
                  <a:srgbClr val="FF00FF"/>
                </a:solidFill>
              </a:rPr>
              <a:pPr eaLnBrk="1" hangingPunct="1"/>
              <a:t>24</a:t>
            </a:fld>
            <a:r>
              <a:rPr lang="en-US" altLang="zh-CN" b="0">
                <a:solidFill>
                  <a:srgbClr val="FF00FF"/>
                </a:solidFill>
              </a:rPr>
              <a:t>/28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07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307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307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07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07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1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07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07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1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728" grpId="0"/>
      <p:bldP spid="30729" grpId="0"/>
      <p:bldP spid="12" grpId="0" animBg="1"/>
      <p:bldP spid="14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68DAADCD-D25E-417A-802B-08F9BB93E1E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5611" y="476672"/>
            <a:ext cx="7112777" cy="5238928"/>
          </a:xfrm>
          <a:prstGeom prst="rect">
            <a:avLst/>
          </a:prstGeom>
        </p:spPr>
      </p:pic>
      <p:sp>
        <p:nvSpPr>
          <p:cNvPr id="4" name="Text Box 1032">
            <a:extLst>
              <a:ext uri="{FF2B5EF4-FFF2-40B4-BE49-F238E27FC236}">
                <a16:creationId xmlns:a16="http://schemas.microsoft.com/office/drawing/2014/main" id="{C9D9A0B8-44BB-4851-9CFF-A26675D3B82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9552" y="5810471"/>
            <a:ext cx="8136904" cy="6989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ts val="2500"/>
              </a:lnSpc>
              <a:defRPr/>
            </a:pPr>
            <a:r>
              <a:rPr lang="zh-CN" altLang="en-US" sz="1600" dirty="0">
                <a:solidFill>
                  <a:schemeClr val="bg1"/>
                </a:solidFill>
                <a:latin typeface="+mn-ea"/>
                <a:ea typeface="+mn-ea"/>
              </a:rPr>
              <a:t>    石墨烯 </a:t>
            </a:r>
            <a:r>
              <a:rPr lang="en-US" altLang="zh-CN" sz="1600" dirty="0">
                <a:solidFill>
                  <a:schemeClr val="bg1"/>
                </a:solidFill>
                <a:latin typeface="+mn-lt"/>
                <a:ea typeface="+mn-ea"/>
              </a:rPr>
              <a:t>Graphene</a:t>
            </a:r>
            <a:r>
              <a:rPr lang="zh-CN" altLang="en-US" sz="1600" dirty="0">
                <a:solidFill>
                  <a:schemeClr val="bg1"/>
                </a:solidFill>
                <a:latin typeface="+mn-ea"/>
                <a:ea typeface="+mn-ea"/>
              </a:rPr>
              <a:t>，</a:t>
            </a:r>
            <a:r>
              <a:rPr lang="en-US" altLang="zh-CN" sz="1600" dirty="0">
                <a:solidFill>
                  <a:schemeClr val="bg1"/>
                </a:solidFill>
                <a:latin typeface="+mn-lt"/>
                <a:ea typeface="+mn-ea"/>
              </a:rPr>
              <a:t>2004</a:t>
            </a:r>
            <a:r>
              <a:rPr lang="zh-CN" altLang="en-US" sz="1600" dirty="0">
                <a:solidFill>
                  <a:schemeClr val="bg1"/>
                </a:solidFill>
                <a:latin typeface="+mn-ea"/>
                <a:ea typeface="+mn-ea"/>
              </a:rPr>
              <a:t>年实验上机械剥离法从石墨中分离出来（英国曼彻斯特大学物理学家安德烈</a:t>
            </a:r>
            <a:r>
              <a:rPr lang="en-US" altLang="zh-CN" sz="1600" dirty="0">
                <a:solidFill>
                  <a:schemeClr val="bg1"/>
                </a:solidFill>
                <a:latin typeface="+mn-lt"/>
                <a:ea typeface="+mn-ea"/>
              </a:rPr>
              <a:t>·</a:t>
            </a:r>
            <a:r>
              <a:rPr lang="zh-CN" altLang="en-US" sz="1600" dirty="0">
                <a:solidFill>
                  <a:schemeClr val="bg1"/>
                </a:solidFill>
                <a:latin typeface="+mn-ea"/>
                <a:ea typeface="+mn-ea"/>
              </a:rPr>
              <a:t>盖姆和康斯坦丁</a:t>
            </a:r>
            <a:r>
              <a:rPr lang="en-US" altLang="zh-CN" sz="1600" dirty="0">
                <a:solidFill>
                  <a:schemeClr val="bg1"/>
                </a:solidFill>
                <a:latin typeface="+mn-lt"/>
                <a:ea typeface="+mn-ea"/>
              </a:rPr>
              <a:t>·</a:t>
            </a:r>
            <a:r>
              <a:rPr lang="zh-CN" altLang="en-US" sz="1600" dirty="0">
                <a:solidFill>
                  <a:schemeClr val="bg1"/>
                </a:solidFill>
                <a:latin typeface="+mn-ea"/>
                <a:ea typeface="+mn-ea"/>
              </a:rPr>
              <a:t>诺沃肖洛夫，</a:t>
            </a:r>
            <a:r>
              <a:rPr lang="en-US" altLang="zh-CN" sz="1600" dirty="0">
                <a:solidFill>
                  <a:schemeClr val="bg1"/>
                </a:solidFill>
                <a:latin typeface="+mn-lt"/>
                <a:ea typeface="+mn-ea"/>
              </a:rPr>
              <a:t>2010</a:t>
            </a:r>
            <a:r>
              <a:rPr lang="zh-CN" altLang="en-US" sz="1600" dirty="0">
                <a:solidFill>
                  <a:schemeClr val="bg1"/>
                </a:solidFill>
                <a:latin typeface="+mn-ea"/>
                <a:ea typeface="+mn-ea"/>
              </a:rPr>
              <a:t>年获得诺贝尔物理学奖）</a:t>
            </a:r>
            <a:endParaRPr lang="en-US" altLang="zh-TW" sz="1600" dirty="0">
              <a:solidFill>
                <a:schemeClr val="bg1"/>
              </a:solidFill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06988052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ext Box 2">
            <a:extLst>
              <a:ext uri="{FF2B5EF4-FFF2-40B4-BE49-F238E27FC236}">
                <a16:creationId xmlns:a16="http://schemas.microsoft.com/office/drawing/2014/main" id="{43929BEB-9B12-4EDA-A0F3-125A28B8B17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0" y="400050"/>
            <a:ext cx="54102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3200">
                <a:solidFill>
                  <a:srgbClr val="00FF00"/>
                </a:solidFill>
                <a:ea typeface="黑体" panose="02010609060101010101" pitchFamily="49" charset="-122"/>
              </a:rPr>
              <a:t>§</a:t>
            </a:r>
            <a:r>
              <a:rPr lang="en-US" altLang="zh-CN" sz="3200">
                <a:solidFill>
                  <a:srgbClr val="00FF00"/>
                </a:solidFill>
                <a:cs typeface="Times New Roman" panose="02020603050405020304" pitchFamily="18" charset="0"/>
              </a:rPr>
              <a:t>12.2  </a:t>
            </a:r>
            <a:r>
              <a:rPr lang="zh-CN" altLang="en-US" sz="3200">
                <a:solidFill>
                  <a:srgbClr val="00FF00"/>
                </a:solidFill>
                <a:ea typeface="黑体" panose="02010609060101010101" pitchFamily="49" charset="-122"/>
              </a:rPr>
              <a:t>气体分子的热运动</a:t>
            </a:r>
            <a:endParaRPr lang="zh-CN" altLang="en-US" sz="3200">
              <a:solidFill>
                <a:srgbClr val="00FF00"/>
              </a:solidFill>
            </a:endParaRPr>
          </a:p>
        </p:txBody>
      </p:sp>
      <p:sp>
        <p:nvSpPr>
          <p:cNvPr id="10243" name="Text Box 3">
            <a:extLst>
              <a:ext uri="{FF2B5EF4-FFF2-40B4-BE49-F238E27FC236}">
                <a16:creationId xmlns:a16="http://schemas.microsoft.com/office/drawing/2014/main" id="{F8DFFEFE-CF38-468B-A5D4-BFAFBE03C6B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1500" y="1052513"/>
            <a:ext cx="4214813" cy="523875"/>
          </a:xfrm>
          <a:prstGeom prst="rect">
            <a:avLst/>
          </a:prstGeom>
          <a:solidFill>
            <a:srgbClr val="003366">
              <a:alpha val="25882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>
                <a:solidFill>
                  <a:srgbClr val="FFFF00"/>
                </a:solidFill>
              </a:rPr>
              <a:t>气体分子热运动的规律</a:t>
            </a:r>
          </a:p>
        </p:txBody>
      </p:sp>
      <p:sp>
        <p:nvSpPr>
          <p:cNvPr id="10244" name="Text Box 4">
            <a:extLst>
              <a:ext uri="{FF2B5EF4-FFF2-40B4-BE49-F238E27FC236}">
                <a16:creationId xmlns:a16="http://schemas.microsoft.com/office/drawing/2014/main" id="{5A5150F1-E77C-4036-96D6-770D53A76C7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4500" y="1643063"/>
            <a:ext cx="86995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dirty="0">
                <a:solidFill>
                  <a:srgbClr val="66FFFF"/>
                </a:solidFill>
                <a:ea typeface="黑体" panose="02010609060101010101" pitchFamily="49" charset="-122"/>
              </a:rPr>
              <a:t>1. </a:t>
            </a:r>
            <a:r>
              <a:rPr lang="zh-CN" altLang="en-US">
                <a:solidFill>
                  <a:srgbClr val="66FFFF"/>
                </a:solidFill>
              </a:rPr>
              <a:t>气体分子热运动可以看作是在惯性支配下的自由运动</a:t>
            </a:r>
          </a:p>
        </p:txBody>
      </p:sp>
      <p:sp>
        <p:nvSpPr>
          <p:cNvPr id="10245" name="Rectangle 5">
            <a:extLst>
              <a:ext uri="{FF2B5EF4-FFF2-40B4-BE49-F238E27FC236}">
                <a16:creationId xmlns:a16="http://schemas.microsoft.com/office/drawing/2014/main" id="{02724771-1F50-481A-B47E-FE4D4F62DA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4375" y="2143125"/>
            <a:ext cx="8316913" cy="1463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5000"/>
              </a:lnSpc>
            </a:pPr>
            <a:r>
              <a:rPr lang="en-US" altLang="zh-CN">
                <a:solidFill>
                  <a:schemeClr val="bg1"/>
                </a:solidFill>
                <a:ea typeface="楷体_GB2312" pitchFamily="49" charset="-122"/>
              </a:rPr>
              <a:t>(1) </a:t>
            </a:r>
            <a:r>
              <a:rPr lang="zh-CN" altLang="en-US">
                <a:solidFill>
                  <a:schemeClr val="bg1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由于气体分子间距离很大，而分子力的作用范围又很小，      </a:t>
            </a:r>
          </a:p>
          <a:p>
            <a:pPr eaLnBrk="1" hangingPunct="1">
              <a:lnSpc>
                <a:spcPct val="125000"/>
              </a:lnSpc>
            </a:pPr>
            <a:r>
              <a:rPr lang="zh-CN" altLang="en-US">
                <a:solidFill>
                  <a:schemeClr val="bg1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   </a:t>
            </a:r>
            <a:r>
              <a:rPr lang="zh-CN" altLang="en-US">
                <a:solidFill>
                  <a:srgbClr val="FFFF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除分子与分子、分子与器壁相互碰撞的瞬间外，气体分</a:t>
            </a:r>
          </a:p>
          <a:p>
            <a:pPr eaLnBrk="1" hangingPunct="1">
              <a:lnSpc>
                <a:spcPct val="125000"/>
              </a:lnSpc>
            </a:pPr>
            <a:r>
              <a:rPr lang="zh-CN" altLang="en-US">
                <a:solidFill>
                  <a:srgbClr val="FFFF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   子间相互作用的分子力是极其微小的</a:t>
            </a:r>
            <a:r>
              <a:rPr lang="zh-CN" altLang="en-US" sz="1800">
                <a:solidFill>
                  <a:schemeClr val="bg1"/>
                </a:solidFill>
                <a:latin typeface="Arial" panose="020B0604020202020204" pitchFamily="34" charset="0"/>
              </a:rPr>
              <a:t>。</a:t>
            </a:r>
            <a:r>
              <a:rPr lang="zh-CN" altLang="en-US" sz="1800" b="0">
                <a:solidFill>
                  <a:schemeClr val="bg1"/>
                </a:solidFill>
                <a:latin typeface="Arial" panose="020B0604020202020204" pitchFamily="34" charset="0"/>
              </a:rPr>
              <a:t> </a:t>
            </a:r>
            <a:r>
              <a:rPr lang="zh-CN" altLang="en-US">
                <a:solidFill>
                  <a:schemeClr val="bg1"/>
                </a:solidFill>
                <a:latin typeface="宋体" panose="02010600030101010101" pitchFamily="2" charset="-122"/>
              </a:rPr>
              <a:t> </a:t>
            </a:r>
          </a:p>
        </p:txBody>
      </p:sp>
      <p:sp>
        <p:nvSpPr>
          <p:cNvPr id="10246" name="Rectangle 6">
            <a:extLst>
              <a:ext uri="{FF2B5EF4-FFF2-40B4-BE49-F238E27FC236}">
                <a16:creationId xmlns:a16="http://schemas.microsoft.com/office/drawing/2014/main" id="{42FBC698-1200-48FF-AB62-AC3843A7C6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6600" y="3643313"/>
            <a:ext cx="8045450" cy="966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5000"/>
              </a:lnSpc>
            </a:pPr>
            <a:r>
              <a:rPr lang="en-US" altLang="zh-CN">
                <a:solidFill>
                  <a:schemeClr val="bg1"/>
                </a:solidFill>
                <a:ea typeface="楷体_GB2312" pitchFamily="49" charset="-122"/>
              </a:rPr>
              <a:t>(2) </a:t>
            </a:r>
            <a:r>
              <a:rPr lang="zh-CN" altLang="en-US">
                <a:solidFill>
                  <a:schemeClr val="bg1"/>
                </a:solidFill>
                <a:latin typeface="Arial" panose="020B0604020202020204" pitchFamily="34" charset="0"/>
              </a:rPr>
              <a:t>由于气体分子质量一般很小，因此重力对其作用一般可</a:t>
            </a:r>
          </a:p>
          <a:p>
            <a:pPr eaLnBrk="1" hangingPunct="1">
              <a:lnSpc>
                <a:spcPct val="125000"/>
              </a:lnSpc>
            </a:pPr>
            <a:r>
              <a:rPr lang="zh-CN" altLang="en-US">
                <a:solidFill>
                  <a:schemeClr val="bg1"/>
                </a:solidFill>
                <a:latin typeface="Arial" panose="020B0604020202020204" pitchFamily="34" charset="0"/>
              </a:rPr>
              <a:t>     以忽略</a:t>
            </a:r>
            <a:r>
              <a:rPr lang="zh-CN" altLang="en-US" sz="1800">
                <a:solidFill>
                  <a:schemeClr val="bg1"/>
                </a:solidFill>
                <a:latin typeface="Arial" panose="020B0604020202020204" pitchFamily="34" charset="0"/>
              </a:rPr>
              <a:t>。</a:t>
            </a:r>
            <a:endParaRPr lang="zh-CN" altLang="en-US" sz="1800" b="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sp>
        <p:nvSpPr>
          <p:cNvPr id="10247" name="Text Box 7">
            <a:extLst>
              <a:ext uri="{FF2B5EF4-FFF2-40B4-BE49-F238E27FC236}">
                <a16:creationId xmlns:a16="http://schemas.microsoft.com/office/drawing/2014/main" id="{EAB17A69-D232-4DF7-AD83-C65A6513C2F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0525" y="4759325"/>
            <a:ext cx="868203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/>
              <a:t> </a:t>
            </a:r>
            <a:r>
              <a:rPr lang="en-US" altLang="zh-CN">
                <a:solidFill>
                  <a:srgbClr val="66FFFF"/>
                </a:solidFill>
              </a:rPr>
              <a:t>2. </a:t>
            </a:r>
            <a:r>
              <a:rPr lang="zh-CN" altLang="en-US">
                <a:solidFill>
                  <a:srgbClr val="66FFFF"/>
                </a:solidFill>
              </a:rPr>
              <a:t>气体分子间的相互碰撞是非常频繁</a:t>
            </a:r>
            <a:r>
              <a:rPr lang="zh-CN" altLang="en-US" sz="2200">
                <a:solidFill>
                  <a:srgbClr val="FFFF00"/>
                </a:solidFill>
              </a:rPr>
              <a:t>（分子数多、速率大） </a:t>
            </a:r>
          </a:p>
        </p:txBody>
      </p:sp>
      <p:sp>
        <p:nvSpPr>
          <p:cNvPr id="10248" name="Rectangle 8">
            <a:extLst>
              <a:ext uri="{FF2B5EF4-FFF2-40B4-BE49-F238E27FC236}">
                <a16:creationId xmlns:a16="http://schemas.microsoft.com/office/drawing/2014/main" id="{8BE53ACB-50DE-4C92-B788-794F1C3E25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9613" y="5251227"/>
            <a:ext cx="8434387" cy="554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5000"/>
              </a:lnSpc>
            </a:pPr>
            <a:r>
              <a:rPr lang="zh-CN" altLang="en-US" dirty="0">
                <a:solidFill>
                  <a:schemeClr val="bg1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一秒内一个分子和其它分子</a:t>
            </a:r>
            <a:r>
              <a:rPr lang="zh-CN" altLang="en-US" dirty="0">
                <a:solidFill>
                  <a:schemeClr val="bg1"/>
                </a:solidFill>
              </a:rPr>
              <a:t>大约</a:t>
            </a:r>
            <a:r>
              <a:rPr lang="zh-CN" altLang="en-US" dirty="0">
                <a:solidFill>
                  <a:schemeClr val="bg1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要碰撞几十亿次 </a:t>
            </a:r>
            <a:r>
              <a:rPr lang="en-US" altLang="zh-CN" dirty="0">
                <a:solidFill>
                  <a:srgbClr val="FFFF00"/>
                </a:solidFill>
                <a:cs typeface="Times New Roman" panose="02020603050405020304" pitchFamily="18" charset="0"/>
              </a:rPr>
              <a:t>(</a:t>
            </a:r>
            <a:r>
              <a:rPr lang="en-US" altLang="zh-CN" sz="2000" dirty="0">
                <a:solidFill>
                  <a:srgbClr val="FFFF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10</a:t>
            </a:r>
            <a:r>
              <a:rPr lang="en-US" altLang="zh-CN" sz="2000" baseline="40000" dirty="0">
                <a:solidFill>
                  <a:srgbClr val="FFFF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9</a:t>
            </a:r>
            <a:r>
              <a:rPr lang="zh-CN" altLang="en-US" sz="2000" dirty="0">
                <a:solidFill>
                  <a:srgbClr val="FFFF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次</a:t>
            </a:r>
            <a:r>
              <a:rPr lang="en-US" altLang="zh-CN" sz="2000" dirty="0">
                <a:solidFill>
                  <a:srgbClr val="FFFF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/</a:t>
            </a:r>
            <a:r>
              <a:rPr lang="zh-CN" altLang="en-US" sz="2000" dirty="0">
                <a:solidFill>
                  <a:srgbClr val="FFFF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秒</a:t>
            </a:r>
            <a:r>
              <a:rPr lang="en-US" altLang="zh-CN" dirty="0">
                <a:solidFill>
                  <a:srgbClr val="FFFF00"/>
                </a:solidFill>
                <a:cs typeface="Times New Roman" panose="02020603050405020304" pitchFamily="18" charset="0"/>
              </a:rPr>
              <a:t>)</a:t>
            </a:r>
            <a:r>
              <a:rPr lang="en-US" altLang="zh-CN" dirty="0">
                <a:solidFill>
                  <a:schemeClr val="bg1"/>
                </a:solidFill>
              </a:rPr>
              <a:t> </a:t>
            </a:r>
          </a:p>
        </p:txBody>
      </p:sp>
      <p:sp>
        <p:nvSpPr>
          <p:cNvPr id="28681" name="灯片编号占位符 1">
            <a:extLst>
              <a:ext uri="{FF2B5EF4-FFF2-40B4-BE49-F238E27FC236}">
                <a16:creationId xmlns:a16="http://schemas.microsoft.com/office/drawing/2014/main" id="{AA9E1723-2A71-4492-949C-3A8447290E67}"/>
              </a:ext>
            </a:extLst>
          </p:cNvPr>
          <p:cNvSpPr txBox="1">
            <a:spLocks/>
          </p:cNvSpPr>
          <p:nvPr/>
        </p:nvSpPr>
        <p:spPr bwMode="auto">
          <a:xfrm>
            <a:off x="0" y="6381750"/>
            <a:ext cx="213360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3FE7C906-AA76-4F2F-970C-8F59A4DCA21C}" type="slidenum">
              <a:rPr lang="en-US" altLang="zh-CN" b="0">
                <a:solidFill>
                  <a:srgbClr val="FF00FF"/>
                </a:solidFill>
              </a:rPr>
              <a:pPr eaLnBrk="1" hangingPunct="1"/>
              <a:t>26</a:t>
            </a:fld>
            <a:r>
              <a:rPr lang="en-US" altLang="zh-CN" b="0">
                <a:solidFill>
                  <a:srgbClr val="FF00FF"/>
                </a:solidFill>
              </a:rPr>
              <a:t>/28</a:t>
            </a:r>
          </a:p>
        </p:txBody>
      </p:sp>
      <p:sp>
        <p:nvSpPr>
          <p:cNvPr id="10" name="Rectangle 8">
            <a:extLst>
              <a:ext uri="{FF2B5EF4-FFF2-40B4-BE49-F238E27FC236}">
                <a16:creationId xmlns:a16="http://schemas.microsoft.com/office/drawing/2014/main" id="{5BA43B43-AC1C-4DD0-B8F1-36BB394685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4375" y="5875338"/>
            <a:ext cx="7429500" cy="5064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5000"/>
              </a:lnSpc>
            </a:pPr>
            <a:r>
              <a:rPr lang="zh-CN" altLang="en-US" dirty="0">
                <a:solidFill>
                  <a:srgbClr val="FFFF00"/>
                </a:solidFill>
              </a:rPr>
              <a:t>碰撞实质：分子力作用下的散射过程</a:t>
            </a:r>
            <a:endParaRPr lang="en-US" altLang="zh-CN" dirty="0">
              <a:solidFill>
                <a:srgbClr val="FFFF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2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02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02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02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102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02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02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42" grpId="0" autoUpdateAnimBg="0"/>
      <p:bldP spid="10243" grpId="0" animBg="1" autoUpdateAnimBg="0"/>
      <p:bldP spid="10244" grpId="0" autoUpdateAnimBg="0"/>
      <p:bldP spid="10245" grpId="0"/>
      <p:bldP spid="10246" grpId="0"/>
      <p:bldP spid="10247" grpId="0" autoUpdateAnimBg="0"/>
      <p:bldP spid="10248" grpId="0"/>
      <p:bldP spid="10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Text Box 2">
            <a:extLst>
              <a:ext uri="{FF2B5EF4-FFF2-40B4-BE49-F238E27FC236}">
                <a16:creationId xmlns:a16="http://schemas.microsoft.com/office/drawing/2014/main" id="{E89AD91C-9F27-448A-A278-9A8CAA2BE5B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4500" y="214313"/>
            <a:ext cx="56118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>
                <a:solidFill>
                  <a:srgbClr val="66FFFF"/>
                </a:solidFill>
              </a:rPr>
              <a:t>3. </a:t>
            </a:r>
            <a:r>
              <a:rPr lang="zh-CN" altLang="en-US">
                <a:solidFill>
                  <a:srgbClr val="66FFFF"/>
                </a:solidFill>
              </a:rPr>
              <a:t>气体分子热运动服从统计规律</a:t>
            </a:r>
            <a:endParaRPr lang="zh-CN" altLang="en-US"/>
          </a:p>
        </p:txBody>
      </p:sp>
      <p:sp>
        <p:nvSpPr>
          <p:cNvPr id="11267" name="Text Box 3">
            <a:extLst>
              <a:ext uri="{FF2B5EF4-FFF2-40B4-BE49-F238E27FC236}">
                <a16:creationId xmlns:a16="http://schemas.microsoft.com/office/drawing/2014/main" id="{3CEE359E-4545-4AE3-80F7-8E964665663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2150" y="736600"/>
            <a:ext cx="40513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>
                <a:solidFill>
                  <a:schemeClr val="bg1"/>
                </a:solidFill>
                <a:ea typeface="楷体_GB2312" pitchFamily="49" charset="-122"/>
              </a:rPr>
              <a:t> </a:t>
            </a:r>
            <a:r>
              <a:rPr lang="zh-CN" altLang="en-US">
                <a:solidFill>
                  <a:schemeClr val="bg1"/>
                </a:solidFill>
              </a:rPr>
              <a:t>统计平均的方法</a:t>
            </a:r>
          </a:p>
        </p:txBody>
      </p:sp>
      <p:sp>
        <p:nvSpPr>
          <p:cNvPr id="11268" name="Text Box 4">
            <a:extLst>
              <a:ext uri="{FF2B5EF4-FFF2-40B4-BE49-F238E27FC236}">
                <a16:creationId xmlns:a16="http://schemas.microsoft.com/office/drawing/2014/main" id="{7F3E37F3-172B-4014-B9E7-32D133620EA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6450" y="2357438"/>
            <a:ext cx="505142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rgbClr val="FFFF00"/>
                </a:solidFill>
              </a:rPr>
              <a:t>定义</a:t>
            </a:r>
            <a:r>
              <a:rPr lang="zh-CN" altLang="en-US">
                <a:solidFill>
                  <a:schemeClr val="bg1"/>
                </a:solidFill>
              </a:rPr>
              <a:t>：物理量</a:t>
            </a:r>
            <a:r>
              <a:rPr lang="en-US" altLang="zh-CN" i="1">
                <a:solidFill>
                  <a:srgbClr val="FFFF00"/>
                </a:solidFill>
              </a:rPr>
              <a:t>M</a:t>
            </a:r>
            <a:r>
              <a:rPr lang="en-US" altLang="zh-CN" i="1">
                <a:solidFill>
                  <a:schemeClr val="bg1"/>
                </a:solidFill>
              </a:rPr>
              <a:t> </a:t>
            </a:r>
            <a:r>
              <a:rPr lang="zh-CN" altLang="en-US">
                <a:solidFill>
                  <a:schemeClr val="bg1"/>
                </a:solidFill>
              </a:rPr>
              <a:t>的统计平均值：   </a:t>
            </a:r>
          </a:p>
        </p:txBody>
      </p:sp>
      <p:graphicFrame>
        <p:nvGraphicFramePr>
          <p:cNvPr id="11269" name="Object 5">
            <a:extLst>
              <a:ext uri="{FF2B5EF4-FFF2-40B4-BE49-F238E27FC236}">
                <a16:creationId xmlns:a16="http://schemas.microsoft.com/office/drawing/2014/main" id="{9254D5CF-F0D4-4307-B0E0-4A185B6E611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143000" y="3000375"/>
          <a:ext cx="3857625" cy="877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3787" name="公式" r:id="rId4" imgW="3619373" imgH="790507" progId="Equation.3">
                  <p:embed/>
                </p:oleObj>
              </mc:Choice>
              <mc:Fallback>
                <p:oleObj name="公式" r:id="rId4" imgW="3619373" imgH="790507" progId="Equation.3">
                  <p:embed/>
                  <p:pic>
                    <p:nvPicPr>
                      <p:cNvPr id="11269" name="Object 5">
                        <a:extLst>
                          <a:ext uri="{FF2B5EF4-FFF2-40B4-BE49-F238E27FC236}">
                            <a16:creationId xmlns:a16="http://schemas.microsoft.com/office/drawing/2014/main" id="{9254D5CF-F0D4-4307-B0E0-4A185B6E611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43000" y="3000375"/>
                        <a:ext cx="3857625" cy="877888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rgbClr val="FF0000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270" name="Object 6">
            <a:extLst>
              <a:ext uri="{FF2B5EF4-FFF2-40B4-BE49-F238E27FC236}">
                <a16:creationId xmlns:a16="http://schemas.microsoft.com/office/drawing/2014/main" id="{656AE0D5-3989-4283-8516-A14DB918671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160588" y="4572000"/>
          <a:ext cx="4840287" cy="558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3788" name="公式" r:id="rId6" imgW="4829194" imgH="523841" progId="Equation.3">
                  <p:embed/>
                </p:oleObj>
              </mc:Choice>
              <mc:Fallback>
                <p:oleObj name="公式" r:id="rId6" imgW="4829194" imgH="523841" progId="Equation.3">
                  <p:embed/>
                  <p:pic>
                    <p:nvPicPr>
                      <p:cNvPr id="11270" name="Object 6">
                        <a:extLst>
                          <a:ext uri="{FF2B5EF4-FFF2-40B4-BE49-F238E27FC236}">
                            <a16:creationId xmlns:a16="http://schemas.microsoft.com/office/drawing/2014/main" id="{656AE0D5-3989-4283-8516-A14DB918671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60588" y="4572000"/>
                        <a:ext cx="4840287" cy="558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271" name="Text Box 7">
            <a:extLst>
              <a:ext uri="{FF2B5EF4-FFF2-40B4-BE49-F238E27FC236}">
                <a16:creationId xmlns:a16="http://schemas.microsoft.com/office/drawing/2014/main" id="{7B923821-C61C-42A6-958B-7D7750B1158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8825" y="5227638"/>
            <a:ext cx="2151063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dirty="0">
                <a:solidFill>
                  <a:schemeClr val="bg1"/>
                </a:solidFill>
              </a:rPr>
              <a:t>状态</a:t>
            </a:r>
            <a:r>
              <a:rPr lang="zh-CN" altLang="en-US" dirty="0">
                <a:solidFill>
                  <a:srgbClr val="FFFF00"/>
                </a:solidFill>
              </a:rPr>
              <a:t> </a:t>
            </a:r>
            <a:r>
              <a:rPr lang="en-US" altLang="zh-CN" i="1" dirty="0">
                <a:solidFill>
                  <a:srgbClr val="FFFF00"/>
                </a:solidFill>
              </a:rPr>
              <a:t>A </a:t>
            </a:r>
            <a:r>
              <a:rPr lang="zh-CN" altLang="en-US" dirty="0">
                <a:solidFill>
                  <a:schemeClr val="bg1"/>
                </a:solidFill>
              </a:rPr>
              <a:t>的概率 </a:t>
            </a:r>
          </a:p>
        </p:txBody>
      </p:sp>
      <p:graphicFrame>
        <p:nvGraphicFramePr>
          <p:cNvPr id="11272" name="Object 8">
            <a:extLst>
              <a:ext uri="{FF2B5EF4-FFF2-40B4-BE49-F238E27FC236}">
                <a16:creationId xmlns:a16="http://schemas.microsoft.com/office/drawing/2014/main" id="{9BBF9384-8E4E-4FA3-B018-90EA0262412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492500" y="5227638"/>
          <a:ext cx="2636838" cy="558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3789" name="公式" r:id="rId8" imgW="2600382" imgH="523841" progId="Equation.3">
                  <p:embed/>
                </p:oleObj>
              </mc:Choice>
              <mc:Fallback>
                <p:oleObj name="公式" r:id="rId8" imgW="2600382" imgH="523841" progId="Equation.3">
                  <p:embed/>
                  <p:pic>
                    <p:nvPicPr>
                      <p:cNvPr id="11272" name="Object 8">
                        <a:extLst>
                          <a:ext uri="{FF2B5EF4-FFF2-40B4-BE49-F238E27FC236}">
                            <a16:creationId xmlns:a16="http://schemas.microsoft.com/office/drawing/2014/main" id="{9BBF9384-8E4E-4FA3-B018-90EA0262412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92500" y="5227638"/>
                        <a:ext cx="2636838" cy="558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273" name="Text Box 9">
            <a:extLst>
              <a:ext uri="{FF2B5EF4-FFF2-40B4-BE49-F238E27FC236}">
                <a16:creationId xmlns:a16="http://schemas.microsoft.com/office/drawing/2014/main" id="{6DA9D838-1E65-4907-93D0-BFE104D1C5B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57915" y="5895009"/>
            <a:ext cx="1808163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dirty="0">
                <a:solidFill>
                  <a:schemeClr val="bg1"/>
                </a:solidFill>
              </a:rPr>
              <a:t>归一化条件 </a:t>
            </a:r>
          </a:p>
        </p:txBody>
      </p:sp>
      <p:graphicFrame>
        <p:nvGraphicFramePr>
          <p:cNvPr id="11274" name="Object 10">
            <a:extLst>
              <a:ext uri="{FF2B5EF4-FFF2-40B4-BE49-F238E27FC236}">
                <a16:creationId xmlns:a16="http://schemas.microsoft.com/office/drawing/2014/main" id="{532B64E0-7032-4E4C-81D1-84B09439DB43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2638425" y="5895009"/>
          <a:ext cx="1223962" cy="714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3790" name="公式" r:id="rId10" imgW="542829" imgH="304936" progId="Equation.3">
                  <p:embed/>
                </p:oleObj>
              </mc:Choice>
              <mc:Fallback>
                <p:oleObj name="公式" r:id="rId10" imgW="542829" imgH="304936" progId="Equation.3">
                  <p:embed/>
                  <p:pic>
                    <p:nvPicPr>
                      <p:cNvPr id="11274" name="Object 10">
                        <a:extLst>
                          <a:ext uri="{FF2B5EF4-FFF2-40B4-BE49-F238E27FC236}">
                            <a16:creationId xmlns:a16="http://schemas.microsoft.com/office/drawing/2014/main" id="{532B64E0-7032-4E4C-81D1-84B09439DB4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38425" y="5895009"/>
                        <a:ext cx="1223962" cy="7143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275" name="Rectangle 11">
            <a:extLst>
              <a:ext uri="{FF2B5EF4-FFF2-40B4-BE49-F238E27FC236}">
                <a16:creationId xmlns:a16="http://schemas.microsoft.com/office/drawing/2014/main" id="{24985B58-083F-4649-9256-C733523E95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8313" y="500063"/>
            <a:ext cx="355600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5400">
                <a:solidFill>
                  <a:srgbClr val="FFFF66"/>
                </a:solidFill>
              </a:rPr>
              <a:t>·</a:t>
            </a:r>
          </a:p>
        </p:txBody>
      </p:sp>
      <p:sp>
        <p:nvSpPr>
          <p:cNvPr id="11276" name="Text Box 12">
            <a:extLst>
              <a:ext uri="{FF2B5EF4-FFF2-40B4-BE49-F238E27FC236}">
                <a16:creationId xmlns:a16="http://schemas.microsoft.com/office/drawing/2014/main" id="{AEC2110A-2987-48A5-8EB1-6D4273A24FC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5338" y="4000500"/>
            <a:ext cx="777716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i="1">
                <a:solidFill>
                  <a:srgbClr val="FFFF00"/>
                </a:solidFill>
              </a:rPr>
              <a:t>N</a:t>
            </a:r>
            <a:r>
              <a:rPr lang="en-US" altLang="zh-CN" baseline="-25000">
                <a:solidFill>
                  <a:srgbClr val="FFFF00"/>
                </a:solidFill>
              </a:rPr>
              <a:t>i</a:t>
            </a:r>
            <a:r>
              <a:rPr lang="en-US" altLang="zh-CN">
                <a:solidFill>
                  <a:srgbClr val="FFFF00"/>
                </a:solidFill>
              </a:rPr>
              <a:t> </a:t>
            </a:r>
            <a:r>
              <a:rPr lang="zh-CN" altLang="en-US">
                <a:solidFill>
                  <a:schemeClr val="bg1"/>
                </a:solidFill>
              </a:rPr>
              <a:t>是 </a:t>
            </a:r>
            <a:r>
              <a:rPr lang="en-US" altLang="zh-CN" i="1">
                <a:solidFill>
                  <a:srgbClr val="FFFF00"/>
                </a:solidFill>
              </a:rPr>
              <a:t>M </a:t>
            </a:r>
            <a:r>
              <a:rPr lang="zh-CN" altLang="en-US">
                <a:solidFill>
                  <a:schemeClr val="bg1"/>
                </a:solidFill>
              </a:rPr>
              <a:t>的测量值为 </a:t>
            </a:r>
            <a:r>
              <a:rPr lang="en-US" altLang="zh-CN" i="1">
                <a:solidFill>
                  <a:srgbClr val="FFFF00"/>
                </a:solidFill>
              </a:rPr>
              <a:t>M</a:t>
            </a:r>
            <a:r>
              <a:rPr lang="en-US" altLang="zh-CN" baseline="-25000">
                <a:solidFill>
                  <a:srgbClr val="FFFF00"/>
                </a:solidFill>
              </a:rPr>
              <a:t>i </a:t>
            </a:r>
            <a:r>
              <a:rPr lang="en-US" altLang="zh-CN" baseline="-25000">
                <a:solidFill>
                  <a:schemeClr val="bg1"/>
                </a:solidFill>
              </a:rPr>
              <a:t> </a:t>
            </a:r>
            <a:r>
              <a:rPr lang="zh-CN" altLang="en-US">
                <a:solidFill>
                  <a:schemeClr val="bg1"/>
                </a:solidFill>
              </a:rPr>
              <a:t>的次数，实验总次数为 </a:t>
            </a:r>
            <a:r>
              <a:rPr lang="en-US" altLang="zh-CN" i="1">
                <a:solidFill>
                  <a:srgbClr val="FFFF00"/>
                </a:solidFill>
              </a:rPr>
              <a:t>N</a:t>
            </a:r>
          </a:p>
        </p:txBody>
      </p:sp>
      <p:graphicFrame>
        <p:nvGraphicFramePr>
          <p:cNvPr id="11277" name="Object 13">
            <a:extLst>
              <a:ext uri="{FF2B5EF4-FFF2-40B4-BE49-F238E27FC236}">
                <a16:creationId xmlns:a16="http://schemas.microsoft.com/office/drawing/2014/main" id="{B0CB3885-EE25-46DA-A2B8-57EC1FCE7D5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500688" y="3113088"/>
          <a:ext cx="3143250" cy="673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3791" name="公式" r:id="rId12" imgW="1571606" imgH="304936" progId="Equation.3">
                  <p:embed/>
                </p:oleObj>
              </mc:Choice>
              <mc:Fallback>
                <p:oleObj name="公式" r:id="rId12" imgW="1571606" imgH="304936" progId="Equation.3">
                  <p:embed/>
                  <p:pic>
                    <p:nvPicPr>
                      <p:cNvPr id="11277" name="Object 13">
                        <a:extLst>
                          <a:ext uri="{FF2B5EF4-FFF2-40B4-BE49-F238E27FC236}">
                            <a16:creationId xmlns:a16="http://schemas.microsoft.com/office/drawing/2014/main" id="{B0CB3885-EE25-46DA-A2B8-57EC1FCE7D5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00688" y="3113088"/>
                        <a:ext cx="3143250" cy="673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Text Box 4">
            <a:extLst>
              <a:ext uri="{FF2B5EF4-FFF2-40B4-BE49-F238E27FC236}">
                <a16:creationId xmlns:a16="http://schemas.microsoft.com/office/drawing/2014/main" id="{0D4FA719-A63B-40D2-B417-0261165A93E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5813" y="1214438"/>
            <a:ext cx="357187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chemeClr val="bg1"/>
                </a:solidFill>
              </a:rPr>
              <a:t>系统宏观状态物理量 </a:t>
            </a:r>
            <a:r>
              <a:rPr lang="en-US" altLang="zh-CN" i="1">
                <a:solidFill>
                  <a:srgbClr val="FFFF00"/>
                </a:solidFill>
              </a:rPr>
              <a:t>M</a:t>
            </a:r>
            <a:r>
              <a:rPr lang="en-US" altLang="zh-CN" i="1">
                <a:solidFill>
                  <a:schemeClr val="bg1"/>
                </a:solidFill>
              </a:rPr>
              <a:t> </a:t>
            </a:r>
            <a:r>
              <a:rPr lang="zh-CN" altLang="en-US">
                <a:solidFill>
                  <a:schemeClr val="bg1"/>
                </a:solidFill>
              </a:rPr>
              <a:t>   </a:t>
            </a:r>
          </a:p>
        </p:txBody>
      </p:sp>
      <p:sp>
        <p:nvSpPr>
          <p:cNvPr id="15" name="Text Box 4">
            <a:extLst>
              <a:ext uri="{FF2B5EF4-FFF2-40B4-BE49-F238E27FC236}">
                <a16:creationId xmlns:a16="http://schemas.microsoft.com/office/drawing/2014/main" id="{6FC19CDB-DA55-40E7-B799-28B315A5DC6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14875" y="1214438"/>
            <a:ext cx="428625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chemeClr val="bg1"/>
                </a:solidFill>
              </a:rPr>
              <a:t>微观状态变化，</a:t>
            </a:r>
            <a:r>
              <a:rPr lang="en-US" altLang="zh-CN" i="1">
                <a:solidFill>
                  <a:srgbClr val="FFFF00"/>
                </a:solidFill>
              </a:rPr>
              <a:t>M </a:t>
            </a:r>
            <a:r>
              <a:rPr lang="zh-CN" altLang="en-US">
                <a:solidFill>
                  <a:schemeClr val="bg1"/>
                </a:solidFill>
              </a:rPr>
              <a:t>测值不同</a:t>
            </a:r>
            <a:r>
              <a:rPr lang="en-US" altLang="zh-CN">
                <a:solidFill>
                  <a:schemeClr val="bg1"/>
                </a:solidFill>
              </a:rPr>
              <a:t> </a:t>
            </a:r>
            <a:r>
              <a:rPr lang="zh-CN" altLang="en-US">
                <a:solidFill>
                  <a:schemeClr val="bg1"/>
                </a:solidFill>
              </a:rPr>
              <a:t>   </a:t>
            </a:r>
          </a:p>
        </p:txBody>
      </p:sp>
      <p:sp>
        <p:nvSpPr>
          <p:cNvPr id="16" name="Text Box 4">
            <a:extLst>
              <a:ext uri="{FF2B5EF4-FFF2-40B4-BE49-F238E27FC236}">
                <a16:creationId xmlns:a16="http://schemas.microsoft.com/office/drawing/2014/main" id="{7202183D-4DA8-43EE-84D8-106AFE668F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5813" y="1785938"/>
            <a:ext cx="8072437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chemeClr val="bg1"/>
                </a:solidFill>
              </a:rPr>
              <a:t>微观状态</a:t>
            </a:r>
            <a:r>
              <a:rPr lang="en-US" altLang="zh-CN">
                <a:solidFill>
                  <a:srgbClr val="FFFF00"/>
                </a:solidFill>
              </a:rPr>
              <a:t>A</a:t>
            </a:r>
            <a:r>
              <a:rPr lang="zh-CN" altLang="en-US">
                <a:solidFill>
                  <a:schemeClr val="bg1"/>
                </a:solidFill>
              </a:rPr>
              <a:t>：测量值</a:t>
            </a:r>
            <a:r>
              <a:rPr lang="en-US" altLang="zh-CN" i="1">
                <a:solidFill>
                  <a:srgbClr val="FFFF00"/>
                </a:solidFill>
              </a:rPr>
              <a:t>M</a:t>
            </a:r>
            <a:r>
              <a:rPr lang="en-US" altLang="zh-CN" i="1" baseline="-25000">
                <a:solidFill>
                  <a:srgbClr val="FFFF00"/>
                </a:solidFill>
              </a:rPr>
              <a:t>A</a:t>
            </a:r>
            <a:r>
              <a:rPr lang="zh-CN" altLang="en-US">
                <a:solidFill>
                  <a:schemeClr val="bg1"/>
                </a:solidFill>
              </a:rPr>
              <a:t>的次数</a:t>
            </a:r>
            <a:r>
              <a:rPr lang="en-US" altLang="zh-CN" i="1">
                <a:solidFill>
                  <a:srgbClr val="FFFF00"/>
                </a:solidFill>
              </a:rPr>
              <a:t>N</a:t>
            </a:r>
            <a:r>
              <a:rPr lang="en-US" altLang="zh-CN" i="1" baseline="-25000">
                <a:solidFill>
                  <a:srgbClr val="FFFF00"/>
                </a:solidFill>
              </a:rPr>
              <a:t>A</a:t>
            </a:r>
            <a:r>
              <a:rPr lang="zh-CN" altLang="en-US">
                <a:solidFill>
                  <a:schemeClr val="bg1"/>
                </a:solidFill>
              </a:rPr>
              <a:t>；</a:t>
            </a:r>
            <a:r>
              <a:rPr lang="en-US" altLang="zh-CN">
                <a:solidFill>
                  <a:srgbClr val="FFFF00"/>
                </a:solidFill>
              </a:rPr>
              <a:t>B</a:t>
            </a:r>
            <a:r>
              <a:rPr lang="zh-CN" altLang="en-US">
                <a:solidFill>
                  <a:schemeClr val="bg1"/>
                </a:solidFill>
              </a:rPr>
              <a:t>：</a:t>
            </a:r>
            <a:r>
              <a:rPr lang="en-US" altLang="zh-CN" i="1">
                <a:solidFill>
                  <a:srgbClr val="FFFF00"/>
                </a:solidFill>
              </a:rPr>
              <a:t> M</a:t>
            </a:r>
            <a:r>
              <a:rPr lang="en-US" altLang="zh-CN" i="1" baseline="-25000">
                <a:solidFill>
                  <a:srgbClr val="FFFF00"/>
                </a:solidFill>
              </a:rPr>
              <a:t>B</a:t>
            </a:r>
            <a:r>
              <a:rPr lang="zh-CN" altLang="en-US">
                <a:solidFill>
                  <a:schemeClr val="bg1"/>
                </a:solidFill>
              </a:rPr>
              <a:t>的次数</a:t>
            </a:r>
            <a:r>
              <a:rPr lang="en-US" altLang="zh-CN" i="1">
                <a:solidFill>
                  <a:srgbClr val="FFFF00"/>
                </a:solidFill>
              </a:rPr>
              <a:t> N</a:t>
            </a:r>
            <a:r>
              <a:rPr lang="en-US" altLang="zh-CN" i="1" baseline="-25000">
                <a:solidFill>
                  <a:srgbClr val="FFFF00"/>
                </a:solidFill>
              </a:rPr>
              <a:t>B  </a:t>
            </a:r>
            <a:r>
              <a:rPr lang="en-US" altLang="zh-CN" i="1">
                <a:solidFill>
                  <a:schemeClr val="bg1"/>
                </a:solidFill>
              </a:rPr>
              <a:t>…</a:t>
            </a:r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21" name="右箭头 20">
            <a:extLst>
              <a:ext uri="{FF2B5EF4-FFF2-40B4-BE49-F238E27FC236}">
                <a16:creationId xmlns:a16="http://schemas.microsoft.com/office/drawing/2014/main" id="{F04575FF-692C-4332-8983-4A90B37C81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71938" y="1357313"/>
            <a:ext cx="642937" cy="28575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30738" name="灯片编号占位符 1">
            <a:extLst>
              <a:ext uri="{FF2B5EF4-FFF2-40B4-BE49-F238E27FC236}">
                <a16:creationId xmlns:a16="http://schemas.microsoft.com/office/drawing/2014/main" id="{8C9AEBBB-9B5F-4C37-8360-7EBF769B3A9A}"/>
              </a:ext>
            </a:extLst>
          </p:cNvPr>
          <p:cNvSpPr txBox="1">
            <a:spLocks/>
          </p:cNvSpPr>
          <p:nvPr/>
        </p:nvSpPr>
        <p:spPr bwMode="auto">
          <a:xfrm>
            <a:off x="0" y="6381750"/>
            <a:ext cx="213360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056B212B-C6B4-467F-9AE9-F21684290BBE}" type="slidenum">
              <a:rPr lang="en-US" altLang="zh-CN" b="0">
                <a:solidFill>
                  <a:srgbClr val="FF00FF"/>
                </a:solidFill>
              </a:rPr>
              <a:pPr eaLnBrk="1" hangingPunct="1"/>
              <a:t>27</a:t>
            </a:fld>
            <a:r>
              <a:rPr lang="en-US" altLang="zh-CN" b="0">
                <a:solidFill>
                  <a:srgbClr val="FF00FF"/>
                </a:solidFill>
              </a:rPr>
              <a:t>/28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12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12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12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112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112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112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112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 nodeType="clickPar">
                      <p:stCondLst>
                        <p:cond delay="indefinite"/>
                      </p:stCondLst>
                      <p:childTnLst>
                        <p:par>
                          <p:cTn id="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112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112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 nodeType="clickPar">
                      <p:stCondLst>
                        <p:cond delay="indefinite"/>
                      </p:stCondLst>
                      <p:childTnLst>
                        <p:par>
                          <p:cTn id="6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112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00"/>
                                        <p:tgtEl>
                                          <p:spTgt spid="112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500"/>
                            </p:stCondLst>
                            <p:childTnLst>
                              <p:par>
                                <p:cTn id="7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112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266" grpId="0" autoUpdateAnimBg="0"/>
      <p:bldP spid="11267" grpId="0" autoUpdateAnimBg="0"/>
      <p:bldP spid="11268" grpId="0" autoUpdateAnimBg="0"/>
      <p:bldP spid="11271" grpId="0" autoUpdateAnimBg="0"/>
      <p:bldP spid="11273" grpId="0" autoUpdateAnimBg="0"/>
      <p:bldP spid="11275" grpId="0"/>
      <p:bldP spid="11276" grpId="0"/>
      <p:bldP spid="14" grpId="0" autoUpdateAnimBg="0"/>
      <p:bldP spid="15" grpId="0" autoUpdateAnimBg="0"/>
      <p:bldP spid="16" grpId="0" autoUpdateAnimBg="0"/>
      <p:bldP spid="21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ext Box 2">
            <a:extLst>
              <a:ext uri="{FF2B5EF4-FFF2-40B4-BE49-F238E27FC236}">
                <a16:creationId xmlns:a16="http://schemas.microsoft.com/office/drawing/2014/main" id="{950C0A54-7A34-4AE7-9780-34440760E22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8625" y="214313"/>
            <a:ext cx="842962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rgbClr val="FFFF00"/>
                </a:solidFill>
                <a:latin typeface="Arial" panose="020B0604020202020204" pitchFamily="34" charset="0"/>
              </a:rPr>
              <a:t>例如：</a:t>
            </a:r>
            <a:r>
              <a:rPr lang="zh-CN" altLang="en-US">
                <a:solidFill>
                  <a:schemeClr val="bg1"/>
                </a:solidFill>
                <a:latin typeface="Arial" panose="020B0604020202020204" pitchFamily="34" charset="0"/>
              </a:rPr>
              <a:t>平衡态（无外场）气体分子</a:t>
            </a:r>
            <a:r>
              <a:rPr lang="zh-CN" altLang="en-US">
                <a:solidFill>
                  <a:srgbClr val="FFFF00"/>
                </a:solidFill>
                <a:latin typeface="Arial" panose="020B0604020202020204" pitchFamily="34" charset="0"/>
              </a:rPr>
              <a:t>速度分量</a:t>
            </a:r>
            <a:r>
              <a:rPr lang="zh-CN" altLang="en-US">
                <a:solidFill>
                  <a:schemeClr val="bg1"/>
                </a:solidFill>
                <a:latin typeface="Arial" panose="020B0604020202020204" pitchFamily="34" charset="0"/>
              </a:rPr>
              <a:t>的</a:t>
            </a:r>
            <a:r>
              <a:rPr lang="zh-CN" altLang="en-US">
                <a:solidFill>
                  <a:schemeClr val="bg1"/>
                </a:solidFill>
              </a:rPr>
              <a:t>统计</a:t>
            </a:r>
            <a:r>
              <a:rPr lang="zh-CN" altLang="en-US">
                <a:solidFill>
                  <a:schemeClr val="bg1"/>
                </a:solidFill>
                <a:latin typeface="Arial" panose="020B0604020202020204" pitchFamily="34" charset="0"/>
              </a:rPr>
              <a:t>平均值</a:t>
            </a:r>
            <a:endParaRPr lang="zh-CN" altLang="en-US">
              <a:solidFill>
                <a:schemeClr val="bg1"/>
              </a:solidFill>
            </a:endParaRPr>
          </a:p>
        </p:txBody>
      </p:sp>
      <p:graphicFrame>
        <p:nvGraphicFramePr>
          <p:cNvPr id="12291" name="Object 3">
            <a:extLst>
              <a:ext uri="{FF2B5EF4-FFF2-40B4-BE49-F238E27FC236}">
                <a16:creationId xmlns:a16="http://schemas.microsoft.com/office/drawing/2014/main" id="{FD3EFB8C-9CB8-423B-802D-0E4C5AAB81E1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1285875" y="2535511"/>
          <a:ext cx="619125" cy="4143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4836" name="公式" r:id="rId3" imgW="581057" imgH="361882" progId="Equation.3">
                  <p:embed/>
                </p:oleObj>
              </mc:Choice>
              <mc:Fallback>
                <p:oleObj name="公式" r:id="rId3" imgW="581057" imgH="361882" progId="Equation.3">
                  <p:embed/>
                  <p:pic>
                    <p:nvPicPr>
                      <p:cNvPr id="12291" name="Object 3">
                        <a:extLst>
                          <a:ext uri="{FF2B5EF4-FFF2-40B4-BE49-F238E27FC236}">
                            <a16:creationId xmlns:a16="http://schemas.microsoft.com/office/drawing/2014/main" id="{FD3EFB8C-9CB8-423B-802D-0E4C5AAB81E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85875" y="2535511"/>
                        <a:ext cx="619125" cy="4143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292" name="Object 4">
            <a:extLst>
              <a:ext uri="{FF2B5EF4-FFF2-40B4-BE49-F238E27FC236}">
                <a16:creationId xmlns:a16="http://schemas.microsoft.com/office/drawing/2014/main" id="{B302CEE7-B2FE-4297-88DE-60F6D25792F2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1258888" y="3276873"/>
          <a:ext cx="7099300" cy="1173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4837" name="公式" r:id="rId5" imgW="7239051" imgH="1142898" progId="Equation.3">
                  <p:embed/>
                </p:oleObj>
              </mc:Choice>
              <mc:Fallback>
                <p:oleObj name="公式" r:id="rId5" imgW="7239051" imgH="1142898" progId="Equation.3">
                  <p:embed/>
                  <p:pic>
                    <p:nvPicPr>
                      <p:cNvPr id="12292" name="Object 4">
                        <a:extLst>
                          <a:ext uri="{FF2B5EF4-FFF2-40B4-BE49-F238E27FC236}">
                            <a16:creationId xmlns:a16="http://schemas.microsoft.com/office/drawing/2014/main" id="{B302CEE7-B2FE-4297-88DE-60F6D25792F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58888" y="3276873"/>
                        <a:ext cx="7099300" cy="11731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293" name="Object 5">
            <a:extLst>
              <a:ext uri="{FF2B5EF4-FFF2-40B4-BE49-F238E27FC236}">
                <a16:creationId xmlns:a16="http://schemas.microsoft.com/office/drawing/2014/main" id="{BF704994-DE89-4FAA-978A-142D134E9809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1285875" y="4473848"/>
          <a:ext cx="7110413" cy="1190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4838" name="公式" r:id="rId7" imgW="7162902" imgH="1142898" progId="Equation.3">
                  <p:embed/>
                </p:oleObj>
              </mc:Choice>
              <mc:Fallback>
                <p:oleObj name="公式" r:id="rId7" imgW="7162902" imgH="1142898" progId="Equation.3">
                  <p:embed/>
                  <p:pic>
                    <p:nvPicPr>
                      <p:cNvPr id="12293" name="Object 5">
                        <a:extLst>
                          <a:ext uri="{FF2B5EF4-FFF2-40B4-BE49-F238E27FC236}">
                            <a16:creationId xmlns:a16="http://schemas.microsoft.com/office/drawing/2014/main" id="{BF704994-DE89-4FAA-978A-142D134E980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85875" y="4473848"/>
                        <a:ext cx="7110413" cy="1190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294" name="Rectangle 6">
            <a:extLst>
              <a:ext uri="{FF2B5EF4-FFF2-40B4-BE49-F238E27FC236}">
                <a16:creationId xmlns:a16="http://schemas.microsoft.com/office/drawing/2014/main" id="{CCA3AA82-69C5-497D-911C-AABE1580BD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6600" y="5661248"/>
            <a:ext cx="7777163" cy="4905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5000"/>
              </a:lnSpc>
            </a:pPr>
            <a:r>
              <a:rPr lang="zh-CN" altLang="en-US" dirty="0">
                <a:solidFill>
                  <a:schemeClr val="bg1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平衡态下，气体分子沿各个方向运动的概率相等</a:t>
            </a:r>
            <a:r>
              <a:rPr lang="zh-CN" altLang="en-US" dirty="0">
                <a:solidFill>
                  <a:schemeClr val="bg1"/>
                </a:solidFill>
                <a:latin typeface="宋体" panose="02010600030101010101" pitchFamily="2" charset="-122"/>
              </a:rPr>
              <a:t> </a:t>
            </a:r>
          </a:p>
        </p:txBody>
      </p:sp>
      <p:graphicFrame>
        <p:nvGraphicFramePr>
          <p:cNvPr id="12295" name="Object 7">
            <a:extLst>
              <a:ext uri="{FF2B5EF4-FFF2-40B4-BE49-F238E27FC236}">
                <a16:creationId xmlns:a16="http://schemas.microsoft.com/office/drawing/2014/main" id="{49859310-89AD-4110-BF5C-28457E9B9925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3537694" y="6237312"/>
          <a:ext cx="1797050" cy="493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4839" name="公式" r:id="rId9" imgW="1733690" imgH="428625" progId="Equation.3">
                  <p:embed/>
                </p:oleObj>
              </mc:Choice>
              <mc:Fallback>
                <p:oleObj name="公式" r:id="rId9" imgW="1733690" imgH="428625" progId="Equation.3">
                  <p:embed/>
                  <p:pic>
                    <p:nvPicPr>
                      <p:cNvPr id="12295" name="Object 7">
                        <a:extLst>
                          <a:ext uri="{FF2B5EF4-FFF2-40B4-BE49-F238E27FC236}">
                            <a16:creationId xmlns:a16="http://schemas.microsoft.com/office/drawing/2014/main" id="{49859310-89AD-4110-BF5C-28457E9B992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37694" y="6237312"/>
                        <a:ext cx="1797050" cy="4937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66FFFF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组合 18">
            <a:extLst>
              <a:ext uri="{FF2B5EF4-FFF2-40B4-BE49-F238E27FC236}">
                <a16:creationId xmlns:a16="http://schemas.microsoft.com/office/drawing/2014/main" id="{0E4C187A-4C78-45DE-A079-23351958E423}"/>
              </a:ext>
            </a:extLst>
          </p:cNvPr>
          <p:cNvGrpSpPr>
            <a:grpSpLocks/>
          </p:cNvGrpSpPr>
          <p:nvPr/>
        </p:nvGrpSpPr>
        <p:grpSpPr bwMode="auto">
          <a:xfrm>
            <a:off x="1928813" y="2306911"/>
            <a:ext cx="4895850" cy="965201"/>
            <a:chOff x="-3143304" y="3178179"/>
            <a:chExt cx="4895850" cy="965202"/>
          </a:xfrm>
        </p:grpSpPr>
        <p:graphicFrame>
          <p:nvGraphicFramePr>
            <p:cNvPr id="6162" name="Object 17">
              <a:extLst>
                <a:ext uri="{FF2B5EF4-FFF2-40B4-BE49-F238E27FC236}">
                  <a16:creationId xmlns:a16="http://schemas.microsoft.com/office/drawing/2014/main" id="{5D1ACB35-EC9C-4E99-A3B6-DDEE20468B1E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-3071833" y="3178179"/>
            <a:ext cx="4786313" cy="8937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74840" name="公式" r:id="rId11" imgW="4838675" imgH="847759" progId="Equation.3">
                    <p:embed/>
                  </p:oleObj>
                </mc:Choice>
                <mc:Fallback>
                  <p:oleObj name="公式" r:id="rId11" imgW="4838675" imgH="847759" progId="Equation.3">
                    <p:embed/>
                    <p:pic>
                      <p:nvPicPr>
                        <p:cNvPr id="6162" name="Object 17">
                          <a:extLst>
                            <a:ext uri="{FF2B5EF4-FFF2-40B4-BE49-F238E27FC236}">
                              <a16:creationId xmlns:a16="http://schemas.microsoft.com/office/drawing/2014/main" id="{5D1ACB35-EC9C-4E99-A3B6-DDEE20468B1E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-3071833" y="3178179"/>
                          <a:ext cx="4786313" cy="89376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6163" name="Rectangle 11">
              <a:extLst>
                <a:ext uri="{FF2B5EF4-FFF2-40B4-BE49-F238E27FC236}">
                  <a16:creationId xmlns:a16="http://schemas.microsoft.com/office/drawing/2014/main" id="{367AB04D-4711-4E93-AE88-B0505CBE21D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-3143304" y="3638555"/>
              <a:ext cx="4895850" cy="504825"/>
            </a:xfrm>
            <a:prstGeom prst="rect">
              <a:avLst/>
            </a:prstGeom>
            <a:solidFill>
              <a:srgbClr val="00336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</p:grpSp>
      <p:graphicFrame>
        <p:nvGraphicFramePr>
          <p:cNvPr id="12300" name="Object 12">
            <a:extLst>
              <a:ext uri="{FF2B5EF4-FFF2-40B4-BE49-F238E27FC236}">
                <a16:creationId xmlns:a16="http://schemas.microsoft.com/office/drawing/2014/main" id="{CFE34FEC-E6E6-45F1-A2C1-1D8D1CEAF527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2000250" y="2306911"/>
          <a:ext cx="4786313" cy="8937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4841" name="公式" r:id="rId13" imgW="4838675" imgH="847759" progId="Equation.3">
                  <p:embed/>
                </p:oleObj>
              </mc:Choice>
              <mc:Fallback>
                <p:oleObj name="公式" r:id="rId13" imgW="4838675" imgH="847759" progId="Equation.3">
                  <p:embed/>
                  <p:pic>
                    <p:nvPicPr>
                      <p:cNvPr id="12300" name="Object 12">
                        <a:extLst>
                          <a:ext uri="{FF2B5EF4-FFF2-40B4-BE49-F238E27FC236}">
                            <a16:creationId xmlns:a16="http://schemas.microsoft.com/office/drawing/2014/main" id="{CFE34FEC-E6E6-45F1-A2C1-1D8D1CEAF52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00250" y="2306911"/>
                        <a:ext cx="4786313" cy="8937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302" name="Object 14">
            <a:extLst>
              <a:ext uri="{FF2B5EF4-FFF2-40B4-BE49-F238E27FC236}">
                <a16:creationId xmlns:a16="http://schemas.microsoft.com/office/drawing/2014/main" id="{1C25CDF7-316F-4FB3-BD2F-D8ACC4ECEA32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6819900" y="2060848"/>
          <a:ext cx="1609725" cy="1074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4842" name="公式" r:id="rId15" imgW="1609833" imgH="1047682" progId="Equation.3">
                  <p:embed/>
                </p:oleObj>
              </mc:Choice>
              <mc:Fallback>
                <p:oleObj name="公式" r:id="rId15" imgW="1609833" imgH="1047682" progId="Equation.3">
                  <p:embed/>
                  <p:pic>
                    <p:nvPicPr>
                      <p:cNvPr id="12302" name="Object 14">
                        <a:extLst>
                          <a:ext uri="{FF2B5EF4-FFF2-40B4-BE49-F238E27FC236}">
                            <a16:creationId xmlns:a16="http://schemas.microsoft.com/office/drawing/2014/main" id="{1C25CDF7-316F-4FB3-BD2F-D8ACC4ECEA3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19900" y="2060848"/>
                        <a:ext cx="1609725" cy="10747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303" name="Object 15">
            <a:extLst>
              <a:ext uri="{FF2B5EF4-FFF2-40B4-BE49-F238E27FC236}">
                <a16:creationId xmlns:a16="http://schemas.microsoft.com/office/drawing/2014/main" id="{EA15F72D-6833-41CF-BD6F-C8CB1E382A92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5361731" y="6264300"/>
          <a:ext cx="506413" cy="33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4843" name="公式" r:id="rId17" imgW="438239" imgH="266666" progId="Equation.3">
                  <p:embed/>
                </p:oleObj>
              </mc:Choice>
              <mc:Fallback>
                <p:oleObj name="公式" r:id="rId17" imgW="438239" imgH="266666" progId="Equation.3">
                  <p:embed/>
                  <p:pic>
                    <p:nvPicPr>
                      <p:cNvPr id="12303" name="Object 15">
                        <a:extLst>
                          <a:ext uri="{FF2B5EF4-FFF2-40B4-BE49-F238E27FC236}">
                            <a16:creationId xmlns:a16="http://schemas.microsoft.com/office/drawing/2014/main" id="{EA15F72D-6833-41CF-BD6F-C8CB1E382A9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61731" y="6264300"/>
                        <a:ext cx="506413" cy="330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66FFFF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6" name="组合 19">
            <a:extLst>
              <a:ext uri="{FF2B5EF4-FFF2-40B4-BE49-F238E27FC236}">
                <a16:creationId xmlns:a16="http://schemas.microsoft.com/office/drawing/2014/main" id="{1FC5E4B8-F0F4-4829-A7FE-7F420AC3269D}"/>
              </a:ext>
            </a:extLst>
          </p:cNvPr>
          <p:cNvGrpSpPr>
            <a:grpSpLocks/>
          </p:cNvGrpSpPr>
          <p:nvPr/>
        </p:nvGrpSpPr>
        <p:grpSpPr bwMode="auto">
          <a:xfrm>
            <a:off x="736600" y="642938"/>
            <a:ext cx="7764463" cy="1117600"/>
            <a:chOff x="736600" y="642918"/>
            <a:chExt cx="7764490" cy="1118255"/>
          </a:xfrm>
        </p:grpSpPr>
        <p:sp>
          <p:nvSpPr>
            <p:cNvPr id="6159" name="Text Box 8">
              <a:extLst>
                <a:ext uri="{FF2B5EF4-FFF2-40B4-BE49-F238E27FC236}">
                  <a16:creationId xmlns:a16="http://schemas.microsoft.com/office/drawing/2014/main" id="{9755DF7A-C087-4C54-A336-0A9E9184B93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36600" y="642918"/>
              <a:ext cx="5192722" cy="11182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ts val="4000"/>
                </a:lnSpc>
              </a:pPr>
              <a:r>
                <a:rPr lang="zh-CN" altLang="en-US" dirty="0">
                  <a:solidFill>
                    <a:schemeClr val="bg1"/>
                  </a:solidFill>
                </a:rPr>
                <a:t>分子总数</a:t>
              </a:r>
              <a:r>
                <a:rPr lang="en-US" altLang="zh-CN" i="1" dirty="0">
                  <a:solidFill>
                    <a:srgbClr val="FFFF00"/>
                  </a:solidFill>
                </a:rPr>
                <a:t>N</a:t>
              </a:r>
              <a:r>
                <a:rPr lang="zh-CN" altLang="en-US" dirty="0">
                  <a:solidFill>
                    <a:schemeClr val="bg1"/>
                  </a:solidFill>
                </a:rPr>
                <a:t>，按速度分组：</a:t>
              </a:r>
              <a:endParaRPr lang="en-US" altLang="zh-CN" dirty="0">
                <a:solidFill>
                  <a:schemeClr val="bg1"/>
                </a:solidFill>
              </a:endParaRPr>
            </a:p>
            <a:p>
              <a:pPr eaLnBrk="1" hangingPunct="1">
                <a:lnSpc>
                  <a:spcPts val="4000"/>
                </a:lnSpc>
              </a:pPr>
              <a:r>
                <a:rPr lang="zh-CN" altLang="en-US" dirty="0">
                  <a:solidFill>
                    <a:schemeClr val="bg1"/>
                  </a:solidFill>
                </a:rPr>
                <a:t>速度分量表示：</a:t>
              </a:r>
            </a:p>
          </p:txBody>
        </p:sp>
        <p:graphicFrame>
          <p:nvGraphicFramePr>
            <p:cNvPr id="6160" name="Object 9">
              <a:extLst>
                <a:ext uri="{FF2B5EF4-FFF2-40B4-BE49-F238E27FC236}">
                  <a16:creationId xmlns:a16="http://schemas.microsoft.com/office/drawing/2014/main" id="{9345E86E-2A45-4183-A277-87B7B34405EB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412276" y="774699"/>
            <a:ext cx="4088814" cy="43972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74844" name="公式" r:id="rId19" imgW="2067033" imgH="161959" progId="Equation.3">
                    <p:embed/>
                  </p:oleObj>
                </mc:Choice>
                <mc:Fallback>
                  <p:oleObj name="公式" r:id="rId19" imgW="2067033" imgH="161959" progId="Equation.3">
                    <p:embed/>
                    <p:pic>
                      <p:nvPicPr>
                        <p:cNvPr id="6160" name="Object 9">
                          <a:extLst>
                            <a:ext uri="{FF2B5EF4-FFF2-40B4-BE49-F238E27FC236}">
                              <a16:creationId xmlns:a16="http://schemas.microsoft.com/office/drawing/2014/main" id="{9345E86E-2A45-4183-A277-87B7B34405EB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412276" y="774699"/>
                          <a:ext cx="4088814" cy="43972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66FFFF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161" name="Object 16">
              <a:extLst>
                <a:ext uri="{FF2B5EF4-FFF2-40B4-BE49-F238E27FC236}">
                  <a16:creationId xmlns:a16="http://schemas.microsoft.com/office/drawing/2014/main" id="{D33758EB-33F0-4BDB-B851-7A66F3A77ECC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057550" y="1274762"/>
            <a:ext cx="5086350" cy="4635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74845" name="公式" r:id="rId21" imgW="2590902" imgH="171450" progId="Equation.3">
                    <p:embed/>
                  </p:oleObj>
                </mc:Choice>
                <mc:Fallback>
                  <p:oleObj name="公式" r:id="rId21" imgW="2590902" imgH="171450" progId="Equation.3">
                    <p:embed/>
                    <p:pic>
                      <p:nvPicPr>
                        <p:cNvPr id="6161" name="Object 16">
                          <a:extLst>
                            <a:ext uri="{FF2B5EF4-FFF2-40B4-BE49-F238E27FC236}">
                              <a16:creationId xmlns:a16="http://schemas.microsoft.com/office/drawing/2014/main" id="{D33758EB-33F0-4BDB-B851-7A66F3A77ECC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057550" y="1274762"/>
                          <a:ext cx="5086350" cy="46355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66FFFF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7" name="Text Box 3">
            <a:extLst>
              <a:ext uri="{FF2B5EF4-FFF2-40B4-BE49-F238E27FC236}">
                <a16:creationId xmlns:a16="http://schemas.microsoft.com/office/drawing/2014/main" id="{2217A195-EABE-46E4-9905-D774C149D29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7544" y="1772816"/>
            <a:ext cx="450056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dirty="0">
                <a:solidFill>
                  <a:schemeClr val="bg1"/>
                </a:solidFill>
                <a:ea typeface="楷体_GB2312" pitchFamily="49" charset="-122"/>
              </a:rPr>
              <a:t> </a:t>
            </a:r>
            <a:r>
              <a:rPr lang="zh-CN" altLang="en-US" dirty="0">
                <a:solidFill>
                  <a:schemeClr val="bg1"/>
                </a:solidFill>
              </a:rPr>
              <a:t>统计平均的概念：</a:t>
            </a:r>
          </a:p>
        </p:txBody>
      </p:sp>
      <p:sp>
        <p:nvSpPr>
          <p:cNvPr id="6158" name="灯片编号占位符 1">
            <a:extLst>
              <a:ext uri="{FF2B5EF4-FFF2-40B4-BE49-F238E27FC236}">
                <a16:creationId xmlns:a16="http://schemas.microsoft.com/office/drawing/2014/main" id="{A0F62605-F473-4BA9-B6A6-15E650D8F489}"/>
              </a:ext>
            </a:extLst>
          </p:cNvPr>
          <p:cNvSpPr txBox="1">
            <a:spLocks/>
          </p:cNvSpPr>
          <p:nvPr/>
        </p:nvSpPr>
        <p:spPr bwMode="auto">
          <a:xfrm>
            <a:off x="0" y="6381750"/>
            <a:ext cx="213360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7E52BB09-CDDF-43E8-B975-C445C9A942B9}" type="slidenum">
              <a:rPr lang="en-US" altLang="zh-CN" b="0">
                <a:solidFill>
                  <a:srgbClr val="FF00FF"/>
                </a:solidFill>
              </a:rPr>
              <a:pPr eaLnBrk="1" hangingPunct="1"/>
              <a:t>28</a:t>
            </a:fld>
            <a:r>
              <a:rPr lang="en-US" altLang="zh-CN" b="0">
                <a:solidFill>
                  <a:srgbClr val="FF00FF"/>
                </a:solidFill>
              </a:rPr>
              <a:t>/28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22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23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22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23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22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22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22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22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123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290" grpId="0"/>
      <p:bldP spid="12294" grpId="0"/>
      <p:bldP spid="17" grpId="0" autoUpdateAnimBg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8F6656CC-28DA-488C-A745-66AE7FC981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1623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aphicFrame>
        <p:nvGraphicFramePr>
          <p:cNvPr id="40963" name="Object 3">
            <a:extLst>
              <a:ext uri="{FF2B5EF4-FFF2-40B4-BE49-F238E27FC236}">
                <a16:creationId xmlns:a16="http://schemas.microsoft.com/office/drawing/2014/main" id="{86720172-606A-41D9-B587-16EF6C1FE7B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428750" y="2357438"/>
          <a:ext cx="1822450" cy="9985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5860" name="公式" r:id="rId3" imgW="1990578" imgH="1066664" progId="Equation.3">
                  <p:embed/>
                </p:oleObj>
              </mc:Choice>
              <mc:Fallback>
                <p:oleObj name="公式" r:id="rId3" imgW="1990578" imgH="1066664" progId="Equation.3">
                  <p:embed/>
                  <p:pic>
                    <p:nvPicPr>
                      <p:cNvPr id="40963" name="Object 3">
                        <a:extLst>
                          <a:ext uri="{FF2B5EF4-FFF2-40B4-BE49-F238E27FC236}">
                            <a16:creationId xmlns:a16="http://schemas.microsoft.com/office/drawing/2014/main" id="{86720172-606A-41D9-B587-16EF6C1FE7B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28750" y="2357438"/>
                        <a:ext cx="1822450" cy="9985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964" name="Object 4">
            <a:extLst>
              <a:ext uri="{FF2B5EF4-FFF2-40B4-BE49-F238E27FC236}">
                <a16:creationId xmlns:a16="http://schemas.microsoft.com/office/drawing/2014/main" id="{98FDCAF2-A0C4-4EFD-8668-64EC996146F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785938" y="4776788"/>
          <a:ext cx="1797050" cy="546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5861" name="公式" r:id="rId5" imgW="1723904" imgH="476386" progId="Equation.3">
                  <p:embed/>
                </p:oleObj>
              </mc:Choice>
              <mc:Fallback>
                <p:oleObj name="公式" r:id="rId5" imgW="1723904" imgH="476386" progId="Equation.3">
                  <p:embed/>
                  <p:pic>
                    <p:nvPicPr>
                      <p:cNvPr id="40964" name="Object 4">
                        <a:extLst>
                          <a:ext uri="{FF2B5EF4-FFF2-40B4-BE49-F238E27FC236}">
                            <a16:creationId xmlns:a16="http://schemas.microsoft.com/office/drawing/2014/main" id="{98FDCAF2-A0C4-4EFD-8668-64EC996146F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85938" y="4776788"/>
                        <a:ext cx="1797050" cy="546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66FFFF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965" name="Object 5">
            <a:extLst>
              <a:ext uri="{FF2B5EF4-FFF2-40B4-BE49-F238E27FC236}">
                <a16:creationId xmlns:a16="http://schemas.microsoft.com/office/drawing/2014/main" id="{FD9D40ED-FE56-4002-939B-D644DA822B1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357563" y="3500438"/>
          <a:ext cx="2005012" cy="546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5862" name="公式" r:id="rId7" imgW="1914429" imgH="476386" progId="Equation.3">
                  <p:embed/>
                </p:oleObj>
              </mc:Choice>
              <mc:Fallback>
                <p:oleObj name="公式" r:id="rId7" imgW="1914429" imgH="476386" progId="Equation.3">
                  <p:embed/>
                  <p:pic>
                    <p:nvPicPr>
                      <p:cNvPr id="40965" name="Object 5">
                        <a:extLst>
                          <a:ext uri="{FF2B5EF4-FFF2-40B4-BE49-F238E27FC236}">
                            <a16:creationId xmlns:a16="http://schemas.microsoft.com/office/drawing/2014/main" id="{FD9D40ED-FE56-4002-939B-D644DA822B1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57563" y="3500438"/>
                        <a:ext cx="2005012" cy="546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966" name="Object 6">
            <a:extLst>
              <a:ext uri="{FF2B5EF4-FFF2-40B4-BE49-F238E27FC236}">
                <a16:creationId xmlns:a16="http://schemas.microsoft.com/office/drawing/2014/main" id="{D3B08AA7-C339-498C-AAD1-A615E5ED7DC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429125" y="4638675"/>
          <a:ext cx="2616200" cy="790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5863" name="公式" r:id="rId9" imgW="2638304" imgH="762034" progId="Equation.3">
                  <p:embed/>
                </p:oleObj>
              </mc:Choice>
              <mc:Fallback>
                <p:oleObj name="公式" r:id="rId9" imgW="2638304" imgH="762034" progId="Equation.3">
                  <p:embed/>
                  <p:pic>
                    <p:nvPicPr>
                      <p:cNvPr id="40966" name="Object 6">
                        <a:extLst>
                          <a:ext uri="{FF2B5EF4-FFF2-40B4-BE49-F238E27FC236}">
                            <a16:creationId xmlns:a16="http://schemas.microsoft.com/office/drawing/2014/main" id="{D3B08AA7-C339-498C-AAD1-A615E5ED7DC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29125" y="4638675"/>
                        <a:ext cx="2616200" cy="790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6350">
                            <a:solidFill>
                              <a:srgbClr val="66FFFF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0967" name="Rectangle 7">
            <a:extLst>
              <a:ext uri="{FF2B5EF4-FFF2-40B4-BE49-F238E27FC236}">
                <a16:creationId xmlns:a16="http://schemas.microsoft.com/office/drawing/2014/main" id="{777C8C49-F915-4B3A-9BAC-9DE41F1C2B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6600" y="4017963"/>
            <a:ext cx="7621588" cy="554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5000"/>
              </a:lnSpc>
            </a:pPr>
            <a:r>
              <a:rPr lang="zh-CN" altLang="en-US">
                <a:solidFill>
                  <a:schemeClr val="bg1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平衡态时，气体分子沿各个方向运动的概率相等</a:t>
            </a:r>
            <a:r>
              <a:rPr lang="zh-CN" altLang="en-US">
                <a:solidFill>
                  <a:schemeClr val="bg1"/>
                </a:solidFill>
                <a:latin typeface="宋体" panose="02010600030101010101" pitchFamily="2" charset="-122"/>
              </a:rPr>
              <a:t> </a:t>
            </a:r>
          </a:p>
        </p:txBody>
      </p:sp>
      <p:graphicFrame>
        <p:nvGraphicFramePr>
          <p:cNvPr id="40968" name="Object 8">
            <a:extLst>
              <a:ext uri="{FF2B5EF4-FFF2-40B4-BE49-F238E27FC236}">
                <a16:creationId xmlns:a16="http://schemas.microsoft.com/office/drawing/2014/main" id="{B7DE4511-7A21-4990-8F24-1C76CE15202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327400" y="2357438"/>
          <a:ext cx="4387850" cy="9890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5864" name="公式" r:id="rId11" imgW="4953051" imgH="1066664" progId="Equation.3">
                  <p:embed/>
                </p:oleObj>
              </mc:Choice>
              <mc:Fallback>
                <p:oleObj name="公式" r:id="rId11" imgW="4953051" imgH="1066664" progId="Equation.3">
                  <p:embed/>
                  <p:pic>
                    <p:nvPicPr>
                      <p:cNvPr id="40968" name="Object 8">
                        <a:extLst>
                          <a:ext uri="{FF2B5EF4-FFF2-40B4-BE49-F238E27FC236}">
                            <a16:creationId xmlns:a16="http://schemas.microsoft.com/office/drawing/2014/main" id="{B7DE4511-7A21-4990-8F24-1C76CE15202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27400" y="2357438"/>
                        <a:ext cx="4387850" cy="9890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0969" name="Text Box 9">
            <a:extLst>
              <a:ext uri="{FF2B5EF4-FFF2-40B4-BE49-F238E27FC236}">
                <a16:creationId xmlns:a16="http://schemas.microsoft.com/office/drawing/2014/main" id="{0C9F5AC4-386E-4B32-BE10-A2100547C6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0850" y="207963"/>
            <a:ext cx="8264525" cy="5064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5000"/>
              </a:lnSpc>
            </a:pPr>
            <a:r>
              <a:rPr lang="zh-CN" altLang="en-US">
                <a:solidFill>
                  <a:srgbClr val="FFFF00"/>
                </a:solidFill>
                <a:latin typeface="Arial" panose="020B0604020202020204" pitchFamily="34" charset="0"/>
              </a:rPr>
              <a:t>例如：</a:t>
            </a:r>
            <a:r>
              <a:rPr lang="zh-CN" altLang="en-US">
                <a:solidFill>
                  <a:schemeClr val="bg1"/>
                </a:solidFill>
              </a:rPr>
              <a:t>平衡态下气体分子</a:t>
            </a:r>
            <a:r>
              <a:rPr lang="zh-CN" altLang="en-US">
                <a:solidFill>
                  <a:srgbClr val="FFFF00"/>
                </a:solidFill>
              </a:rPr>
              <a:t>速度分量平方</a:t>
            </a:r>
            <a:r>
              <a:rPr lang="zh-CN" altLang="en-US">
                <a:solidFill>
                  <a:schemeClr val="bg1"/>
                </a:solidFill>
              </a:rPr>
              <a:t>的统计平均值    </a:t>
            </a:r>
            <a:endParaRPr lang="zh-CN" altLang="en-US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sp>
        <p:nvSpPr>
          <p:cNvPr id="40970" name="Text Box 10">
            <a:extLst>
              <a:ext uri="{FF2B5EF4-FFF2-40B4-BE49-F238E27FC236}">
                <a16:creationId xmlns:a16="http://schemas.microsoft.com/office/drawing/2014/main" id="{8655274E-934E-4F06-ABF5-6CC2449D60D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9625" y="1828800"/>
            <a:ext cx="597693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chemeClr val="bg1"/>
                </a:solidFill>
              </a:rPr>
              <a:t>由统计平均的概念</a:t>
            </a:r>
          </a:p>
        </p:txBody>
      </p:sp>
      <p:grpSp>
        <p:nvGrpSpPr>
          <p:cNvPr id="2" name="组合 10">
            <a:extLst>
              <a:ext uri="{FF2B5EF4-FFF2-40B4-BE49-F238E27FC236}">
                <a16:creationId xmlns:a16="http://schemas.microsoft.com/office/drawing/2014/main" id="{9EB21E0B-A46C-425E-AF3C-D36304B05A86}"/>
              </a:ext>
            </a:extLst>
          </p:cNvPr>
          <p:cNvGrpSpPr>
            <a:grpSpLocks/>
          </p:cNvGrpSpPr>
          <p:nvPr/>
        </p:nvGrpSpPr>
        <p:grpSpPr bwMode="auto">
          <a:xfrm>
            <a:off x="808038" y="714375"/>
            <a:ext cx="7764462" cy="1117600"/>
            <a:chOff x="736600" y="642918"/>
            <a:chExt cx="7764490" cy="1118255"/>
          </a:xfrm>
        </p:grpSpPr>
        <p:sp>
          <p:nvSpPr>
            <p:cNvPr id="7187" name="Text Box 8">
              <a:extLst>
                <a:ext uri="{FF2B5EF4-FFF2-40B4-BE49-F238E27FC236}">
                  <a16:creationId xmlns:a16="http://schemas.microsoft.com/office/drawing/2014/main" id="{0192935B-1CDF-4C86-BB47-AF997EC1FC8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36600" y="642918"/>
              <a:ext cx="5192722" cy="11182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ts val="4000"/>
                </a:lnSpc>
              </a:pPr>
              <a:r>
                <a:rPr lang="zh-CN" altLang="en-US">
                  <a:solidFill>
                    <a:schemeClr val="bg1"/>
                  </a:solidFill>
                </a:rPr>
                <a:t>分子总数</a:t>
              </a:r>
              <a:r>
                <a:rPr lang="en-US" altLang="zh-CN" i="1">
                  <a:solidFill>
                    <a:srgbClr val="FFFF00"/>
                  </a:solidFill>
                </a:rPr>
                <a:t>N</a:t>
              </a:r>
              <a:r>
                <a:rPr lang="zh-CN" altLang="en-US">
                  <a:solidFill>
                    <a:schemeClr val="bg1"/>
                  </a:solidFill>
                </a:rPr>
                <a:t>，按速度分组：</a:t>
              </a:r>
              <a:endParaRPr lang="en-US" altLang="zh-CN">
                <a:solidFill>
                  <a:schemeClr val="bg1"/>
                </a:solidFill>
              </a:endParaRPr>
            </a:p>
            <a:p>
              <a:pPr eaLnBrk="1" hangingPunct="1">
                <a:lnSpc>
                  <a:spcPts val="4000"/>
                </a:lnSpc>
              </a:pPr>
              <a:r>
                <a:rPr lang="zh-CN" altLang="en-US">
                  <a:solidFill>
                    <a:schemeClr val="bg1"/>
                  </a:solidFill>
                </a:rPr>
                <a:t>速度分量表示：</a:t>
              </a:r>
            </a:p>
          </p:txBody>
        </p:sp>
        <p:graphicFrame>
          <p:nvGraphicFramePr>
            <p:cNvPr id="7188" name="Object 11">
              <a:extLst>
                <a:ext uri="{FF2B5EF4-FFF2-40B4-BE49-F238E27FC236}">
                  <a16:creationId xmlns:a16="http://schemas.microsoft.com/office/drawing/2014/main" id="{99AF2FE4-3E07-4F1F-ADFC-2B587757734A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412276" y="774699"/>
            <a:ext cx="4088814" cy="43972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75865" name="公式" r:id="rId13" imgW="2067033" imgH="161959" progId="Equation.3">
                    <p:embed/>
                  </p:oleObj>
                </mc:Choice>
                <mc:Fallback>
                  <p:oleObj name="公式" r:id="rId13" imgW="2067033" imgH="161959" progId="Equation.3">
                    <p:embed/>
                    <p:pic>
                      <p:nvPicPr>
                        <p:cNvPr id="7188" name="Object 11">
                          <a:extLst>
                            <a:ext uri="{FF2B5EF4-FFF2-40B4-BE49-F238E27FC236}">
                              <a16:creationId xmlns:a16="http://schemas.microsoft.com/office/drawing/2014/main" id="{99AF2FE4-3E07-4F1F-ADFC-2B587757734A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412276" y="774699"/>
                          <a:ext cx="4088814" cy="43972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66FFFF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7189" name="Object 12">
              <a:extLst>
                <a:ext uri="{FF2B5EF4-FFF2-40B4-BE49-F238E27FC236}">
                  <a16:creationId xmlns:a16="http://schemas.microsoft.com/office/drawing/2014/main" id="{D3CF9158-EAC4-461D-8841-5273B55EBD97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057550" y="1274762"/>
            <a:ext cx="5086350" cy="4635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75866" name="公式" r:id="rId15" imgW="2590902" imgH="171450" progId="Equation.3">
                    <p:embed/>
                  </p:oleObj>
                </mc:Choice>
                <mc:Fallback>
                  <p:oleObj name="公式" r:id="rId15" imgW="2590902" imgH="171450" progId="Equation.3">
                    <p:embed/>
                    <p:pic>
                      <p:nvPicPr>
                        <p:cNvPr id="7189" name="Object 12">
                          <a:extLst>
                            <a:ext uri="{FF2B5EF4-FFF2-40B4-BE49-F238E27FC236}">
                              <a16:creationId xmlns:a16="http://schemas.microsoft.com/office/drawing/2014/main" id="{D3CF9158-EAC4-461D-8841-5273B55EBD97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057550" y="1274762"/>
                          <a:ext cx="5086350" cy="46355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66FFFF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7180" name="灯片编号占位符 1">
            <a:extLst>
              <a:ext uri="{FF2B5EF4-FFF2-40B4-BE49-F238E27FC236}">
                <a16:creationId xmlns:a16="http://schemas.microsoft.com/office/drawing/2014/main" id="{2097C6DD-72C0-4B7F-B937-B74817083554}"/>
              </a:ext>
            </a:extLst>
          </p:cNvPr>
          <p:cNvSpPr txBox="1">
            <a:spLocks/>
          </p:cNvSpPr>
          <p:nvPr/>
        </p:nvSpPr>
        <p:spPr bwMode="auto">
          <a:xfrm>
            <a:off x="0" y="6381750"/>
            <a:ext cx="213360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AE3E5683-0B84-4E5F-B2EA-3068936C9483}" type="slidenum">
              <a:rPr lang="en-US" altLang="zh-CN" b="0">
                <a:solidFill>
                  <a:srgbClr val="FF00FF"/>
                </a:solidFill>
              </a:rPr>
              <a:pPr eaLnBrk="1" hangingPunct="1"/>
              <a:t>29</a:t>
            </a:fld>
            <a:r>
              <a:rPr lang="en-US" altLang="zh-CN" b="0">
                <a:solidFill>
                  <a:srgbClr val="FF00FF"/>
                </a:solidFill>
              </a:rPr>
              <a:t>/28</a:t>
            </a:r>
          </a:p>
        </p:txBody>
      </p:sp>
      <p:graphicFrame>
        <p:nvGraphicFramePr>
          <p:cNvPr id="4" name="Object 16">
            <a:extLst>
              <a:ext uri="{FF2B5EF4-FFF2-40B4-BE49-F238E27FC236}">
                <a16:creationId xmlns:a16="http://schemas.microsoft.com/office/drawing/2014/main" id="{98DD7E8E-4CF6-4A93-B055-CB84CFAF87C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500188" y="5565775"/>
          <a:ext cx="1673225" cy="1006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5867" name="公式" r:id="rId17" imgW="800024" imgH="457098" progId="Equation.3">
                  <p:embed/>
                </p:oleObj>
              </mc:Choice>
              <mc:Fallback>
                <p:oleObj name="公式" r:id="rId17" imgW="800024" imgH="457098" progId="Equation.3">
                  <p:embed/>
                  <p:pic>
                    <p:nvPicPr>
                      <p:cNvPr id="4" name="Object 16">
                        <a:extLst>
                          <a:ext uri="{FF2B5EF4-FFF2-40B4-BE49-F238E27FC236}">
                            <a16:creationId xmlns:a16="http://schemas.microsoft.com/office/drawing/2014/main" id="{98DD7E8E-4CF6-4A93-B055-CB84CFAF87C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00188" y="5565775"/>
                        <a:ext cx="1673225" cy="1006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" name="Text Box 26">
            <a:extLst>
              <a:ext uri="{FF2B5EF4-FFF2-40B4-BE49-F238E27FC236}">
                <a16:creationId xmlns:a16="http://schemas.microsoft.com/office/drawing/2014/main" id="{C2CFF20D-D67D-4AB1-9B35-AF6EC6ADF09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0063" y="5900738"/>
            <a:ext cx="232568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chemeClr val="bg1"/>
                </a:solidFill>
              </a:rPr>
              <a:t>速率：</a:t>
            </a:r>
          </a:p>
        </p:txBody>
      </p:sp>
      <p:graphicFrame>
        <p:nvGraphicFramePr>
          <p:cNvPr id="18" name="Object 17">
            <a:extLst>
              <a:ext uri="{FF2B5EF4-FFF2-40B4-BE49-F238E27FC236}">
                <a16:creationId xmlns:a16="http://schemas.microsoft.com/office/drawing/2014/main" id="{7A85A1F8-4300-4B4A-921C-A126450AFD9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876800" y="5572125"/>
          <a:ext cx="1820863" cy="1006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5868" name="公式" r:id="rId19" imgW="876173" imgH="457098" progId="Equation.3">
                  <p:embed/>
                </p:oleObj>
              </mc:Choice>
              <mc:Fallback>
                <p:oleObj name="公式" r:id="rId19" imgW="876173" imgH="457098" progId="Equation.3">
                  <p:embed/>
                  <p:pic>
                    <p:nvPicPr>
                      <p:cNvPr id="18" name="Object 17">
                        <a:extLst>
                          <a:ext uri="{FF2B5EF4-FFF2-40B4-BE49-F238E27FC236}">
                            <a16:creationId xmlns:a16="http://schemas.microsoft.com/office/drawing/2014/main" id="{7A85A1F8-4300-4B4A-921C-A126450AFD9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76800" y="5572125"/>
                        <a:ext cx="1820863" cy="1006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" name="Text Box 26">
            <a:extLst>
              <a:ext uri="{FF2B5EF4-FFF2-40B4-BE49-F238E27FC236}">
                <a16:creationId xmlns:a16="http://schemas.microsoft.com/office/drawing/2014/main" id="{0BBDE7EE-D584-45D4-BBEA-A1DF92A808E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57563" y="5907088"/>
            <a:ext cx="232568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chemeClr val="bg1"/>
                </a:solidFill>
              </a:rPr>
              <a:t>速率平方：</a:t>
            </a:r>
          </a:p>
        </p:txBody>
      </p:sp>
      <p:graphicFrame>
        <p:nvGraphicFramePr>
          <p:cNvPr id="5" name="Object 18">
            <a:extLst>
              <a:ext uri="{FF2B5EF4-FFF2-40B4-BE49-F238E27FC236}">
                <a16:creationId xmlns:a16="http://schemas.microsoft.com/office/drawing/2014/main" id="{15014BAA-EB9C-4A3B-A641-3450E889EAD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429500" y="5500688"/>
          <a:ext cx="614363" cy="539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5869" name="公式" r:id="rId21" imgW="247714" imgH="209414" progId="Equation.3">
                  <p:embed/>
                </p:oleObj>
              </mc:Choice>
              <mc:Fallback>
                <p:oleObj name="公式" r:id="rId21" imgW="247714" imgH="209414" progId="Equation.3">
                  <p:embed/>
                  <p:pic>
                    <p:nvPicPr>
                      <p:cNvPr id="5" name="Object 18">
                        <a:extLst>
                          <a:ext uri="{FF2B5EF4-FFF2-40B4-BE49-F238E27FC236}">
                            <a16:creationId xmlns:a16="http://schemas.microsoft.com/office/drawing/2014/main" id="{15014BAA-EB9C-4A3B-A641-3450E889EAD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29500" y="5500688"/>
                        <a:ext cx="614363" cy="539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" name="Text Box 26">
            <a:extLst>
              <a:ext uri="{FF2B5EF4-FFF2-40B4-BE49-F238E27FC236}">
                <a16:creationId xmlns:a16="http://schemas.microsoft.com/office/drawing/2014/main" id="{E264DB62-FA44-423D-ABBA-E793AB851CD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29438" y="6072188"/>
            <a:ext cx="221456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chemeClr val="bg1"/>
                </a:solidFill>
              </a:rPr>
              <a:t>方均根速率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09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09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09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09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409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409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409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409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 nodeType="clickPar">
                      <p:stCondLst>
                        <p:cond delay="indefinite"/>
                      </p:stCondLst>
                      <p:childTnLst>
                        <p:par>
                          <p:cTn id="6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967" grpId="0"/>
      <p:bldP spid="40969" grpId="0"/>
      <p:bldP spid="40970" grpId="0"/>
      <p:bldP spid="17" grpId="0"/>
      <p:bldP spid="19" grpId="0"/>
      <p:bldP spid="21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ZjkxMDYxZGYxZGIxNjIyZTIxODM5NTE1YTAzNTVjNjIifQ=="/>
</p:tagLst>
</file>

<file path=ppt/theme/theme1.xml><?xml version="1.0" encoding="utf-8"?>
<a:theme xmlns:a="http://schemas.openxmlformats.org/drawingml/2006/main" name="默认设计模板">
  <a:themeElements>
    <a:clrScheme name="默认设计模板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默认设计模板">
      <a:majorFont>
        <a:latin typeface="Times New Roman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zh-CN" altLang="en-US" sz="24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zh-CN" altLang="en-US" sz="24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17003</TotalTime>
  <Words>2416</Words>
  <Application>Microsoft Office PowerPoint</Application>
  <PresentationFormat>全屏显示(4:3)</PresentationFormat>
  <Paragraphs>384</Paragraphs>
  <Slides>29</Slides>
  <Notes>10</Notes>
  <HiddenSlides>0</HiddenSlides>
  <MMClips>0</MMClips>
  <ScaleCrop>false</ScaleCrop>
  <HeadingPairs>
    <vt:vector size="8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3</vt:i4>
      </vt:variant>
      <vt:variant>
        <vt:lpstr>幻灯片标题</vt:lpstr>
      </vt:variant>
      <vt:variant>
        <vt:i4>29</vt:i4>
      </vt:variant>
    </vt:vector>
  </HeadingPairs>
  <TitlesOfParts>
    <vt:vector size="47" baseType="lpstr">
      <vt:lpstr>DFKai-SB</vt:lpstr>
      <vt:lpstr>Monotype Sorts</vt:lpstr>
      <vt:lpstr>PMingLiU</vt:lpstr>
      <vt:lpstr>仿宋_GB2312</vt:lpstr>
      <vt:lpstr>黑体</vt:lpstr>
      <vt:lpstr>华文仿宋</vt:lpstr>
      <vt:lpstr>楷体_GB2312</vt:lpstr>
      <vt:lpstr>隶书</vt:lpstr>
      <vt:lpstr>宋体</vt:lpstr>
      <vt:lpstr>Arial</vt:lpstr>
      <vt:lpstr>Cambria Math</vt:lpstr>
      <vt:lpstr>Symbol</vt:lpstr>
      <vt:lpstr>Times New Roman</vt:lpstr>
      <vt:lpstr>Wingdings</vt:lpstr>
      <vt:lpstr>默认设计模板</vt:lpstr>
      <vt:lpstr>Equation</vt:lpstr>
      <vt:lpstr>公式</vt:lpstr>
      <vt:lpstr>Image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xian jiaotong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下册-大学物理</dc:title>
  <dc:creator>yzhang</dc:creator>
  <cp:lastModifiedBy>yzhang</cp:lastModifiedBy>
  <cp:revision>1461</cp:revision>
  <cp:lastPrinted>2025-11-18T07:07:11Z</cp:lastPrinted>
  <dcterms:created xsi:type="dcterms:W3CDTF">1998-11-21T01:35:00Z</dcterms:created>
  <dcterms:modified xsi:type="dcterms:W3CDTF">2025-11-20T05:32:30Z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E360166CB073428B8BCB01AE86F8CFCF_12</vt:lpwstr>
  </property>
  <property fmtid="{D5CDD505-2E9C-101B-9397-08002B2CF9AE}" pid="3" name="KSOProductBuildVer">
    <vt:lpwstr>2052-12.1.0.15358</vt:lpwstr>
  </property>
</Properties>
</file>