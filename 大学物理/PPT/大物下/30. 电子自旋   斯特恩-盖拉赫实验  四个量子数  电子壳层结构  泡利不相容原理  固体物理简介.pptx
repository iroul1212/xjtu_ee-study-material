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handoutMasterIdLst>
    <p:handoutMasterId r:id="rId38"/>
  </p:handoutMasterIdLst>
  <p:sldIdLst>
    <p:sldId id="439" r:id="rId2"/>
    <p:sldId id="514" r:id="rId3"/>
    <p:sldId id="544" r:id="rId4"/>
    <p:sldId id="529" r:id="rId5"/>
    <p:sldId id="530" r:id="rId6"/>
    <p:sldId id="531" r:id="rId7"/>
    <p:sldId id="532" r:id="rId8"/>
    <p:sldId id="942" r:id="rId9"/>
    <p:sldId id="919" r:id="rId10"/>
    <p:sldId id="920" r:id="rId11"/>
    <p:sldId id="922" r:id="rId12"/>
    <p:sldId id="923" r:id="rId13"/>
    <p:sldId id="533" r:id="rId14"/>
    <p:sldId id="534" r:id="rId15"/>
    <p:sldId id="535" r:id="rId16"/>
    <p:sldId id="536" r:id="rId17"/>
    <p:sldId id="943" r:id="rId18"/>
    <p:sldId id="537" r:id="rId19"/>
    <p:sldId id="538" r:id="rId20"/>
    <p:sldId id="539" r:id="rId21"/>
    <p:sldId id="540" r:id="rId22"/>
    <p:sldId id="541" r:id="rId23"/>
    <p:sldId id="542" r:id="rId24"/>
    <p:sldId id="924" r:id="rId25"/>
    <p:sldId id="470" r:id="rId26"/>
    <p:sldId id="471" r:id="rId27"/>
    <p:sldId id="472" r:id="rId28"/>
    <p:sldId id="475" r:id="rId29"/>
    <p:sldId id="659" r:id="rId30"/>
    <p:sldId id="476" r:id="rId31"/>
    <p:sldId id="479" r:id="rId32"/>
    <p:sldId id="481" r:id="rId33"/>
    <p:sldId id="658" r:id="rId34"/>
    <p:sldId id="492" r:id="rId35"/>
    <p:sldId id="926" r:id="rId36"/>
  </p:sldIdLst>
  <p:sldSz cx="9144000" cy="6858000" type="screen4x3"/>
  <p:notesSz cx="6797675" cy="9928225"/>
  <p:custDataLst>
    <p:tags r:id="rId39"/>
  </p:custDataLst>
  <p:defaultTextStyle>
    <a:defPPr>
      <a:defRPr lang="zh-CN"/>
    </a:defPPr>
    <a:lvl1pPr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523" userDrawn="1">
          <p15:clr>
            <a:srgbClr val="A4A3A4"/>
          </p15:clr>
        </p15:guide>
        <p15:guide id="2" pos="507" userDrawn="1">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FFFF66"/>
    <a:srgbClr val="FFCC99"/>
    <a:srgbClr val="0000FF"/>
    <a:srgbClr val="800000"/>
    <a:srgbClr val="CC6600"/>
    <a:srgbClr val="009999"/>
    <a:srgbClr val="FF00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32" autoAdjust="0"/>
    <p:restoredTop sz="93420" autoAdjust="0"/>
  </p:normalViewPr>
  <p:slideViewPr>
    <p:cSldViewPr showGuides="1">
      <p:cViewPr varScale="1">
        <p:scale>
          <a:sx n="103" d="100"/>
          <a:sy n="103" d="100"/>
        </p:scale>
        <p:origin x="1692" y="102"/>
      </p:cViewPr>
      <p:guideLst>
        <p:guide orient="horz" pos="2523"/>
        <p:guide pos="50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0" d="100"/>
          <a:sy n="60" d="100"/>
        </p:scale>
        <p:origin x="-1764" y="-84"/>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image" Target="../media/image2.emf"/><Relationship Id="rId4"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image" Target="../media/image8.emf"/><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image" Target="../media/image18.emf"/><Relationship Id="rId7" Type="http://schemas.openxmlformats.org/officeDocument/2006/relationships/image" Target="../media/image22.emf"/><Relationship Id="rId2" Type="http://schemas.openxmlformats.org/officeDocument/2006/relationships/image" Target="../media/image17.emf"/><Relationship Id="rId1" Type="http://schemas.openxmlformats.org/officeDocument/2006/relationships/image" Target="../media/image16.emf"/><Relationship Id="rId6" Type="http://schemas.openxmlformats.org/officeDocument/2006/relationships/image" Target="../media/image21.emf"/><Relationship Id="rId5" Type="http://schemas.openxmlformats.org/officeDocument/2006/relationships/image" Target="../media/image20.emf"/><Relationship Id="rId4" Type="http://schemas.openxmlformats.org/officeDocument/2006/relationships/image" Target="../media/image19.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image" Target="../media/image27.emf"/><Relationship Id="rId7" Type="http://schemas.openxmlformats.org/officeDocument/2006/relationships/image" Target="../media/image31.emf"/><Relationship Id="rId2" Type="http://schemas.openxmlformats.org/officeDocument/2006/relationships/image" Target="../media/image26.emf"/><Relationship Id="rId1" Type="http://schemas.openxmlformats.org/officeDocument/2006/relationships/image" Target="../media/image25.emf"/><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8.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7.emf"/><Relationship Id="rId7" Type="http://schemas.openxmlformats.org/officeDocument/2006/relationships/image" Target="../media/image41.emf"/><Relationship Id="rId2" Type="http://schemas.openxmlformats.org/officeDocument/2006/relationships/image" Target="../media/image36.emf"/><Relationship Id="rId1" Type="http://schemas.openxmlformats.org/officeDocument/2006/relationships/image" Target="../media/image35.emf"/><Relationship Id="rId6" Type="http://schemas.openxmlformats.org/officeDocument/2006/relationships/image" Target="../media/image40.emf"/><Relationship Id="rId5" Type="http://schemas.openxmlformats.org/officeDocument/2006/relationships/image" Target="../media/image39.emf"/><Relationship Id="rId4" Type="http://schemas.openxmlformats.org/officeDocument/2006/relationships/image" Target="../media/image38.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 Id="rId4" Type="http://schemas.openxmlformats.org/officeDocument/2006/relationships/image" Target="../media/image45.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 Id="rId4" Type="http://schemas.openxmlformats.org/officeDocument/2006/relationships/image" Target="../media/image51.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59.emf"/><Relationship Id="rId13" Type="http://schemas.openxmlformats.org/officeDocument/2006/relationships/image" Target="../media/image64.emf"/><Relationship Id="rId18" Type="http://schemas.openxmlformats.org/officeDocument/2006/relationships/image" Target="../media/image69.emf"/><Relationship Id="rId3" Type="http://schemas.openxmlformats.org/officeDocument/2006/relationships/image" Target="../media/image54.emf"/><Relationship Id="rId21" Type="http://schemas.openxmlformats.org/officeDocument/2006/relationships/image" Target="../media/image72.emf"/><Relationship Id="rId7" Type="http://schemas.openxmlformats.org/officeDocument/2006/relationships/image" Target="../media/image58.emf"/><Relationship Id="rId12" Type="http://schemas.openxmlformats.org/officeDocument/2006/relationships/image" Target="../media/image63.emf"/><Relationship Id="rId17" Type="http://schemas.openxmlformats.org/officeDocument/2006/relationships/image" Target="../media/image68.emf"/><Relationship Id="rId25" Type="http://schemas.openxmlformats.org/officeDocument/2006/relationships/image" Target="../media/image76.emf"/><Relationship Id="rId2" Type="http://schemas.openxmlformats.org/officeDocument/2006/relationships/image" Target="../media/image53.emf"/><Relationship Id="rId16" Type="http://schemas.openxmlformats.org/officeDocument/2006/relationships/image" Target="../media/image67.emf"/><Relationship Id="rId20" Type="http://schemas.openxmlformats.org/officeDocument/2006/relationships/image" Target="../media/image71.emf"/><Relationship Id="rId1" Type="http://schemas.openxmlformats.org/officeDocument/2006/relationships/image" Target="../media/image52.emf"/><Relationship Id="rId6" Type="http://schemas.openxmlformats.org/officeDocument/2006/relationships/image" Target="../media/image57.emf"/><Relationship Id="rId11" Type="http://schemas.openxmlformats.org/officeDocument/2006/relationships/image" Target="../media/image62.emf"/><Relationship Id="rId24" Type="http://schemas.openxmlformats.org/officeDocument/2006/relationships/image" Target="../media/image75.emf"/><Relationship Id="rId5" Type="http://schemas.openxmlformats.org/officeDocument/2006/relationships/image" Target="../media/image56.emf"/><Relationship Id="rId15" Type="http://schemas.openxmlformats.org/officeDocument/2006/relationships/image" Target="../media/image66.emf"/><Relationship Id="rId23" Type="http://schemas.openxmlformats.org/officeDocument/2006/relationships/image" Target="../media/image74.emf"/><Relationship Id="rId10" Type="http://schemas.openxmlformats.org/officeDocument/2006/relationships/image" Target="../media/image61.emf"/><Relationship Id="rId19" Type="http://schemas.openxmlformats.org/officeDocument/2006/relationships/image" Target="../media/image70.emf"/><Relationship Id="rId4" Type="http://schemas.openxmlformats.org/officeDocument/2006/relationships/image" Target="../media/image55.emf"/><Relationship Id="rId9" Type="http://schemas.openxmlformats.org/officeDocument/2006/relationships/image" Target="../media/image60.emf"/><Relationship Id="rId14" Type="http://schemas.openxmlformats.org/officeDocument/2006/relationships/image" Target="../media/image65.emf"/><Relationship Id="rId22" Type="http://schemas.openxmlformats.org/officeDocument/2006/relationships/image" Target="../media/image73.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image" Target="../media/image78.emf"/><Relationship Id="rId1" Type="http://schemas.openxmlformats.org/officeDocument/2006/relationships/image" Target="../media/image77.emf"/><Relationship Id="rId4" Type="http://schemas.openxmlformats.org/officeDocument/2006/relationships/image" Target="../media/image80.e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89.emf"/><Relationship Id="rId3" Type="http://schemas.openxmlformats.org/officeDocument/2006/relationships/image" Target="../media/image84.emf"/><Relationship Id="rId7" Type="http://schemas.openxmlformats.org/officeDocument/2006/relationships/image" Target="../media/image88.emf"/><Relationship Id="rId2" Type="http://schemas.openxmlformats.org/officeDocument/2006/relationships/image" Target="../media/image83.emf"/><Relationship Id="rId1" Type="http://schemas.openxmlformats.org/officeDocument/2006/relationships/image" Target="../media/image82.emf"/><Relationship Id="rId6" Type="http://schemas.openxmlformats.org/officeDocument/2006/relationships/image" Target="../media/image87.emf"/><Relationship Id="rId11" Type="http://schemas.openxmlformats.org/officeDocument/2006/relationships/image" Target="../media/image92.emf"/><Relationship Id="rId5" Type="http://schemas.openxmlformats.org/officeDocument/2006/relationships/image" Target="../media/image86.emf"/><Relationship Id="rId10" Type="http://schemas.openxmlformats.org/officeDocument/2006/relationships/image" Target="../media/image91.emf"/><Relationship Id="rId4" Type="http://schemas.openxmlformats.org/officeDocument/2006/relationships/image" Target="../media/image85.emf"/><Relationship Id="rId9" Type="http://schemas.openxmlformats.org/officeDocument/2006/relationships/image" Target="../media/image90.e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100.emf"/><Relationship Id="rId3" Type="http://schemas.openxmlformats.org/officeDocument/2006/relationships/image" Target="../media/image95.emf"/><Relationship Id="rId7" Type="http://schemas.openxmlformats.org/officeDocument/2006/relationships/image" Target="../media/image99.emf"/><Relationship Id="rId12" Type="http://schemas.openxmlformats.org/officeDocument/2006/relationships/image" Target="../media/image104.emf"/><Relationship Id="rId2" Type="http://schemas.openxmlformats.org/officeDocument/2006/relationships/image" Target="../media/image94.emf"/><Relationship Id="rId1" Type="http://schemas.openxmlformats.org/officeDocument/2006/relationships/image" Target="../media/image93.emf"/><Relationship Id="rId6" Type="http://schemas.openxmlformats.org/officeDocument/2006/relationships/image" Target="../media/image98.emf"/><Relationship Id="rId11" Type="http://schemas.openxmlformats.org/officeDocument/2006/relationships/image" Target="../media/image103.emf"/><Relationship Id="rId5" Type="http://schemas.openxmlformats.org/officeDocument/2006/relationships/image" Target="../media/image97.emf"/><Relationship Id="rId10" Type="http://schemas.openxmlformats.org/officeDocument/2006/relationships/image" Target="../media/image102.emf"/><Relationship Id="rId4" Type="http://schemas.openxmlformats.org/officeDocument/2006/relationships/image" Target="../media/image96.emf"/><Relationship Id="rId9" Type="http://schemas.openxmlformats.org/officeDocument/2006/relationships/image" Target="../media/image101.e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12.emf"/><Relationship Id="rId3" Type="http://schemas.openxmlformats.org/officeDocument/2006/relationships/image" Target="../media/image107.emf"/><Relationship Id="rId7" Type="http://schemas.openxmlformats.org/officeDocument/2006/relationships/image" Target="../media/image111.emf"/><Relationship Id="rId2" Type="http://schemas.openxmlformats.org/officeDocument/2006/relationships/image" Target="../media/image106.emf"/><Relationship Id="rId1" Type="http://schemas.openxmlformats.org/officeDocument/2006/relationships/image" Target="../media/image105.emf"/><Relationship Id="rId6" Type="http://schemas.openxmlformats.org/officeDocument/2006/relationships/image" Target="../media/image110.emf"/><Relationship Id="rId5" Type="http://schemas.openxmlformats.org/officeDocument/2006/relationships/image" Target="../media/image109.emf"/><Relationship Id="rId4" Type="http://schemas.openxmlformats.org/officeDocument/2006/relationships/image" Target="../media/image108.e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120.emf"/><Relationship Id="rId3" Type="http://schemas.openxmlformats.org/officeDocument/2006/relationships/image" Target="../media/image115.emf"/><Relationship Id="rId7" Type="http://schemas.openxmlformats.org/officeDocument/2006/relationships/image" Target="../media/image119.emf"/><Relationship Id="rId2" Type="http://schemas.openxmlformats.org/officeDocument/2006/relationships/image" Target="../media/image114.emf"/><Relationship Id="rId1" Type="http://schemas.openxmlformats.org/officeDocument/2006/relationships/image" Target="../media/image113.emf"/><Relationship Id="rId6" Type="http://schemas.openxmlformats.org/officeDocument/2006/relationships/image" Target="../media/image118.emf"/><Relationship Id="rId5" Type="http://schemas.openxmlformats.org/officeDocument/2006/relationships/image" Target="../media/image117.emf"/><Relationship Id="rId4" Type="http://schemas.openxmlformats.org/officeDocument/2006/relationships/image" Target="../media/image116.e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23.emf"/><Relationship Id="rId2" Type="http://schemas.openxmlformats.org/officeDocument/2006/relationships/image" Target="../media/image122.emf"/><Relationship Id="rId1" Type="http://schemas.openxmlformats.org/officeDocument/2006/relationships/image" Target="../media/image121.emf"/><Relationship Id="rId6" Type="http://schemas.openxmlformats.org/officeDocument/2006/relationships/image" Target="../media/image126.emf"/><Relationship Id="rId5" Type="http://schemas.openxmlformats.org/officeDocument/2006/relationships/image" Target="../media/image125.emf"/><Relationship Id="rId4" Type="http://schemas.openxmlformats.org/officeDocument/2006/relationships/image" Target="../media/image124.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29.emf"/><Relationship Id="rId7" Type="http://schemas.openxmlformats.org/officeDocument/2006/relationships/image" Target="../media/image133.emf"/><Relationship Id="rId2" Type="http://schemas.openxmlformats.org/officeDocument/2006/relationships/image" Target="../media/image128.emf"/><Relationship Id="rId1" Type="http://schemas.openxmlformats.org/officeDocument/2006/relationships/image" Target="../media/image127.emf"/><Relationship Id="rId6" Type="http://schemas.openxmlformats.org/officeDocument/2006/relationships/image" Target="../media/image132.emf"/><Relationship Id="rId5" Type="http://schemas.openxmlformats.org/officeDocument/2006/relationships/image" Target="../media/image131.emf"/><Relationship Id="rId4" Type="http://schemas.openxmlformats.org/officeDocument/2006/relationships/image" Target="../media/image130.e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41.emf"/><Relationship Id="rId3" Type="http://schemas.openxmlformats.org/officeDocument/2006/relationships/image" Target="../media/image136.emf"/><Relationship Id="rId7" Type="http://schemas.openxmlformats.org/officeDocument/2006/relationships/image" Target="../media/image140.emf"/><Relationship Id="rId2" Type="http://schemas.openxmlformats.org/officeDocument/2006/relationships/image" Target="../media/image135.emf"/><Relationship Id="rId1" Type="http://schemas.openxmlformats.org/officeDocument/2006/relationships/image" Target="../media/image134.emf"/><Relationship Id="rId6" Type="http://schemas.openxmlformats.org/officeDocument/2006/relationships/image" Target="../media/image139.emf"/><Relationship Id="rId11" Type="http://schemas.openxmlformats.org/officeDocument/2006/relationships/image" Target="../media/image144.emf"/><Relationship Id="rId5" Type="http://schemas.openxmlformats.org/officeDocument/2006/relationships/image" Target="../media/image138.emf"/><Relationship Id="rId10" Type="http://schemas.openxmlformats.org/officeDocument/2006/relationships/image" Target="../media/image143.emf"/><Relationship Id="rId4" Type="http://schemas.openxmlformats.org/officeDocument/2006/relationships/image" Target="../media/image137.emf"/><Relationship Id="rId9" Type="http://schemas.openxmlformats.org/officeDocument/2006/relationships/image" Target="../media/image142.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4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2098"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132099" name="Rectangle 3"/>
          <p:cNvSpPr>
            <a:spLocks noGrp="1" noChangeArrowheads="1"/>
          </p:cNvSpPr>
          <p:nvPr>
            <p:ph type="dt" sz="quarter"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132100" name="Rectangle 4"/>
          <p:cNvSpPr>
            <a:spLocks noGrp="1" noChangeArrowheads="1"/>
          </p:cNvSpPr>
          <p:nvPr>
            <p:ph type="ftr" sz="quarter" idx="2"/>
          </p:nvPr>
        </p:nvSpPr>
        <p:spPr bwMode="auto">
          <a:xfrm>
            <a:off x="0" y="9431338"/>
            <a:ext cx="2946400" cy="496887"/>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132101" name="Rectangle 5"/>
          <p:cNvSpPr>
            <a:spLocks noGrp="1" noChangeArrowheads="1"/>
          </p:cNvSpPr>
          <p:nvPr>
            <p:ph type="sldNum" sz="quarter" idx="3"/>
          </p:nvPr>
        </p:nvSpPr>
        <p:spPr bwMode="auto">
          <a:xfrm>
            <a:off x="3851275" y="9431338"/>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37FF4DE6-1985-490C-B7E0-EDBA30F6E0FB}" type="slidenum">
              <a:rPr lang="en-US" altLang="zh-CN"/>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8482"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148483" name="Rectangle 3"/>
          <p:cNvSpPr>
            <a:spLocks noGrp="1" noChangeArrowheads="1"/>
          </p:cNvSpPr>
          <p:nvPr>
            <p:ph type="dt"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8485" name="Rectangle 5"/>
          <p:cNvSpPr>
            <a:spLocks noGrp="1" noChangeArrowheads="1"/>
          </p:cNvSpPr>
          <p:nvPr>
            <p:ph type="body" sz="quarter" idx="3"/>
          </p:nvPr>
        </p:nvSpPr>
        <p:spPr bwMode="auto">
          <a:xfrm>
            <a:off x="906463" y="4716463"/>
            <a:ext cx="4984750" cy="44672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8486" name="Rectangle 6"/>
          <p:cNvSpPr>
            <a:spLocks noGrp="1" noChangeArrowheads="1"/>
          </p:cNvSpPr>
          <p:nvPr>
            <p:ph type="ftr" sz="quarter" idx="4"/>
          </p:nvPr>
        </p:nvSpPr>
        <p:spPr bwMode="auto">
          <a:xfrm>
            <a:off x="0" y="9431338"/>
            <a:ext cx="2946400" cy="496887"/>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148487" name="Rectangle 7"/>
          <p:cNvSpPr>
            <a:spLocks noGrp="1" noChangeArrowheads="1"/>
          </p:cNvSpPr>
          <p:nvPr>
            <p:ph type="sldNum" sz="quarter" idx="5"/>
          </p:nvPr>
        </p:nvSpPr>
        <p:spPr bwMode="auto">
          <a:xfrm>
            <a:off x="3851275" y="9431338"/>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16216DFA-5E0B-4E3C-A3A7-5CFDC691FED5}"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2DB60E2-EEA5-44C8-8494-9393612CACDC}" type="slidenum">
              <a:rPr lang="en-US" altLang="zh-CN" smtClean="0"/>
              <a:pPr>
                <a:defRPr/>
              </a:pPr>
              <a:t>8</a:t>
            </a:fld>
            <a:endParaRPr lang="en-US" altLang="zh-CN"/>
          </a:p>
        </p:txBody>
      </p:sp>
    </p:spTree>
    <p:extLst>
      <p:ext uri="{BB962C8B-B14F-4D97-AF65-F5344CB8AC3E}">
        <p14:creationId xmlns:p14="http://schemas.microsoft.com/office/powerpoint/2010/main" val="3009912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2DB60E2-EEA5-44C8-8494-9393612CACDC}" type="slidenum">
              <a:rPr lang="en-US" altLang="zh-CN" smtClean="0"/>
              <a:pPr>
                <a:defRPr/>
              </a:pPr>
              <a:t>9</a:t>
            </a:fld>
            <a:endParaRPr lang="en-US" altLang="zh-CN"/>
          </a:p>
        </p:txBody>
      </p:sp>
    </p:spTree>
    <p:extLst>
      <p:ext uri="{BB962C8B-B14F-4D97-AF65-F5344CB8AC3E}">
        <p14:creationId xmlns:p14="http://schemas.microsoft.com/office/powerpoint/2010/main" val="15804566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2DB60E2-EEA5-44C8-8494-9393612CACDC}" type="slidenum">
              <a:rPr lang="en-US" altLang="zh-CN" smtClean="0"/>
              <a:pPr>
                <a:defRPr/>
              </a:pPr>
              <a:t>12</a:t>
            </a:fld>
            <a:endParaRPr lang="en-US" altLang="zh-CN"/>
          </a:p>
        </p:txBody>
      </p:sp>
    </p:spTree>
    <p:extLst>
      <p:ext uri="{BB962C8B-B14F-4D97-AF65-F5344CB8AC3E}">
        <p14:creationId xmlns:p14="http://schemas.microsoft.com/office/powerpoint/2010/main" val="3503954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94116144-728E-41CD-A7DC-81753A5073C5}"/>
              </a:ext>
            </a:extLst>
          </p:cNvPr>
          <p:cNvSpPr txBox="1">
            <a:spLocks noGrp="1" noChangeArrowheads="1"/>
          </p:cNvSpPr>
          <p:nvPr/>
        </p:nvSpPr>
        <p:spPr bwMode="auto">
          <a:xfrm>
            <a:off x="3888382" y="8526241"/>
            <a:ext cx="2975189" cy="448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5CCB7AD7-A75C-4ECB-8EB6-BE9C38E94B62}" type="slidenum">
              <a:rPr lang="en-US" altLang="zh-CN" b="0">
                <a:latin typeface="Arial" panose="020B0604020202020204" pitchFamily="34" charset="0"/>
              </a:rPr>
              <a:pPr algn="r" eaLnBrk="1" hangingPunct="1">
                <a:spcBef>
                  <a:spcPct val="0"/>
                </a:spcBef>
              </a:pPr>
              <a:t>34</a:t>
            </a:fld>
            <a:endParaRPr lang="en-US" altLang="zh-CN" b="0">
              <a:latin typeface="Arial" panose="020B0604020202020204" pitchFamily="34" charset="0"/>
            </a:endParaRPr>
          </a:p>
        </p:txBody>
      </p:sp>
      <p:sp>
        <p:nvSpPr>
          <p:cNvPr id="35843" name="Rectangle 2">
            <a:extLst>
              <a:ext uri="{FF2B5EF4-FFF2-40B4-BE49-F238E27FC236}">
                <a16:creationId xmlns:a16="http://schemas.microsoft.com/office/drawing/2014/main" id="{B349DFD9-E5BA-4F3E-B749-D850BD13A4AD}"/>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C0F4DADA-9617-4340-A268-F0C493DF2046}"/>
              </a:ext>
            </a:extLst>
          </p:cNvPr>
          <p:cNvSpPr>
            <a:spLocks noGrp="1" noChangeArrowheads="1"/>
          </p:cNvSpPr>
          <p:nvPr>
            <p:ph type="body" idx="1"/>
          </p:nvPr>
        </p:nvSpPr>
        <p:spPr>
          <a:xfrm>
            <a:off x="686819" y="4263968"/>
            <a:ext cx="5491473" cy="40403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quarter" idx="1"/>
          </p:nvPr>
        </p:nvSpPr>
        <p:spPr>
          <a:xfrm>
            <a:off x="457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182F"/>
            </a:gs>
            <a:gs pos="100000">
              <a:srgbClr val="003366"/>
            </a:gs>
          </a:gsLst>
          <a:lin ang="5400000" scaled="1"/>
        </a:gradFill>
        <a:effectLst/>
      </p:bgPr>
    </p:bg>
    <p:spTree>
      <p:nvGrpSpPr>
        <p:cNvPr id="1" name=""/>
        <p:cNvGrpSpPr/>
        <p:nvPr/>
      </p:nvGrpSpPr>
      <p:grpSpPr>
        <a:xfrm>
          <a:off x="0" y="0"/>
          <a:ext cx="0" cy="0"/>
          <a:chOff x="0" y="0"/>
          <a:chExt cx="0" cy="0"/>
        </a:xfrm>
      </p:grpSpPr>
      <p:sp>
        <p:nvSpPr>
          <p:cNvPr id="1026" name="AutoShape 7"/>
          <p:cNvSpPr>
            <a:spLocks noChangeArrowheads="1"/>
          </p:cNvSpPr>
          <p:nvPr/>
        </p:nvSpPr>
        <p:spPr bwMode="auto">
          <a:xfrm>
            <a:off x="-25400" y="0"/>
            <a:ext cx="9204325" cy="6858000"/>
          </a:xfrm>
          <a:prstGeom prst="bevel">
            <a:avLst>
              <a:gd name="adj" fmla="val 1273"/>
            </a:avLst>
          </a:prstGeom>
          <a:solidFill>
            <a:srgbClr val="006699"/>
          </a:solidFill>
          <a:ln w="9525">
            <a:solidFill>
              <a:srgbClr val="006699"/>
            </a:solidFill>
            <a:miter lim="800000"/>
          </a:ln>
        </p:spPr>
        <p:txBody>
          <a:bodyPr wrap="none" anchor="ctr"/>
          <a:lstStyle>
            <a:lvl1pPr algn="ctr">
              <a:defRPr kumimoji="1" sz="2400" b="1">
                <a:solidFill>
                  <a:schemeClr val="tx1"/>
                </a:solidFill>
                <a:latin typeface="Times New Roman" panose="02020603050405020304" pitchFamily="18" charset="0"/>
                <a:ea typeface="宋体" panose="02010600030101010101" pitchFamily="2" charset="-122"/>
              </a:defRPr>
            </a:lvl1pPr>
            <a:lvl2pPr marL="742950" indent="-285750" algn="ctr">
              <a:defRPr kumimoji="1" sz="2400" b="1">
                <a:solidFill>
                  <a:schemeClr val="tx1"/>
                </a:solidFill>
                <a:latin typeface="Times New Roman" panose="02020603050405020304" pitchFamily="18" charset="0"/>
                <a:ea typeface="宋体" panose="02010600030101010101" pitchFamily="2" charset="-122"/>
              </a:defRPr>
            </a:lvl2pPr>
            <a:lvl3pPr marL="1143000" indent="-228600" algn="ctr">
              <a:defRPr kumimoji="1" sz="2400" b="1">
                <a:solidFill>
                  <a:schemeClr val="tx1"/>
                </a:solidFill>
                <a:latin typeface="Times New Roman" panose="02020603050405020304" pitchFamily="18" charset="0"/>
                <a:ea typeface="宋体" panose="02010600030101010101" pitchFamily="2" charset="-122"/>
              </a:defRPr>
            </a:lvl3pPr>
            <a:lvl4pPr marL="1600200" indent="-228600" algn="ctr">
              <a:defRPr kumimoji="1" sz="2400" b="1">
                <a:solidFill>
                  <a:schemeClr val="tx1"/>
                </a:solidFill>
                <a:latin typeface="Times New Roman" panose="02020603050405020304" pitchFamily="18" charset="0"/>
                <a:ea typeface="宋体" panose="02010600030101010101" pitchFamily="2" charset="-122"/>
              </a:defRPr>
            </a:lvl4pPr>
            <a:lvl5pPr marL="2057400" indent="-228600" algn="ctr">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
        <p:nvSpPr>
          <p:cNvPr id="1027" name="Rectangle 8"/>
          <p:cNvSpPr>
            <a:spLocks noChangeArrowheads="1"/>
          </p:cNvSpPr>
          <p:nvPr/>
        </p:nvSpPr>
        <p:spPr bwMode="auto">
          <a:xfrm>
            <a:off x="250825" y="265113"/>
            <a:ext cx="8626475" cy="6330950"/>
          </a:xfrm>
          <a:prstGeom prst="rect">
            <a:avLst/>
          </a:prstGeom>
          <a:noFill/>
          <a:ln w="12700">
            <a:solidFill>
              <a:srgbClr val="FF0000"/>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algn="ctr">
              <a:defRPr kumimoji="1" sz="2400" b="1">
                <a:solidFill>
                  <a:schemeClr val="tx1"/>
                </a:solidFill>
                <a:latin typeface="Times New Roman" panose="02020603050405020304" pitchFamily="18" charset="0"/>
                <a:ea typeface="宋体" panose="02010600030101010101" pitchFamily="2" charset="-122"/>
              </a:defRPr>
            </a:lvl1pPr>
            <a:lvl2pPr marL="742950" indent="-285750" algn="ctr">
              <a:defRPr kumimoji="1" sz="2400" b="1">
                <a:solidFill>
                  <a:schemeClr val="tx1"/>
                </a:solidFill>
                <a:latin typeface="Times New Roman" panose="02020603050405020304" pitchFamily="18" charset="0"/>
                <a:ea typeface="宋体" panose="02010600030101010101" pitchFamily="2" charset="-122"/>
              </a:defRPr>
            </a:lvl2pPr>
            <a:lvl3pPr marL="1143000" indent="-228600" algn="ctr">
              <a:defRPr kumimoji="1" sz="2400" b="1">
                <a:solidFill>
                  <a:schemeClr val="tx1"/>
                </a:solidFill>
                <a:latin typeface="Times New Roman" panose="02020603050405020304" pitchFamily="18" charset="0"/>
                <a:ea typeface="宋体" panose="02010600030101010101" pitchFamily="2" charset="-122"/>
              </a:defRPr>
            </a:lvl3pPr>
            <a:lvl4pPr marL="1600200" indent="-228600" algn="ctr">
              <a:defRPr kumimoji="1" sz="2400" b="1">
                <a:solidFill>
                  <a:schemeClr val="tx1"/>
                </a:solidFill>
                <a:latin typeface="Times New Roman" panose="02020603050405020304" pitchFamily="18" charset="0"/>
                <a:ea typeface="宋体" panose="02010600030101010101" pitchFamily="2" charset="-122"/>
              </a:defRPr>
            </a:lvl4pPr>
            <a:lvl5pPr marL="2057400" indent="-228600" algn="ctr">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emf"/><Relationship Id="rId5" Type="http://schemas.openxmlformats.org/officeDocument/2006/relationships/oleObject" Target="../embeddings/oleObject2.bin"/><Relationship Id="rId10" Type="http://schemas.openxmlformats.org/officeDocument/2006/relationships/image" Target="../media/image5.emf"/><Relationship Id="rId4" Type="http://schemas.openxmlformats.org/officeDocument/2006/relationships/image" Target="../media/image2.emf"/><Relationship Id="rId9"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7.emf"/><Relationship Id="rId5" Type="http://schemas.openxmlformats.org/officeDocument/2006/relationships/oleObject" Target="../embeddings/oleObject6.bin"/><Relationship Id="rId4" Type="http://schemas.openxmlformats.org/officeDocument/2006/relationships/image" Target="../media/image6.emf"/></Relationships>
</file>

<file path=ppt/slides/_rels/slide4.xml.rels><?xml version="1.0" encoding="UTF-8" standalone="yes"?>
<Relationships xmlns="http://schemas.openxmlformats.org/package/2006/relationships"><Relationship Id="rId8" Type="http://schemas.openxmlformats.org/officeDocument/2006/relationships/image" Target="../media/image10.emf"/><Relationship Id="rId13" Type="http://schemas.openxmlformats.org/officeDocument/2006/relationships/oleObject" Target="../embeddings/oleObject11.bin"/><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5.jpeg"/><Relationship Id="rId2" Type="http://schemas.openxmlformats.org/officeDocument/2006/relationships/slideLayout" Target="../slideLayouts/slideLayout7.xml"/><Relationship Id="rId16" Type="http://schemas.openxmlformats.org/officeDocument/2006/relationships/image" Target="../media/image13.emf"/><Relationship Id="rId1" Type="http://schemas.openxmlformats.org/officeDocument/2006/relationships/vmlDrawing" Target="../drawings/vmlDrawing3.vml"/><Relationship Id="rId6" Type="http://schemas.openxmlformats.org/officeDocument/2006/relationships/image" Target="../media/image9.emf"/><Relationship Id="rId11" Type="http://schemas.openxmlformats.org/officeDocument/2006/relationships/image" Target="../media/image14.jpeg"/><Relationship Id="rId5" Type="http://schemas.openxmlformats.org/officeDocument/2006/relationships/oleObject" Target="../embeddings/oleObject8.bin"/><Relationship Id="rId15" Type="http://schemas.openxmlformats.org/officeDocument/2006/relationships/oleObject" Target="../embeddings/oleObject12.bin"/><Relationship Id="rId10" Type="http://schemas.openxmlformats.org/officeDocument/2006/relationships/image" Target="../media/image11.emf"/><Relationship Id="rId4" Type="http://schemas.openxmlformats.org/officeDocument/2006/relationships/image" Target="../media/image8.emf"/><Relationship Id="rId9" Type="http://schemas.openxmlformats.org/officeDocument/2006/relationships/oleObject" Target="../embeddings/oleObject10.bin"/><Relationship Id="rId14" Type="http://schemas.openxmlformats.org/officeDocument/2006/relationships/image" Target="../media/image12.emf"/></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20.emf"/><Relationship Id="rId18" Type="http://schemas.openxmlformats.org/officeDocument/2006/relationships/oleObject" Target="../embeddings/oleObject20.bin"/><Relationship Id="rId3" Type="http://schemas.openxmlformats.org/officeDocument/2006/relationships/image" Target="../media/image24.jpeg"/><Relationship Id="rId7" Type="http://schemas.openxmlformats.org/officeDocument/2006/relationships/image" Target="../media/image17.emf"/><Relationship Id="rId12" Type="http://schemas.openxmlformats.org/officeDocument/2006/relationships/oleObject" Target="../embeddings/oleObject17.bin"/><Relationship Id="rId17" Type="http://schemas.openxmlformats.org/officeDocument/2006/relationships/image" Target="../media/image22.emf"/><Relationship Id="rId2" Type="http://schemas.openxmlformats.org/officeDocument/2006/relationships/slideLayout" Target="../slideLayouts/slideLayout7.xml"/><Relationship Id="rId16" Type="http://schemas.openxmlformats.org/officeDocument/2006/relationships/oleObject" Target="../embeddings/oleObject19.bin"/><Relationship Id="rId1" Type="http://schemas.openxmlformats.org/officeDocument/2006/relationships/vmlDrawing" Target="../drawings/vmlDrawing4.vml"/><Relationship Id="rId6" Type="http://schemas.openxmlformats.org/officeDocument/2006/relationships/oleObject" Target="../embeddings/oleObject14.bin"/><Relationship Id="rId11" Type="http://schemas.openxmlformats.org/officeDocument/2006/relationships/image" Target="../media/image19.emf"/><Relationship Id="rId5" Type="http://schemas.openxmlformats.org/officeDocument/2006/relationships/image" Target="../media/image16.emf"/><Relationship Id="rId15" Type="http://schemas.openxmlformats.org/officeDocument/2006/relationships/image" Target="../media/image21.emf"/><Relationship Id="rId10" Type="http://schemas.openxmlformats.org/officeDocument/2006/relationships/oleObject" Target="../embeddings/oleObject16.bin"/><Relationship Id="rId19" Type="http://schemas.openxmlformats.org/officeDocument/2006/relationships/image" Target="../media/image23.emf"/><Relationship Id="rId4" Type="http://schemas.openxmlformats.org/officeDocument/2006/relationships/oleObject" Target="../embeddings/oleObject13.bin"/><Relationship Id="rId9" Type="http://schemas.openxmlformats.org/officeDocument/2006/relationships/image" Target="../media/image18.emf"/><Relationship Id="rId14" Type="http://schemas.openxmlformats.org/officeDocument/2006/relationships/oleObject" Target="../embeddings/oleObject18.bin"/></Relationships>
</file>

<file path=ppt/slides/_rels/slide6.xml.rels><?xml version="1.0" encoding="UTF-8" standalone="yes"?>
<Relationships xmlns="http://schemas.openxmlformats.org/package/2006/relationships"><Relationship Id="rId8" Type="http://schemas.openxmlformats.org/officeDocument/2006/relationships/image" Target="../media/image27.emf"/><Relationship Id="rId13" Type="http://schemas.openxmlformats.org/officeDocument/2006/relationships/oleObject" Target="../embeddings/oleObject25.bin"/><Relationship Id="rId18" Type="http://schemas.openxmlformats.org/officeDocument/2006/relationships/image" Target="../media/image31.emf"/><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34.jpeg"/><Relationship Id="rId17" Type="http://schemas.openxmlformats.org/officeDocument/2006/relationships/oleObject" Target="../embeddings/oleObject27.bin"/><Relationship Id="rId2" Type="http://schemas.openxmlformats.org/officeDocument/2006/relationships/slideLayout" Target="../slideLayouts/slideLayout7.xml"/><Relationship Id="rId16" Type="http://schemas.openxmlformats.org/officeDocument/2006/relationships/image" Target="../media/image30.emf"/><Relationship Id="rId20" Type="http://schemas.openxmlformats.org/officeDocument/2006/relationships/image" Target="../media/image32.emf"/><Relationship Id="rId1" Type="http://schemas.openxmlformats.org/officeDocument/2006/relationships/vmlDrawing" Target="../drawings/vmlDrawing5.vml"/><Relationship Id="rId6" Type="http://schemas.openxmlformats.org/officeDocument/2006/relationships/image" Target="../media/image26.emf"/><Relationship Id="rId11" Type="http://schemas.openxmlformats.org/officeDocument/2006/relationships/image" Target="../media/image33.jpeg"/><Relationship Id="rId5" Type="http://schemas.openxmlformats.org/officeDocument/2006/relationships/oleObject" Target="../embeddings/oleObject22.bin"/><Relationship Id="rId15" Type="http://schemas.openxmlformats.org/officeDocument/2006/relationships/oleObject" Target="../embeddings/oleObject26.bin"/><Relationship Id="rId10" Type="http://schemas.openxmlformats.org/officeDocument/2006/relationships/image" Target="../media/image28.emf"/><Relationship Id="rId19" Type="http://schemas.openxmlformats.org/officeDocument/2006/relationships/oleObject" Target="../embeddings/oleObject28.bin"/><Relationship Id="rId4" Type="http://schemas.openxmlformats.org/officeDocument/2006/relationships/image" Target="../media/image25.emf"/><Relationship Id="rId9" Type="http://schemas.openxmlformats.org/officeDocument/2006/relationships/oleObject" Target="../embeddings/oleObject24.bin"/><Relationship Id="rId14" Type="http://schemas.openxmlformats.org/officeDocument/2006/relationships/image" Target="../media/image29.emf"/></Relationships>
</file>

<file path=ppt/slides/_rels/slide7.xml.rels><?xml version="1.0" encoding="UTF-8" standalone="yes"?>
<Relationships xmlns="http://schemas.openxmlformats.org/package/2006/relationships"><Relationship Id="rId8" Type="http://schemas.openxmlformats.org/officeDocument/2006/relationships/image" Target="../media/image37.emf"/><Relationship Id="rId13" Type="http://schemas.openxmlformats.org/officeDocument/2006/relationships/oleObject" Target="../embeddings/oleObject34.bin"/><Relationship Id="rId3" Type="http://schemas.openxmlformats.org/officeDocument/2006/relationships/oleObject" Target="../embeddings/oleObject29.bin"/><Relationship Id="rId7" Type="http://schemas.openxmlformats.org/officeDocument/2006/relationships/oleObject" Target="../embeddings/oleObject31.bin"/><Relationship Id="rId12" Type="http://schemas.openxmlformats.org/officeDocument/2006/relationships/image" Target="../media/image39.emf"/><Relationship Id="rId2" Type="http://schemas.openxmlformats.org/officeDocument/2006/relationships/slideLayout" Target="../slideLayouts/slideLayout7.xml"/><Relationship Id="rId16" Type="http://schemas.openxmlformats.org/officeDocument/2006/relationships/image" Target="../media/image41.emf"/><Relationship Id="rId1" Type="http://schemas.openxmlformats.org/officeDocument/2006/relationships/vmlDrawing" Target="../drawings/vmlDrawing6.vml"/><Relationship Id="rId6" Type="http://schemas.openxmlformats.org/officeDocument/2006/relationships/image" Target="../media/image36.emf"/><Relationship Id="rId11" Type="http://schemas.openxmlformats.org/officeDocument/2006/relationships/oleObject" Target="../embeddings/oleObject33.bin"/><Relationship Id="rId5" Type="http://schemas.openxmlformats.org/officeDocument/2006/relationships/oleObject" Target="../embeddings/oleObject30.bin"/><Relationship Id="rId15" Type="http://schemas.openxmlformats.org/officeDocument/2006/relationships/oleObject" Target="../embeddings/oleObject35.bin"/><Relationship Id="rId10" Type="http://schemas.openxmlformats.org/officeDocument/2006/relationships/image" Target="../media/image38.emf"/><Relationship Id="rId4" Type="http://schemas.openxmlformats.org/officeDocument/2006/relationships/image" Target="../media/image35.emf"/><Relationship Id="rId9" Type="http://schemas.openxmlformats.org/officeDocument/2006/relationships/oleObject" Target="../embeddings/oleObject32.bin"/><Relationship Id="rId14" Type="http://schemas.openxmlformats.org/officeDocument/2006/relationships/image" Target="../media/image40.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36.bin"/><Relationship Id="rId7"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43.wmf"/><Relationship Id="rId5" Type="http://schemas.openxmlformats.org/officeDocument/2006/relationships/oleObject" Target="../embeddings/oleObject37.bin"/><Relationship Id="rId10" Type="http://schemas.openxmlformats.org/officeDocument/2006/relationships/image" Target="../media/image45.wmf"/><Relationship Id="rId4" Type="http://schemas.openxmlformats.org/officeDocument/2006/relationships/image" Target="../media/image42.wmf"/><Relationship Id="rId9" Type="http://schemas.openxmlformats.org/officeDocument/2006/relationships/oleObject" Target="../embeddings/oleObject39.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47.wmf"/><Relationship Id="rId5" Type="http://schemas.openxmlformats.org/officeDocument/2006/relationships/oleObject" Target="../embeddings/oleObject41.bin"/><Relationship Id="rId4" Type="http://schemas.openxmlformats.org/officeDocument/2006/relationships/image" Target="../media/image46.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44.bin"/><Relationship Id="rId13" Type="http://schemas.openxmlformats.org/officeDocument/2006/relationships/image" Target="../media/image53.png"/><Relationship Id="rId3" Type="http://schemas.openxmlformats.org/officeDocument/2006/relationships/notesSlide" Target="../notesSlides/notesSlide3.xml"/><Relationship Id="rId7" Type="http://schemas.openxmlformats.org/officeDocument/2006/relationships/image" Target="../media/image49.wmf"/><Relationship Id="rId12" Type="http://schemas.openxmlformats.org/officeDocument/2006/relationships/image" Target="../media/image52.png"/><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43.bin"/><Relationship Id="rId11" Type="http://schemas.openxmlformats.org/officeDocument/2006/relationships/image" Target="../media/image51.wmf"/><Relationship Id="rId5" Type="http://schemas.openxmlformats.org/officeDocument/2006/relationships/image" Target="../media/image48.wmf"/><Relationship Id="rId10" Type="http://schemas.openxmlformats.org/officeDocument/2006/relationships/oleObject" Target="../embeddings/oleObject45.bin"/><Relationship Id="rId4" Type="http://schemas.openxmlformats.org/officeDocument/2006/relationships/oleObject" Target="../embeddings/oleObject42.bin"/><Relationship Id="rId9" Type="http://schemas.openxmlformats.org/officeDocument/2006/relationships/image" Target="../media/image50.wmf"/><Relationship Id="rId14" Type="http://schemas.openxmlformats.org/officeDocument/2006/relationships/image" Target="../media/image54.png"/></Relationships>
</file>

<file path=ppt/slides/_rels/slide13.xml.rels><?xml version="1.0" encoding="UTF-8" standalone="yes"?>
<Relationships xmlns="http://schemas.openxmlformats.org/package/2006/relationships"><Relationship Id="rId13" Type="http://schemas.openxmlformats.org/officeDocument/2006/relationships/oleObject" Target="../embeddings/oleObject51.bin"/><Relationship Id="rId18" Type="http://schemas.openxmlformats.org/officeDocument/2006/relationships/image" Target="../media/image59.emf"/><Relationship Id="rId26" Type="http://schemas.openxmlformats.org/officeDocument/2006/relationships/image" Target="../media/image63.emf"/><Relationship Id="rId39" Type="http://schemas.openxmlformats.org/officeDocument/2006/relationships/oleObject" Target="../embeddings/oleObject64.bin"/><Relationship Id="rId21" Type="http://schemas.openxmlformats.org/officeDocument/2006/relationships/oleObject" Target="../embeddings/oleObject55.bin"/><Relationship Id="rId34" Type="http://schemas.openxmlformats.org/officeDocument/2006/relationships/image" Target="../media/image67.emf"/><Relationship Id="rId42" Type="http://schemas.openxmlformats.org/officeDocument/2006/relationships/image" Target="../media/image71.emf"/><Relationship Id="rId47" Type="http://schemas.openxmlformats.org/officeDocument/2006/relationships/oleObject" Target="../embeddings/oleObject68.bin"/><Relationship Id="rId50" Type="http://schemas.openxmlformats.org/officeDocument/2006/relationships/image" Target="../media/image75.emf"/><Relationship Id="rId7" Type="http://schemas.openxmlformats.org/officeDocument/2006/relationships/oleObject" Target="../embeddings/oleObject48.bin"/><Relationship Id="rId2" Type="http://schemas.openxmlformats.org/officeDocument/2006/relationships/slideLayout" Target="../slideLayouts/slideLayout7.xml"/><Relationship Id="rId16" Type="http://schemas.openxmlformats.org/officeDocument/2006/relationships/image" Target="../media/image58.emf"/><Relationship Id="rId29" Type="http://schemas.openxmlformats.org/officeDocument/2006/relationships/oleObject" Target="../embeddings/oleObject59.bin"/><Relationship Id="rId11" Type="http://schemas.openxmlformats.org/officeDocument/2006/relationships/oleObject" Target="../embeddings/oleObject50.bin"/><Relationship Id="rId24" Type="http://schemas.openxmlformats.org/officeDocument/2006/relationships/image" Target="../media/image62.emf"/><Relationship Id="rId32" Type="http://schemas.openxmlformats.org/officeDocument/2006/relationships/image" Target="../media/image66.emf"/><Relationship Id="rId37" Type="http://schemas.openxmlformats.org/officeDocument/2006/relationships/oleObject" Target="../embeddings/oleObject63.bin"/><Relationship Id="rId40" Type="http://schemas.openxmlformats.org/officeDocument/2006/relationships/image" Target="../media/image70.emf"/><Relationship Id="rId45" Type="http://schemas.openxmlformats.org/officeDocument/2006/relationships/oleObject" Target="../embeddings/oleObject67.bin"/><Relationship Id="rId5" Type="http://schemas.openxmlformats.org/officeDocument/2006/relationships/oleObject" Target="../embeddings/oleObject47.bin"/><Relationship Id="rId15" Type="http://schemas.openxmlformats.org/officeDocument/2006/relationships/oleObject" Target="../embeddings/oleObject52.bin"/><Relationship Id="rId23" Type="http://schemas.openxmlformats.org/officeDocument/2006/relationships/oleObject" Target="../embeddings/oleObject56.bin"/><Relationship Id="rId28" Type="http://schemas.openxmlformats.org/officeDocument/2006/relationships/image" Target="../media/image64.emf"/><Relationship Id="rId36" Type="http://schemas.openxmlformats.org/officeDocument/2006/relationships/image" Target="../media/image68.emf"/><Relationship Id="rId49" Type="http://schemas.openxmlformats.org/officeDocument/2006/relationships/oleObject" Target="../embeddings/oleObject69.bin"/><Relationship Id="rId10" Type="http://schemas.openxmlformats.org/officeDocument/2006/relationships/image" Target="../media/image55.emf"/><Relationship Id="rId19" Type="http://schemas.openxmlformats.org/officeDocument/2006/relationships/oleObject" Target="../embeddings/oleObject54.bin"/><Relationship Id="rId31" Type="http://schemas.openxmlformats.org/officeDocument/2006/relationships/oleObject" Target="../embeddings/oleObject60.bin"/><Relationship Id="rId44" Type="http://schemas.openxmlformats.org/officeDocument/2006/relationships/image" Target="../media/image72.emf"/><Relationship Id="rId52" Type="http://schemas.openxmlformats.org/officeDocument/2006/relationships/image" Target="../media/image76.emf"/><Relationship Id="rId4" Type="http://schemas.openxmlformats.org/officeDocument/2006/relationships/image" Target="../media/image52.emf"/><Relationship Id="rId9" Type="http://schemas.openxmlformats.org/officeDocument/2006/relationships/oleObject" Target="../embeddings/oleObject49.bin"/><Relationship Id="rId14" Type="http://schemas.openxmlformats.org/officeDocument/2006/relationships/image" Target="../media/image57.emf"/><Relationship Id="rId22" Type="http://schemas.openxmlformats.org/officeDocument/2006/relationships/image" Target="../media/image61.emf"/><Relationship Id="rId27" Type="http://schemas.openxmlformats.org/officeDocument/2006/relationships/oleObject" Target="../embeddings/oleObject58.bin"/><Relationship Id="rId30" Type="http://schemas.openxmlformats.org/officeDocument/2006/relationships/image" Target="../media/image65.emf"/><Relationship Id="rId35" Type="http://schemas.openxmlformats.org/officeDocument/2006/relationships/oleObject" Target="../embeddings/oleObject62.bin"/><Relationship Id="rId43" Type="http://schemas.openxmlformats.org/officeDocument/2006/relationships/oleObject" Target="../embeddings/oleObject66.bin"/><Relationship Id="rId48" Type="http://schemas.openxmlformats.org/officeDocument/2006/relationships/image" Target="../media/image74.emf"/><Relationship Id="rId8" Type="http://schemas.openxmlformats.org/officeDocument/2006/relationships/image" Target="../media/image54.emf"/><Relationship Id="rId51" Type="http://schemas.openxmlformats.org/officeDocument/2006/relationships/oleObject" Target="../embeddings/oleObject70.bin"/><Relationship Id="rId3" Type="http://schemas.openxmlformats.org/officeDocument/2006/relationships/oleObject" Target="../embeddings/oleObject46.bin"/><Relationship Id="rId12" Type="http://schemas.openxmlformats.org/officeDocument/2006/relationships/image" Target="../media/image56.emf"/><Relationship Id="rId17" Type="http://schemas.openxmlformats.org/officeDocument/2006/relationships/oleObject" Target="../embeddings/oleObject53.bin"/><Relationship Id="rId25" Type="http://schemas.openxmlformats.org/officeDocument/2006/relationships/oleObject" Target="../embeddings/oleObject57.bin"/><Relationship Id="rId33" Type="http://schemas.openxmlformats.org/officeDocument/2006/relationships/oleObject" Target="../embeddings/oleObject61.bin"/><Relationship Id="rId38" Type="http://schemas.openxmlformats.org/officeDocument/2006/relationships/image" Target="../media/image69.emf"/><Relationship Id="rId46" Type="http://schemas.openxmlformats.org/officeDocument/2006/relationships/image" Target="../media/image73.emf"/><Relationship Id="rId20" Type="http://schemas.openxmlformats.org/officeDocument/2006/relationships/image" Target="../media/image60.emf"/><Relationship Id="rId41" Type="http://schemas.openxmlformats.org/officeDocument/2006/relationships/oleObject" Target="../embeddings/oleObject65.bin"/><Relationship Id="rId1" Type="http://schemas.openxmlformats.org/officeDocument/2006/relationships/vmlDrawing" Target="../drawings/vmlDrawing10.vml"/><Relationship Id="rId6" Type="http://schemas.openxmlformats.org/officeDocument/2006/relationships/image" Target="../media/image53.emf"/></Relationships>
</file>

<file path=ppt/slides/_rels/slide14.xml.rels><?xml version="1.0" encoding="UTF-8" standalone="yes"?>
<Relationships xmlns="http://schemas.openxmlformats.org/package/2006/relationships"><Relationship Id="rId8" Type="http://schemas.openxmlformats.org/officeDocument/2006/relationships/image" Target="../media/image79.emf"/><Relationship Id="rId3" Type="http://schemas.openxmlformats.org/officeDocument/2006/relationships/oleObject" Target="../embeddings/oleObject71.bin"/><Relationship Id="rId7" Type="http://schemas.openxmlformats.org/officeDocument/2006/relationships/oleObject" Target="../embeddings/oleObject73.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78.emf"/><Relationship Id="rId11" Type="http://schemas.openxmlformats.org/officeDocument/2006/relationships/image" Target="../media/image81.png"/><Relationship Id="rId5" Type="http://schemas.openxmlformats.org/officeDocument/2006/relationships/oleObject" Target="../embeddings/oleObject72.bin"/><Relationship Id="rId10" Type="http://schemas.openxmlformats.org/officeDocument/2006/relationships/image" Target="../media/image80.emf"/><Relationship Id="rId4" Type="http://schemas.openxmlformats.org/officeDocument/2006/relationships/image" Target="../media/image77.emf"/><Relationship Id="rId9" Type="http://schemas.openxmlformats.org/officeDocument/2006/relationships/oleObject" Target="../embeddings/oleObject74.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84.emf"/><Relationship Id="rId13" Type="http://schemas.openxmlformats.org/officeDocument/2006/relationships/oleObject" Target="../embeddings/oleObject80.bin"/><Relationship Id="rId18" Type="http://schemas.openxmlformats.org/officeDocument/2006/relationships/image" Target="../media/image89.emf"/><Relationship Id="rId3" Type="http://schemas.openxmlformats.org/officeDocument/2006/relationships/oleObject" Target="../embeddings/oleObject75.bin"/><Relationship Id="rId21" Type="http://schemas.openxmlformats.org/officeDocument/2006/relationships/oleObject" Target="../embeddings/oleObject84.bin"/><Relationship Id="rId7" Type="http://schemas.openxmlformats.org/officeDocument/2006/relationships/oleObject" Target="../embeddings/oleObject77.bin"/><Relationship Id="rId12" Type="http://schemas.openxmlformats.org/officeDocument/2006/relationships/image" Target="../media/image86.emf"/><Relationship Id="rId17" Type="http://schemas.openxmlformats.org/officeDocument/2006/relationships/oleObject" Target="../embeddings/oleObject82.bin"/><Relationship Id="rId2" Type="http://schemas.openxmlformats.org/officeDocument/2006/relationships/slideLayout" Target="../slideLayouts/slideLayout7.xml"/><Relationship Id="rId16" Type="http://schemas.openxmlformats.org/officeDocument/2006/relationships/image" Target="../media/image88.emf"/><Relationship Id="rId20" Type="http://schemas.openxmlformats.org/officeDocument/2006/relationships/image" Target="../media/image90.emf"/><Relationship Id="rId1" Type="http://schemas.openxmlformats.org/officeDocument/2006/relationships/vmlDrawing" Target="../drawings/vmlDrawing12.vml"/><Relationship Id="rId6" Type="http://schemas.openxmlformats.org/officeDocument/2006/relationships/image" Target="../media/image83.emf"/><Relationship Id="rId11" Type="http://schemas.openxmlformats.org/officeDocument/2006/relationships/oleObject" Target="../embeddings/oleObject79.bin"/><Relationship Id="rId24" Type="http://schemas.openxmlformats.org/officeDocument/2006/relationships/image" Target="../media/image92.emf"/><Relationship Id="rId5" Type="http://schemas.openxmlformats.org/officeDocument/2006/relationships/oleObject" Target="../embeddings/oleObject76.bin"/><Relationship Id="rId15" Type="http://schemas.openxmlformats.org/officeDocument/2006/relationships/oleObject" Target="../embeddings/oleObject81.bin"/><Relationship Id="rId23" Type="http://schemas.openxmlformats.org/officeDocument/2006/relationships/oleObject" Target="../embeddings/oleObject85.bin"/><Relationship Id="rId10" Type="http://schemas.openxmlformats.org/officeDocument/2006/relationships/image" Target="../media/image85.emf"/><Relationship Id="rId19" Type="http://schemas.openxmlformats.org/officeDocument/2006/relationships/oleObject" Target="../embeddings/oleObject83.bin"/><Relationship Id="rId4" Type="http://schemas.openxmlformats.org/officeDocument/2006/relationships/image" Target="../media/image82.emf"/><Relationship Id="rId9" Type="http://schemas.openxmlformats.org/officeDocument/2006/relationships/oleObject" Target="../embeddings/oleObject78.bin"/><Relationship Id="rId14" Type="http://schemas.openxmlformats.org/officeDocument/2006/relationships/image" Target="../media/image87.emf"/><Relationship Id="rId22" Type="http://schemas.openxmlformats.org/officeDocument/2006/relationships/image" Target="../media/image91.emf"/></Relationships>
</file>

<file path=ppt/slides/_rels/slide17.xml.rels><?xml version="1.0" encoding="UTF-8" standalone="yes"?>
<Relationships xmlns="http://schemas.openxmlformats.org/package/2006/relationships"><Relationship Id="rId8" Type="http://schemas.openxmlformats.org/officeDocument/2006/relationships/image" Target="../media/image95.emf"/><Relationship Id="rId13" Type="http://schemas.openxmlformats.org/officeDocument/2006/relationships/oleObject" Target="../embeddings/oleObject91.bin"/><Relationship Id="rId18" Type="http://schemas.openxmlformats.org/officeDocument/2006/relationships/image" Target="../media/image100.emf"/><Relationship Id="rId26" Type="http://schemas.openxmlformats.org/officeDocument/2006/relationships/image" Target="../media/image104.emf"/><Relationship Id="rId3" Type="http://schemas.openxmlformats.org/officeDocument/2006/relationships/oleObject" Target="../embeddings/oleObject86.bin"/><Relationship Id="rId21" Type="http://schemas.openxmlformats.org/officeDocument/2006/relationships/oleObject" Target="../embeddings/oleObject95.bin"/><Relationship Id="rId7" Type="http://schemas.openxmlformats.org/officeDocument/2006/relationships/oleObject" Target="../embeddings/oleObject88.bin"/><Relationship Id="rId12" Type="http://schemas.openxmlformats.org/officeDocument/2006/relationships/image" Target="../media/image97.emf"/><Relationship Id="rId17" Type="http://schemas.openxmlformats.org/officeDocument/2006/relationships/oleObject" Target="../embeddings/oleObject93.bin"/><Relationship Id="rId25" Type="http://schemas.openxmlformats.org/officeDocument/2006/relationships/oleObject" Target="../embeddings/oleObject97.bin"/><Relationship Id="rId2" Type="http://schemas.openxmlformats.org/officeDocument/2006/relationships/slideLayout" Target="../slideLayouts/slideLayout7.xml"/><Relationship Id="rId16" Type="http://schemas.openxmlformats.org/officeDocument/2006/relationships/image" Target="../media/image99.emf"/><Relationship Id="rId20" Type="http://schemas.openxmlformats.org/officeDocument/2006/relationships/image" Target="../media/image101.emf"/><Relationship Id="rId1" Type="http://schemas.openxmlformats.org/officeDocument/2006/relationships/vmlDrawing" Target="../drawings/vmlDrawing13.vml"/><Relationship Id="rId6" Type="http://schemas.openxmlformats.org/officeDocument/2006/relationships/image" Target="../media/image94.emf"/><Relationship Id="rId11" Type="http://schemas.openxmlformats.org/officeDocument/2006/relationships/oleObject" Target="../embeddings/oleObject90.bin"/><Relationship Id="rId24" Type="http://schemas.openxmlformats.org/officeDocument/2006/relationships/image" Target="../media/image103.emf"/><Relationship Id="rId5" Type="http://schemas.openxmlformats.org/officeDocument/2006/relationships/oleObject" Target="../embeddings/oleObject87.bin"/><Relationship Id="rId15" Type="http://schemas.openxmlformats.org/officeDocument/2006/relationships/oleObject" Target="../embeddings/oleObject92.bin"/><Relationship Id="rId23" Type="http://schemas.openxmlformats.org/officeDocument/2006/relationships/oleObject" Target="../embeddings/oleObject96.bin"/><Relationship Id="rId10" Type="http://schemas.openxmlformats.org/officeDocument/2006/relationships/image" Target="../media/image96.emf"/><Relationship Id="rId19" Type="http://schemas.openxmlformats.org/officeDocument/2006/relationships/oleObject" Target="../embeddings/oleObject94.bin"/><Relationship Id="rId4" Type="http://schemas.openxmlformats.org/officeDocument/2006/relationships/image" Target="../media/image93.emf"/><Relationship Id="rId9" Type="http://schemas.openxmlformats.org/officeDocument/2006/relationships/oleObject" Target="../embeddings/oleObject89.bin"/><Relationship Id="rId14" Type="http://schemas.openxmlformats.org/officeDocument/2006/relationships/image" Target="../media/image98.emf"/><Relationship Id="rId22" Type="http://schemas.openxmlformats.org/officeDocument/2006/relationships/image" Target="../media/image102.emf"/></Relationships>
</file>

<file path=ppt/slides/_rels/slide18.xml.rels><?xml version="1.0" encoding="UTF-8" standalone="yes"?>
<Relationships xmlns="http://schemas.openxmlformats.org/package/2006/relationships"><Relationship Id="rId8" Type="http://schemas.openxmlformats.org/officeDocument/2006/relationships/image" Target="../media/image107.emf"/><Relationship Id="rId13" Type="http://schemas.openxmlformats.org/officeDocument/2006/relationships/oleObject" Target="../embeddings/oleObject103.bin"/><Relationship Id="rId18" Type="http://schemas.openxmlformats.org/officeDocument/2006/relationships/image" Target="../media/image112.emf"/><Relationship Id="rId3" Type="http://schemas.openxmlformats.org/officeDocument/2006/relationships/oleObject" Target="../embeddings/oleObject98.bin"/><Relationship Id="rId7" Type="http://schemas.openxmlformats.org/officeDocument/2006/relationships/oleObject" Target="../embeddings/oleObject100.bin"/><Relationship Id="rId12" Type="http://schemas.openxmlformats.org/officeDocument/2006/relationships/image" Target="../media/image109.emf"/><Relationship Id="rId17" Type="http://schemas.openxmlformats.org/officeDocument/2006/relationships/oleObject" Target="../embeddings/oleObject105.bin"/><Relationship Id="rId2" Type="http://schemas.openxmlformats.org/officeDocument/2006/relationships/slideLayout" Target="../slideLayouts/slideLayout7.xml"/><Relationship Id="rId16" Type="http://schemas.openxmlformats.org/officeDocument/2006/relationships/image" Target="../media/image111.emf"/><Relationship Id="rId1" Type="http://schemas.openxmlformats.org/officeDocument/2006/relationships/vmlDrawing" Target="../drawings/vmlDrawing14.vml"/><Relationship Id="rId6" Type="http://schemas.openxmlformats.org/officeDocument/2006/relationships/image" Target="../media/image106.emf"/><Relationship Id="rId11" Type="http://schemas.openxmlformats.org/officeDocument/2006/relationships/oleObject" Target="../embeddings/oleObject102.bin"/><Relationship Id="rId5" Type="http://schemas.openxmlformats.org/officeDocument/2006/relationships/oleObject" Target="../embeddings/oleObject99.bin"/><Relationship Id="rId15" Type="http://schemas.openxmlformats.org/officeDocument/2006/relationships/oleObject" Target="../embeddings/oleObject104.bin"/><Relationship Id="rId10" Type="http://schemas.openxmlformats.org/officeDocument/2006/relationships/image" Target="../media/image108.emf"/><Relationship Id="rId4" Type="http://schemas.openxmlformats.org/officeDocument/2006/relationships/image" Target="../media/image105.emf"/><Relationship Id="rId9" Type="http://schemas.openxmlformats.org/officeDocument/2006/relationships/oleObject" Target="../embeddings/oleObject101.bin"/><Relationship Id="rId14" Type="http://schemas.openxmlformats.org/officeDocument/2006/relationships/image" Target="../media/image110.emf"/></Relationships>
</file>

<file path=ppt/slides/_rels/slide19.xml.rels><?xml version="1.0" encoding="UTF-8" standalone="yes"?>
<Relationships xmlns="http://schemas.openxmlformats.org/package/2006/relationships"><Relationship Id="rId8" Type="http://schemas.openxmlformats.org/officeDocument/2006/relationships/image" Target="../media/image115.emf"/><Relationship Id="rId13" Type="http://schemas.openxmlformats.org/officeDocument/2006/relationships/oleObject" Target="../embeddings/oleObject111.bin"/><Relationship Id="rId18" Type="http://schemas.openxmlformats.org/officeDocument/2006/relationships/image" Target="../media/image120.emf"/><Relationship Id="rId3" Type="http://schemas.openxmlformats.org/officeDocument/2006/relationships/oleObject" Target="../embeddings/oleObject106.bin"/><Relationship Id="rId7" Type="http://schemas.openxmlformats.org/officeDocument/2006/relationships/oleObject" Target="../embeddings/oleObject108.bin"/><Relationship Id="rId12" Type="http://schemas.openxmlformats.org/officeDocument/2006/relationships/image" Target="../media/image117.emf"/><Relationship Id="rId17" Type="http://schemas.openxmlformats.org/officeDocument/2006/relationships/oleObject" Target="../embeddings/oleObject113.bin"/><Relationship Id="rId2" Type="http://schemas.openxmlformats.org/officeDocument/2006/relationships/slideLayout" Target="../slideLayouts/slideLayout7.xml"/><Relationship Id="rId16" Type="http://schemas.openxmlformats.org/officeDocument/2006/relationships/image" Target="../media/image119.emf"/><Relationship Id="rId1" Type="http://schemas.openxmlformats.org/officeDocument/2006/relationships/vmlDrawing" Target="../drawings/vmlDrawing15.vml"/><Relationship Id="rId6" Type="http://schemas.openxmlformats.org/officeDocument/2006/relationships/image" Target="../media/image114.emf"/><Relationship Id="rId11" Type="http://schemas.openxmlformats.org/officeDocument/2006/relationships/oleObject" Target="../embeddings/oleObject110.bin"/><Relationship Id="rId5" Type="http://schemas.openxmlformats.org/officeDocument/2006/relationships/oleObject" Target="../embeddings/oleObject107.bin"/><Relationship Id="rId15" Type="http://schemas.openxmlformats.org/officeDocument/2006/relationships/oleObject" Target="../embeddings/oleObject112.bin"/><Relationship Id="rId10" Type="http://schemas.openxmlformats.org/officeDocument/2006/relationships/image" Target="../media/image116.emf"/><Relationship Id="rId4" Type="http://schemas.openxmlformats.org/officeDocument/2006/relationships/image" Target="../media/image113.emf"/><Relationship Id="rId9" Type="http://schemas.openxmlformats.org/officeDocument/2006/relationships/oleObject" Target="../embeddings/oleObject109.bin"/><Relationship Id="rId14" Type="http://schemas.openxmlformats.org/officeDocument/2006/relationships/image" Target="../media/image118.emf"/></Relationships>
</file>

<file path=ppt/slides/_rels/slide20.xml.rels><?xml version="1.0" encoding="UTF-8" standalone="yes"?>
<Relationships xmlns="http://schemas.openxmlformats.org/package/2006/relationships"><Relationship Id="rId8" Type="http://schemas.openxmlformats.org/officeDocument/2006/relationships/image" Target="../media/image123.emf"/><Relationship Id="rId13" Type="http://schemas.openxmlformats.org/officeDocument/2006/relationships/oleObject" Target="../embeddings/oleObject119.bin"/><Relationship Id="rId3" Type="http://schemas.openxmlformats.org/officeDocument/2006/relationships/oleObject" Target="../embeddings/oleObject114.bin"/><Relationship Id="rId7" Type="http://schemas.openxmlformats.org/officeDocument/2006/relationships/oleObject" Target="../embeddings/oleObject116.bin"/><Relationship Id="rId12" Type="http://schemas.openxmlformats.org/officeDocument/2006/relationships/image" Target="../media/image125.e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122.emf"/><Relationship Id="rId11" Type="http://schemas.openxmlformats.org/officeDocument/2006/relationships/oleObject" Target="../embeddings/oleObject118.bin"/><Relationship Id="rId5" Type="http://schemas.openxmlformats.org/officeDocument/2006/relationships/oleObject" Target="../embeddings/oleObject115.bin"/><Relationship Id="rId10" Type="http://schemas.openxmlformats.org/officeDocument/2006/relationships/image" Target="../media/image124.emf"/><Relationship Id="rId4" Type="http://schemas.openxmlformats.org/officeDocument/2006/relationships/image" Target="../media/image121.emf"/><Relationship Id="rId9" Type="http://schemas.openxmlformats.org/officeDocument/2006/relationships/oleObject" Target="../embeddings/oleObject117.bin"/><Relationship Id="rId14" Type="http://schemas.openxmlformats.org/officeDocument/2006/relationships/image" Target="../media/image126.emf"/></Relationships>
</file>

<file path=ppt/slides/_rels/slide21.xml.rels><?xml version="1.0" encoding="UTF-8" standalone="yes"?>
<Relationships xmlns="http://schemas.openxmlformats.org/package/2006/relationships"><Relationship Id="rId8" Type="http://schemas.openxmlformats.org/officeDocument/2006/relationships/image" Target="../media/image129.emf"/><Relationship Id="rId13" Type="http://schemas.openxmlformats.org/officeDocument/2006/relationships/oleObject" Target="../embeddings/oleObject125.bin"/><Relationship Id="rId3" Type="http://schemas.openxmlformats.org/officeDocument/2006/relationships/oleObject" Target="../embeddings/oleObject120.bin"/><Relationship Id="rId7" Type="http://schemas.openxmlformats.org/officeDocument/2006/relationships/oleObject" Target="../embeddings/oleObject122.bin"/><Relationship Id="rId12" Type="http://schemas.openxmlformats.org/officeDocument/2006/relationships/image" Target="../media/image131.emf"/><Relationship Id="rId2" Type="http://schemas.openxmlformats.org/officeDocument/2006/relationships/slideLayout" Target="../slideLayouts/slideLayout7.xml"/><Relationship Id="rId16" Type="http://schemas.openxmlformats.org/officeDocument/2006/relationships/image" Target="../media/image133.emf"/><Relationship Id="rId1" Type="http://schemas.openxmlformats.org/officeDocument/2006/relationships/vmlDrawing" Target="../drawings/vmlDrawing17.vml"/><Relationship Id="rId6" Type="http://schemas.openxmlformats.org/officeDocument/2006/relationships/image" Target="../media/image128.emf"/><Relationship Id="rId11" Type="http://schemas.openxmlformats.org/officeDocument/2006/relationships/oleObject" Target="../embeddings/oleObject124.bin"/><Relationship Id="rId5" Type="http://schemas.openxmlformats.org/officeDocument/2006/relationships/oleObject" Target="../embeddings/oleObject121.bin"/><Relationship Id="rId15" Type="http://schemas.openxmlformats.org/officeDocument/2006/relationships/oleObject" Target="../embeddings/oleObject126.bin"/><Relationship Id="rId10" Type="http://schemas.openxmlformats.org/officeDocument/2006/relationships/image" Target="../media/image130.emf"/><Relationship Id="rId4" Type="http://schemas.openxmlformats.org/officeDocument/2006/relationships/image" Target="../media/image127.emf"/><Relationship Id="rId9" Type="http://schemas.openxmlformats.org/officeDocument/2006/relationships/oleObject" Target="../embeddings/oleObject123.bin"/><Relationship Id="rId14" Type="http://schemas.openxmlformats.org/officeDocument/2006/relationships/image" Target="../media/image132.emf"/></Relationships>
</file>

<file path=ppt/slides/_rels/slide22.xml.rels><?xml version="1.0" encoding="UTF-8" standalone="yes"?>
<Relationships xmlns="http://schemas.openxmlformats.org/package/2006/relationships"><Relationship Id="rId8" Type="http://schemas.openxmlformats.org/officeDocument/2006/relationships/image" Target="../media/image136.emf"/><Relationship Id="rId13" Type="http://schemas.openxmlformats.org/officeDocument/2006/relationships/oleObject" Target="../embeddings/oleObject132.bin"/><Relationship Id="rId18" Type="http://schemas.openxmlformats.org/officeDocument/2006/relationships/image" Target="../media/image141.emf"/><Relationship Id="rId3" Type="http://schemas.openxmlformats.org/officeDocument/2006/relationships/oleObject" Target="../embeddings/oleObject127.bin"/><Relationship Id="rId21" Type="http://schemas.openxmlformats.org/officeDocument/2006/relationships/oleObject" Target="../embeddings/oleObject136.bin"/><Relationship Id="rId7" Type="http://schemas.openxmlformats.org/officeDocument/2006/relationships/oleObject" Target="../embeddings/oleObject129.bin"/><Relationship Id="rId12" Type="http://schemas.openxmlformats.org/officeDocument/2006/relationships/image" Target="../media/image138.emf"/><Relationship Id="rId17" Type="http://schemas.openxmlformats.org/officeDocument/2006/relationships/oleObject" Target="../embeddings/oleObject134.bin"/><Relationship Id="rId2" Type="http://schemas.openxmlformats.org/officeDocument/2006/relationships/slideLayout" Target="../slideLayouts/slideLayout7.xml"/><Relationship Id="rId16" Type="http://schemas.openxmlformats.org/officeDocument/2006/relationships/image" Target="../media/image140.emf"/><Relationship Id="rId20" Type="http://schemas.openxmlformats.org/officeDocument/2006/relationships/image" Target="../media/image142.emf"/><Relationship Id="rId1" Type="http://schemas.openxmlformats.org/officeDocument/2006/relationships/vmlDrawing" Target="../drawings/vmlDrawing18.vml"/><Relationship Id="rId6" Type="http://schemas.openxmlformats.org/officeDocument/2006/relationships/image" Target="../media/image135.emf"/><Relationship Id="rId11" Type="http://schemas.openxmlformats.org/officeDocument/2006/relationships/oleObject" Target="../embeddings/oleObject131.bin"/><Relationship Id="rId24" Type="http://schemas.openxmlformats.org/officeDocument/2006/relationships/image" Target="../media/image144.emf"/><Relationship Id="rId5" Type="http://schemas.openxmlformats.org/officeDocument/2006/relationships/oleObject" Target="../embeddings/oleObject128.bin"/><Relationship Id="rId15" Type="http://schemas.openxmlformats.org/officeDocument/2006/relationships/oleObject" Target="../embeddings/oleObject133.bin"/><Relationship Id="rId23" Type="http://schemas.openxmlformats.org/officeDocument/2006/relationships/oleObject" Target="../embeddings/oleObject137.bin"/><Relationship Id="rId10" Type="http://schemas.openxmlformats.org/officeDocument/2006/relationships/image" Target="../media/image137.emf"/><Relationship Id="rId19" Type="http://schemas.openxmlformats.org/officeDocument/2006/relationships/oleObject" Target="../embeddings/oleObject135.bin"/><Relationship Id="rId4" Type="http://schemas.openxmlformats.org/officeDocument/2006/relationships/image" Target="../media/image134.emf"/><Relationship Id="rId9" Type="http://schemas.openxmlformats.org/officeDocument/2006/relationships/oleObject" Target="../embeddings/oleObject130.bin"/><Relationship Id="rId14" Type="http://schemas.openxmlformats.org/officeDocument/2006/relationships/image" Target="../media/image139.emf"/><Relationship Id="rId22" Type="http://schemas.openxmlformats.org/officeDocument/2006/relationships/image" Target="../media/image143.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38.bin"/><Relationship Id="rId2" Type="http://schemas.openxmlformats.org/officeDocument/2006/relationships/slideLayout" Target="../slideLayouts/slideLayout7.xml"/><Relationship Id="rId1" Type="http://schemas.openxmlformats.org/officeDocument/2006/relationships/vmlDrawing" Target="../drawings/vmlDrawing19.vml"/><Relationship Id="rId4" Type="http://schemas.openxmlformats.org/officeDocument/2006/relationships/image" Target="../media/image145.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7.xml"/><Relationship Id="rId6" Type="http://schemas.openxmlformats.org/officeDocument/2006/relationships/image" Target="../media/image150.jpeg"/><Relationship Id="rId5" Type="http://schemas.openxmlformats.org/officeDocument/2006/relationships/image" Target="../media/image149.jpeg"/><Relationship Id="rId4" Type="http://schemas.openxmlformats.org/officeDocument/2006/relationships/image" Target="../media/image148.jpeg"/></Relationships>
</file>

<file path=ppt/slides/_rels/slide26.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image" Target="../media/image151.jpeg"/><Relationship Id="rId1" Type="http://schemas.openxmlformats.org/officeDocument/2006/relationships/slideLayout" Target="../slideLayouts/slideLayout7.xml"/><Relationship Id="rId4" Type="http://schemas.openxmlformats.org/officeDocument/2006/relationships/image" Target="../media/image153.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54.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161.jpeg"/><Relationship Id="rId3" Type="http://schemas.openxmlformats.org/officeDocument/2006/relationships/image" Target="../media/image156.jpeg"/><Relationship Id="rId7" Type="http://schemas.openxmlformats.org/officeDocument/2006/relationships/image" Target="../media/image160.png"/><Relationship Id="rId2" Type="http://schemas.openxmlformats.org/officeDocument/2006/relationships/image" Target="../media/image155.jpeg"/><Relationship Id="rId1" Type="http://schemas.openxmlformats.org/officeDocument/2006/relationships/slideLayout" Target="../slideLayouts/slideLayout6.xml"/><Relationship Id="rId6" Type="http://schemas.openxmlformats.org/officeDocument/2006/relationships/image" Target="../media/image159.jpeg"/><Relationship Id="rId5" Type="http://schemas.openxmlformats.org/officeDocument/2006/relationships/image" Target="../media/image158.png"/><Relationship Id="rId4" Type="http://schemas.openxmlformats.org/officeDocument/2006/relationships/image" Target="../media/image157.jpeg"/></Relationships>
</file>

<file path=ppt/slides/_rels/slide31.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image" Target="../media/image162.jpeg"/><Relationship Id="rId1" Type="http://schemas.openxmlformats.org/officeDocument/2006/relationships/slideLayout" Target="../slideLayouts/slideLayout6.xml"/><Relationship Id="rId5" Type="http://schemas.openxmlformats.org/officeDocument/2006/relationships/image" Target="../media/image165.jpeg"/><Relationship Id="rId4" Type="http://schemas.openxmlformats.org/officeDocument/2006/relationships/image" Target="../media/image164.jpeg"/></Relationships>
</file>

<file path=ppt/slides/_rels/slide32.xml.rels><?xml version="1.0" encoding="UTF-8" standalone="yes"?>
<Relationships xmlns="http://schemas.openxmlformats.org/package/2006/relationships"><Relationship Id="rId2" Type="http://schemas.openxmlformats.org/officeDocument/2006/relationships/image" Target="../media/image166.jpe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image" Target="../media/image167.png"/><Relationship Id="rId1" Type="http://schemas.openxmlformats.org/officeDocument/2006/relationships/slideLayout" Target="../slideLayouts/slideLayout6.xml"/><Relationship Id="rId4" Type="http://schemas.openxmlformats.org/officeDocument/2006/relationships/image" Target="../media/image16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组合 5">
            <a:extLst>
              <a:ext uri="{FF2B5EF4-FFF2-40B4-BE49-F238E27FC236}">
                <a16:creationId xmlns:a16="http://schemas.microsoft.com/office/drawing/2014/main" id="{07E43EF3-D066-4373-A94E-07BA3884BEF6}"/>
              </a:ext>
            </a:extLst>
          </p:cNvPr>
          <p:cNvGrpSpPr>
            <a:grpSpLocks/>
          </p:cNvGrpSpPr>
          <p:nvPr/>
        </p:nvGrpSpPr>
        <p:grpSpPr bwMode="auto">
          <a:xfrm>
            <a:off x="-571500" y="0"/>
            <a:ext cx="10293350" cy="6858000"/>
            <a:chOff x="-571500" y="0"/>
            <a:chExt cx="10293350" cy="6858024"/>
          </a:xfrm>
        </p:grpSpPr>
        <p:pic>
          <p:nvPicPr>
            <p:cNvPr id="5" name="Picture 4">
              <a:extLst>
                <a:ext uri="{FF2B5EF4-FFF2-40B4-BE49-F238E27FC236}">
                  <a16:creationId xmlns:a16="http://schemas.microsoft.com/office/drawing/2014/main" id="{B454AEDA-DF76-464B-B275-DA37D0B06A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0"/>
              <a:ext cx="10293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4">
              <a:extLst>
                <a:ext uri="{FF2B5EF4-FFF2-40B4-BE49-F238E27FC236}">
                  <a16:creationId xmlns:a16="http://schemas.microsoft.com/office/drawing/2014/main" id="{957412E8-7F55-49AC-9415-861153D003C5}"/>
                </a:ext>
              </a:extLst>
            </p:cNvPr>
            <p:cNvSpPr>
              <a:spLocks noChangeArrowheads="1"/>
            </p:cNvSpPr>
            <p:nvPr/>
          </p:nvSpPr>
          <p:spPr bwMode="auto">
            <a:xfrm>
              <a:off x="6444208" y="6457914"/>
              <a:ext cx="2619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dirty="0">
                  <a:solidFill>
                    <a:srgbClr val="FF0000"/>
                  </a:solidFill>
                </a:rPr>
                <a:t>Yosemite National Park</a:t>
              </a:r>
              <a:endParaRPr lang="zh-CN" altLang="en-US" sz="2000" dirty="0">
                <a:solidFill>
                  <a:srgbClr val="FF0000"/>
                </a:solidFill>
              </a:endParaRPr>
            </a:p>
          </p:txBody>
        </p:sp>
      </p:grpSp>
      <p:sp>
        <p:nvSpPr>
          <p:cNvPr id="7" name="Text Box 1039"/>
          <p:cNvSpPr txBox="1">
            <a:spLocks noChangeArrowheads="1"/>
          </p:cNvSpPr>
          <p:nvPr/>
        </p:nvSpPr>
        <p:spPr bwMode="auto">
          <a:xfrm>
            <a:off x="1295400" y="3705225"/>
            <a:ext cx="6705600" cy="1758950"/>
          </a:xfrm>
          <a:prstGeom prst="rect">
            <a:avLst/>
          </a:prstGeom>
          <a:noFill/>
          <a:ln w="9525">
            <a:noFill/>
            <a:miter lim="800000"/>
          </a:ln>
          <a:effectLst/>
        </p:spPr>
        <p:txBody>
          <a:bodyPr>
            <a:spAutoFit/>
          </a:bodyPr>
          <a:lstStyle/>
          <a:p>
            <a:pPr algn="ctr" eaLnBrk="1" hangingPunct="1">
              <a:lnSpc>
                <a:spcPct val="75000"/>
              </a:lnSpc>
              <a:defRPr/>
            </a:pPr>
            <a:r>
              <a:rPr lang="en-US" altLang="zh-CN" sz="4000" dirty="0">
                <a:solidFill>
                  <a:srgbClr val="FFFF00"/>
                </a:solidFill>
                <a:effectLst>
                  <a:outerShdw blurRad="38100" dist="38100" dir="2700000" algn="tl">
                    <a:srgbClr val="000000"/>
                  </a:outerShdw>
                </a:effectLst>
              </a:rPr>
              <a:t>Xi’an  </a:t>
            </a:r>
            <a:r>
              <a:rPr lang="en-US" altLang="zh-CN" sz="4000" dirty="0" err="1">
                <a:solidFill>
                  <a:srgbClr val="FFFF00"/>
                </a:solidFill>
                <a:effectLst>
                  <a:outerShdw blurRad="38100" dist="38100" dir="2700000" algn="tl">
                    <a:srgbClr val="000000"/>
                  </a:outerShdw>
                </a:effectLst>
              </a:rPr>
              <a:t>Jiaotong</a:t>
            </a:r>
            <a:r>
              <a:rPr lang="en-US" altLang="zh-CN" sz="4000" dirty="0">
                <a:solidFill>
                  <a:srgbClr val="FFFF00"/>
                </a:solidFill>
                <a:effectLst>
                  <a:outerShdw blurRad="38100" dist="38100" dir="2700000" algn="tl">
                    <a:srgbClr val="000000"/>
                  </a:outerShdw>
                </a:effectLst>
              </a:rPr>
              <a:t>  University</a:t>
            </a:r>
          </a:p>
          <a:p>
            <a:pPr algn="ctr" eaLnBrk="1" hangingPunct="1">
              <a:lnSpc>
                <a:spcPct val="75000"/>
              </a:lnSpc>
              <a:defRPr/>
            </a:pPr>
            <a:endParaRPr lang="zh-CN" altLang="en-US" sz="4000" dirty="0">
              <a:solidFill>
                <a:srgbClr val="FFFF00"/>
              </a:solidFill>
              <a:effectLst>
                <a:outerShdw blurRad="38100" dist="38100" dir="2700000" algn="tl">
                  <a:srgbClr val="000000"/>
                </a:outerShdw>
              </a:effectLst>
              <a:latin typeface="Arial" panose="020B0604020202020204" pitchFamily="34" charset="0"/>
              <a:ea typeface="楷体_GB2312" pitchFamily="49" charset="-122"/>
            </a:endParaRPr>
          </a:p>
          <a:p>
            <a:pPr algn="ctr" eaLnBrk="1" hangingPunct="1">
              <a:lnSpc>
                <a:spcPct val="75000"/>
              </a:lnSpc>
              <a:defRPr/>
            </a:pPr>
            <a:endParaRPr lang="en-US" altLang="zh-CN" sz="2800" dirty="0">
              <a:solidFill>
                <a:srgbClr val="FFFF00"/>
              </a:solidFill>
              <a:effectLst>
                <a:outerShdw blurRad="38100" dist="38100" dir="2700000" algn="tl">
                  <a:srgbClr val="000000"/>
                </a:outerShdw>
              </a:effectLst>
              <a:latin typeface="Arial" panose="020B0604020202020204" pitchFamily="34" charset="0"/>
              <a:ea typeface="华文仿宋" panose="02010600040101010101" pitchFamily="17" charset="-122"/>
            </a:endParaRPr>
          </a:p>
          <a:p>
            <a:pPr algn="ctr" eaLnBrk="1" hangingPunct="1">
              <a:lnSpc>
                <a:spcPct val="75000"/>
              </a:lnSpc>
              <a:defRPr/>
            </a:pPr>
            <a:r>
              <a:rPr lang="en-US" altLang="zh-CN" sz="3600" dirty="0">
                <a:solidFill>
                  <a:srgbClr val="FFFF00"/>
                </a:solidFill>
                <a:effectLst>
                  <a:outerShdw blurRad="38100" dist="38100" dir="2700000" algn="tl">
                    <a:srgbClr val="000000"/>
                  </a:outerShdw>
                </a:effectLst>
                <a:ea typeface="华文仿宋" panose="02010600040101010101" pitchFamily="17" charset="-122"/>
              </a:rPr>
              <a:t>Dec. 23, 2025</a:t>
            </a:r>
          </a:p>
        </p:txBody>
      </p:sp>
      <p:sp>
        <p:nvSpPr>
          <p:cNvPr id="4099" name="WordArt 1044"/>
          <p:cNvSpPr>
            <a:spLocks noChangeArrowheads="1" noChangeShapeType="1" noTextEdit="1"/>
          </p:cNvSpPr>
          <p:nvPr/>
        </p:nvSpPr>
        <p:spPr bwMode="auto">
          <a:xfrm>
            <a:off x="539750" y="1268413"/>
            <a:ext cx="8077200" cy="1296987"/>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r>
              <a:rPr lang="en-US" altLang="zh-CN" sz="4800" i="1" kern="10" dirty="0">
                <a:solidFill>
                  <a:srgbClr val="FF0000"/>
                </a:solidFill>
                <a:effectLst>
                  <a:outerShdw dist="35921" dir="2700000" algn="ctr" rotWithShape="0">
                    <a:srgbClr val="808080"/>
                  </a:outerShdw>
                </a:effectLst>
                <a:cs typeface="Times New Roman" panose="02020603050405020304" pitchFamily="18" charset="0"/>
              </a:rPr>
              <a:t>University Physics</a:t>
            </a:r>
            <a:endParaRPr lang="zh-CN" altLang="en-US" sz="4800" i="1" kern="10" dirty="0">
              <a:solidFill>
                <a:srgbClr val="FF0000"/>
              </a:solidFill>
              <a:effectLst>
                <a:outerShdw dist="35921" dir="2700000" algn="ctr" rotWithShape="0">
                  <a:srgbClr val="808080"/>
                </a:outerShdw>
              </a:effectLst>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1">
            <a:extLst>
              <a:ext uri="{FF2B5EF4-FFF2-40B4-BE49-F238E27FC236}">
                <a16:creationId xmlns:a16="http://schemas.microsoft.com/office/drawing/2014/main" id="{6EEA790B-62FB-4DC6-A06E-B50704C6C81A}"/>
              </a:ext>
            </a:extLst>
          </p:cNvPr>
          <p:cNvSpPr txBox="1">
            <a:spLocks noChangeArrowheads="1"/>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fld id="{AC351E26-A542-471F-92E1-5199F26ED691}" type="slidenum">
              <a:rPr lang="en-US" altLang="zh-CN" b="0">
                <a:solidFill>
                  <a:srgbClr val="FF00FF"/>
                </a:solidFill>
              </a:rPr>
              <a:pPr/>
              <a:t>2</a:t>
            </a:fld>
            <a:r>
              <a:rPr lang="en-US" altLang="zh-CN" b="0">
                <a:solidFill>
                  <a:srgbClr val="FF00FF"/>
                </a:solidFill>
              </a:rPr>
              <a:t>/22</a:t>
            </a:r>
          </a:p>
        </p:txBody>
      </p:sp>
      <p:sp>
        <p:nvSpPr>
          <p:cNvPr id="19" name="Rectangle 2">
            <a:extLst>
              <a:ext uri="{FF2B5EF4-FFF2-40B4-BE49-F238E27FC236}">
                <a16:creationId xmlns:a16="http://schemas.microsoft.com/office/drawing/2014/main" id="{FF1EDE83-6A78-4465-9D34-1DA4B410A0B1}"/>
              </a:ext>
            </a:extLst>
          </p:cNvPr>
          <p:cNvSpPr>
            <a:spLocks noChangeArrowheads="1"/>
          </p:cNvSpPr>
          <p:nvPr/>
        </p:nvSpPr>
        <p:spPr bwMode="auto">
          <a:xfrm>
            <a:off x="573088" y="374750"/>
            <a:ext cx="1641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dirty="0">
                <a:solidFill>
                  <a:srgbClr val="FFFF00"/>
                </a:solidFill>
                <a:latin typeface="华文中宋" panose="02010600040101010101" pitchFamily="2" charset="-122"/>
              </a:rPr>
              <a:t>回顾：</a:t>
            </a:r>
          </a:p>
        </p:txBody>
      </p:sp>
      <p:sp>
        <p:nvSpPr>
          <p:cNvPr id="5124" name="Rectangle 27">
            <a:extLst>
              <a:ext uri="{FF2B5EF4-FFF2-40B4-BE49-F238E27FC236}">
                <a16:creationId xmlns:a16="http://schemas.microsoft.com/office/drawing/2014/main" id="{D21AFAC6-209C-47AE-A219-3090C8F42D24}"/>
              </a:ext>
            </a:extLst>
          </p:cNvPr>
          <p:cNvSpPr>
            <a:spLocks noChangeAspect="1" noChangeArrowheads="1"/>
          </p:cNvSpPr>
          <p:nvPr/>
        </p:nvSpPr>
        <p:spPr bwMode="auto">
          <a:xfrm>
            <a:off x="1189038" y="2193925"/>
            <a:ext cx="1582737"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endParaRPr lang="zh-CN" altLang="en-US">
              <a:solidFill>
                <a:schemeClr val="bg1"/>
              </a:solidFill>
            </a:endParaRPr>
          </a:p>
        </p:txBody>
      </p:sp>
      <p:sp>
        <p:nvSpPr>
          <p:cNvPr id="26" name="Rectangle 9">
            <a:extLst>
              <a:ext uri="{FF2B5EF4-FFF2-40B4-BE49-F238E27FC236}">
                <a16:creationId xmlns:a16="http://schemas.microsoft.com/office/drawing/2014/main" id="{99A58746-CA3E-466F-A5AE-A621DC5E49DF}"/>
              </a:ext>
            </a:extLst>
          </p:cNvPr>
          <p:cNvSpPr>
            <a:spLocks noChangeArrowheads="1"/>
          </p:cNvSpPr>
          <p:nvPr/>
        </p:nvSpPr>
        <p:spPr bwMode="auto">
          <a:xfrm>
            <a:off x="1770063" y="376238"/>
            <a:ext cx="70500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200" dirty="0">
                <a:solidFill>
                  <a:schemeClr val="bg1"/>
                </a:solidFill>
                <a:latin typeface="楷体_GB2312" pitchFamily="49" charset="-122"/>
              </a:rPr>
              <a:t>薛定谔方程在氢原子体系中的应用</a:t>
            </a:r>
          </a:p>
        </p:txBody>
      </p:sp>
      <p:graphicFrame>
        <p:nvGraphicFramePr>
          <p:cNvPr id="18" name="Object 2">
            <a:extLst>
              <a:ext uri="{FF2B5EF4-FFF2-40B4-BE49-F238E27FC236}">
                <a16:creationId xmlns:a16="http://schemas.microsoft.com/office/drawing/2014/main" id="{64270619-3D1A-45E6-91A0-B4E9A28E9004}"/>
              </a:ext>
            </a:extLst>
          </p:cNvPr>
          <p:cNvGraphicFramePr>
            <a:graphicFrameLocks/>
          </p:cNvGraphicFramePr>
          <p:nvPr/>
        </p:nvGraphicFramePr>
        <p:xfrm>
          <a:off x="3228975" y="1082675"/>
          <a:ext cx="4295775" cy="762000"/>
        </p:xfrm>
        <a:graphic>
          <a:graphicData uri="http://schemas.openxmlformats.org/presentationml/2006/ole">
            <mc:AlternateContent xmlns:mc="http://schemas.openxmlformats.org/markup-compatibility/2006">
              <mc:Choice xmlns:v="urn:schemas-microsoft-com:vml" Requires="v">
                <p:oleObj spid="_x0000_s571454" r:id="rId3" imgW="4602622" imgH="761874" progId="Equation.3">
                  <p:embed/>
                </p:oleObj>
              </mc:Choice>
              <mc:Fallback>
                <p:oleObj r:id="rId3" imgW="4602622" imgH="761874" progId="Equation.3">
                  <p:embed/>
                  <p:pic>
                    <p:nvPicPr>
                      <p:cNvPr id="18" name="Object 2">
                        <a:extLst>
                          <a:ext uri="{FF2B5EF4-FFF2-40B4-BE49-F238E27FC236}">
                            <a16:creationId xmlns:a16="http://schemas.microsoft.com/office/drawing/2014/main" id="{64270619-3D1A-45E6-91A0-B4E9A28E900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8975" y="1082675"/>
                        <a:ext cx="42957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 name="Object 3">
            <a:extLst>
              <a:ext uri="{FF2B5EF4-FFF2-40B4-BE49-F238E27FC236}">
                <a16:creationId xmlns:a16="http://schemas.microsoft.com/office/drawing/2014/main" id="{ECAD719D-8E57-439F-BC5D-3D45043D72A2}"/>
              </a:ext>
            </a:extLst>
          </p:cNvPr>
          <p:cNvGraphicFramePr>
            <a:graphicFrameLocks noChangeAspect="1"/>
          </p:cNvGraphicFramePr>
          <p:nvPr/>
        </p:nvGraphicFramePr>
        <p:xfrm>
          <a:off x="6443663" y="260350"/>
          <a:ext cx="1317625" cy="755650"/>
        </p:xfrm>
        <a:graphic>
          <a:graphicData uri="http://schemas.openxmlformats.org/presentationml/2006/ole">
            <mc:AlternateContent xmlns:mc="http://schemas.openxmlformats.org/markup-compatibility/2006">
              <mc:Choice xmlns:v="urn:schemas-microsoft-com:vml" Requires="v">
                <p:oleObj spid="_x0000_s571455" r:id="rId5" imgW="632425" imgH="335123" progId="Equation.3">
                  <p:embed/>
                </p:oleObj>
              </mc:Choice>
              <mc:Fallback>
                <p:oleObj r:id="rId5" imgW="632425" imgH="335123" progId="Equation.3">
                  <p:embed/>
                  <p:pic>
                    <p:nvPicPr>
                      <p:cNvPr id="20" name="Object 3">
                        <a:extLst>
                          <a:ext uri="{FF2B5EF4-FFF2-40B4-BE49-F238E27FC236}">
                            <a16:creationId xmlns:a16="http://schemas.microsoft.com/office/drawing/2014/main" id="{ECAD719D-8E57-439F-BC5D-3D45043D72A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43663" y="260350"/>
                        <a:ext cx="13176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 name="Text Box 25">
            <a:extLst>
              <a:ext uri="{FF2B5EF4-FFF2-40B4-BE49-F238E27FC236}">
                <a16:creationId xmlns:a16="http://schemas.microsoft.com/office/drawing/2014/main" id="{5ECD9893-08CA-4A16-AB11-9D0768D64DED}"/>
              </a:ext>
            </a:extLst>
          </p:cNvPr>
          <p:cNvSpPr txBox="1">
            <a:spLocks noChangeArrowheads="1"/>
          </p:cNvSpPr>
          <p:nvPr/>
        </p:nvSpPr>
        <p:spPr bwMode="auto">
          <a:xfrm>
            <a:off x="684213" y="3716338"/>
            <a:ext cx="2041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bg1"/>
                </a:solidFill>
                <a:latin typeface="宋体" panose="02010600030101010101" pitchFamily="2" charset="-122"/>
              </a:rPr>
              <a:t>给出的结论：</a:t>
            </a:r>
          </a:p>
        </p:txBody>
      </p:sp>
      <p:sp>
        <p:nvSpPr>
          <p:cNvPr id="22" name="Text Box 28">
            <a:extLst>
              <a:ext uri="{FF2B5EF4-FFF2-40B4-BE49-F238E27FC236}">
                <a16:creationId xmlns:a16="http://schemas.microsoft.com/office/drawing/2014/main" id="{8DD45F52-2103-43F4-A45F-242CC0605AFF}"/>
              </a:ext>
            </a:extLst>
          </p:cNvPr>
          <p:cNvSpPr txBox="1">
            <a:spLocks noChangeArrowheads="1"/>
          </p:cNvSpPr>
          <p:nvPr/>
        </p:nvSpPr>
        <p:spPr bwMode="auto">
          <a:xfrm>
            <a:off x="1000125" y="4292600"/>
            <a:ext cx="5345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en-US" altLang="zh-CN">
                <a:solidFill>
                  <a:srgbClr val="00FFFF"/>
                </a:solidFill>
                <a:ea typeface="华文中宋" panose="02010600040101010101" pitchFamily="2" charset="-122"/>
              </a:rPr>
              <a:t>1. </a:t>
            </a:r>
            <a:r>
              <a:rPr lang="zh-CN" altLang="en-US">
                <a:solidFill>
                  <a:srgbClr val="00FFFF"/>
                </a:solidFill>
                <a:ea typeface="华文中宋" panose="02010600040101010101" pitchFamily="2" charset="-122"/>
              </a:rPr>
              <a:t>能量量子化         主量子数 </a:t>
            </a:r>
          </a:p>
        </p:txBody>
      </p:sp>
      <p:graphicFrame>
        <p:nvGraphicFramePr>
          <p:cNvPr id="23" name="Object 4">
            <a:extLst>
              <a:ext uri="{FF2B5EF4-FFF2-40B4-BE49-F238E27FC236}">
                <a16:creationId xmlns:a16="http://schemas.microsoft.com/office/drawing/2014/main" id="{124C32D3-8022-4C4D-BA1D-86AD162CD22E}"/>
              </a:ext>
            </a:extLst>
          </p:cNvPr>
          <p:cNvGraphicFramePr>
            <a:graphicFrameLocks/>
          </p:cNvGraphicFramePr>
          <p:nvPr/>
        </p:nvGraphicFramePr>
        <p:xfrm>
          <a:off x="3063875" y="2192338"/>
          <a:ext cx="5180013" cy="1524000"/>
        </p:xfrm>
        <a:graphic>
          <a:graphicData uri="http://schemas.openxmlformats.org/presentationml/2006/ole">
            <mc:AlternateContent xmlns:mc="http://schemas.openxmlformats.org/markup-compatibility/2006">
              <mc:Choice xmlns:v="urn:schemas-microsoft-com:vml" Requires="v">
                <p:oleObj spid="_x0000_s571456" r:id="rId7" imgW="5562529" imgH="1584834" progId="Equation.3">
                  <p:embed/>
                </p:oleObj>
              </mc:Choice>
              <mc:Fallback>
                <p:oleObj r:id="rId7" imgW="5562529" imgH="1584834" progId="Equation.3">
                  <p:embed/>
                  <p:pic>
                    <p:nvPicPr>
                      <p:cNvPr id="23" name="Object 4">
                        <a:extLst>
                          <a:ext uri="{FF2B5EF4-FFF2-40B4-BE49-F238E27FC236}">
                            <a16:creationId xmlns:a16="http://schemas.microsoft.com/office/drawing/2014/main" id="{124C32D3-8022-4C4D-BA1D-86AD162CD22E}"/>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63875" y="2192338"/>
                        <a:ext cx="5180013"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 name="Text Box 8">
            <a:extLst>
              <a:ext uri="{FF2B5EF4-FFF2-40B4-BE49-F238E27FC236}">
                <a16:creationId xmlns:a16="http://schemas.microsoft.com/office/drawing/2014/main" id="{C45D5D82-0F88-4E24-98EC-A7C4CE25C8B8}"/>
              </a:ext>
            </a:extLst>
          </p:cNvPr>
          <p:cNvSpPr txBox="1">
            <a:spLocks noChangeArrowheads="1"/>
          </p:cNvSpPr>
          <p:nvPr/>
        </p:nvSpPr>
        <p:spPr bwMode="auto">
          <a:xfrm>
            <a:off x="649288" y="1196975"/>
            <a:ext cx="4354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bg1"/>
                </a:solidFill>
                <a:latin typeface="宋体" panose="02010600030101010101" pitchFamily="2" charset="-122"/>
              </a:rPr>
              <a:t>定态薛定谔方程：</a:t>
            </a:r>
          </a:p>
        </p:txBody>
      </p:sp>
      <p:sp>
        <p:nvSpPr>
          <p:cNvPr id="25" name="Text Box 8">
            <a:extLst>
              <a:ext uri="{FF2B5EF4-FFF2-40B4-BE49-F238E27FC236}">
                <a16:creationId xmlns:a16="http://schemas.microsoft.com/office/drawing/2014/main" id="{FCBE288A-A1D2-4963-B48C-B8774A56E049}"/>
              </a:ext>
            </a:extLst>
          </p:cNvPr>
          <p:cNvSpPr txBox="1">
            <a:spLocks noChangeArrowheads="1"/>
          </p:cNvSpPr>
          <p:nvPr/>
        </p:nvSpPr>
        <p:spPr bwMode="auto">
          <a:xfrm>
            <a:off x="722313" y="2349500"/>
            <a:ext cx="4354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bg1"/>
                </a:solidFill>
                <a:latin typeface="宋体" panose="02010600030101010101" pitchFamily="2" charset="-122"/>
              </a:rPr>
              <a:t>球坐标下：</a:t>
            </a:r>
          </a:p>
        </p:txBody>
      </p:sp>
      <p:graphicFrame>
        <p:nvGraphicFramePr>
          <p:cNvPr id="29" name="Object 2">
            <a:extLst>
              <a:ext uri="{FF2B5EF4-FFF2-40B4-BE49-F238E27FC236}">
                <a16:creationId xmlns:a16="http://schemas.microsoft.com/office/drawing/2014/main" id="{9166450F-386B-404E-AE9C-ED61B580B1BA}"/>
              </a:ext>
            </a:extLst>
          </p:cNvPr>
          <p:cNvGraphicFramePr>
            <a:graphicFrameLocks/>
          </p:cNvGraphicFramePr>
          <p:nvPr/>
        </p:nvGraphicFramePr>
        <p:xfrm>
          <a:off x="1619250" y="4868863"/>
          <a:ext cx="2800350" cy="838200"/>
        </p:xfrm>
        <a:graphic>
          <a:graphicData uri="http://schemas.openxmlformats.org/presentationml/2006/ole">
            <mc:AlternateContent xmlns:mc="http://schemas.openxmlformats.org/markup-compatibility/2006">
              <mc:Choice xmlns:v="urn:schemas-microsoft-com:vml" Requires="v">
                <p:oleObj spid="_x0000_s571457" r:id="rId9" imgW="2362129" imgH="663034" progId="Equation.3">
                  <p:embed/>
                </p:oleObj>
              </mc:Choice>
              <mc:Fallback>
                <p:oleObj r:id="rId9" imgW="2362129" imgH="663034" progId="Equation.3">
                  <p:embed/>
                  <p:pic>
                    <p:nvPicPr>
                      <p:cNvPr id="29" name="Object 2">
                        <a:extLst>
                          <a:ext uri="{FF2B5EF4-FFF2-40B4-BE49-F238E27FC236}">
                            <a16:creationId xmlns:a16="http://schemas.microsoft.com/office/drawing/2014/main" id="{9166450F-386B-404E-AE9C-ED61B580B1BA}"/>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19250" y="4868863"/>
                        <a:ext cx="280035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 name="Rectangle 43">
            <a:extLst>
              <a:ext uri="{FF2B5EF4-FFF2-40B4-BE49-F238E27FC236}">
                <a16:creationId xmlns:a16="http://schemas.microsoft.com/office/drawing/2014/main" id="{432535E9-F339-44DC-A09F-B0FDF5A01E66}"/>
              </a:ext>
            </a:extLst>
          </p:cNvPr>
          <p:cNvSpPr>
            <a:spLocks noChangeArrowheads="1"/>
          </p:cNvSpPr>
          <p:nvPr/>
        </p:nvSpPr>
        <p:spPr bwMode="auto">
          <a:xfrm>
            <a:off x="4549775" y="5100638"/>
            <a:ext cx="37988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sz="2000" dirty="0">
                <a:solidFill>
                  <a:srgbClr val="FFFF00"/>
                </a:solidFill>
                <a:ea typeface="楷体_GB2312" pitchFamily="49" charset="-122"/>
              </a:rPr>
              <a:t>主量子数</a:t>
            </a:r>
            <a:r>
              <a:rPr lang="zh-CN" altLang="en-US" sz="2000" dirty="0">
                <a:solidFill>
                  <a:srgbClr val="FFFF00"/>
                </a:solidFill>
              </a:rPr>
              <a:t>   </a:t>
            </a:r>
            <a:r>
              <a:rPr lang="en-US" altLang="zh-CN" sz="2000" i="1" dirty="0">
                <a:solidFill>
                  <a:schemeClr val="bg1"/>
                </a:solidFill>
              </a:rPr>
              <a:t>n = </a:t>
            </a:r>
            <a:r>
              <a:rPr lang="en-US" altLang="zh-CN" sz="2000" dirty="0">
                <a:solidFill>
                  <a:schemeClr val="bg1"/>
                </a:solidFill>
              </a:rPr>
              <a:t>1 </a:t>
            </a:r>
            <a:r>
              <a:rPr lang="zh-CN" altLang="en-US" sz="2000" dirty="0">
                <a:solidFill>
                  <a:schemeClr val="bg1"/>
                </a:solidFill>
              </a:rPr>
              <a:t>，</a:t>
            </a:r>
            <a:r>
              <a:rPr lang="en-US" altLang="zh-CN" sz="2000" dirty="0">
                <a:solidFill>
                  <a:schemeClr val="bg1"/>
                </a:solidFill>
              </a:rPr>
              <a:t>2 </a:t>
            </a:r>
            <a:r>
              <a:rPr lang="zh-CN" altLang="en-US" sz="2000" dirty="0">
                <a:solidFill>
                  <a:schemeClr val="bg1"/>
                </a:solidFill>
              </a:rPr>
              <a:t>，</a:t>
            </a:r>
            <a:r>
              <a:rPr lang="en-US" altLang="zh-CN" sz="2000" dirty="0">
                <a:solidFill>
                  <a:schemeClr val="bg1"/>
                </a:solidFill>
              </a:rPr>
              <a:t>3 </a:t>
            </a:r>
            <a:r>
              <a:rPr lang="zh-CN" altLang="en-US" sz="2000" dirty="0">
                <a:solidFill>
                  <a:schemeClr val="bg1"/>
                </a:solidFill>
              </a:rPr>
              <a:t>，</a:t>
            </a:r>
            <a:r>
              <a:rPr lang="en-US" altLang="zh-CN" sz="2000" dirty="0">
                <a:solidFill>
                  <a:schemeClr val="bg1"/>
                </a:solidFill>
              </a:rPr>
              <a:t>……</a:t>
            </a:r>
          </a:p>
        </p:txBody>
      </p:sp>
      <p:sp>
        <p:nvSpPr>
          <p:cNvPr id="41" name="Text Box 6">
            <a:extLst>
              <a:ext uri="{FF2B5EF4-FFF2-40B4-BE49-F238E27FC236}">
                <a16:creationId xmlns:a16="http://schemas.microsoft.com/office/drawing/2014/main" id="{C3998D91-4133-4A18-ABD7-0CCD88C6A57B}"/>
              </a:ext>
            </a:extLst>
          </p:cNvPr>
          <p:cNvSpPr txBox="1">
            <a:spLocks noChangeArrowheads="1"/>
          </p:cNvSpPr>
          <p:nvPr/>
        </p:nvSpPr>
        <p:spPr bwMode="auto">
          <a:xfrm>
            <a:off x="1116013" y="5919788"/>
            <a:ext cx="2036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a:solidFill>
                  <a:srgbClr val="FFFF00"/>
                </a:solidFill>
                <a:ea typeface="仿宋_GB2312" pitchFamily="49" charset="-122"/>
              </a:rPr>
              <a:t>电子分布</a:t>
            </a:r>
          </a:p>
        </p:txBody>
      </p:sp>
      <p:grpSp>
        <p:nvGrpSpPr>
          <p:cNvPr id="42" name="Group 8">
            <a:extLst>
              <a:ext uri="{FF2B5EF4-FFF2-40B4-BE49-F238E27FC236}">
                <a16:creationId xmlns:a16="http://schemas.microsoft.com/office/drawing/2014/main" id="{BAC5086F-8664-402C-8D33-8294BA6306EB}"/>
              </a:ext>
            </a:extLst>
          </p:cNvPr>
          <p:cNvGrpSpPr>
            <a:grpSpLocks/>
          </p:cNvGrpSpPr>
          <p:nvPr/>
        </p:nvGrpSpPr>
        <p:grpSpPr bwMode="auto">
          <a:xfrm>
            <a:off x="3009900" y="5919788"/>
            <a:ext cx="4937125" cy="461962"/>
            <a:chOff x="1882" y="2115"/>
            <a:chExt cx="3110" cy="291"/>
          </a:xfrm>
        </p:grpSpPr>
        <p:sp>
          <p:nvSpPr>
            <p:cNvPr id="5137" name="Rectangle 9">
              <a:extLst>
                <a:ext uri="{FF2B5EF4-FFF2-40B4-BE49-F238E27FC236}">
                  <a16:creationId xmlns:a16="http://schemas.microsoft.com/office/drawing/2014/main" id="{DCB2F0B3-6D57-4638-A898-F99931D28718}"/>
                </a:ext>
              </a:extLst>
            </p:cNvPr>
            <p:cNvSpPr>
              <a:spLocks noChangeArrowheads="1"/>
            </p:cNvSpPr>
            <p:nvPr/>
          </p:nvSpPr>
          <p:spPr bwMode="auto">
            <a:xfrm>
              <a:off x="1882" y="2115"/>
              <a:ext cx="311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bg1"/>
                  </a:solidFill>
                  <a:latin typeface="宋体" panose="02010600030101010101" pitchFamily="2" charset="-122"/>
                </a:rPr>
                <a:t>电子云密度        概率密度</a:t>
              </a:r>
              <a:r>
                <a:rPr lang="en-US" altLang="zh-CN">
                  <a:solidFill>
                    <a:srgbClr val="00FFFF"/>
                  </a:solidFill>
                  <a:latin typeface="宋体" panose="02010600030101010101" pitchFamily="2" charset="-122"/>
                </a:rPr>
                <a:t>|</a:t>
              </a:r>
              <a:r>
                <a:rPr lang="el-GR" altLang="zh-CN" i="1">
                  <a:solidFill>
                    <a:srgbClr val="00FFFF"/>
                  </a:solidFill>
                  <a:latin typeface="宋体" panose="02010600030101010101" pitchFamily="2" charset="-122"/>
                </a:rPr>
                <a:t>Ψ</a:t>
              </a:r>
              <a:r>
                <a:rPr lang="en-US" altLang="zh-CN">
                  <a:solidFill>
                    <a:srgbClr val="00FFFF"/>
                  </a:solidFill>
                  <a:latin typeface="宋体" panose="02010600030101010101" pitchFamily="2" charset="-122"/>
                </a:rPr>
                <a:t>|</a:t>
              </a:r>
              <a:r>
                <a:rPr lang="en-US" altLang="zh-CN" baseline="58000">
                  <a:solidFill>
                    <a:srgbClr val="00FFFF"/>
                  </a:solidFill>
                  <a:latin typeface="宋体" panose="02010600030101010101" pitchFamily="2" charset="-122"/>
                </a:rPr>
                <a:t>2</a:t>
              </a:r>
            </a:p>
          </p:txBody>
        </p:sp>
        <p:sp>
          <p:nvSpPr>
            <p:cNvPr id="5138" name="AutoShape 10">
              <a:extLst>
                <a:ext uri="{FF2B5EF4-FFF2-40B4-BE49-F238E27FC236}">
                  <a16:creationId xmlns:a16="http://schemas.microsoft.com/office/drawing/2014/main" id="{8D168EF6-3ABC-4103-B652-1F2D8E1FE486}"/>
                </a:ext>
              </a:extLst>
            </p:cNvPr>
            <p:cNvSpPr>
              <a:spLocks noChangeArrowheads="1"/>
            </p:cNvSpPr>
            <p:nvPr/>
          </p:nvSpPr>
          <p:spPr bwMode="auto">
            <a:xfrm>
              <a:off x="3082" y="2184"/>
              <a:ext cx="432" cy="144"/>
            </a:xfrm>
            <a:prstGeom prst="leftRightArrow">
              <a:avLst>
                <a:gd name="adj1" fmla="val 50000"/>
                <a:gd name="adj2" fmla="val 60000"/>
              </a:avLst>
            </a:prstGeom>
            <a:solidFill>
              <a:schemeClr val="accent1"/>
            </a:solidFill>
            <a:ln w="9525">
              <a:solidFill>
                <a:schemeClr val="tx2"/>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endParaRPr lang="zh-CN" altLang="en-US">
                <a:solidFill>
                  <a:schemeClr val="bg1"/>
                </a:solidFill>
                <a:latin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dissolve">
                                      <p:cBhvr>
                                        <p:cTn id="7" dur="500"/>
                                        <p:tgtEl>
                                          <p:spTgt spid="19"/>
                                        </p:tgtEl>
                                      </p:cBhvr>
                                    </p:animEffect>
                                  </p:childTnLst>
                                </p:cTn>
                              </p:par>
                            </p:childTnLst>
                          </p:cTn>
                        </p:par>
                      </p:childTnLst>
                    </p:cTn>
                  </p:par>
                  <p:par>
                    <p:cTn id="8" fill="hold">
                      <p:stCondLst>
                        <p:cond delay="indefinite"/>
                      </p:stCondLst>
                      <p:childTnLst>
                        <p:par>
                          <p:cTn id="9" fill="hold" nodeType="after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left)">
                                      <p:cBhvr>
                                        <p:cTn id="12" dur="500"/>
                                        <p:tgtEl>
                                          <p:spTgt spid="26"/>
                                        </p:tgtEl>
                                      </p:cBhvr>
                                    </p:animEffect>
                                  </p:childTnLst>
                                </p:cTn>
                              </p:par>
                            </p:childTnLst>
                          </p:cTn>
                        </p:par>
                        <p:par>
                          <p:cTn id="13" fill="hold" nodeType="withGroup">
                            <p:stCondLst>
                              <p:cond delay="500"/>
                            </p:stCondLst>
                            <p:childTnLst>
                              <p:par>
                                <p:cTn id="14" presetID="12" presetClass="entr" presetSubtype="2" fill="hold"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slide(fromRight)">
                                      <p:cBhvr>
                                        <p:cTn id="16" dur="500"/>
                                        <p:tgtEl>
                                          <p:spTgt spid="20"/>
                                        </p:tgtEl>
                                      </p:cBhvr>
                                    </p:animEffect>
                                  </p:childTnLst>
                                </p:cTn>
                              </p:par>
                            </p:childTnLst>
                          </p:cTn>
                        </p:par>
                        <p:par>
                          <p:cTn id="17" fill="hold" nodeType="with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wipe(left)">
                                      <p:cBhvr>
                                        <p:cTn id="20" dur="1000"/>
                                        <p:tgtEl>
                                          <p:spTgt spid="24"/>
                                        </p:tgtEl>
                                      </p:cBhvr>
                                    </p:animEffect>
                                  </p:childTnLst>
                                </p:cTn>
                              </p:par>
                            </p:childTnLst>
                          </p:cTn>
                        </p:par>
                        <p:par>
                          <p:cTn id="21" fill="hold" nodeType="withGroup">
                            <p:stCondLst>
                              <p:cond delay="2000"/>
                            </p:stCondLst>
                            <p:childTnLst>
                              <p:par>
                                <p:cTn id="22" presetID="22" presetClass="entr" presetSubtype="8" fill="hold" nodeType="after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left)">
                                      <p:cBhvr>
                                        <p:cTn id="24" dur="1000"/>
                                        <p:tgtEl>
                                          <p:spTgt spid="18"/>
                                        </p:tgtEl>
                                      </p:cBhvr>
                                    </p:animEffect>
                                  </p:childTnLst>
                                </p:cTn>
                              </p:par>
                            </p:childTnLst>
                          </p:cTn>
                        </p:par>
                        <p:par>
                          <p:cTn id="25" fill="hold" nodeType="withGroup">
                            <p:stCondLst>
                              <p:cond delay="3000"/>
                            </p:stCondLst>
                            <p:childTnLst>
                              <p:par>
                                <p:cTn id="26" presetID="22" presetClass="entr" presetSubtype="8" fill="hold" grpId="0" nodeType="after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wipe(left)">
                                      <p:cBhvr>
                                        <p:cTn id="28" dur="1000"/>
                                        <p:tgtEl>
                                          <p:spTgt spid="25"/>
                                        </p:tgtEl>
                                      </p:cBhvr>
                                    </p:animEffect>
                                  </p:childTnLst>
                                </p:cTn>
                              </p:par>
                            </p:childTnLst>
                          </p:cTn>
                        </p:par>
                        <p:par>
                          <p:cTn id="29" fill="hold" nodeType="afterGroup">
                            <p:stCondLst>
                              <p:cond delay="4000"/>
                            </p:stCondLst>
                            <p:childTnLst>
                              <p:par>
                                <p:cTn id="30" presetID="9" presetClass="entr" presetSubtype="0" fill="hold" nodeType="after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dissolve">
                                      <p:cBhvr>
                                        <p:cTn id="32" dur="500"/>
                                        <p:tgtEl>
                                          <p:spTgt spid="2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1000"/>
                                        <p:tgtEl>
                                          <p:spTgt spid="2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1000"/>
                                        <p:tgtEl>
                                          <p:spTgt spid="22"/>
                                        </p:tgtEl>
                                      </p:cBhvr>
                                    </p:animEffect>
                                  </p:childTnLst>
                                </p:cTn>
                              </p:par>
                            </p:childTnLst>
                          </p:cTn>
                        </p:par>
                        <p:par>
                          <p:cTn id="43" fill="hold" nodeType="with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wipe(left)">
                                      <p:cBhvr>
                                        <p:cTn id="46" dur="500"/>
                                        <p:tgtEl>
                                          <p:spTgt spid="29"/>
                                        </p:tgtEl>
                                      </p:cBhvr>
                                    </p:animEffect>
                                  </p:childTnLst>
                                </p:cTn>
                              </p:par>
                            </p:childTnLst>
                          </p:cTn>
                        </p:par>
                        <p:par>
                          <p:cTn id="47" fill="hold" nodeType="afterGroup">
                            <p:stCondLst>
                              <p:cond delay="1500"/>
                            </p:stCondLst>
                            <p:childTnLst>
                              <p:par>
                                <p:cTn id="48" presetID="22" presetClass="entr" presetSubtype="8" fill="hold" grpId="0" nodeType="after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wipe(left)">
                                      <p:cBhvr>
                                        <p:cTn id="50" dur="500"/>
                                        <p:tgtEl>
                                          <p:spTgt spid="4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2" presetClass="entr" presetSubtype="8" fill="hold" grpId="0" nodeType="click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slide(fromLeft)">
                                      <p:cBhvr>
                                        <p:cTn id="55" dur="500"/>
                                        <p:tgtEl>
                                          <p:spTgt spid="4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6" presetClass="entr" presetSubtype="37" fill="hold" nodeType="clickEffect">
                                  <p:stCondLst>
                                    <p:cond delay="0"/>
                                  </p:stCondLst>
                                  <p:childTnLst>
                                    <p:set>
                                      <p:cBhvr>
                                        <p:cTn id="59" dur="1" fill="hold">
                                          <p:stCondLst>
                                            <p:cond delay="0"/>
                                          </p:stCondLst>
                                        </p:cTn>
                                        <p:tgtEl>
                                          <p:spTgt spid="42"/>
                                        </p:tgtEl>
                                        <p:attrNameLst>
                                          <p:attrName>style.visibility</p:attrName>
                                        </p:attrNameLst>
                                      </p:cBhvr>
                                      <p:to>
                                        <p:strVal val="visible"/>
                                      </p:to>
                                    </p:set>
                                    <p:animEffect transition="in" filter="barn(outVertical)">
                                      <p:cBhvr>
                                        <p:cTn id="60"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6" grpId="0"/>
      <p:bldP spid="21" grpId="0"/>
      <p:bldP spid="22" grpId="0"/>
      <p:bldP spid="24" grpId="0"/>
      <p:bldP spid="25" grpId="0"/>
      <p:bldP spid="40" grpId="0"/>
      <p:bldP spid="4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CBFA77B4-21A6-4F9F-85FF-C28A19CD247D}"/>
              </a:ext>
            </a:extLst>
          </p:cNvPr>
          <p:cNvSpPr txBox="1">
            <a:spLocks noChangeArrowheads="1"/>
          </p:cNvSpPr>
          <p:nvPr/>
        </p:nvSpPr>
        <p:spPr bwMode="auto">
          <a:xfrm>
            <a:off x="468313" y="333375"/>
            <a:ext cx="3319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en-US" altLang="zh-CN" dirty="0">
                <a:solidFill>
                  <a:srgbClr val="00FFFF"/>
                </a:solidFill>
              </a:rPr>
              <a:t>2. </a:t>
            </a:r>
            <a:r>
              <a:rPr lang="zh-CN" altLang="en-US" dirty="0">
                <a:solidFill>
                  <a:srgbClr val="00FFFF"/>
                </a:solidFill>
              </a:rPr>
              <a:t>角动量量子化 </a:t>
            </a:r>
          </a:p>
        </p:txBody>
      </p:sp>
      <p:sp>
        <p:nvSpPr>
          <p:cNvPr id="3" name="Rectangle 3">
            <a:extLst>
              <a:ext uri="{FF2B5EF4-FFF2-40B4-BE49-F238E27FC236}">
                <a16:creationId xmlns:a16="http://schemas.microsoft.com/office/drawing/2014/main" id="{851480B1-4FE0-497F-871E-7AD4EF7A52D7}"/>
              </a:ext>
            </a:extLst>
          </p:cNvPr>
          <p:cNvSpPr>
            <a:spLocks noChangeArrowheads="1"/>
          </p:cNvSpPr>
          <p:nvPr/>
        </p:nvSpPr>
        <p:spPr bwMode="auto">
          <a:xfrm>
            <a:off x="3584575" y="1531938"/>
            <a:ext cx="5595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dirty="0">
                <a:solidFill>
                  <a:srgbClr val="FFFF00"/>
                </a:solidFill>
              </a:rPr>
              <a:t>角量子数  </a:t>
            </a:r>
            <a:r>
              <a:rPr lang="en-US" altLang="zh-CN" i="1" dirty="0">
                <a:solidFill>
                  <a:srgbClr val="66FFFF"/>
                </a:solidFill>
              </a:rPr>
              <a:t>l </a:t>
            </a:r>
            <a:r>
              <a:rPr lang="en-US" altLang="zh-CN" dirty="0">
                <a:solidFill>
                  <a:srgbClr val="66FFFF"/>
                </a:solidFill>
              </a:rPr>
              <a:t>= 0 </a:t>
            </a:r>
            <a:r>
              <a:rPr lang="zh-CN" altLang="en-US" dirty="0">
                <a:solidFill>
                  <a:srgbClr val="66FFFF"/>
                </a:solidFill>
              </a:rPr>
              <a:t>，</a:t>
            </a:r>
            <a:r>
              <a:rPr lang="en-US" altLang="zh-CN" dirty="0">
                <a:solidFill>
                  <a:srgbClr val="66FFFF"/>
                </a:solidFill>
              </a:rPr>
              <a:t>1 </a:t>
            </a:r>
            <a:r>
              <a:rPr lang="zh-CN" altLang="en-US" dirty="0">
                <a:solidFill>
                  <a:srgbClr val="66FFFF"/>
                </a:solidFill>
              </a:rPr>
              <a:t>，</a:t>
            </a:r>
            <a:r>
              <a:rPr lang="en-US" altLang="zh-CN" dirty="0">
                <a:solidFill>
                  <a:srgbClr val="66FFFF"/>
                </a:solidFill>
              </a:rPr>
              <a:t>2 </a:t>
            </a:r>
            <a:r>
              <a:rPr lang="zh-CN" altLang="en-US" dirty="0">
                <a:solidFill>
                  <a:srgbClr val="66FFFF"/>
                </a:solidFill>
              </a:rPr>
              <a:t>， </a:t>
            </a:r>
            <a:r>
              <a:rPr lang="en-US" altLang="zh-CN" dirty="0">
                <a:solidFill>
                  <a:srgbClr val="66FFFF"/>
                </a:solidFill>
              </a:rPr>
              <a:t>…… , </a:t>
            </a:r>
            <a:r>
              <a:rPr lang="en-US" altLang="zh-CN" i="1" dirty="0">
                <a:solidFill>
                  <a:srgbClr val="66FFFF"/>
                </a:solidFill>
              </a:rPr>
              <a:t>n</a:t>
            </a:r>
            <a:r>
              <a:rPr lang="en-US" altLang="zh-CN" dirty="0">
                <a:solidFill>
                  <a:srgbClr val="66FFFF"/>
                </a:solidFill>
              </a:rPr>
              <a:t>-1</a:t>
            </a:r>
          </a:p>
        </p:txBody>
      </p:sp>
      <p:graphicFrame>
        <p:nvGraphicFramePr>
          <p:cNvPr id="4" name="Object 2">
            <a:extLst>
              <a:ext uri="{FF2B5EF4-FFF2-40B4-BE49-F238E27FC236}">
                <a16:creationId xmlns:a16="http://schemas.microsoft.com/office/drawing/2014/main" id="{7CE86C17-90C4-426B-8C08-954D495C5E37}"/>
              </a:ext>
            </a:extLst>
          </p:cNvPr>
          <p:cNvGraphicFramePr>
            <a:graphicFrameLocks/>
          </p:cNvGraphicFramePr>
          <p:nvPr/>
        </p:nvGraphicFramePr>
        <p:xfrm>
          <a:off x="1190625" y="1557338"/>
          <a:ext cx="1941513" cy="458787"/>
        </p:xfrm>
        <a:graphic>
          <a:graphicData uri="http://schemas.openxmlformats.org/presentationml/2006/ole">
            <mc:AlternateContent xmlns:mc="http://schemas.openxmlformats.org/markup-compatibility/2006">
              <mc:Choice xmlns:v="urn:schemas-microsoft-com:vml" Requires="v">
                <p:oleObj spid="_x0000_s572448" r:id="rId3" imgW="1622954" imgH="335123" progId="Equation.3">
                  <p:embed/>
                </p:oleObj>
              </mc:Choice>
              <mc:Fallback>
                <p:oleObj r:id="rId3" imgW="1622954" imgH="335123" progId="Equation.3">
                  <p:embed/>
                  <p:pic>
                    <p:nvPicPr>
                      <p:cNvPr id="4" name="Object 2">
                        <a:extLst>
                          <a:ext uri="{FF2B5EF4-FFF2-40B4-BE49-F238E27FC236}">
                            <a16:creationId xmlns:a16="http://schemas.microsoft.com/office/drawing/2014/main" id="{7CE86C17-90C4-426B-8C08-954D495C5E3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0625" y="1557338"/>
                        <a:ext cx="194151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 name="Text Box 5">
            <a:extLst>
              <a:ext uri="{FF2B5EF4-FFF2-40B4-BE49-F238E27FC236}">
                <a16:creationId xmlns:a16="http://schemas.microsoft.com/office/drawing/2014/main" id="{C27CD0BC-88D2-4D6E-8BE9-78C504345797}"/>
              </a:ext>
            </a:extLst>
          </p:cNvPr>
          <p:cNvSpPr txBox="1">
            <a:spLocks noChangeArrowheads="1"/>
          </p:cNvSpPr>
          <p:nvPr/>
        </p:nvSpPr>
        <p:spPr bwMode="auto">
          <a:xfrm>
            <a:off x="501650" y="2179638"/>
            <a:ext cx="40116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en-US" altLang="zh-CN">
                <a:solidFill>
                  <a:srgbClr val="00FFFF"/>
                </a:solidFill>
              </a:rPr>
              <a:t>3. </a:t>
            </a:r>
            <a:r>
              <a:rPr lang="zh-CN" altLang="en-US">
                <a:solidFill>
                  <a:srgbClr val="00FFFF"/>
                </a:solidFill>
              </a:rPr>
              <a:t>角动量空间量子化 </a:t>
            </a:r>
          </a:p>
        </p:txBody>
      </p:sp>
      <p:grpSp>
        <p:nvGrpSpPr>
          <p:cNvPr id="6" name="Group 6">
            <a:extLst>
              <a:ext uri="{FF2B5EF4-FFF2-40B4-BE49-F238E27FC236}">
                <a16:creationId xmlns:a16="http://schemas.microsoft.com/office/drawing/2014/main" id="{88E38575-8E2D-4C52-A57A-27F69D6D4170}"/>
              </a:ext>
            </a:extLst>
          </p:cNvPr>
          <p:cNvGrpSpPr>
            <a:grpSpLocks/>
          </p:cNvGrpSpPr>
          <p:nvPr/>
        </p:nvGrpSpPr>
        <p:grpSpPr bwMode="auto">
          <a:xfrm>
            <a:off x="1054100" y="908050"/>
            <a:ext cx="4957763" cy="457200"/>
            <a:chOff x="432" y="777"/>
            <a:chExt cx="3123" cy="288"/>
          </a:xfrm>
        </p:grpSpPr>
        <p:sp>
          <p:nvSpPr>
            <p:cNvPr id="6171" name="Text Box 7">
              <a:extLst>
                <a:ext uri="{FF2B5EF4-FFF2-40B4-BE49-F238E27FC236}">
                  <a16:creationId xmlns:a16="http://schemas.microsoft.com/office/drawing/2014/main" id="{1FC0F835-A7B2-442C-93AE-C07C0A36A2FE}"/>
                </a:ext>
              </a:extLst>
            </p:cNvPr>
            <p:cNvSpPr txBox="1">
              <a:spLocks noChangeArrowheads="1"/>
            </p:cNvSpPr>
            <p:nvPr/>
          </p:nvSpPr>
          <p:spPr bwMode="auto">
            <a:xfrm>
              <a:off x="432" y="777"/>
              <a:ext cx="31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dirty="0">
                  <a:solidFill>
                    <a:schemeClr val="bg1"/>
                  </a:solidFill>
                </a:rPr>
                <a:t>电子绕核运动的角动量 </a:t>
              </a:r>
              <a:r>
                <a:rPr lang="en-US" altLang="zh-CN" i="1" dirty="0">
                  <a:solidFill>
                    <a:srgbClr val="66FFFF"/>
                  </a:solidFill>
                </a:rPr>
                <a:t>L </a:t>
              </a:r>
              <a:r>
                <a:rPr lang="zh-CN" altLang="en-US" dirty="0">
                  <a:solidFill>
                    <a:schemeClr val="bg1"/>
                  </a:solidFill>
                </a:rPr>
                <a:t>的大小</a:t>
              </a:r>
            </a:p>
          </p:txBody>
        </p:sp>
        <p:sp>
          <p:nvSpPr>
            <p:cNvPr id="6172" name="Line 8">
              <a:extLst>
                <a:ext uri="{FF2B5EF4-FFF2-40B4-BE49-F238E27FC236}">
                  <a16:creationId xmlns:a16="http://schemas.microsoft.com/office/drawing/2014/main" id="{688CC0A1-04B1-4EEF-A438-0883A5180275}"/>
                </a:ext>
              </a:extLst>
            </p:cNvPr>
            <p:cNvSpPr>
              <a:spLocks noChangeShapeType="1"/>
            </p:cNvSpPr>
            <p:nvPr/>
          </p:nvSpPr>
          <p:spPr bwMode="auto">
            <a:xfrm>
              <a:off x="2466" y="812"/>
              <a:ext cx="144" cy="0"/>
            </a:xfrm>
            <a:prstGeom prst="line">
              <a:avLst/>
            </a:prstGeom>
            <a:noFill/>
            <a:ln w="12700">
              <a:solidFill>
                <a:srgbClr val="00FF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9" name="Group 9">
            <a:extLst>
              <a:ext uri="{FF2B5EF4-FFF2-40B4-BE49-F238E27FC236}">
                <a16:creationId xmlns:a16="http://schemas.microsoft.com/office/drawing/2014/main" id="{553345A4-71AA-4109-BF0A-7AAB7FF0428B}"/>
              </a:ext>
            </a:extLst>
          </p:cNvPr>
          <p:cNvGrpSpPr>
            <a:grpSpLocks/>
          </p:cNvGrpSpPr>
          <p:nvPr/>
        </p:nvGrpSpPr>
        <p:grpSpPr bwMode="auto">
          <a:xfrm>
            <a:off x="830263" y="2827338"/>
            <a:ext cx="5254625" cy="457200"/>
            <a:chOff x="457" y="2208"/>
            <a:chExt cx="3310" cy="288"/>
          </a:xfrm>
        </p:grpSpPr>
        <p:sp>
          <p:nvSpPr>
            <p:cNvPr id="6169" name="Rectangle 10">
              <a:extLst>
                <a:ext uri="{FF2B5EF4-FFF2-40B4-BE49-F238E27FC236}">
                  <a16:creationId xmlns:a16="http://schemas.microsoft.com/office/drawing/2014/main" id="{377216FC-CF5C-40FA-82E1-6B597446BD17}"/>
                </a:ext>
              </a:extLst>
            </p:cNvPr>
            <p:cNvSpPr>
              <a:spLocks noChangeArrowheads="1"/>
            </p:cNvSpPr>
            <p:nvPr/>
          </p:nvSpPr>
          <p:spPr bwMode="auto">
            <a:xfrm>
              <a:off x="457" y="2208"/>
              <a:ext cx="331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bg1"/>
                  </a:solidFill>
                </a:rPr>
                <a:t>角动量</a:t>
              </a:r>
              <a:r>
                <a:rPr lang="zh-CN" altLang="en-US">
                  <a:solidFill>
                    <a:srgbClr val="FFCC66"/>
                  </a:solidFill>
                </a:rPr>
                <a:t> </a:t>
              </a:r>
              <a:r>
                <a:rPr lang="en-US" altLang="zh-CN" i="1">
                  <a:solidFill>
                    <a:srgbClr val="66FFFF"/>
                  </a:solidFill>
                </a:rPr>
                <a:t>L </a:t>
              </a:r>
              <a:r>
                <a:rPr lang="zh-CN" altLang="en-US">
                  <a:solidFill>
                    <a:schemeClr val="bg1"/>
                  </a:solidFill>
                </a:rPr>
                <a:t>的在外磁场 </a:t>
              </a:r>
              <a:r>
                <a:rPr lang="en-US" altLang="zh-CN" i="1">
                  <a:solidFill>
                    <a:srgbClr val="FFFF00"/>
                  </a:solidFill>
                </a:rPr>
                <a:t>z </a:t>
              </a:r>
              <a:r>
                <a:rPr lang="zh-CN" altLang="en-US">
                  <a:solidFill>
                    <a:schemeClr val="bg1"/>
                  </a:solidFill>
                </a:rPr>
                <a:t>方向的投影</a:t>
              </a:r>
            </a:p>
          </p:txBody>
        </p:sp>
        <p:sp>
          <p:nvSpPr>
            <p:cNvPr id="6170" name="Line 11">
              <a:extLst>
                <a:ext uri="{FF2B5EF4-FFF2-40B4-BE49-F238E27FC236}">
                  <a16:creationId xmlns:a16="http://schemas.microsoft.com/office/drawing/2014/main" id="{4479152B-3B51-46A6-9B87-98C24EDC20AA}"/>
                </a:ext>
              </a:extLst>
            </p:cNvPr>
            <p:cNvSpPr>
              <a:spLocks noChangeShapeType="1"/>
            </p:cNvSpPr>
            <p:nvPr/>
          </p:nvSpPr>
          <p:spPr bwMode="auto">
            <a:xfrm>
              <a:off x="1148" y="2256"/>
              <a:ext cx="144" cy="0"/>
            </a:xfrm>
            <a:prstGeom prst="line">
              <a:avLst/>
            </a:prstGeom>
            <a:noFill/>
            <a:ln w="12700">
              <a:solidFill>
                <a:srgbClr val="00FF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2" name="Object 3">
            <a:extLst>
              <a:ext uri="{FF2B5EF4-FFF2-40B4-BE49-F238E27FC236}">
                <a16:creationId xmlns:a16="http://schemas.microsoft.com/office/drawing/2014/main" id="{36FF0B0E-35F0-4185-82FF-1C053C834367}"/>
              </a:ext>
            </a:extLst>
          </p:cNvPr>
          <p:cNvGraphicFramePr>
            <a:graphicFrameLocks/>
          </p:cNvGraphicFramePr>
          <p:nvPr/>
        </p:nvGraphicFramePr>
        <p:xfrm>
          <a:off x="1470025" y="3500438"/>
          <a:ext cx="1230313" cy="433387"/>
        </p:xfrm>
        <a:graphic>
          <a:graphicData uri="http://schemas.openxmlformats.org/presentationml/2006/ole">
            <mc:AlternateContent xmlns:mc="http://schemas.openxmlformats.org/markup-compatibility/2006">
              <mc:Choice xmlns:v="urn:schemas-microsoft-com:vml" Requires="v">
                <p:oleObj spid="_x0000_s572449" r:id="rId5" imgW="1005840" imgH="312216" progId="Equation.3">
                  <p:embed/>
                </p:oleObj>
              </mc:Choice>
              <mc:Fallback>
                <p:oleObj r:id="rId5" imgW="1005840" imgH="312216" progId="Equation.3">
                  <p:embed/>
                  <p:pic>
                    <p:nvPicPr>
                      <p:cNvPr id="12" name="Object 3">
                        <a:extLst>
                          <a:ext uri="{FF2B5EF4-FFF2-40B4-BE49-F238E27FC236}">
                            <a16:creationId xmlns:a16="http://schemas.microsoft.com/office/drawing/2014/main" id="{36FF0B0E-35F0-4185-82FF-1C053C834367}"/>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0025" y="3500438"/>
                        <a:ext cx="1230313"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 name="Text Box 13">
            <a:extLst>
              <a:ext uri="{FF2B5EF4-FFF2-40B4-BE49-F238E27FC236}">
                <a16:creationId xmlns:a16="http://schemas.microsoft.com/office/drawing/2014/main" id="{7D3011A6-FCF0-42A1-9461-64F515EF3AD3}"/>
              </a:ext>
            </a:extLst>
          </p:cNvPr>
          <p:cNvSpPr txBox="1">
            <a:spLocks noChangeArrowheads="1"/>
          </p:cNvSpPr>
          <p:nvPr/>
        </p:nvSpPr>
        <p:spPr bwMode="auto">
          <a:xfrm>
            <a:off x="3152775" y="3476625"/>
            <a:ext cx="617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dirty="0">
                <a:solidFill>
                  <a:srgbClr val="FFFF00"/>
                </a:solidFill>
              </a:rPr>
              <a:t>磁量子数</a:t>
            </a:r>
            <a:r>
              <a:rPr lang="zh-CN" altLang="en-US" dirty="0">
                <a:solidFill>
                  <a:srgbClr val="99FFCC"/>
                </a:solidFill>
              </a:rPr>
              <a:t>   </a:t>
            </a:r>
            <a:r>
              <a:rPr lang="en-US" altLang="zh-CN" i="1" dirty="0">
                <a:solidFill>
                  <a:srgbClr val="66FFFF"/>
                </a:solidFill>
              </a:rPr>
              <a:t>m</a:t>
            </a:r>
            <a:r>
              <a:rPr lang="en-US" altLang="zh-CN" i="1" baseline="-25000" dirty="0">
                <a:solidFill>
                  <a:srgbClr val="66FFFF"/>
                </a:solidFill>
              </a:rPr>
              <a:t>l</a:t>
            </a:r>
            <a:r>
              <a:rPr lang="en-US" altLang="zh-CN" dirty="0">
                <a:solidFill>
                  <a:srgbClr val="66FFFF"/>
                </a:solidFill>
              </a:rPr>
              <a:t> = 0 , </a:t>
            </a:r>
            <a:r>
              <a:rPr lang="en-US" altLang="zh-CN" sz="2000" dirty="0">
                <a:solidFill>
                  <a:srgbClr val="66FFFF"/>
                </a:solidFill>
              </a:rPr>
              <a:t>±</a:t>
            </a:r>
            <a:r>
              <a:rPr lang="en-US" altLang="zh-CN" dirty="0">
                <a:solidFill>
                  <a:srgbClr val="66FFFF"/>
                </a:solidFill>
              </a:rPr>
              <a:t>1 , </a:t>
            </a:r>
            <a:r>
              <a:rPr lang="en-US" altLang="zh-CN" sz="2000" dirty="0">
                <a:solidFill>
                  <a:srgbClr val="66FFFF"/>
                </a:solidFill>
              </a:rPr>
              <a:t>±</a:t>
            </a:r>
            <a:r>
              <a:rPr lang="en-US" altLang="zh-CN" dirty="0">
                <a:solidFill>
                  <a:srgbClr val="66FFFF"/>
                </a:solidFill>
              </a:rPr>
              <a:t>2 , …… , </a:t>
            </a:r>
            <a:r>
              <a:rPr lang="en-US" altLang="zh-CN" sz="2000" dirty="0">
                <a:solidFill>
                  <a:srgbClr val="66FFFF"/>
                </a:solidFill>
              </a:rPr>
              <a:t>±</a:t>
            </a:r>
            <a:r>
              <a:rPr lang="en-US" altLang="zh-CN" i="1" dirty="0">
                <a:solidFill>
                  <a:srgbClr val="66FFFF"/>
                </a:solidFill>
              </a:rPr>
              <a:t>l</a:t>
            </a:r>
            <a:r>
              <a:rPr lang="en-US" altLang="zh-CN" dirty="0">
                <a:solidFill>
                  <a:srgbClr val="FFFF99"/>
                </a:solidFill>
              </a:rPr>
              <a:t> </a:t>
            </a:r>
          </a:p>
        </p:txBody>
      </p:sp>
      <p:cxnSp>
        <p:nvCxnSpPr>
          <p:cNvPr id="27" name="直接连接符 26">
            <a:extLst>
              <a:ext uri="{FF2B5EF4-FFF2-40B4-BE49-F238E27FC236}">
                <a16:creationId xmlns:a16="http://schemas.microsoft.com/office/drawing/2014/main" id="{F33321B3-B5E9-44AE-B035-E9950B90CB97}"/>
              </a:ext>
            </a:extLst>
          </p:cNvPr>
          <p:cNvCxnSpPr>
            <a:cxnSpLocks noChangeShapeType="1"/>
          </p:cNvCxnSpPr>
          <p:nvPr/>
        </p:nvCxnSpPr>
        <p:spPr bwMode="auto">
          <a:xfrm>
            <a:off x="0" y="4293096"/>
            <a:ext cx="9180513" cy="0"/>
          </a:xfrm>
          <a:prstGeom prst="line">
            <a:avLst/>
          </a:prstGeom>
          <a:noFill/>
          <a:ln w="31750" algn="ctr">
            <a:solidFill>
              <a:srgbClr val="FF0000"/>
            </a:solidFill>
            <a:prstDash val="dash"/>
            <a:round/>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par>
                          <p:cTn id="13" fill="hold" nodeType="afterGroup">
                            <p:stCondLst>
                              <p:cond delay="500"/>
                            </p:stCondLst>
                            <p:childTnLst>
                              <p:par>
                                <p:cTn id="14" presetID="9"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dissolve">
                                      <p:cBhvr>
                                        <p:cTn id="16" dur="500"/>
                                        <p:tgtEl>
                                          <p:spTgt spid="4"/>
                                        </p:tgtEl>
                                      </p:cBhvr>
                                    </p:animEffect>
                                  </p:childTnLst>
                                </p:cTn>
                              </p:par>
                            </p:childTnLst>
                          </p:cTn>
                        </p:par>
                        <p:par>
                          <p:cTn id="17" fill="hold" nodeType="afterGroup">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dissolve">
                                      <p:cBhvr>
                                        <p:cTn id="20" dur="5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dissolve">
                                      <p:cBhvr>
                                        <p:cTn id="25" dur="500"/>
                                        <p:tgtEl>
                                          <p:spTgt spid="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par>
                          <p:cTn id="31" fill="hold" nodeType="afterGroup">
                            <p:stCondLst>
                              <p:cond delay="500"/>
                            </p:stCondLst>
                            <p:childTnLst>
                              <p:par>
                                <p:cTn id="32" presetID="9" presetClass="entr" presetSubtype="0" fill="hold"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childTnLst>
                          </p:cTn>
                        </p:par>
                        <p:par>
                          <p:cTn id="35" fill="hold" nodeType="afterGroup">
                            <p:stCondLst>
                              <p:cond delay="1000"/>
                            </p:stCondLst>
                            <p:childTnLst>
                              <p:par>
                                <p:cTn id="36" presetID="9" presetClass="entr" presetSubtype="0"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dissolve">
                                      <p:cBhvr>
                                        <p:cTn id="38" dur="500"/>
                                        <p:tgtEl>
                                          <p:spTgt spid="13"/>
                                        </p:tgtEl>
                                      </p:cBhvr>
                                    </p:animEffect>
                                  </p:childTnLst>
                                </p:cTn>
                              </p:par>
                            </p:childTnLst>
                          </p:cTn>
                        </p:par>
                        <p:par>
                          <p:cTn id="39" fill="hold" nodeType="afterGroup">
                            <p:stCondLst>
                              <p:cond delay="1500"/>
                            </p:stCondLst>
                            <p:childTnLst>
                              <p:par>
                                <p:cTn id="40" presetID="22" presetClass="entr" presetSubtype="8" fill="hold" nodeType="after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left)">
                                      <p:cBhvr>
                                        <p:cTn id="4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89" name="Rectangle 49">
            <a:extLst>
              <a:ext uri="{FF2B5EF4-FFF2-40B4-BE49-F238E27FC236}">
                <a16:creationId xmlns:a16="http://schemas.microsoft.com/office/drawing/2014/main" id="{E980A6FD-15EE-4915-9647-8EDBEF76AA26}"/>
              </a:ext>
            </a:extLst>
          </p:cNvPr>
          <p:cNvSpPr>
            <a:spLocks noChangeArrowheads="1"/>
          </p:cNvSpPr>
          <p:nvPr/>
        </p:nvSpPr>
        <p:spPr bwMode="auto">
          <a:xfrm>
            <a:off x="1857375" y="142875"/>
            <a:ext cx="5786438"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65048" bIns="76176">
            <a:spAutoFit/>
          </a:bodyPr>
          <a:lstStyle/>
          <a:p>
            <a:r>
              <a:rPr lang="en-US" altLang="zh-CN" sz="2800" dirty="0">
                <a:solidFill>
                  <a:srgbClr val="66FF33"/>
                </a:solidFill>
                <a:latin typeface="SimHei" panose="02010609060101010101" pitchFamily="49" charset="-122"/>
                <a:ea typeface="SimHei" panose="02010609060101010101" pitchFamily="49" charset="-122"/>
              </a:rPr>
              <a:t>§</a:t>
            </a:r>
            <a:r>
              <a:rPr lang="en-US" altLang="zh-CN" sz="2800" dirty="0">
                <a:solidFill>
                  <a:srgbClr val="66FF33"/>
                </a:solidFill>
                <a:ea typeface="SimHei" panose="02010609060101010101" pitchFamily="49" charset="-122"/>
              </a:rPr>
              <a:t>16.7 </a:t>
            </a:r>
            <a:r>
              <a:rPr lang="en-US" altLang="zh-CN" sz="2800" dirty="0">
                <a:solidFill>
                  <a:srgbClr val="66FF33"/>
                </a:solidFill>
                <a:latin typeface="SimHei" panose="02010609060101010101" pitchFamily="49" charset="-122"/>
                <a:ea typeface="SimHei" panose="02010609060101010101" pitchFamily="49" charset="-122"/>
              </a:rPr>
              <a:t> </a:t>
            </a:r>
            <a:r>
              <a:rPr lang="zh-CN" altLang="en-US" sz="2800" dirty="0">
                <a:solidFill>
                  <a:srgbClr val="66FF33"/>
                </a:solidFill>
                <a:latin typeface="SimHei" panose="02010609060101010101" pitchFamily="49" charset="-122"/>
                <a:ea typeface="SimHei" panose="02010609060101010101" pitchFamily="49" charset="-122"/>
              </a:rPr>
              <a:t>电子自旋  四个量子数</a:t>
            </a:r>
          </a:p>
        </p:txBody>
      </p:sp>
      <p:sp>
        <p:nvSpPr>
          <p:cNvPr id="35898" name="Rectangle 58">
            <a:extLst>
              <a:ext uri="{FF2B5EF4-FFF2-40B4-BE49-F238E27FC236}">
                <a16:creationId xmlns:a16="http://schemas.microsoft.com/office/drawing/2014/main" id="{60367B23-1710-41A8-B5E5-8F8824B1BF1E}"/>
              </a:ext>
            </a:extLst>
          </p:cNvPr>
          <p:cNvSpPr>
            <a:spLocks noChangeArrowheads="1"/>
          </p:cNvSpPr>
          <p:nvPr/>
        </p:nvSpPr>
        <p:spPr bwMode="auto">
          <a:xfrm>
            <a:off x="357188" y="857250"/>
            <a:ext cx="8786812" cy="523875"/>
          </a:xfrm>
          <a:prstGeom prst="rect">
            <a:avLst/>
          </a:prstGeom>
          <a:noFill/>
          <a:ln w="9525">
            <a:noFill/>
            <a:miter lim="800000"/>
          </a:ln>
        </p:spPr>
        <p:txBody>
          <a:bodyPr tIns="76176" bIns="76176">
            <a:spAutoFit/>
          </a:bodyPr>
          <a:lstStyle/>
          <a:p>
            <a:r>
              <a:rPr lang="zh-CN" altLang="en-US" dirty="0">
                <a:solidFill>
                  <a:srgbClr val="FFFF00"/>
                </a:solidFill>
                <a:latin typeface="宋体" panose="02010600030101010101" pitchFamily="2" charset="-122"/>
              </a:rPr>
              <a:t>一</a:t>
            </a:r>
            <a:r>
              <a:rPr lang="en-US" altLang="zh-CN" dirty="0">
                <a:solidFill>
                  <a:srgbClr val="FFFF00"/>
                </a:solidFill>
              </a:rPr>
              <a:t>. </a:t>
            </a:r>
            <a:r>
              <a:rPr lang="zh-CN" altLang="en-US" dirty="0">
                <a:solidFill>
                  <a:srgbClr val="FFFF00"/>
                </a:solidFill>
                <a:latin typeface="宋体" panose="02010600030101010101" pitchFamily="2" charset="-122"/>
              </a:rPr>
              <a:t>斯特恩</a:t>
            </a:r>
            <a:r>
              <a:rPr lang="en-US" altLang="zh-CN" dirty="0">
                <a:solidFill>
                  <a:srgbClr val="FFFF00"/>
                </a:solidFill>
              </a:rPr>
              <a:t>—</a:t>
            </a:r>
            <a:r>
              <a:rPr lang="zh-CN" altLang="en-US" dirty="0">
                <a:solidFill>
                  <a:srgbClr val="FFFF00"/>
                </a:solidFill>
              </a:rPr>
              <a:t>盖</a:t>
            </a:r>
            <a:r>
              <a:rPr lang="zh-CN" altLang="en-US" dirty="0">
                <a:solidFill>
                  <a:srgbClr val="FFFF00"/>
                </a:solidFill>
                <a:latin typeface="宋体" panose="02010600030101010101" pitchFamily="2" charset="-122"/>
              </a:rPr>
              <a:t>拉赫实验 </a:t>
            </a:r>
            <a:r>
              <a:rPr lang="en-US" altLang="zh-CN" dirty="0">
                <a:solidFill>
                  <a:schemeClr val="bg1"/>
                </a:solidFill>
                <a:latin typeface="宋体" panose="02010600030101010101" pitchFamily="2" charset="-122"/>
              </a:rPr>
              <a:t>(1922</a:t>
            </a:r>
            <a:r>
              <a:rPr lang="zh-CN" altLang="en-US" dirty="0">
                <a:solidFill>
                  <a:schemeClr val="bg1"/>
                </a:solidFill>
                <a:latin typeface="宋体" panose="02010600030101010101" pitchFamily="2" charset="-122"/>
              </a:rPr>
              <a:t>年：验证角动量空间量子化</a:t>
            </a:r>
            <a:r>
              <a:rPr lang="en-US" altLang="zh-CN" dirty="0">
                <a:solidFill>
                  <a:schemeClr val="bg1"/>
                </a:solidFill>
                <a:latin typeface="宋体" panose="02010600030101010101" pitchFamily="2" charset="-122"/>
              </a:rPr>
              <a:t>)</a:t>
            </a:r>
          </a:p>
        </p:txBody>
      </p:sp>
      <p:grpSp>
        <p:nvGrpSpPr>
          <p:cNvPr id="2" name="Group 59">
            <a:extLst>
              <a:ext uri="{FF2B5EF4-FFF2-40B4-BE49-F238E27FC236}">
                <a16:creationId xmlns:a16="http://schemas.microsoft.com/office/drawing/2014/main" id="{3C4AA963-8077-4F5F-BA94-E87D21D02086}"/>
              </a:ext>
            </a:extLst>
          </p:cNvPr>
          <p:cNvGrpSpPr>
            <a:grpSpLocks/>
          </p:cNvGrpSpPr>
          <p:nvPr/>
        </p:nvGrpSpPr>
        <p:grpSpPr bwMode="auto">
          <a:xfrm>
            <a:off x="4967288" y="2224088"/>
            <a:ext cx="1171575" cy="1512887"/>
            <a:chOff x="3100" y="1680"/>
            <a:chExt cx="738" cy="953"/>
          </a:xfrm>
        </p:grpSpPr>
        <p:sp>
          <p:nvSpPr>
            <p:cNvPr id="37892" name="Rectangle 60">
              <a:extLst>
                <a:ext uri="{FF2B5EF4-FFF2-40B4-BE49-F238E27FC236}">
                  <a16:creationId xmlns:a16="http://schemas.microsoft.com/office/drawing/2014/main" id="{D7ADC6C7-AAC1-4376-82CF-505E61E014DF}"/>
                </a:ext>
              </a:extLst>
            </p:cNvPr>
            <p:cNvSpPr>
              <a:spLocks noChangeArrowheads="1"/>
            </p:cNvSpPr>
            <p:nvPr/>
          </p:nvSpPr>
          <p:spPr bwMode="auto">
            <a:xfrm>
              <a:off x="3100" y="1718"/>
              <a:ext cx="718" cy="280"/>
            </a:xfrm>
            <a:prstGeom prst="rect">
              <a:avLst/>
            </a:prstGeom>
            <a:solidFill>
              <a:srgbClr val="66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solidFill>
                  <a:schemeClr val="bg1"/>
                </a:solidFill>
              </a:endParaRPr>
            </a:p>
          </p:txBody>
        </p:sp>
        <p:sp>
          <p:nvSpPr>
            <p:cNvPr id="37893" name="Rectangle 61">
              <a:extLst>
                <a:ext uri="{FF2B5EF4-FFF2-40B4-BE49-F238E27FC236}">
                  <a16:creationId xmlns:a16="http://schemas.microsoft.com/office/drawing/2014/main" id="{E0990AAA-DE1B-47D1-A435-A04447FFA459}"/>
                </a:ext>
              </a:extLst>
            </p:cNvPr>
            <p:cNvSpPr>
              <a:spLocks noChangeArrowheads="1"/>
            </p:cNvSpPr>
            <p:nvPr/>
          </p:nvSpPr>
          <p:spPr bwMode="auto">
            <a:xfrm>
              <a:off x="3120" y="2352"/>
              <a:ext cx="718" cy="281"/>
            </a:xfrm>
            <a:prstGeom prst="rect">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solidFill>
                  <a:schemeClr val="bg1"/>
                </a:solidFill>
              </a:endParaRPr>
            </a:p>
          </p:txBody>
        </p:sp>
        <p:sp>
          <p:nvSpPr>
            <p:cNvPr id="37894" name="Text Box 62">
              <a:extLst>
                <a:ext uri="{FF2B5EF4-FFF2-40B4-BE49-F238E27FC236}">
                  <a16:creationId xmlns:a16="http://schemas.microsoft.com/office/drawing/2014/main" id="{8B43645B-E8DF-4C43-BCE0-C9E31DB62C0A}"/>
                </a:ext>
              </a:extLst>
            </p:cNvPr>
            <p:cNvSpPr txBox="1">
              <a:spLocks noChangeArrowheads="1"/>
            </p:cNvSpPr>
            <p:nvPr/>
          </p:nvSpPr>
          <p:spPr bwMode="auto">
            <a:xfrm>
              <a:off x="3360" y="1680"/>
              <a:ext cx="25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a:solidFill>
                    <a:schemeClr val="bg1"/>
                  </a:solidFill>
                  <a:ea typeface="楷体_GB2312" pitchFamily="49" charset="-122"/>
                </a:rPr>
                <a:t>S</a:t>
              </a:r>
            </a:p>
          </p:txBody>
        </p:sp>
        <p:sp>
          <p:nvSpPr>
            <p:cNvPr id="37895" name="Text Box 63">
              <a:extLst>
                <a:ext uri="{FF2B5EF4-FFF2-40B4-BE49-F238E27FC236}">
                  <a16:creationId xmlns:a16="http://schemas.microsoft.com/office/drawing/2014/main" id="{9A5163B1-F93D-446B-8847-BCD10471195B}"/>
                </a:ext>
              </a:extLst>
            </p:cNvPr>
            <p:cNvSpPr txBox="1">
              <a:spLocks noChangeArrowheads="1"/>
            </p:cNvSpPr>
            <p:nvPr/>
          </p:nvSpPr>
          <p:spPr bwMode="auto">
            <a:xfrm>
              <a:off x="3312" y="2304"/>
              <a:ext cx="2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a:solidFill>
                    <a:schemeClr val="bg1"/>
                  </a:solidFill>
                  <a:ea typeface="楷体_GB2312" pitchFamily="49" charset="-122"/>
                </a:rPr>
                <a:t>N</a:t>
              </a:r>
            </a:p>
          </p:txBody>
        </p:sp>
      </p:grpSp>
      <p:grpSp>
        <p:nvGrpSpPr>
          <p:cNvPr id="3" name="Group 64">
            <a:extLst>
              <a:ext uri="{FF2B5EF4-FFF2-40B4-BE49-F238E27FC236}">
                <a16:creationId xmlns:a16="http://schemas.microsoft.com/office/drawing/2014/main" id="{B2F5354F-EEE1-41C1-BC28-D035868F0C70}"/>
              </a:ext>
            </a:extLst>
          </p:cNvPr>
          <p:cNvGrpSpPr>
            <a:grpSpLocks/>
          </p:cNvGrpSpPr>
          <p:nvPr/>
        </p:nvGrpSpPr>
        <p:grpSpPr bwMode="auto">
          <a:xfrm>
            <a:off x="1143000" y="2071688"/>
            <a:ext cx="7343775" cy="2254250"/>
            <a:chOff x="424" y="240"/>
            <a:chExt cx="4520" cy="1420"/>
          </a:xfrm>
        </p:grpSpPr>
        <p:grpSp>
          <p:nvGrpSpPr>
            <p:cNvPr id="37897" name="Group 65">
              <a:extLst>
                <a:ext uri="{FF2B5EF4-FFF2-40B4-BE49-F238E27FC236}">
                  <a16:creationId xmlns:a16="http://schemas.microsoft.com/office/drawing/2014/main" id="{2A60A235-2A4C-40CE-A243-7E2FEC493B13}"/>
                </a:ext>
              </a:extLst>
            </p:cNvPr>
            <p:cNvGrpSpPr>
              <a:grpSpLocks/>
            </p:cNvGrpSpPr>
            <p:nvPr/>
          </p:nvGrpSpPr>
          <p:grpSpPr bwMode="auto">
            <a:xfrm>
              <a:off x="1056" y="240"/>
              <a:ext cx="3216" cy="1392"/>
              <a:chOff x="1056" y="1824"/>
              <a:chExt cx="3216" cy="1392"/>
            </a:xfrm>
          </p:grpSpPr>
          <p:sp>
            <p:nvSpPr>
              <p:cNvPr id="37898" name="Line 66">
                <a:extLst>
                  <a:ext uri="{FF2B5EF4-FFF2-40B4-BE49-F238E27FC236}">
                    <a16:creationId xmlns:a16="http://schemas.microsoft.com/office/drawing/2014/main" id="{85666489-7E36-4503-AB84-BF8DAB8A661A}"/>
                  </a:ext>
                </a:extLst>
              </p:cNvPr>
              <p:cNvSpPr>
                <a:spLocks noChangeShapeType="1"/>
              </p:cNvSpPr>
              <p:nvPr/>
            </p:nvSpPr>
            <p:spPr bwMode="auto">
              <a:xfrm>
                <a:off x="1056" y="1824"/>
                <a:ext cx="3216" cy="0"/>
              </a:xfrm>
              <a:prstGeom prst="line">
                <a:avLst/>
              </a:prstGeom>
              <a:noFill/>
              <a:ln w="2222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899" name="Line 67">
                <a:extLst>
                  <a:ext uri="{FF2B5EF4-FFF2-40B4-BE49-F238E27FC236}">
                    <a16:creationId xmlns:a16="http://schemas.microsoft.com/office/drawing/2014/main" id="{2D9CCD76-7E65-40C9-B3FB-453F36AECC27}"/>
                  </a:ext>
                </a:extLst>
              </p:cNvPr>
              <p:cNvSpPr>
                <a:spLocks noChangeShapeType="1"/>
              </p:cNvSpPr>
              <p:nvPr/>
            </p:nvSpPr>
            <p:spPr bwMode="auto">
              <a:xfrm>
                <a:off x="1056" y="1824"/>
                <a:ext cx="0" cy="1392"/>
              </a:xfrm>
              <a:prstGeom prst="line">
                <a:avLst/>
              </a:prstGeom>
              <a:noFill/>
              <a:ln w="2222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0" name="Line 68">
                <a:extLst>
                  <a:ext uri="{FF2B5EF4-FFF2-40B4-BE49-F238E27FC236}">
                    <a16:creationId xmlns:a16="http://schemas.microsoft.com/office/drawing/2014/main" id="{AEEB890F-60FF-4A95-A3A6-62DEE1185E74}"/>
                  </a:ext>
                </a:extLst>
              </p:cNvPr>
              <p:cNvSpPr>
                <a:spLocks noChangeShapeType="1"/>
              </p:cNvSpPr>
              <p:nvPr/>
            </p:nvSpPr>
            <p:spPr bwMode="auto">
              <a:xfrm>
                <a:off x="4272" y="1824"/>
                <a:ext cx="0" cy="1152"/>
              </a:xfrm>
              <a:prstGeom prst="line">
                <a:avLst/>
              </a:prstGeom>
              <a:noFill/>
              <a:ln w="2222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1" name="Line 69">
                <a:extLst>
                  <a:ext uri="{FF2B5EF4-FFF2-40B4-BE49-F238E27FC236}">
                    <a16:creationId xmlns:a16="http://schemas.microsoft.com/office/drawing/2014/main" id="{6DBDE871-887F-4763-8646-974D91AB821C}"/>
                  </a:ext>
                </a:extLst>
              </p:cNvPr>
              <p:cNvSpPr>
                <a:spLocks noChangeShapeType="1"/>
              </p:cNvSpPr>
              <p:nvPr/>
            </p:nvSpPr>
            <p:spPr bwMode="auto">
              <a:xfrm>
                <a:off x="1248" y="2976"/>
                <a:ext cx="3024" cy="0"/>
              </a:xfrm>
              <a:prstGeom prst="line">
                <a:avLst/>
              </a:prstGeom>
              <a:noFill/>
              <a:ln w="2222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2" name="Line 70">
                <a:extLst>
                  <a:ext uri="{FF2B5EF4-FFF2-40B4-BE49-F238E27FC236}">
                    <a16:creationId xmlns:a16="http://schemas.microsoft.com/office/drawing/2014/main" id="{7A4A61B2-83BF-446D-AB8E-25677B8FF73D}"/>
                  </a:ext>
                </a:extLst>
              </p:cNvPr>
              <p:cNvSpPr>
                <a:spLocks noChangeShapeType="1"/>
              </p:cNvSpPr>
              <p:nvPr/>
            </p:nvSpPr>
            <p:spPr bwMode="auto">
              <a:xfrm>
                <a:off x="1248" y="2976"/>
                <a:ext cx="0" cy="240"/>
              </a:xfrm>
              <a:prstGeom prst="line">
                <a:avLst/>
              </a:prstGeom>
              <a:noFill/>
              <a:ln w="2222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7903" name="Line 71">
              <a:extLst>
                <a:ext uri="{FF2B5EF4-FFF2-40B4-BE49-F238E27FC236}">
                  <a16:creationId xmlns:a16="http://schemas.microsoft.com/office/drawing/2014/main" id="{FDE07234-7539-4F3D-811C-21EED48EDEA6}"/>
                </a:ext>
              </a:extLst>
            </p:cNvPr>
            <p:cNvSpPr>
              <a:spLocks noChangeShapeType="1"/>
            </p:cNvSpPr>
            <p:nvPr/>
          </p:nvSpPr>
          <p:spPr bwMode="auto">
            <a:xfrm>
              <a:off x="4032" y="336"/>
              <a:ext cx="0" cy="912"/>
            </a:xfrm>
            <a:prstGeom prst="line">
              <a:avLst/>
            </a:prstGeom>
            <a:noFill/>
            <a:ln w="5080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4" name="Rectangle 72">
              <a:extLst>
                <a:ext uri="{FF2B5EF4-FFF2-40B4-BE49-F238E27FC236}">
                  <a16:creationId xmlns:a16="http://schemas.microsoft.com/office/drawing/2014/main" id="{2A6D5B63-7390-4494-993D-1876B1B65328}"/>
                </a:ext>
              </a:extLst>
            </p:cNvPr>
            <p:cNvSpPr>
              <a:spLocks noChangeArrowheads="1"/>
            </p:cNvSpPr>
            <p:nvPr/>
          </p:nvSpPr>
          <p:spPr bwMode="auto">
            <a:xfrm>
              <a:off x="1200" y="624"/>
              <a:ext cx="384" cy="432"/>
            </a:xfrm>
            <a:prstGeom prst="rect">
              <a:avLst/>
            </a:prstGeom>
            <a:solidFill>
              <a:srgbClr val="FFFF99"/>
            </a:solidFill>
            <a:ln w="22225">
              <a:solidFill>
                <a:srgbClr val="FF6600"/>
              </a:solidFill>
              <a:miter lim="800000"/>
              <a:headEnd/>
              <a:tailEnd/>
            </a:ln>
          </p:spPr>
          <p:txBody>
            <a:bodyPr wrap="none" anchor="ctr"/>
            <a:lstStyle/>
            <a:p>
              <a:endParaRPr lang="zh-CN" altLang="en-US">
                <a:solidFill>
                  <a:schemeClr val="bg1"/>
                </a:solidFill>
              </a:endParaRPr>
            </a:p>
          </p:txBody>
        </p:sp>
        <p:sp>
          <p:nvSpPr>
            <p:cNvPr id="37905" name="Line 73">
              <a:extLst>
                <a:ext uri="{FF2B5EF4-FFF2-40B4-BE49-F238E27FC236}">
                  <a16:creationId xmlns:a16="http://schemas.microsoft.com/office/drawing/2014/main" id="{29F9D8EE-CA55-4DF2-891E-315526104B7F}"/>
                </a:ext>
              </a:extLst>
            </p:cNvPr>
            <p:cNvSpPr>
              <a:spLocks noChangeShapeType="1"/>
            </p:cNvSpPr>
            <p:nvPr/>
          </p:nvSpPr>
          <p:spPr bwMode="auto">
            <a:xfrm>
              <a:off x="1632" y="816"/>
              <a:ext cx="3312" cy="0"/>
            </a:xfrm>
            <a:prstGeom prst="line">
              <a:avLst/>
            </a:prstGeom>
            <a:noFill/>
            <a:ln w="12700">
              <a:solidFill>
                <a:schemeClr val="bg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7906" name="Group 74">
              <a:extLst>
                <a:ext uri="{FF2B5EF4-FFF2-40B4-BE49-F238E27FC236}">
                  <a16:creationId xmlns:a16="http://schemas.microsoft.com/office/drawing/2014/main" id="{397BF1F0-2524-463F-9247-D8907E0455E9}"/>
                </a:ext>
              </a:extLst>
            </p:cNvPr>
            <p:cNvGrpSpPr>
              <a:grpSpLocks/>
            </p:cNvGrpSpPr>
            <p:nvPr/>
          </p:nvGrpSpPr>
          <p:grpSpPr bwMode="auto">
            <a:xfrm>
              <a:off x="1920" y="492"/>
              <a:ext cx="240" cy="648"/>
              <a:chOff x="1776" y="492"/>
              <a:chExt cx="288" cy="648"/>
            </a:xfrm>
          </p:grpSpPr>
          <p:sp>
            <p:nvSpPr>
              <p:cNvPr id="37907" name="Line 75">
                <a:extLst>
                  <a:ext uri="{FF2B5EF4-FFF2-40B4-BE49-F238E27FC236}">
                    <a16:creationId xmlns:a16="http://schemas.microsoft.com/office/drawing/2014/main" id="{525CFC4A-ECC7-4A78-8902-0411592FEA2B}"/>
                  </a:ext>
                </a:extLst>
              </p:cNvPr>
              <p:cNvSpPr>
                <a:spLocks noChangeShapeType="1"/>
              </p:cNvSpPr>
              <p:nvPr/>
            </p:nvSpPr>
            <p:spPr bwMode="auto">
              <a:xfrm>
                <a:off x="1776" y="492"/>
                <a:ext cx="0" cy="288"/>
              </a:xfrm>
              <a:prstGeom prst="line">
                <a:avLst/>
              </a:prstGeom>
              <a:noFill/>
              <a:ln w="38100">
                <a:solidFill>
                  <a:srgbClr val="CC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8" name="Line 76">
                <a:extLst>
                  <a:ext uri="{FF2B5EF4-FFF2-40B4-BE49-F238E27FC236}">
                    <a16:creationId xmlns:a16="http://schemas.microsoft.com/office/drawing/2014/main" id="{994CC73A-3822-47A1-A04C-419829EECBB9}"/>
                  </a:ext>
                </a:extLst>
              </p:cNvPr>
              <p:cNvSpPr>
                <a:spLocks noChangeShapeType="1"/>
              </p:cNvSpPr>
              <p:nvPr/>
            </p:nvSpPr>
            <p:spPr bwMode="auto">
              <a:xfrm>
                <a:off x="2064" y="492"/>
                <a:ext cx="0" cy="288"/>
              </a:xfrm>
              <a:prstGeom prst="line">
                <a:avLst/>
              </a:prstGeom>
              <a:noFill/>
              <a:ln w="38100">
                <a:solidFill>
                  <a:srgbClr val="CC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9" name="Line 77">
                <a:extLst>
                  <a:ext uri="{FF2B5EF4-FFF2-40B4-BE49-F238E27FC236}">
                    <a16:creationId xmlns:a16="http://schemas.microsoft.com/office/drawing/2014/main" id="{029277E2-CE98-474F-AB65-1006BF1767A6}"/>
                  </a:ext>
                </a:extLst>
              </p:cNvPr>
              <p:cNvSpPr>
                <a:spLocks noChangeShapeType="1"/>
              </p:cNvSpPr>
              <p:nvPr/>
            </p:nvSpPr>
            <p:spPr bwMode="auto">
              <a:xfrm>
                <a:off x="1776" y="852"/>
                <a:ext cx="0" cy="288"/>
              </a:xfrm>
              <a:prstGeom prst="line">
                <a:avLst/>
              </a:prstGeom>
              <a:noFill/>
              <a:ln w="38100">
                <a:solidFill>
                  <a:srgbClr val="CC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10" name="Line 78">
                <a:extLst>
                  <a:ext uri="{FF2B5EF4-FFF2-40B4-BE49-F238E27FC236}">
                    <a16:creationId xmlns:a16="http://schemas.microsoft.com/office/drawing/2014/main" id="{70218F46-19E6-475C-A60D-222C8EBB98CE}"/>
                  </a:ext>
                </a:extLst>
              </p:cNvPr>
              <p:cNvSpPr>
                <a:spLocks noChangeShapeType="1"/>
              </p:cNvSpPr>
              <p:nvPr/>
            </p:nvSpPr>
            <p:spPr bwMode="auto">
              <a:xfrm>
                <a:off x="2064" y="852"/>
                <a:ext cx="0" cy="288"/>
              </a:xfrm>
              <a:prstGeom prst="line">
                <a:avLst/>
              </a:prstGeom>
              <a:noFill/>
              <a:ln w="38100">
                <a:solidFill>
                  <a:srgbClr val="CC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7911" name="Line 79">
              <a:extLst>
                <a:ext uri="{FF2B5EF4-FFF2-40B4-BE49-F238E27FC236}">
                  <a16:creationId xmlns:a16="http://schemas.microsoft.com/office/drawing/2014/main" id="{8D6AF3DC-D991-426E-92A8-352F0A096F8B}"/>
                </a:ext>
              </a:extLst>
            </p:cNvPr>
            <p:cNvSpPr>
              <a:spLocks noChangeShapeType="1"/>
            </p:cNvSpPr>
            <p:nvPr/>
          </p:nvSpPr>
          <p:spPr bwMode="auto">
            <a:xfrm>
              <a:off x="1152" y="1230"/>
              <a:ext cx="0" cy="384"/>
            </a:xfrm>
            <a:prstGeom prst="line">
              <a:avLst/>
            </a:prstGeom>
            <a:noFill/>
            <a:ln w="222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2" name="Rectangle 80">
              <a:extLst>
                <a:ext uri="{FF2B5EF4-FFF2-40B4-BE49-F238E27FC236}">
                  <a16:creationId xmlns:a16="http://schemas.microsoft.com/office/drawing/2014/main" id="{60B91ED7-52F6-4D95-A35E-450657C488C6}"/>
                </a:ext>
              </a:extLst>
            </p:cNvPr>
            <p:cNvSpPr>
              <a:spLocks noChangeArrowheads="1"/>
            </p:cNvSpPr>
            <p:nvPr/>
          </p:nvSpPr>
          <p:spPr bwMode="auto">
            <a:xfrm>
              <a:off x="424" y="1410"/>
              <a:ext cx="8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p>
              <a:r>
                <a:rPr lang="zh-CN" altLang="en-US" sz="2000">
                  <a:solidFill>
                    <a:srgbClr val="FFFF99"/>
                  </a:solidFill>
                  <a:ea typeface="楷体_GB2312" pitchFamily="49" charset="-122"/>
                </a:rPr>
                <a:t>真空泵</a:t>
              </a:r>
            </a:p>
          </p:txBody>
        </p:sp>
        <p:graphicFrame>
          <p:nvGraphicFramePr>
            <p:cNvPr id="37913" name="Object 4">
              <a:extLst>
                <a:ext uri="{FF2B5EF4-FFF2-40B4-BE49-F238E27FC236}">
                  <a16:creationId xmlns:a16="http://schemas.microsoft.com/office/drawing/2014/main" id="{052815C2-23F5-40FB-BF7F-3239B73CB8A6}"/>
                </a:ext>
              </a:extLst>
            </p:cNvPr>
            <p:cNvGraphicFramePr>
              <a:graphicFrameLocks noChangeAspect="1"/>
            </p:cNvGraphicFramePr>
            <p:nvPr/>
          </p:nvGraphicFramePr>
          <p:xfrm>
            <a:off x="1259" y="315"/>
            <a:ext cx="261" cy="240"/>
          </p:xfrm>
          <a:graphic>
            <a:graphicData uri="http://schemas.openxmlformats.org/presentationml/2006/ole">
              <mc:AlternateContent xmlns:mc="http://schemas.openxmlformats.org/markup-compatibility/2006">
                <mc:Choice xmlns:v="urn:schemas-microsoft-com:vml" Requires="v">
                  <p:oleObj spid="_x0000_s551076" r:id="rId3" imgW="115920" imgH="137520" progId="Equation.3">
                    <p:embed/>
                  </p:oleObj>
                </mc:Choice>
                <mc:Fallback>
                  <p:oleObj r:id="rId3" imgW="115920" imgH="137520" progId="Equation.3">
                    <p:embed/>
                    <p:pic>
                      <p:nvPicPr>
                        <p:cNvPr id="37913" name="Object 4">
                          <a:extLst>
                            <a:ext uri="{FF2B5EF4-FFF2-40B4-BE49-F238E27FC236}">
                              <a16:creationId xmlns:a16="http://schemas.microsoft.com/office/drawing/2014/main" id="{052815C2-23F5-40FB-BF7F-3239B73CB8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 y="315"/>
                          <a:ext cx="26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7914" name="Object 5">
              <a:extLst>
                <a:ext uri="{FF2B5EF4-FFF2-40B4-BE49-F238E27FC236}">
                  <a16:creationId xmlns:a16="http://schemas.microsoft.com/office/drawing/2014/main" id="{D055BEBD-6935-4756-A724-B1C261131881}"/>
                </a:ext>
              </a:extLst>
            </p:cNvPr>
            <p:cNvGraphicFramePr>
              <a:graphicFrameLocks noChangeAspect="1"/>
            </p:cNvGraphicFramePr>
            <p:nvPr/>
          </p:nvGraphicFramePr>
          <p:xfrm>
            <a:off x="3696" y="288"/>
            <a:ext cx="261" cy="270"/>
          </p:xfrm>
          <a:graphic>
            <a:graphicData uri="http://schemas.openxmlformats.org/presentationml/2006/ole">
              <mc:AlternateContent xmlns:mc="http://schemas.openxmlformats.org/markup-compatibility/2006">
                <mc:Choice xmlns:v="urn:schemas-microsoft-com:vml" Requires="v">
                  <p:oleObj spid="_x0000_s551077" r:id="rId5" imgW="115920" imgH="126360" progId="Equation.3">
                    <p:embed/>
                  </p:oleObj>
                </mc:Choice>
                <mc:Fallback>
                  <p:oleObj r:id="rId5" imgW="115920" imgH="126360" progId="Equation.3">
                    <p:embed/>
                    <p:pic>
                      <p:nvPicPr>
                        <p:cNvPr id="37914" name="Object 5">
                          <a:extLst>
                            <a:ext uri="{FF2B5EF4-FFF2-40B4-BE49-F238E27FC236}">
                              <a16:creationId xmlns:a16="http://schemas.microsoft.com/office/drawing/2014/main" id="{D055BEBD-6935-4756-A724-B1C2611318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96" y="288"/>
                          <a:ext cx="26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7915" name="Object 6">
              <a:extLst>
                <a:ext uri="{FF2B5EF4-FFF2-40B4-BE49-F238E27FC236}">
                  <a16:creationId xmlns:a16="http://schemas.microsoft.com/office/drawing/2014/main" id="{B4B1D66F-BDE7-4DF7-9871-A012B15D7F93}"/>
                </a:ext>
              </a:extLst>
            </p:cNvPr>
            <p:cNvGraphicFramePr>
              <a:graphicFrameLocks noChangeAspect="1"/>
            </p:cNvGraphicFramePr>
            <p:nvPr/>
          </p:nvGraphicFramePr>
          <p:xfrm>
            <a:off x="1636" y="288"/>
            <a:ext cx="283" cy="291"/>
          </p:xfrm>
          <a:graphic>
            <a:graphicData uri="http://schemas.openxmlformats.org/presentationml/2006/ole">
              <mc:AlternateContent xmlns:mc="http://schemas.openxmlformats.org/markup-compatibility/2006">
                <mc:Choice xmlns:v="urn:schemas-microsoft-com:vml" Requires="v">
                  <p:oleObj spid="_x0000_s551078" r:id="rId7" imgW="126720" imgH="170640" progId="Equation.3">
                    <p:embed/>
                  </p:oleObj>
                </mc:Choice>
                <mc:Fallback>
                  <p:oleObj r:id="rId7" imgW="126720" imgH="170640" progId="Equation.3">
                    <p:embed/>
                    <p:pic>
                      <p:nvPicPr>
                        <p:cNvPr id="37915" name="Object 6">
                          <a:extLst>
                            <a:ext uri="{FF2B5EF4-FFF2-40B4-BE49-F238E27FC236}">
                              <a16:creationId xmlns:a16="http://schemas.microsoft.com/office/drawing/2014/main" id="{B4B1D66F-BDE7-4DF7-9871-A012B15D7F9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36" y="288"/>
                          <a:ext cx="28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7916" name="Object 7">
              <a:extLst>
                <a:ext uri="{FF2B5EF4-FFF2-40B4-BE49-F238E27FC236}">
                  <a16:creationId xmlns:a16="http://schemas.microsoft.com/office/drawing/2014/main" id="{800E147B-0AC1-4C88-BFD4-CF1DFCBB1D74}"/>
                </a:ext>
              </a:extLst>
            </p:cNvPr>
            <p:cNvGraphicFramePr>
              <a:graphicFrameLocks noChangeAspect="1"/>
            </p:cNvGraphicFramePr>
            <p:nvPr/>
          </p:nvGraphicFramePr>
          <p:xfrm>
            <a:off x="2186" y="309"/>
            <a:ext cx="305" cy="291"/>
          </p:xfrm>
          <a:graphic>
            <a:graphicData uri="http://schemas.openxmlformats.org/presentationml/2006/ole">
              <mc:AlternateContent xmlns:mc="http://schemas.openxmlformats.org/markup-compatibility/2006">
                <mc:Choice xmlns:v="urn:schemas-microsoft-com:vml" Requires="v">
                  <p:oleObj spid="_x0000_s551079" r:id="rId9" imgW="137880" imgH="170640" progId="Equation.3">
                    <p:embed/>
                  </p:oleObj>
                </mc:Choice>
                <mc:Fallback>
                  <p:oleObj r:id="rId9" imgW="137880" imgH="170640" progId="Equation.3">
                    <p:embed/>
                    <p:pic>
                      <p:nvPicPr>
                        <p:cNvPr id="37916" name="Object 7">
                          <a:extLst>
                            <a:ext uri="{FF2B5EF4-FFF2-40B4-BE49-F238E27FC236}">
                              <a16:creationId xmlns:a16="http://schemas.microsoft.com/office/drawing/2014/main" id="{800E147B-0AC1-4C88-BFD4-CF1DFCBB1D7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86" y="309"/>
                          <a:ext cx="30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35925" name="Rectangle 85">
            <a:extLst>
              <a:ext uri="{FF2B5EF4-FFF2-40B4-BE49-F238E27FC236}">
                <a16:creationId xmlns:a16="http://schemas.microsoft.com/office/drawing/2014/main" id="{3155C69C-D3BD-4D0A-8A1D-6FB8F25FE88A}"/>
              </a:ext>
            </a:extLst>
          </p:cNvPr>
          <p:cNvSpPr>
            <a:spLocks noChangeArrowheads="1"/>
          </p:cNvSpPr>
          <p:nvPr/>
        </p:nvSpPr>
        <p:spPr bwMode="auto">
          <a:xfrm>
            <a:off x="3929063" y="3960813"/>
            <a:ext cx="2076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p>
            <a:r>
              <a:rPr lang="zh-CN" altLang="en-US" sz="2000">
                <a:solidFill>
                  <a:srgbClr val="FFFF99"/>
                </a:solidFill>
              </a:rPr>
              <a:t>实验装置</a:t>
            </a:r>
          </a:p>
        </p:txBody>
      </p:sp>
      <p:sp>
        <p:nvSpPr>
          <p:cNvPr id="35926" name="Rectangle 86">
            <a:extLst>
              <a:ext uri="{FF2B5EF4-FFF2-40B4-BE49-F238E27FC236}">
                <a16:creationId xmlns:a16="http://schemas.microsoft.com/office/drawing/2014/main" id="{35ED49F1-A80A-4403-9DD6-C44820653855}"/>
              </a:ext>
            </a:extLst>
          </p:cNvPr>
          <p:cNvSpPr>
            <a:spLocks noChangeArrowheads="1"/>
          </p:cNvSpPr>
          <p:nvPr/>
        </p:nvSpPr>
        <p:spPr bwMode="auto">
          <a:xfrm>
            <a:off x="661988" y="1357313"/>
            <a:ext cx="7910512" cy="1089025"/>
          </a:xfrm>
          <a:prstGeom prst="rect">
            <a:avLst/>
          </a:prstGeom>
          <a:noFill/>
          <a:ln w="22225">
            <a:noFill/>
            <a:miter lim="800000"/>
          </a:ln>
        </p:spPr>
        <p:txBody>
          <a:bodyPr>
            <a:spAutoFit/>
          </a:bodyPr>
          <a:lstStyle/>
          <a:p>
            <a:pPr>
              <a:lnSpc>
                <a:spcPct val="135000"/>
              </a:lnSpc>
            </a:pPr>
            <a:r>
              <a:rPr lang="zh-CN" altLang="en-US">
                <a:solidFill>
                  <a:schemeClr val="bg1"/>
                </a:solidFill>
                <a:latin typeface="宋体" panose="02010600030101010101" pitchFamily="2" charset="-122"/>
              </a:rPr>
              <a:t>银原子射线由加热炉中产生，经过准直狭缝</a:t>
            </a:r>
            <a:r>
              <a:rPr lang="zh-CN" altLang="en-US" i="1">
                <a:solidFill>
                  <a:schemeClr val="bg1"/>
                </a:solidFill>
              </a:rPr>
              <a:t> </a:t>
            </a:r>
            <a:r>
              <a:rPr lang="en-US" altLang="zh-CN" i="1">
                <a:solidFill>
                  <a:srgbClr val="66FFFF"/>
                </a:solidFill>
              </a:rPr>
              <a:t>S</a:t>
            </a:r>
            <a:r>
              <a:rPr lang="zh-CN" altLang="en-US">
                <a:solidFill>
                  <a:schemeClr val="bg1"/>
                </a:solidFill>
                <a:latin typeface="宋体" panose="02010600030101010101" pitchFamily="2" charset="-122"/>
              </a:rPr>
              <a:t>，到达接收屏</a:t>
            </a:r>
            <a:r>
              <a:rPr lang="en-US" altLang="zh-CN" i="1">
                <a:solidFill>
                  <a:srgbClr val="66FFFF"/>
                </a:solidFill>
              </a:rPr>
              <a:t>P</a:t>
            </a:r>
            <a:endParaRPr lang="zh-CN" altLang="en-US" i="1">
              <a:solidFill>
                <a:schemeClr val="bg1"/>
              </a:solidFill>
            </a:endParaRPr>
          </a:p>
        </p:txBody>
      </p:sp>
      <p:sp>
        <p:nvSpPr>
          <p:cNvPr id="35927" name="Rectangle 87">
            <a:extLst>
              <a:ext uri="{FF2B5EF4-FFF2-40B4-BE49-F238E27FC236}">
                <a16:creationId xmlns:a16="http://schemas.microsoft.com/office/drawing/2014/main" id="{63046ECE-FA74-4275-B1B0-B411A96ED7D6}"/>
              </a:ext>
            </a:extLst>
          </p:cNvPr>
          <p:cNvSpPr>
            <a:spLocks noChangeArrowheads="1"/>
          </p:cNvSpPr>
          <p:nvPr/>
        </p:nvSpPr>
        <p:spPr bwMode="auto">
          <a:xfrm>
            <a:off x="458788" y="4429125"/>
            <a:ext cx="2041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p>
            <a:r>
              <a:rPr lang="zh-CN" altLang="en-US">
                <a:solidFill>
                  <a:srgbClr val="66FFFF"/>
                </a:solidFill>
                <a:ea typeface="STZhongsong" panose="02010600040101010101" pitchFamily="2" charset="-122"/>
              </a:rPr>
              <a:t>实验现象：</a:t>
            </a:r>
          </a:p>
        </p:txBody>
      </p:sp>
      <p:sp>
        <p:nvSpPr>
          <p:cNvPr id="35928" name="Rectangle 88">
            <a:extLst>
              <a:ext uri="{FF2B5EF4-FFF2-40B4-BE49-F238E27FC236}">
                <a16:creationId xmlns:a16="http://schemas.microsoft.com/office/drawing/2014/main" id="{7386B390-0F7F-4412-BDDE-0B36861D7DDD}"/>
              </a:ext>
            </a:extLst>
          </p:cNvPr>
          <p:cNvSpPr>
            <a:spLocks noChangeArrowheads="1"/>
          </p:cNvSpPr>
          <p:nvPr/>
        </p:nvSpPr>
        <p:spPr bwMode="auto">
          <a:xfrm>
            <a:off x="381000" y="4914900"/>
            <a:ext cx="5437188" cy="457200"/>
          </a:xfrm>
          <a:prstGeom prst="rect">
            <a:avLst/>
          </a:prstGeom>
          <a:noFill/>
          <a:ln w="22225">
            <a:noFill/>
            <a:miter lim="800000"/>
          </a:ln>
        </p:spPr>
        <p:txBody>
          <a:bodyPr>
            <a:spAutoFit/>
          </a:bodyPr>
          <a:lstStyle/>
          <a:p>
            <a:r>
              <a:rPr lang="en-US" altLang="zh-CN">
                <a:solidFill>
                  <a:schemeClr val="bg1"/>
                </a:solidFill>
                <a:latin typeface="宋体" panose="02010600030101010101" pitchFamily="2" charset="-122"/>
              </a:rPr>
              <a:t>1.</a:t>
            </a:r>
            <a:r>
              <a:rPr lang="zh-CN" altLang="en-US">
                <a:solidFill>
                  <a:schemeClr val="bg1"/>
                </a:solidFill>
                <a:latin typeface="宋体" panose="02010600030101010101" pitchFamily="2" charset="-122"/>
              </a:rPr>
              <a:t>无外磁场时，银原子不受磁力作用，</a:t>
            </a:r>
          </a:p>
        </p:txBody>
      </p:sp>
      <p:sp>
        <p:nvSpPr>
          <p:cNvPr id="35929" name="Rectangle 89">
            <a:extLst>
              <a:ext uri="{FF2B5EF4-FFF2-40B4-BE49-F238E27FC236}">
                <a16:creationId xmlns:a16="http://schemas.microsoft.com/office/drawing/2014/main" id="{C247AD5D-67E3-4565-8431-A75F1C1D5A31}"/>
              </a:ext>
            </a:extLst>
          </p:cNvPr>
          <p:cNvSpPr>
            <a:spLocks noChangeArrowheads="1"/>
          </p:cNvSpPr>
          <p:nvPr/>
        </p:nvSpPr>
        <p:spPr bwMode="auto">
          <a:xfrm>
            <a:off x="7000875" y="2757488"/>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p>
            <a:r>
              <a:rPr lang="en-US" altLang="zh-CN" i="1">
                <a:solidFill>
                  <a:schemeClr val="hlink"/>
                </a:solidFill>
                <a:ea typeface="楷体_GB2312" pitchFamily="49" charset="-122"/>
              </a:rPr>
              <a:t>Q</a:t>
            </a:r>
          </a:p>
        </p:txBody>
      </p:sp>
      <p:sp>
        <p:nvSpPr>
          <p:cNvPr id="35930" name="Rectangle 90">
            <a:extLst>
              <a:ext uri="{FF2B5EF4-FFF2-40B4-BE49-F238E27FC236}">
                <a16:creationId xmlns:a16="http://schemas.microsoft.com/office/drawing/2014/main" id="{0EEF1A52-1E14-4E63-BD8E-8395159153FA}"/>
              </a:ext>
            </a:extLst>
          </p:cNvPr>
          <p:cNvSpPr>
            <a:spLocks noChangeArrowheads="1"/>
          </p:cNvSpPr>
          <p:nvPr/>
        </p:nvSpPr>
        <p:spPr bwMode="auto">
          <a:xfrm>
            <a:off x="381000" y="5829300"/>
            <a:ext cx="8620125" cy="461963"/>
          </a:xfrm>
          <a:prstGeom prst="rect">
            <a:avLst/>
          </a:prstGeom>
          <a:noFill/>
          <a:ln w="22225">
            <a:noFill/>
            <a:miter lim="800000"/>
          </a:ln>
        </p:spPr>
        <p:txBody>
          <a:bodyPr>
            <a:spAutoFit/>
          </a:bodyPr>
          <a:lstStyle/>
          <a:p>
            <a:r>
              <a:rPr lang="en-US" altLang="zh-CN">
                <a:solidFill>
                  <a:schemeClr val="bg1"/>
                </a:solidFill>
                <a:latin typeface="宋体" panose="02010600030101010101" pitchFamily="2" charset="-122"/>
              </a:rPr>
              <a:t>2.</a:t>
            </a:r>
            <a:r>
              <a:rPr lang="zh-CN" altLang="en-US">
                <a:solidFill>
                  <a:schemeClr val="bg1"/>
                </a:solidFill>
                <a:latin typeface="宋体" panose="02010600030101010101" pitchFamily="2" charset="-122"/>
              </a:rPr>
              <a:t>不均匀外磁场，银原子束在屏上记录有两条不连续的痕迹</a:t>
            </a:r>
          </a:p>
        </p:txBody>
      </p:sp>
      <p:sp>
        <p:nvSpPr>
          <p:cNvPr id="35931" name="Rectangle 91">
            <a:extLst>
              <a:ext uri="{FF2B5EF4-FFF2-40B4-BE49-F238E27FC236}">
                <a16:creationId xmlns:a16="http://schemas.microsoft.com/office/drawing/2014/main" id="{EE053A6E-401A-4ED6-899F-5838AEE5997D}"/>
              </a:ext>
            </a:extLst>
          </p:cNvPr>
          <p:cNvSpPr>
            <a:spLocks noChangeArrowheads="1"/>
          </p:cNvSpPr>
          <p:nvPr/>
        </p:nvSpPr>
        <p:spPr bwMode="auto">
          <a:xfrm>
            <a:off x="685800" y="5372100"/>
            <a:ext cx="4529138" cy="457200"/>
          </a:xfrm>
          <a:prstGeom prst="rect">
            <a:avLst/>
          </a:prstGeom>
          <a:noFill/>
          <a:ln w="22225">
            <a:noFill/>
            <a:miter lim="800000"/>
          </a:ln>
        </p:spPr>
        <p:txBody>
          <a:bodyPr>
            <a:spAutoFit/>
          </a:bodyPr>
          <a:lstStyle/>
          <a:p>
            <a:r>
              <a:rPr lang="zh-CN" altLang="en-US">
                <a:solidFill>
                  <a:schemeClr val="bg1"/>
                </a:solidFill>
                <a:latin typeface="宋体" panose="02010600030101010101" pitchFamily="2" charset="-122"/>
              </a:rPr>
              <a:t>直接到达屏上</a:t>
            </a:r>
            <a:r>
              <a:rPr lang="zh-CN" altLang="en-US">
                <a:solidFill>
                  <a:schemeClr val="bg1"/>
                </a:solidFill>
              </a:rPr>
              <a:t> </a:t>
            </a:r>
            <a:r>
              <a:rPr lang="en-US" altLang="zh-CN" i="1">
                <a:solidFill>
                  <a:srgbClr val="66FFFF"/>
                </a:solidFill>
              </a:rPr>
              <a:t>Q</a:t>
            </a:r>
            <a:r>
              <a:rPr lang="en-US" altLang="zh-CN" i="1">
                <a:solidFill>
                  <a:schemeClr val="bg1"/>
                </a:solidFill>
              </a:rPr>
              <a:t> </a:t>
            </a:r>
            <a:r>
              <a:rPr lang="zh-CN" altLang="en-US">
                <a:solidFill>
                  <a:schemeClr val="bg1"/>
                </a:solidFill>
                <a:latin typeface="宋体" panose="02010600030101010101" pitchFamily="2" charset="-122"/>
              </a:rPr>
              <a:t>点</a:t>
            </a:r>
          </a:p>
        </p:txBody>
      </p:sp>
      <p:grpSp>
        <p:nvGrpSpPr>
          <p:cNvPr id="6" name="Group 92">
            <a:extLst>
              <a:ext uri="{FF2B5EF4-FFF2-40B4-BE49-F238E27FC236}">
                <a16:creationId xmlns:a16="http://schemas.microsoft.com/office/drawing/2014/main" id="{73D18A0F-BF9E-4431-98F7-162928DACBDF}"/>
              </a:ext>
            </a:extLst>
          </p:cNvPr>
          <p:cNvGrpSpPr>
            <a:grpSpLocks/>
          </p:cNvGrpSpPr>
          <p:nvPr/>
        </p:nvGrpSpPr>
        <p:grpSpPr bwMode="auto">
          <a:xfrm>
            <a:off x="7215188" y="4286250"/>
            <a:ext cx="1295400" cy="1447800"/>
            <a:chOff x="3888" y="2880"/>
            <a:chExt cx="816" cy="912"/>
          </a:xfrm>
        </p:grpSpPr>
        <p:sp>
          <p:nvSpPr>
            <p:cNvPr id="37925" name="Rectangle 93">
              <a:extLst>
                <a:ext uri="{FF2B5EF4-FFF2-40B4-BE49-F238E27FC236}">
                  <a16:creationId xmlns:a16="http://schemas.microsoft.com/office/drawing/2014/main" id="{7DFAC29A-95A2-43A0-817C-44842661926B}"/>
                </a:ext>
              </a:extLst>
            </p:cNvPr>
            <p:cNvSpPr>
              <a:spLocks noChangeArrowheads="1"/>
            </p:cNvSpPr>
            <p:nvPr/>
          </p:nvSpPr>
          <p:spPr bwMode="auto">
            <a:xfrm>
              <a:off x="3888" y="2880"/>
              <a:ext cx="816" cy="912"/>
            </a:xfrm>
            <a:prstGeom prst="rect">
              <a:avLst/>
            </a:prstGeom>
            <a:solidFill>
              <a:srgbClr val="336699"/>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p>
              <a:endParaRPr lang="zh-CN" altLang="en-US">
                <a:solidFill>
                  <a:schemeClr val="bg1"/>
                </a:solidFill>
              </a:endParaRPr>
            </a:p>
          </p:txBody>
        </p:sp>
        <p:sp>
          <p:nvSpPr>
            <p:cNvPr id="37926" name="Line 94">
              <a:extLst>
                <a:ext uri="{FF2B5EF4-FFF2-40B4-BE49-F238E27FC236}">
                  <a16:creationId xmlns:a16="http://schemas.microsoft.com/office/drawing/2014/main" id="{3532B333-7516-4512-8723-3C5329FE3693}"/>
                </a:ext>
              </a:extLst>
            </p:cNvPr>
            <p:cNvSpPr>
              <a:spLocks noChangeShapeType="1"/>
            </p:cNvSpPr>
            <p:nvPr/>
          </p:nvSpPr>
          <p:spPr bwMode="auto">
            <a:xfrm>
              <a:off x="4128" y="3312"/>
              <a:ext cx="384" cy="0"/>
            </a:xfrm>
            <a:prstGeom prst="line">
              <a:avLst/>
            </a:prstGeom>
            <a:noFill/>
            <a:ln w="222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pic>
        <p:nvPicPr>
          <p:cNvPr id="35935" name="Picture 95" descr="斯特恩-格拉赫实验2">
            <a:extLst>
              <a:ext uri="{FF2B5EF4-FFF2-40B4-BE49-F238E27FC236}">
                <a16:creationId xmlns:a16="http://schemas.microsoft.com/office/drawing/2014/main" id="{C4213E3B-54FC-47E6-9CE1-ADA18215A50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15188" y="4286250"/>
            <a:ext cx="130175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roup 96">
            <a:extLst>
              <a:ext uri="{FF2B5EF4-FFF2-40B4-BE49-F238E27FC236}">
                <a16:creationId xmlns:a16="http://schemas.microsoft.com/office/drawing/2014/main" id="{DCBB0FB9-14F2-42CF-8ED3-22F9C370ACEB}"/>
              </a:ext>
            </a:extLst>
          </p:cNvPr>
          <p:cNvGrpSpPr>
            <a:grpSpLocks/>
          </p:cNvGrpSpPr>
          <p:nvPr/>
        </p:nvGrpSpPr>
        <p:grpSpPr bwMode="auto">
          <a:xfrm>
            <a:off x="5715000" y="4286250"/>
            <a:ext cx="1371600" cy="1449388"/>
            <a:chOff x="3696" y="2880"/>
            <a:chExt cx="969" cy="913"/>
          </a:xfrm>
        </p:grpSpPr>
        <p:pic>
          <p:nvPicPr>
            <p:cNvPr id="37929" name="Picture 97" descr="斯特恩-格拉赫实验1">
              <a:extLst>
                <a:ext uri="{FF2B5EF4-FFF2-40B4-BE49-F238E27FC236}">
                  <a16:creationId xmlns:a16="http://schemas.microsoft.com/office/drawing/2014/main" id="{E4201F92-6087-4E1D-8BCF-52FDB4F1236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96" y="2880"/>
              <a:ext cx="969" cy="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7930" name="Object 2">
              <a:extLst>
                <a:ext uri="{FF2B5EF4-FFF2-40B4-BE49-F238E27FC236}">
                  <a16:creationId xmlns:a16="http://schemas.microsoft.com/office/drawing/2014/main" id="{547F05D8-FF2E-477A-B1E7-FFB9F91BD1CB}"/>
                </a:ext>
              </a:extLst>
            </p:cNvPr>
            <p:cNvGraphicFramePr>
              <a:graphicFrameLocks noChangeAspect="1"/>
            </p:cNvGraphicFramePr>
            <p:nvPr/>
          </p:nvGraphicFramePr>
          <p:xfrm>
            <a:off x="4032" y="3552"/>
            <a:ext cx="306" cy="241"/>
          </p:xfrm>
          <a:graphic>
            <a:graphicData uri="http://schemas.openxmlformats.org/presentationml/2006/ole">
              <mc:AlternateContent xmlns:mc="http://schemas.openxmlformats.org/markup-compatibility/2006">
                <mc:Choice xmlns:v="urn:schemas-microsoft-com:vml" Requires="v">
                  <p:oleObj spid="_x0000_s551080" r:id="rId13" imgW="137880" imgH="137520" progId="Equation.3">
                    <p:embed/>
                  </p:oleObj>
                </mc:Choice>
                <mc:Fallback>
                  <p:oleObj r:id="rId13" imgW="137880" imgH="137520" progId="Equation.3">
                    <p:embed/>
                    <p:pic>
                      <p:nvPicPr>
                        <p:cNvPr id="37930" name="Object 2">
                          <a:extLst>
                            <a:ext uri="{FF2B5EF4-FFF2-40B4-BE49-F238E27FC236}">
                              <a16:creationId xmlns:a16="http://schemas.microsoft.com/office/drawing/2014/main" id="{547F05D8-FF2E-477A-B1E7-FFB9F91BD1C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32" y="3552"/>
                          <a:ext cx="306"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7931" name="Object 3">
              <a:extLst>
                <a:ext uri="{FF2B5EF4-FFF2-40B4-BE49-F238E27FC236}">
                  <a16:creationId xmlns:a16="http://schemas.microsoft.com/office/drawing/2014/main" id="{68E99480-3C69-4DF6-B114-76E107B6813E}"/>
                </a:ext>
              </a:extLst>
            </p:cNvPr>
            <p:cNvGraphicFramePr>
              <a:graphicFrameLocks noChangeAspect="1"/>
            </p:cNvGraphicFramePr>
            <p:nvPr/>
          </p:nvGraphicFramePr>
          <p:xfrm>
            <a:off x="4080" y="2928"/>
            <a:ext cx="239" cy="241"/>
          </p:xfrm>
          <a:graphic>
            <a:graphicData uri="http://schemas.openxmlformats.org/presentationml/2006/ole">
              <mc:AlternateContent xmlns:mc="http://schemas.openxmlformats.org/markup-compatibility/2006">
                <mc:Choice xmlns:v="urn:schemas-microsoft-com:vml" Requires="v">
                  <p:oleObj spid="_x0000_s551081" r:id="rId15" imgW="104760" imgH="137520" progId="Equation.3">
                    <p:embed/>
                  </p:oleObj>
                </mc:Choice>
                <mc:Fallback>
                  <p:oleObj r:id="rId15" imgW="104760" imgH="137520" progId="Equation.3">
                    <p:embed/>
                    <p:pic>
                      <p:nvPicPr>
                        <p:cNvPr id="37931" name="Object 3">
                          <a:extLst>
                            <a:ext uri="{FF2B5EF4-FFF2-40B4-BE49-F238E27FC236}">
                              <a16:creationId xmlns:a16="http://schemas.microsoft.com/office/drawing/2014/main" id="{68E99480-3C69-4DF6-B114-76E107B6813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80" y="2928"/>
                          <a:ext cx="239"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35940" name="Line 100">
            <a:extLst>
              <a:ext uri="{FF2B5EF4-FFF2-40B4-BE49-F238E27FC236}">
                <a16:creationId xmlns:a16="http://schemas.microsoft.com/office/drawing/2014/main" id="{E57E59E1-5C11-44A1-BAA2-978CA105BD8E}"/>
              </a:ext>
            </a:extLst>
          </p:cNvPr>
          <p:cNvSpPr>
            <a:spLocks noChangeShapeType="1"/>
          </p:cNvSpPr>
          <p:nvPr/>
        </p:nvSpPr>
        <p:spPr bwMode="auto">
          <a:xfrm>
            <a:off x="3124200" y="2976563"/>
            <a:ext cx="2519363" cy="0"/>
          </a:xfrm>
          <a:prstGeom prst="line">
            <a:avLst/>
          </a:prstGeom>
          <a:noFill/>
          <a:ln w="222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41" name="Freeform 101">
            <a:extLst>
              <a:ext uri="{FF2B5EF4-FFF2-40B4-BE49-F238E27FC236}">
                <a16:creationId xmlns:a16="http://schemas.microsoft.com/office/drawing/2014/main" id="{3D535F8F-83F9-4C61-8319-CE5F1C294848}"/>
              </a:ext>
            </a:extLst>
          </p:cNvPr>
          <p:cNvSpPr>
            <a:spLocks noChangeArrowheads="1"/>
          </p:cNvSpPr>
          <p:nvPr/>
        </p:nvSpPr>
        <p:spPr bwMode="auto">
          <a:xfrm>
            <a:off x="5638800" y="2595563"/>
            <a:ext cx="1752600" cy="381000"/>
          </a:xfrm>
          <a:custGeom>
            <a:avLst/>
            <a:gdLst>
              <a:gd name="T0" fmla="*/ 0 w 1152"/>
              <a:gd name="T1" fmla="*/ 240 h 240"/>
              <a:gd name="T2" fmla="*/ 432 w 1152"/>
              <a:gd name="T3" fmla="*/ 192 h 240"/>
              <a:gd name="T4" fmla="*/ 864 w 1152"/>
              <a:gd name="T5" fmla="*/ 96 h 240"/>
              <a:gd name="T6" fmla="*/ 1152 w 1152"/>
              <a:gd name="T7" fmla="*/ 0 h 240"/>
            </a:gdLst>
            <a:ahLst/>
            <a:cxnLst>
              <a:cxn ang="0">
                <a:pos x="T0" y="T1"/>
              </a:cxn>
              <a:cxn ang="0">
                <a:pos x="T2" y="T3"/>
              </a:cxn>
              <a:cxn ang="0">
                <a:pos x="T4" y="T5"/>
              </a:cxn>
              <a:cxn ang="0">
                <a:pos x="T6" y="T7"/>
              </a:cxn>
            </a:cxnLst>
            <a:rect l="0" t="0" r="r" b="b"/>
            <a:pathLst>
              <a:path w="1152" h="240">
                <a:moveTo>
                  <a:pt x="0" y="240"/>
                </a:moveTo>
                <a:cubicBezTo>
                  <a:pt x="144" y="228"/>
                  <a:pt x="288" y="216"/>
                  <a:pt x="432" y="192"/>
                </a:cubicBezTo>
                <a:cubicBezTo>
                  <a:pt x="576" y="168"/>
                  <a:pt x="744" y="128"/>
                  <a:pt x="864" y="96"/>
                </a:cubicBezTo>
                <a:cubicBezTo>
                  <a:pt x="984" y="64"/>
                  <a:pt x="1068" y="32"/>
                  <a:pt x="1152" y="0"/>
                </a:cubicBezTo>
              </a:path>
            </a:pathLst>
          </a:custGeom>
          <a:noFill/>
          <a:ln w="2222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p>
        </p:txBody>
      </p:sp>
      <p:sp>
        <p:nvSpPr>
          <p:cNvPr id="35942" name="Freeform 102">
            <a:extLst>
              <a:ext uri="{FF2B5EF4-FFF2-40B4-BE49-F238E27FC236}">
                <a16:creationId xmlns:a16="http://schemas.microsoft.com/office/drawing/2014/main" id="{8B7580CA-51FA-4F84-8065-8D1072AC0252}"/>
              </a:ext>
            </a:extLst>
          </p:cNvPr>
          <p:cNvSpPr>
            <a:spLocks noChangeArrowheads="1"/>
          </p:cNvSpPr>
          <p:nvPr/>
        </p:nvSpPr>
        <p:spPr bwMode="auto">
          <a:xfrm flipV="1">
            <a:off x="5638800" y="2976563"/>
            <a:ext cx="1752600" cy="381000"/>
          </a:xfrm>
          <a:custGeom>
            <a:avLst/>
            <a:gdLst>
              <a:gd name="T0" fmla="*/ 0 w 1152"/>
              <a:gd name="T1" fmla="*/ 240 h 240"/>
              <a:gd name="T2" fmla="*/ 432 w 1152"/>
              <a:gd name="T3" fmla="*/ 192 h 240"/>
              <a:gd name="T4" fmla="*/ 864 w 1152"/>
              <a:gd name="T5" fmla="*/ 96 h 240"/>
              <a:gd name="T6" fmla="*/ 1152 w 1152"/>
              <a:gd name="T7" fmla="*/ 0 h 240"/>
            </a:gdLst>
            <a:ahLst/>
            <a:cxnLst>
              <a:cxn ang="0">
                <a:pos x="T0" y="T1"/>
              </a:cxn>
              <a:cxn ang="0">
                <a:pos x="T2" y="T3"/>
              </a:cxn>
              <a:cxn ang="0">
                <a:pos x="T4" y="T5"/>
              </a:cxn>
              <a:cxn ang="0">
                <a:pos x="T6" y="T7"/>
              </a:cxn>
            </a:cxnLst>
            <a:rect l="0" t="0" r="r" b="b"/>
            <a:pathLst>
              <a:path w="1152" h="240">
                <a:moveTo>
                  <a:pt x="0" y="240"/>
                </a:moveTo>
                <a:cubicBezTo>
                  <a:pt x="144" y="228"/>
                  <a:pt x="288" y="216"/>
                  <a:pt x="432" y="192"/>
                </a:cubicBezTo>
                <a:cubicBezTo>
                  <a:pt x="576" y="168"/>
                  <a:pt x="744" y="128"/>
                  <a:pt x="864" y="96"/>
                </a:cubicBezTo>
                <a:cubicBezTo>
                  <a:pt x="984" y="64"/>
                  <a:pt x="1068" y="32"/>
                  <a:pt x="1152" y="0"/>
                </a:cubicBezTo>
              </a:path>
            </a:pathLst>
          </a:custGeom>
          <a:noFill/>
          <a:ln w="2222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p>
        </p:txBody>
      </p:sp>
      <p:sp>
        <p:nvSpPr>
          <p:cNvPr id="35943" name="Rectangle 103">
            <a:extLst>
              <a:ext uri="{FF2B5EF4-FFF2-40B4-BE49-F238E27FC236}">
                <a16:creationId xmlns:a16="http://schemas.microsoft.com/office/drawing/2014/main" id="{2563C614-83B2-4F3C-88B4-78B36772AA59}"/>
              </a:ext>
            </a:extLst>
          </p:cNvPr>
          <p:cNvSpPr>
            <a:spLocks noChangeArrowheads="1"/>
          </p:cNvSpPr>
          <p:nvPr/>
        </p:nvSpPr>
        <p:spPr bwMode="auto">
          <a:xfrm>
            <a:off x="8015288" y="2528888"/>
            <a:ext cx="434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p>
            <a:r>
              <a:rPr lang="en-US" altLang="zh-CN" sz="2000" i="1">
                <a:solidFill>
                  <a:schemeClr val="hlink"/>
                </a:solidFill>
                <a:ea typeface="楷体_GB2312" pitchFamily="49" charset="-122"/>
              </a:rPr>
              <a:t>X</a:t>
            </a:r>
          </a:p>
        </p:txBody>
      </p:sp>
      <p:sp>
        <p:nvSpPr>
          <p:cNvPr id="37936" name="灯片编号占位符 1">
            <a:extLst>
              <a:ext uri="{FF2B5EF4-FFF2-40B4-BE49-F238E27FC236}">
                <a16:creationId xmlns:a16="http://schemas.microsoft.com/office/drawing/2014/main" id="{41833E53-A382-4EEC-8A3B-0B7C96338A50}"/>
              </a:ext>
            </a:extLst>
          </p:cNvPr>
          <p:cNvSpPr txBox="1">
            <a:spLocks noChangeArrowheads="1"/>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616120A-5D50-4CF6-A561-1C50330B739B}" type="slidenum">
              <a:rPr lang="en-US" altLang="zh-CN" b="0">
                <a:solidFill>
                  <a:srgbClr val="FF00FF"/>
                </a:solidFill>
              </a:rPr>
              <a:pPr/>
              <a:t>4</a:t>
            </a:fld>
            <a:r>
              <a:rPr lang="en-US" altLang="zh-CN" b="0">
                <a:solidFill>
                  <a:srgbClr val="FF00FF"/>
                </a:solidFill>
              </a:rPr>
              <a:t>/22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5889"/>
                                        </p:tgtEl>
                                        <p:attrNameLst>
                                          <p:attrName>style.visibility</p:attrName>
                                        </p:attrNameLst>
                                      </p:cBhvr>
                                      <p:to>
                                        <p:strVal val="visible"/>
                                      </p:to>
                                    </p:set>
                                    <p:animEffect transition="in" filter="blinds(horizontal)">
                                      <p:cBhvr>
                                        <p:cTn id="7" dur="500"/>
                                        <p:tgtEl>
                                          <p:spTgt spid="358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98"/>
                                        </p:tgtEl>
                                        <p:attrNameLst>
                                          <p:attrName>style.visibility</p:attrName>
                                        </p:attrNameLst>
                                      </p:cBhvr>
                                      <p:to>
                                        <p:strVal val="visible"/>
                                      </p:to>
                                    </p:set>
                                    <p:animEffect transition="in" filter="wipe(left)">
                                      <p:cBhvr>
                                        <p:cTn id="12" dur="1000"/>
                                        <p:tgtEl>
                                          <p:spTgt spid="358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35943"/>
                                        </p:tgtEl>
                                        <p:attrNameLst>
                                          <p:attrName>style.visibility</p:attrName>
                                        </p:attrNameLst>
                                      </p:cBhvr>
                                      <p:to>
                                        <p:strVal val="visible"/>
                                      </p:to>
                                    </p:set>
                                    <p:animEffect transition="in" filter="dissolve">
                                      <p:cBhvr>
                                        <p:cTn id="20" dur="500"/>
                                        <p:tgtEl>
                                          <p:spTgt spid="35943"/>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5925"/>
                                        </p:tgtEl>
                                        <p:attrNameLst>
                                          <p:attrName>style.visibility</p:attrName>
                                        </p:attrNameLst>
                                      </p:cBhvr>
                                      <p:to>
                                        <p:strVal val="visible"/>
                                      </p:to>
                                    </p:set>
                                    <p:animEffect transition="in" filter="blinds(horizontal)">
                                      <p:cBhvr>
                                        <p:cTn id="23" dur="500"/>
                                        <p:tgtEl>
                                          <p:spTgt spid="35925"/>
                                        </p:tgtEl>
                                      </p:cBhvr>
                                    </p:animEffect>
                                  </p:childTnLst>
                                </p:cTn>
                              </p:par>
                            </p:childTnLst>
                          </p:cTn>
                        </p:par>
                        <p:par>
                          <p:cTn id="24" fill="hold" nodeType="afterGroup">
                            <p:stCondLst>
                              <p:cond delay="500"/>
                            </p:stCondLst>
                            <p:childTnLst>
                              <p:par>
                                <p:cTn id="25" presetID="22" presetClass="entr" presetSubtype="1" fill="hold" grpId="0" nodeType="afterEffect">
                                  <p:stCondLst>
                                    <p:cond delay="300"/>
                                  </p:stCondLst>
                                  <p:childTnLst>
                                    <p:set>
                                      <p:cBhvr>
                                        <p:cTn id="26" dur="1" fill="hold">
                                          <p:stCondLst>
                                            <p:cond delay="0"/>
                                          </p:stCondLst>
                                        </p:cTn>
                                        <p:tgtEl>
                                          <p:spTgt spid="35926"/>
                                        </p:tgtEl>
                                        <p:attrNameLst>
                                          <p:attrName>style.visibility</p:attrName>
                                        </p:attrNameLst>
                                      </p:cBhvr>
                                      <p:to>
                                        <p:strVal val="visible"/>
                                      </p:to>
                                    </p:set>
                                    <p:animEffect transition="in" filter="wipe(up)">
                                      <p:cBhvr>
                                        <p:cTn id="27" dur="500"/>
                                        <p:tgtEl>
                                          <p:spTgt spid="3592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5927"/>
                                        </p:tgtEl>
                                        <p:attrNameLst>
                                          <p:attrName>style.visibility</p:attrName>
                                        </p:attrNameLst>
                                      </p:cBhvr>
                                      <p:to>
                                        <p:strVal val="visible"/>
                                      </p:to>
                                    </p:set>
                                    <p:animEffect transition="in" filter="wipe(left)">
                                      <p:cBhvr>
                                        <p:cTn id="32" dur="1000"/>
                                        <p:tgtEl>
                                          <p:spTgt spid="3592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5928"/>
                                        </p:tgtEl>
                                        <p:attrNameLst>
                                          <p:attrName>style.visibility</p:attrName>
                                        </p:attrNameLst>
                                      </p:cBhvr>
                                      <p:to>
                                        <p:strVal val="visible"/>
                                      </p:to>
                                    </p:set>
                                    <p:animEffect transition="in" filter="wipe(up)">
                                      <p:cBhvr>
                                        <p:cTn id="37" dur="500"/>
                                        <p:tgtEl>
                                          <p:spTgt spid="35928"/>
                                        </p:tgtEl>
                                      </p:cBhvr>
                                    </p:animEffect>
                                  </p:childTnLst>
                                </p:cTn>
                              </p:par>
                            </p:childTnLst>
                          </p:cTn>
                        </p:par>
                        <p:par>
                          <p:cTn id="38" fill="hold" nodeType="afterGroup">
                            <p:stCondLst>
                              <p:cond delay="500"/>
                            </p:stCondLst>
                            <p:childTnLst>
                              <p:par>
                                <p:cTn id="39" presetID="22" presetClass="entr" presetSubtype="1" fill="hold" grpId="0" nodeType="afterEffect">
                                  <p:stCondLst>
                                    <p:cond delay="0"/>
                                  </p:stCondLst>
                                  <p:childTnLst>
                                    <p:set>
                                      <p:cBhvr>
                                        <p:cTn id="40" dur="1" fill="hold">
                                          <p:stCondLst>
                                            <p:cond delay="0"/>
                                          </p:stCondLst>
                                        </p:cTn>
                                        <p:tgtEl>
                                          <p:spTgt spid="35931"/>
                                        </p:tgtEl>
                                        <p:attrNameLst>
                                          <p:attrName>style.visibility</p:attrName>
                                        </p:attrNameLst>
                                      </p:cBhvr>
                                      <p:to>
                                        <p:strVal val="visible"/>
                                      </p:to>
                                    </p:set>
                                    <p:animEffect transition="in" filter="wipe(up)">
                                      <p:cBhvr>
                                        <p:cTn id="41" dur="500"/>
                                        <p:tgtEl>
                                          <p:spTgt spid="35931"/>
                                        </p:tgtEl>
                                      </p:cBhvr>
                                    </p:animEffect>
                                  </p:childTnLst>
                                </p:cTn>
                              </p:par>
                            </p:childTnLst>
                          </p:cTn>
                        </p:par>
                        <p:par>
                          <p:cTn id="42" fill="hold" nodeType="afterGroup">
                            <p:stCondLst>
                              <p:cond delay="1000"/>
                            </p:stCondLst>
                            <p:childTnLst>
                              <p:par>
                                <p:cTn id="43" presetID="9" presetClass="entr" presetSubtype="0" fill="hold" grpId="0" nodeType="afterEffect">
                                  <p:stCondLst>
                                    <p:cond delay="0"/>
                                  </p:stCondLst>
                                  <p:childTnLst>
                                    <p:set>
                                      <p:cBhvr>
                                        <p:cTn id="44" dur="1" fill="hold">
                                          <p:stCondLst>
                                            <p:cond delay="0"/>
                                          </p:stCondLst>
                                        </p:cTn>
                                        <p:tgtEl>
                                          <p:spTgt spid="35929"/>
                                        </p:tgtEl>
                                        <p:attrNameLst>
                                          <p:attrName>style.visibility</p:attrName>
                                        </p:attrNameLst>
                                      </p:cBhvr>
                                      <p:to>
                                        <p:strVal val="visible"/>
                                      </p:to>
                                    </p:set>
                                    <p:animEffect transition="in" filter="dissolve">
                                      <p:cBhvr>
                                        <p:cTn id="45" dur="500"/>
                                        <p:tgtEl>
                                          <p:spTgt spid="35929"/>
                                        </p:tgtEl>
                                      </p:cBhvr>
                                    </p:animEffect>
                                  </p:childTnLst>
                                </p:cTn>
                              </p:par>
                            </p:childTnLst>
                          </p:cTn>
                        </p:par>
                        <p:par>
                          <p:cTn id="46" fill="hold" nodeType="afterGroup">
                            <p:stCondLst>
                              <p:cond delay="1500"/>
                            </p:stCondLst>
                            <p:childTnLst>
                              <p:par>
                                <p:cTn id="47" presetID="9" presetClass="entr" presetSubtype="0" fill="hold" nodeType="after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dissolve">
                                      <p:cBhvr>
                                        <p:cTn id="49" dur="500"/>
                                        <p:tgtEl>
                                          <p:spTgt spid="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5930"/>
                                        </p:tgtEl>
                                        <p:attrNameLst>
                                          <p:attrName>style.visibility</p:attrName>
                                        </p:attrNameLst>
                                      </p:cBhvr>
                                      <p:to>
                                        <p:strVal val="visible"/>
                                      </p:to>
                                    </p:set>
                                    <p:animEffect transition="in" filter="wipe(left)">
                                      <p:cBhvr>
                                        <p:cTn id="54" dur="1000"/>
                                        <p:tgtEl>
                                          <p:spTgt spid="35930"/>
                                        </p:tgtEl>
                                      </p:cBhvr>
                                    </p:animEffect>
                                  </p:childTnLst>
                                </p:cTn>
                              </p:par>
                              <p:par>
                                <p:cTn id="55" presetID="9" presetClass="entr" presetSubtype="0" fill="hold" nodeType="with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dissolve">
                                      <p:cBhvr>
                                        <p:cTn id="57" dur="500"/>
                                        <p:tgtEl>
                                          <p:spTgt spid="2"/>
                                        </p:tgtEl>
                                      </p:cBhvr>
                                    </p:animEffect>
                                  </p:childTnLst>
                                </p:cTn>
                              </p:par>
                            </p:childTnLst>
                          </p:cTn>
                        </p:par>
                        <p:par>
                          <p:cTn id="58" fill="hold" nodeType="afterGroup">
                            <p:stCondLst>
                              <p:cond delay="1000"/>
                            </p:stCondLst>
                            <p:childTnLst>
                              <p:par>
                                <p:cTn id="59" presetID="9" presetClass="entr" presetSubtype="0" fill="hold" nodeType="after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dissolve">
                                      <p:cBhvr>
                                        <p:cTn id="61" dur="500"/>
                                        <p:tgtEl>
                                          <p:spTgt spid="7"/>
                                        </p:tgtEl>
                                      </p:cBhvr>
                                    </p:animEffect>
                                  </p:childTnLst>
                                </p:cTn>
                              </p:par>
                            </p:childTnLst>
                          </p:cTn>
                        </p:par>
                        <p:par>
                          <p:cTn id="62" fill="hold" nodeType="afterGroup">
                            <p:stCondLst>
                              <p:cond delay="1500"/>
                            </p:stCondLst>
                            <p:childTnLst>
                              <p:par>
                                <p:cTn id="63" presetID="22" presetClass="entr" presetSubtype="8" fill="hold" nodeType="afterEffect">
                                  <p:stCondLst>
                                    <p:cond delay="0"/>
                                  </p:stCondLst>
                                  <p:childTnLst>
                                    <p:set>
                                      <p:cBhvr>
                                        <p:cTn id="64" dur="1" fill="hold">
                                          <p:stCondLst>
                                            <p:cond delay="0"/>
                                          </p:stCondLst>
                                        </p:cTn>
                                        <p:tgtEl>
                                          <p:spTgt spid="35940"/>
                                        </p:tgtEl>
                                        <p:attrNameLst>
                                          <p:attrName>style.visibility</p:attrName>
                                        </p:attrNameLst>
                                      </p:cBhvr>
                                      <p:to>
                                        <p:strVal val="visible"/>
                                      </p:to>
                                    </p:set>
                                    <p:animEffect transition="in" filter="wipe(left)">
                                      <p:cBhvr>
                                        <p:cTn id="65" dur="500"/>
                                        <p:tgtEl>
                                          <p:spTgt spid="35940"/>
                                        </p:tgtEl>
                                      </p:cBhvr>
                                    </p:animEffect>
                                  </p:childTnLst>
                                </p:cTn>
                              </p:par>
                            </p:childTnLst>
                          </p:cTn>
                        </p:par>
                        <p:par>
                          <p:cTn id="66" fill="hold" nodeType="afterGroup">
                            <p:stCondLst>
                              <p:cond delay="2000"/>
                            </p:stCondLst>
                            <p:childTnLst>
                              <p:par>
                                <p:cTn id="67" presetID="22" presetClass="entr" presetSubtype="8" fill="hold" nodeType="afterEffect">
                                  <p:stCondLst>
                                    <p:cond delay="0"/>
                                  </p:stCondLst>
                                  <p:childTnLst>
                                    <p:set>
                                      <p:cBhvr>
                                        <p:cTn id="68" dur="1" fill="hold">
                                          <p:stCondLst>
                                            <p:cond delay="0"/>
                                          </p:stCondLst>
                                        </p:cTn>
                                        <p:tgtEl>
                                          <p:spTgt spid="35941"/>
                                        </p:tgtEl>
                                        <p:attrNameLst>
                                          <p:attrName>style.visibility</p:attrName>
                                        </p:attrNameLst>
                                      </p:cBhvr>
                                      <p:to>
                                        <p:strVal val="visible"/>
                                      </p:to>
                                    </p:set>
                                    <p:animEffect transition="in" filter="wipe(left)">
                                      <p:cBhvr>
                                        <p:cTn id="69" dur="500"/>
                                        <p:tgtEl>
                                          <p:spTgt spid="35941"/>
                                        </p:tgtEl>
                                      </p:cBhvr>
                                    </p:animEffect>
                                  </p:childTnLst>
                                </p:cTn>
                              </p:par>
                              <p:par>
                                <p:cTn id="70" presetID="22" presetClass="entr" presetSubtype="8" fill="hold" nodeType="withEffect">
                                  <p:stCondLst>
                                    <p:cond delay="0"/>
                                  </p:stCondLst>
                                  <p:childTnLst>
                                    <p:set>
                                      <p:cBhvr>
                                        <p:cTn id="71" dur="1" fill="hold">
                                          <p:stCondLst>
                                            <p:cond delay="0"/>
                                          </p:stCondLst>
                                        </p:cTn>
                                        <p:tgtEl>
                                          <p:spTgt spid="35942"/>
                                        </p:tgtEl>
                                        <p:attrNameLst>
                                          <p:attrName>style.visibility</p:attrName>
                                        </p:attrNameLst>
                                      </p:cBhvr>
                                      <p:to>
                                        <p:strVal val="visible"/>
                                      </p:to>
                                    </p:set>
                                    <p:animEffect transition="in" filter="wipe(left)">
                                      <p:cBhvr>
                                        <p:cTn id="72" dur="500"/>
                                        <p:tgtEl>
                                          <p:spTgt spid="35942"/>
                                        </p:tgtEl>
                                      </p:cBhvr>
                                    </p:animEffect>
                                  </p:childTnLst>
                                </p:cTn>
                              </p:par>
                            </p:childTnLst>
                          </p:cTn>
                        </p:par>
                        <p:par>
                          <p:cTn id="73" fill="hold" nodeType="afterGroup">
                            <p:stCondLst>
                              <p:cond delay="2500"/>
                            </p:stCondLst>
                            <p:childTnLst>
                              <p:par>
                                <p:cTn id="74" presetID="4" presetClass="entr" presetSubtype="32" fill="hold" nodeType="afterEffect">
                                  <p:stCondLst>
                                    <p:cond delay="0"/>
                                  </p:stCondLst>
                                  <p:childTnLst>
                                    <p:set>
                                      <p:cBhvr>
                                        <p:cTn id="75" dur="1" fill="hold">
                                          <p:stCondLst>
                                            <p:cond delay="0"/>
                                          </p:stCondLst>
                                        </p:cTn>
                                        <p:tgtEl>
                                          <p:spTgt spid="35935"/>
                                        </p:tgtEl>
                                        <p:attrNameLst>
                                          <p:attrName>style.visibility</p:attrName>
                                        </p:attrNameLst>
                                      </p:cBhvr>
                                      <p:to>
                                        <p:strVal val="visible"/>
                                      </p:to>
                                    </p:set>
                                    <p:animEffect transition="in" filter="box(out)">
                                      <p:cBhvr>
                                        <p:cTn id="76" dur="500"/>
                                        <p:tgtEl>
                                          <p:spTgt spid="35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89" grpId="0"/>
      <p:bldP spid="35898" grpId="0"/>
      <p:bldP spid="35925" grpId="0"/>
      <p:bldP spid="35926" grpId="0"/>
      <p:bldP spid="35927" grpId="0"/>
      <p:bldP spid="35928" grpId="0"/>
      <p:bldP spid="35929" grpId="0"/>
      <p:bldP spid="35930" grpId="0"/>
      <p:bldP spid="35931" grpId="0"/>
      <p:bldP spid="3594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1" name="Rectangle 5">
            <a:extLst>
              <a:ext uri="{FF2B5EF4-FFF2-40B4-BE49-F238E27FC236}">
                <a16:creationId xmlns:a16="http://schemas.microsoft.com/office/drawing/2014/main" id="{178AC69E-7291-48DB-9327-B0A860418134}"/>
              </a:ext>
            </a:extLst>
          </p:cNvPr>
          <p:cNvSpPr>
            <a:spLocks noChangeArrowheads="1"/>
          </p:cNvSpPr>
          <p:nvPr/>
        </p:nvSpPr>
        <p:spPr bwMode="auto">
          <a:xfrm>
            <a:off x="428625" y="285750"/>
            <a:ext cx="6000750" cy="457200"/>
          </a:xfrm>
          <a:prstGeom prst="rect">
            <a:avLst/>
          </a:prstGeom>
          <a:noFill/>
          <a:ln w="9525">
            <a:noFill/>
            <a:miter lim="800000"/>
          </a:ln>
        </p:spPr>
        <p:txBody>
          <a:bodyPr>
            <a:spAutoFit/>
          </a:bodyPr>
          <a:lstStyle/>
          <a:p>
            <a:r>
              <a:rPr lang="zh-CN" altLang="en-US">
                <a:solidFill>
                  <a:srgbClr val="00FFFF"/>
                </a:solidFill>
                <a:latin typeface="宋体" panose="02010600030101010101" pitchFamily="2" charset="-122"/>
              </a:rPr>
              <a:t>分立沉积线的解释</a:t>
            </a:r>
          </a:p>
        </p:txBody>
      </p:sp>
      <p:pic>
        <p:nvPicPr>
          <p:cNvPr id="86030" name="Picture 14" descr="原子磁矩1">
            <a:extLst>
              <a:ext uri="{FF2B5EF4-FFF2-40B4-BE49-F238E27FC236}">
                <a16:creationId xmlns:a16="http://schemas.microsoft.com/office/drawing/2014/main" id="{CD3F8CAE-B76A-474F-A513-16DA6D26960F}"/>
              </a:ext>
            </a:extLst>
          </p:cNvPr>
          <p:cNvPicPr>
            <a:picLocks noChangeAspect="1" noChangeArrowheads="1"/>
          </p:cNvPicPr>
          <p:nvPr/>
        </p:nvPicPr>
        <p:blipFill>
          <a:blip r:embed="rId3">
            <a:clrChange>
              <a:clrFrom>
                <a:srgbClr val="006599"/>
              </a:clrFrom>
              <a:clrTo>
                <a:srgbClr val="006599">
                  <a:alpha val="0"/>
                </a:srgbClr>
              </a:clrTo>
            </a:clrChange>
            <a:extLst>
              <a:ext uri="{28A0092B-C50C-407E-A947-70E740481C1C}">
                <a14:useLocalDpi xmlns:a14="http://schemas.microsoft.com/office/drawing/2010/main" val="0"/>
              </a:ext>
            </a:extLst>
          </a:blip>
          <a:srcRect/>
          <a:stretch>
            <a:fillRect/>
          </a:stretch>
        </p:blipFill>
        <p:spPr bwMode="auto">
          <a:xfrm>
            <a:off x="6724650" y="995363"/>
            <a:ext cx="1708150" cy="181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32" name="Oval 16">
            <a:extLst>
              <a:ext uri="{FF2B5EF4-FFF2-40B4-BE49-F238E27FC236}">
                <a16:creationId xmlns:a16="http://schemas.microsoft.com/office/drawing/2014/main" id="{1625C58E-F05E-409E-BF95-D44F2ABE437C}"/>
              </a:ext>
            </a:extLst>
          </p:cNvPr>
          <p:cNvSpPr>
            <a:spLocks noChangeArrowheads="1"/>
          </p:cNvSpPr>
          <p:nvPr/>
        </p:nvSpPr>
        <p:spPr bwMode="auto">
          <a:xfrm>
            <a:off x="8083550" y="2076450"/>
            <a:ext cx="155575" cy="155575"/>
          </a:xfrm>
          <a:prstGeom prst="ellipse">
            <a:avLst/>
          </a:prstGeom>
          <a:gradFill rotWithShape="1">
            <a:gsLst>
              <a:gs pos="0">
                <a:srgbClr val="33CCFF"/>
              </a:gs>
              <a:gs pos="100000">
                <a:srgbClr val="185E76"/>
              </a:gs>
            </a:gsLst>
            <a:path path="shape">
              <a:fillToRect l="50000" t="50000" r="50000" b="50000"/>
            </a:path>
          </a:gradFill>
          <a:ln w="3175">
            <a:solidFill>
              <a:schemeClr val="tx1"/>
            </a:solidFill>
            <a:round/>
            <a:headEnd/>
            <a:tailEnd/>
          </a:ln>
        </p:spPr>
        <p:txBody>
          <a:bodyPr wrap="none" anchor="ctr"/>
          <a:lstStyle/>
          <a:p>
            <a:endParaRPr lang="zh-CN" altLang="en-US">
              <a:solidFill>
                <a:schemeClr val="bg1"/>
              </a:solidFill>
            </a:endParaRPr>
          </a:p>
        </p:txBody>
      </p:sp>
      <p:sp>
        <p:nvSpPr>
          <p:cNvPr id="86033" name="Text Box 17">
            <a:extLst>
              <a:ext uri="{FF2B5EF4-FFF2-40B4-BE49-F238E27FC236}">
                <a16:creationId xmlns:a16="http://schemas.microsoft.com/office/drawing/2014/main" id="{BF1C5A3D-8C27-489A-87E8-DFF89B3B7A54}"/>
              </a:ext>
            </a:extLst>
          </p:cNvPr>
          <p:cNvSpPr txBox="1">
            <a:spLocks noChangeArrowheads="1"/>
          </p:cNvSpPr>
          <p:nvPr/>
        </p:nvSpPr>
        <p:spPr bwMode="auto">
          <a:xfrm>
            <a:off x="7813675" y="2095500"/>
            <a:ext cx="319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i="1">
                <a:solidFill>
                  <a:schemeClr val="bg1"/>
                </a:solidFill>
              </a:rPr>
              <a:t>e</a:t>
            </a:r>
          </a:p>
        </p:txBody>
      </p:sp>
      <p:graphicFrame>
        <p:nvGraphicFramePr>
          <p:cNvPr id="86034" name="Object 2">
            <a:extLst>
              <a:ext uri="{FF2B5EF4-FFF2-40B4-BE49-F238E27FC236}">
                <a16:creationId xmlns:a16="http://schemas.microsoft.com/office/drawing/2014/main" id="{F8023E3A-08F6-45B5-948F-D0EE7E346665}"/>
              </a:ext>
            </a:extLst>
          </p:cNvPr>
          <p:cNvGraphicFramePr>
            <a:graphicFrameLocks/>
          </p:cNvGraphicFramePr>
          <p:nvPr/>
        </p:nvGraphicFramePr>
        <p:xfrm>
          <a:off x="8234363" y="1498600"/>
          <a:ext cx="227012" cy="331788"/>
        </p:xfrm>
        <a:graphic>
          <a:graphicData uri="http://schemas.openxmlformats.org/presentationml/2006/ole">
            <mc:AlternateContent xmlns:mc="http://schemas.openxmlformats.org/markup-compatibility/2006">
              <mc:Choice xmlns:v="urn:schemas-microsoft-com:vml" Requires="v">
                <p:oleObj spid="_x0000_s552154" r:id="rId4" imgW="204120" imgH="302400" progId="Equation.3">
                  <p:embed/>
                </p:oleObj>
              </mc:Choice>
              <mc:Fallback>
                <p:oleObj r:id="rId4" imgW="204120" imgH="302400" progId="Equation.3">
                  <p:embed/>
                  <p:pic>
                    <p:nvPicPr>
                      <p:cNvPr id="86034" name="Object 2">
                        <a:extLst>
                          <a:ext uri="{FF2B5EF4-FFF2-40B4-BE49-F238E27FC236}">
                            <a16:creationId xmlns:a16="http://schemas.microsoft.com/office/drawing/2014/main" id="{F8023E3A-08F6-45B5-948F-D0EE7E346665}"/>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34363" y="1498600"/>
                        <a:ext cx="227012"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6035" name="Line 19">
            <a:extLst>
              <a:ext uri="{FF2B5EF4-FFF2-40B4-BE49-F238E27FC236}">
                <a16:creationId xmlns:a16="http://schemas.microsoft.com/office/drawing/2014/main" id="{FAEDA5B0-8392-4CB5-8455-DDFB002C60C7}"/>
              </a:ext>
            </a:extLst>
          </p:cNvPr>
          <p:cNvSpPr>
            <a:spLocks noChangeShapeType="1"/>
          </p:cNvSpPr>
          <p:nvPr/>
        </p:nvSpPr>
        <p:spPr bwMode="auto">
          <a:xfrm flipV="1">
            <a:off x="7640638" y="647700"/>
            <a:ext cx="0" cy="1341438"/>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86036" name="Object 3">
            <a:extLst>
              <a:ext uri="{FF2B5EF4-FFF2-40B4-BE49-F238E27FC236}">
                <a16:creationId xmlns:a16="http://schemas.microsoft.com/office/drawing/2014/main" id="{A2796490-1612-447B-981D-77BE929E2451}"/>
              </a:ext>
            </a:extLst>
          </p:cNvPr>
          <p:cNvGraphicFramePr>
            <a:graphicFrameLocks noChangeAspect="1"/>
          </p:cNvGraphicFramePr>
          <p:nvPr/>
        </p:nvGraphicFramePr>
        <p:xfrm>
          <a:off x="7143750" y="428625"/>
          <a:ext cx="415925" cy="403225"/>
        </p:xfrm>
        <a:graphic>
          <a:graphicData uri="http://schemas.openxmlformats.org/presentationml/2006/ole">
            <mc:AlternateContent xmlns:mc="http://schemas.openxmlformats.org/markup-compatibility/2006">
              <mc:Choice xmlns:v="urn:schemas-microsoft-com:vml" Requires="v">
                <p:oleObj spid="_x0000_s552155" r:id="rId6" imgW="115920" imgH="159480" progId="Equation.3">
                  <p:embed/>
                </p:oleObj>
              </mc:Choice>
              <mc:Fallback>
                <p:oleObj r:id="rId6" imgW="115920" imgH="159480" progId="Equation.3">
                  <p:embed/>
                  <p:pic>
                    <p:nvPicPr>
                      <p:cNvPr id="86036" name="Object 3">
                        <a:extLst>
                          <a:ext uri="{FF2B5EF4-FFF2-40B4-BE49-F238E27FC236}">
                            <a16:creationId xmlns:a16="http://schemas.microsoft.com/office/drawing/2014/main" id="{A2796490-1612-447B-981D-77BE929E245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43750" y="428625"/>
                        <a:ext cx="4159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6038" name="Line 22">
            <a:extLst>
              <a:ext uri="{FF2B5EF4-FFF2-40B4-BE49-F238E27FC236}">
                <a16:creationId xmlns:a16="http://schemas.microsoft.com/office/drawing/2014/main" id="{BCA603B3-DF84-4DD7-9DED-2A4D4284A336}"/>
              </a:ext>
            </a:extLst>
          </p:cNvPr>
          <p:cNvSpPr>
            <a:spLocks noChangeShapeType="1"/>
          </p:cNvSpPr>
          <p:nvPr/>
        </p:nvSpPr>
        <p:spPr bwMode="auto">
          <a:xfrm>
            <a:off x="7645400" y="1054100"/>
            <a:ext cx="741363" cy="0"/>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86039" name="Object 4">
            <a:extLst>
              <a:ext uri="{FF2B5EF4-FFF2-40B4-BE49-F238E27FC236}">
                <a16:creationId xmlns:a16="http://schemas.microsoft.com/office/drawing/2014/main" id="{E696FD77-5931-47CF-B1C4-87F392FC9ACC}"/>
              </a:ext>
            </a:extLst>
          </p:cNvPr>
          <p:cNvGraphicFramePr>
            <a:graphicFrameLocks noChangeAspect="1"/>
          </p:cNvGraphicFramePr>
          <p:nvPr/>
        </p:nvGraphicFramePr>
        <p:xfrm>
          <a:off x="7854950" y="541338"/>
          <a:ext cx="371475" cy="433387"/>
        </p:xfrm>
        <a:graphic>
          <a:graphicData uri="http://schemas.openxmlformats.org/presentationml/2006/ole">
            <mc:AlternateContent xmlns:mc="http://schemas.openxmlformats.org/markup-compatibility/2006">
              <mc:Choice xmlns:v="urn:schemas-microsoft-com:vml" Requires="v">
                <p:oleObj spid="_x0000_s552156" r:id="rId8" imgW="137880" imgH="170640" progId="Equation.3">
                  <p:embed/>
                </p:oleObj>
              </mc:Choice>
              <mc:Fallback>
                <p:oleObj r:id="rId8" imgW="137880" imgH="170640" progId="Equation.3">
                  <p:embed/>
                  <p:pic>
                    <p:nvPicPr>
                      <p:cNvPr id="86039" name="Object 4">
                        <a:extLst>
                          <a:ext uri="{FF2B5EF4-FFF2-40B4-BE49-F238E27FC236}">
                            <a16:creationId xmlns:a16="http://schemas.microsoft.com/office/drawing/2014/main" id="{E696FD77-5931-47CF-B1C4-87F392FC9AC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54950" y="541338"/>
                        <a:ext cx="37147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6040" name="Object 5">
            <a:extLst>
              <a:ext uri="{FF2B5EF4-FFF2-40B4-BE49-F238E27FC236}">
                <a16:creationId xmlns:a16="http://schemas.microsoft.com/office/drawing/2014/main" id="{97E8416E-DD27-4FB1-B78F-0434B8F8D99C}"/>
              </a:ext>
            </a:extLst>
          </p:cNvPr>
          <p:cNvGraphicFramePr>
            <a:graphicFrameLocks noChangeAspect="1"/>
          </p:cNvGraphicFramePr>
          <p:nvPr/>
        </p:nvGraphicFramePr>
        <p:xfrm>
          <a:off x="6619875" y="2125663"/>
          <a:ext cx="415925" cy="533400"/>
        </p:xfrm>
        <a:graphic>
          <a:graphicData uri="http://schemas.openxmlformats.org/presentationml/2006/ole">
            <mc:AlternateContent xmlns:mc="http://schemas.openxmlformats.org/markup-compatibility/2006">
              <mc:Choice xmlns:v="urn:schemas-microsoft-com:vml" Requires="v">
                <p:oleObj spid="_x0000_s552157" r:id="rId10" imgW="115920" imgH="159480" progId="Equation.3">
                  <p:embed/>
                </p:oleObj>
              </mc:Choice>
              <mc:Fallback>
                <p:oleObj r:id="rId10" imgW="115920" imgH="159480" progId="Equation.3">
                  <p:embed/>
                  <p:pic>
                    <p:nvPicPr>
                      <p:cNvPr id="86040" name="Object 5">
                        <a:extLst>
                          <a:ext uri="{FF2B5EF4-FFF2-40B4-BE49-F238E27FC236}">
                            <a16:creationId xmlns:a16="http://schemas.microsoft.com/office/drawing/2014/main" id="{97E8416E-DD27-4FB1-B78F-0434B8F8D99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19875" y="2125663"/>
                        <a:ext cx="4159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6041" name="Rectangle 25">
            <a:extLst>
              <a:ext uri="{FF2B5EF4-FFF2-40B4-BE49-F238E27FC236}">
                <a16:creationId xmlns:a16="http://schemas.microsoft.com/office/drawing/2014/main" id="{6E77AABA-3BE7-474E-9E09-9C067CDEB549}"/>
              </a:ext>
            </a:extLst>
          </p:cNvPr>
          <p:cNvSpPr>
            <a:spLocks noChangeArrowheads="1"/>
          </p:cNvSpPr>
          <p:nvPr/>
        </p:nvSpPr>
        <p:spPr bwMode="auto">
          <a:xfrm>
            <a:off x="500063" y="823913"/>
            <a:ext cx="2714625" cy="461962"/>
          </a:xfrm>
          <a:prstGeom prst="rect">
            <a:avLst/>
          </a:prstGeom>
          <a:noFill/>
          <a:ln w="22225">
            <a:noFill/>
            <a:miter lim="800000"/>
          </a:ln>
        </p:spPr>
        <p:txBody>
          <a:bodyPr>
            <a:spAutoFit/>
          </a:bodyPr>
          <a:lstStyle/>
          <a:p>
            <a:r>
              <a:rPr lang="zh-CN" altLang="en-US">
                <a:solidFill>
                  <a:schemeClr val="bg1"/>
                </a:solidFill>
                <a:latin typeface="宋体" panose="02010600030101010101" pitchFamily="2" charset="-122"/>
              </a:rPr>
              <a:t>电子绕核的磁矩</a:t>
            </a:r>
          </a:p>
        </p:txBody>
      </p:sp>
      <p:graphicFrame>
        <p:nvGraphicFramePr>
          <p:cNvPr id="86042" name="Object 6">
            <a:extLst>
              <a:ext uri="{FF2B5EF4-FFF2-40B4-BE49-F238E27FC236}">
                <a16:creationId xmlns:a16="http://schemas.microsoft.com/office/drawing/2014/main" id="{89A9EA4E-31E5-4178-ABBE-A3EEF43A2E2C}"/>
              </a:ext>
            </a:extLst>
          </p:cNvPr>
          <p:cNvGraphicFramePr>
            <a:graphicFrameLocks noChangeAspect="1"/>
          </p:cNvGraphicFramePr>
          <p:nvPr/>
        </p:nvGraphicFramePr>
        <p:xfrm>
          <a:off x="3214688" y="1446213"/>
          <a:ext cx="1411287" cy="482600"/>
        </p:xfrm>
        <a:graphic>
          <a:graphicData uri="http://schemas.openxmlformats.org/presentationml/2006/ole">
            <mc:AlternateContent xmlns:mc="http://schemas.openxmlformats.org/markup-compatibility/2006">
              <mc:Choice xmlns:v="urn:schemas-microsoft-com:vml" Requires="v">
                <p:oleObj spid="_x0000_s552158" r:id="rId12" imgW="589680" imgH="192600" progId="Equation.3">
                  <p:embed/>
                </p:oleObj>
              </mc:Choice>
              <mc:Fallback>
                <p:oleObj r:id="rId12" imgW="589680" imgH="192600" progId="Equation.3">
                  <p:embed/>
                  <p:pic>
                    <p:nvPicPr>
                      <p:cNvPr id="86042" name="Object 6">
                        <a:extLst>
                          <a:ext uri="{FF2B5EF4-FFF2-40B4-BE49-F238E27FC236}">
                            <a16:creationId xmlns:a16="http://schemas.microsoft.com/office/drawing/2014/main" id="{89A9EA4E-31E5-4178-ABBE-A3EEF43A2E2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14688" y="1446213"/>
                        <a:ext cx="141128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6045" name="Text Box 29">
            <a:extLst>
              <a:ext uri="{FF2B5EF4-FFF2-40B4-BE49-F238E27FC236}">
                <a16:creationId xmlns:a16="http://schemas.microsoft.com/office/drawing/2014/main" id="{B01889D7-5ABE-4ED1-834E-4A3B794E7B76}"/>
              </a:ext>
            </a:extLst>
          </p:cNvPr>
          <p:cNvSpPr txBox="1">
            <a:spLocks noChangeArrowheads="1"/>
          </p:cNvSpPr>
          <p:nvPr/>
        </p:nvSpPr>
        <p:spPr bwMode="auto">
          <a:xfrm>
            <a:off x="490538" y="1458913"/>
            <a:ext cx="2867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chemeClr val="bg1"/>
                </a:solidFill>
                <a:latin typeface="宋体" panose="02010600030101010101" pitchFamily="2" charset="-122"/>
              </a:rPr>
              <a:t>在磁场中的势能</a:t>
            </a:r>
          </a:p>
        </p:txBody>
      </p:sp>
      <p:graphicFrame>
        <p:nvGraphicFramePr>
          <p:cNvPr id="86046" name="Object 8">
            <a:extLst>
              <a:ext uri="{FF2B5EF4-FFF2-40B4-BE49-F238E27FC236}">
                <a16:creationId xmlns:a16="http://schemas.microsoft.com/office/drawing/2014/main" id="{DCEDFEFB-9BDA-490F-A0B1-37D521570360}"/>
              </a:ext>
            </a:extLst>
          </p:cNvPr>
          <p:cNvGraphicFramePr>
            <a:graphicFrameLocks noChangeAspect="1"/>
          </p:cNvGraphicFramePr>
          <p:nvPr/>
        </p:nvGraphicFramePr>
        <p:xfrm>
          <a:off x="1357313" y="1949450"/>
          <a:ext cx="2368550" cy="757238"/>
        </p:xfrm>
        <a:graphic>
          <a:graphicData uri="http://schemas.openxmlformats.org/presentationml/2006/ole">
            <mc:AlternateContent xmlns:mc="http://schemas.openxmlformats.org/markup-compatibility/2006">
              <mc:Choice xmlns:v="urn:schemas-microsoft-com:vml" Requires="v">
                <p:oleObj spid="_x0000_s552159" r:id="rId14" imgW="1041840" imgH="324360" progId="Equation.3">
                  <p:embed/>
                </p:oleObj>
              </mc:Choice>
              <mc:Fallback>
                <p:oleObj r:id="rId14" imgW="1041840" imgH="324360" progId="Equation.3">
                  <p:embed/>
                  <p:pic>
                    <p:nvPicPr>
                      <p:cNvPr id="86046" name="Object 8">
                        <a:extLst>
                          <a:ext uri="{FF2B5EF4-FFF2-40B4-BE49-F238E27FC236}">
                            <a16:creationId xmlns:a16="http://schemas.microsoft.com/office/drawing/2014/main" id="{DCEDFEFB-9BDA-490F-A0B1-37D52157036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57313" y="1949450"/>
                        <a:ext cx="2368550"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6047" name="AutoShape 31">
            <a:extLst>
              <a:ext uri="{FF2B5EF4-FFF2-40B4-BE49-F238E27FC236}">
                <a16:creationId xmlns:a16="http://schemas.microsoft.com/office/drawing/2014/main" id="{0A7385D8-5816-4411-830D-53A98D9B83D5}"/>
              </a:ext>
            </a:extLst>
          </p:cNvPr>
          <p:cNvSpPr>
            <a:spLocks noChangeArrowheads="1"/>
          </p:cNvSpPr>
          <p:nvPr/>
        </p:nvSpPr>
        <p:spPr bwMode="auto">
          <a:xfrm rot="5400000" flipV="1">
            <a:off x="3987007" y="1870869"/>
            <a:ext cx="571500" cy="687387"/>
          </a:xfrm>
          <a:custGeom>
            <a:avLst/>
            <a:gdLst>
              <a:gd name="T0" fmla="*/ 15429 w 21600"/>
              <a:gd name="T1" fmla="*/ 0 h 21600"/>
              <a:gd name="T2" fmla="*/ 9257 w 21600"/>
              <a:gd name="T3" fmla="*/ 7133 h 21600"/>
              <a:gd name="T4" fmla="*/ 13420 w 21600"/>
              <a:gd name="T5" fmla="*/ 7133 h 21600"/>
              <a:gd name="T6" fmla="*/ 13420 w 21600"/>
              <a:gd name="T7" fmla="*/ 16624 h 21600"/>
              <a:gd name="T8" fmla="*/ 0 w 21600"/>
              <a:gd name="T9" fmla="*/ 16624 h 21600"/>
              <a:gd name="T10" fmla="*/ 0 w 21600"/>
              <a:gd name="T11" fmla="*/ 21600 h 21600"/>
              <a:gd name="T12" fmla="*/ 17437 w 21600"/>
              <a:gd name="T13" fmla="*/ 21600 h 21600"/>
              <a:gd name="T14" fmla="*/ 17437 w 21600"/>
              <a:gd name="T15" fmla="*/ 7133 h 21600"/>
              <a:gd name="T16" fmla="*/ 21600 w 21600"/>
              <a:gd name="T17" fmla="*/ 7133 h 21600"/>
              <a:gd name="T18" fmla="*/ 15429 w 21600"/>
              <a:gd name="T19" fmla="*/ 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600" h="21600">
                <a:moveTo>
                  <a:pt x="15429" y="0"/>
                </a:moveTo>
                <a:lnTo>
                  <a:pt x="9257" y="7133"/>
                </a:lnTo>
                <a:lnTo>
                  <a:pt x="13420" y="7133"/>
                </a:lnTo>
                <a:lnTo>
                  <a:pt x="13420" y="16624"/>
                </a:lnTo>
                <a:lnTo>
                  <a:pt x="0" y="16624"/>
                </a:lnTo>
                <a:lnTo>
                  <a:pt x="0" y="21600"/>
                </a:lnTo>
                <a:lnTo>
                  <a:pt x="17437" y="21600"/>
                </a:lnTo>
                <a:lnTo>
                  <a:pt x="17437" y="7133"/>
                </a:lnTo>
                <a:lnTo>
                  <a:pt x="21600" y="7133"/>
                </a:lnTo>
                <a:lnTo>
                  <a:pt x="15429" y="0"/>
                </a:lnTo>
                <a:close/>
              </a:path>
            </a:pathLst>
          </a:custGeom>
          <a:noFill/>
          <a:ln w="222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p>
        </p:txBody>
      </p:sp>
      <p:sp>
        <p:nvSpPr>
          <p:cNvPr id="86048" name="Text Box 32">
            <a:extLst>
              <a:ext uri="{FF2B5EF4-FFF2-40B4-BE49-F238E27FC236}">
                <a16:creationId xmlns:a16="http://schemas.microsoft.com/office/drawing/2014/main" id="{FE77462D-8A7A-47F7-AA8F-830F19D6F27C}"/>
              </a:ext>
            </a:extLst>
          </p:cNvPr>
          <p:cNvSpPr txBox="1">
            <a:spLocks noChangeArrowheads="1"/>
          </p:cNvSpPr>
          <p:nvPr/>
        </p:nvSpPr>
        <p:spPr bwMode="auto">
          <a:xfrm>
            <a:off x="460375" y="2643188"/>
            <a:ext cx="6326188" cy="1016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5000"/>
              </a:lnSpc>
            </a:pPr>
            <a:r>
              <a:rPr lang="zh-CN" altLang="en-US" dirty="0">
                <a:solidFill>
                  <a:schemeClr val="bg1"/>
                </a:solidFill>
                <a:latin typeface="宋体" panose="02010600030101010101" pitchFamily="2" charset="-122"/>
              </a:rPr>
              <a:t>若角动量不是空间量子化的，可取任意方向，则原子的沉积在区域上是连续的。</a:t>
            </a:r>
          </a:p>
        </p:txBody>
      </p:sp>
      <p:sp>
        <p:nvSpPr>
          <p:cNvPr id="86051" name="Text Box 35">
            <a:extLst>
              <a:ext uri="{FF2B5EF4-FFF2-40B4-BE49-F238E27FC236}">
                <a16:creationId xmlns:a16="http://schemas.microsoft.com/office/drawing/2014/main" id="{6808EE39-0F74-45E0-8E15-60DF04AA211A}"/>
              </a:ext>
            </a:extLst>
          </p:cNvPr>
          <p:cNvSpPr txBox="1">
            <a:spLocks noChangeArrowheads="1"/>
          </p:cNvSpPr>
          <p:nvPr/>
        </p:nvSpPr>
        <p:spPr bwMode="auto">
          <a:xfrm>
            <a:off x="2058988" y="3721100"/>
            <a:ext cx="657225" cy="1930400"/>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r>
              <a:rPr lang="en-US" altLang="zh-CN" sz="2000" i="1">
                <a:solidFill>
                  <a:srgbClr val="00FFFF"/>
                </a:solidFill>
              </a:rPr>
              <a:t>F</a:t>
            </a:r>
            <a:r>
              <a:rPr lang="en-US" altLang="zh-CN" sz="2000" i="1" baseline="-25000">
                <a:solidFill>
                  <a:srgbClr val="00FFFF"/>
                </a:solidFill>
              </a:rPr>
              <a:t>Z</a:t>
            </a:r>
            <a:r>
              <a:rPr lang="en-US" altLang="zh-CN" sz="2000" i="1">
                <a:solidFill>
                  <a:schemeClr val="bg1"/>
                </a:solidFill>
              </a:rPr>
              <a:t> </a:t>
            </a:r>
            <a:r>
              <a:rPr lang="zh-CN" altLang="en-US" sz="2000">
                <a:solidFill>
                  <a:schemeClr val="bg1"/>
                </a:solidFill>
              </a:rPr>
              <a:t>取分立的值</a:t>
            </a:r>
          </a:p>
        </p:txBody>
      </p:sp>
      <p:sp>
        <p:nvSpPr>
          <p:cNvPr id="86052" name="Text Box 36">
            <a:extLst>
              <a:ext uri="{FF2B5EF4-FFF2-40B4-BE49-F238E27FC236}">
                <a16:creationId xmlns:a16="http://schemas.microsoft.com/office/drawing/2014/main" id="{2E9A6579-B5F7-47EE-BD97-19C76E203012}"/>
              </a:ext>
            </a:extLst>
          </p:cNvPr>
          <p:cNvSpPr txBox="1">
            <a:spLocks noChangeArrowheads="1"/>
          </p:cNvSpPr>
          <p:nvPr/>
        </p:nvSpPr>
        <p:spPr bwMode="auto">
          <a:xfrm>
            <a:off x="661988" y="3721100"/>
            <a:ext cx="646112" cy="1930400"/>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r>
              <a:rPr lang="zh-CN" altLang="en-US" sz="2000">
                <a:solidFill>
                  <a:schemeClr val="bg1"/>
                </a:solidFill>
              </a:rPr>
              <a:t>分立的沉积线</a:t>
            </a:r>
          </a:p>
        </p:txBody>
      </p:sp>
      <p:sp>
        <p:nvSpPr>
          <p:cNvPr id="86053" name="Text Box 37">
            <a:extLst>
              <a:ext uri="{FF2B5EF4-FFF2-40B4-BE49-F238E27FC236}">
                <a16:creationId xmlns:a16="http://schemas.microsoft.com/office/drawing/2014/main" id="{6EE055BE-E950-4C4A-B258-3D923F25BDC9}"/>
              </a:ext>
            </a:extLst>
          </p:cNvPr>
          <p:cNvSpPr txBox="1">
            <a:spLocks noChangeArrowheads="1"/>
          </p:cNvSpPr>
          <p:nvPr/>
        </p:nvSpPr>
        <p:spPr bwMode="auto">
          <a:xfrm>
            <a:off x="3979863" y="3716338"/>
            <a:ext cx="698500" cy="1938337"/>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r>
              <a:rPr lang="en-US" altLang="zh-CN" sz="2000" i="1">
                <a:solidFill>
                  <a:srgbClr val="00FFFF"/>
                </a:solidFill>
              </a:rPr>
              <a:t>μ</a:t>
            </a:r>
            <a:r>
              <a:rPr lang="en-US" altLang="zh-CN" sz="2000" i="1" baseline="-18000">
                <a:solidFill>
                  <a:srgbClr val="00FFFF"/>
                </a:solidFill>
              </a:rPr>
              <a:t>Z</a:t>
            </a:r>
            <a:r>
              <a:rPr lang="en-US" altLang="zh-CN" sz="2000" i="1" baseline="-18000">
                <a:solidFill>
                  <a:schemeClr val="bg1"/>
                </a:solidFill>
              </a:rPr>
              <a:t> </a:t>
            </a:r>
            <a:r>
              <a:rPr lang="en-US" altLang="zh-CN" sz="2000">
                <a:solidFill>
                  <a:schemeClr val="bg1"/>
                </a:solidFill>
              </a:rPr>
              <a:t> </a:t>
            </a:r>
            <a:r>
              <a:rPr lang="zh-CN" altLang="en-US" sz="2000">
                <a:solidFill>
                  <a:schemeClr val="bg1"/>
                </a:solidFill>
              </a:rPr>
              <a:t>取</a:t>
            </a:r>
            <a:endParaRPr lang="en-US" altLang="zh-CN" sz="2000">
              <a:solidFill>
                <a:schemeClr val="bg1"/>
              </a:solidFill>
            </a:endParaRPr>
          </a:p>
          <a:p>
            <a:r>
              <a:rPr lang="zh-CN" altLang="en-US" sz="2000">
                <a:solidFill>
                  <a:schemeClr val="bg1"/>
                </a:solidFill>
              </a:rPr>
              <a:t>分</a:t>
            </a:r>
            <a:endParaRPr lang="en-US" altLang="zh-CN" sz="2000">
              <a:solidFill>
                <a:schemeClr val="bg1"/>
              </a:solidFill>
            </a:endParaRPr>
          </a:p>
          <a:p>
            <a:r>
              <a:rPr lang="zh-CN" altLang="en-US" sz="2000">
                <a:solidFill>
                  <a:schemeClr val="bg1"/>
                </a:solidFill>
              </a:rPr>
              <a:t>立</a:t>
            </a:r>
            <a:endParaRPr lang="en-US" altLang="zh-CN" sz="2000">
              <a:solidFill>
                <a:schemeClr val="bg1"/>
              </a:solidFill>
            </a:endParaRPr>
          </a:p>
          <a:p>
            <a:r>
              <a:rPr lang="zh-CN" altLang="en-US" sz="2000">
                <a:solidFill>
                  <a:schemeClr val="bg1"/>
                </a:solidFill>
              </a:rPr>
              <a:t>的</a:t>
            </a:r>
            <a:endParaRPr lang="en-US" altLang="zh-CN" sz="2000">
              <a:solidFill>
                <a:schemeClr val="bg1"/>
              </a:solidFill>
            </a:endParaRPr>
          </a:p>
          <a:p>
            <a:r>
              <a:rPr lang="zh-CN" altLang="en-US" sz="2000">
                <a:solidFill>
                  <a:schemeClr val="bg1"/>
                </a:solidFill>
              </a:rPr>
              <a:t>值</a:t>
            </a:r>
          </a:p>
        </p:txBody>
      </p:sp>
      <p:sp>
        <p:nvSpPr>
          <p:cNvPr id="86054" name="Line 38">
            <a:extLst>
              <a:ext uri="{FF2B5EF4-FFF2-40B4-BE49-F238E27FC236}">
                <a16:creationId xmlns:a16="http://schemas.microsoft.com/office/drawing/2014/main" id="{7CD9FE69-0C38-4650-AB8A-BC5D3CF8ECF2}"/>
              </a:ext>
            </a:extLst>
          </p:cNvPr>
          <p:cNvSpPr>
            <a:spLocks noChangeShapeType="1"/>
          </p:cNvSpPr>
          <p:nvPr/>
        </p:nvSpPr>
        <p:spPr bwMode="auto">
          <a:xfrm flipV="1">
            <a:off x="1357313" y="4683125"/>
            <a:ext cx="688975" cy="635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055" name="Line 39">
            <a:extLst>
              <a:ext uri="{FF2B5EF4-FFF2-40B4-BE49-F238E27FC236}">
                <a16:creationId xmlns:a16="http://schemas.microsoft.com/office/drawing/2014/main" id="{912EABE7-8E6C-4D78-B413-C1417559B2D3}"/>
              </a:ext>
            </a:extLst>
          </p:cNvPr>
          <p:cNvSpPr>
            <a:spLocks noChangeShapeType="1"/>
          </p:cNvSpPr>
          <p:nvPr/>
        </p:nvSpPr>
        <p:spPr bwMode="auto">
          <a:xfrm flipV="1">
            <a:off x="6348413" y="4686300"/>
            <a:ext cx="1328737" cy="1588"/>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056" name="Line 40">
            <a:extLst>
              <a:ext uri="{FF2B5EF4-FFF2-40B4-BE49-F238E27FC236}">
                <a16:creationId xmlns:a16="http://schemas.microsoft.com/office/drawing/2014/main" id="{E6886BD7-F875-4237-A87D-06D35C017B5E}"/>
              </a:ext>
            </a:extLst>
          </p:cNvPr>
          <p:cNvSpPr>
            <a:spLocks noChangeShapeType="1"/>
          </p:cNvSpPr>
          <p:nvPr/>
        </p:nvSpPr>
        <p:spPr bwMode="auto">
          <a:xfrm>
            <a:off x="2790825" y="4681538"/>
            <a:ext cx="1130300" cy="11112"/>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058" name="Text Box 42">
            <a:extLst>
              <a:ext uri="{FF2B5EF4-FFF2-40B4-BE49-F238E27FC236}">
                <a16:creationId xmlns:a16="http://schemas.microsoft.com/office/drawing/2014/main" id="{776510C0-FB72-4B6A-B248-1AE4B0FD8E5E}"/>
              </a:ext>
            </a:extLst>
          </p:cNvPr>
          <p:cNvSpPr txBox="1">
            <a:spLocks noChangeArrowheads="1"/>
          </p:cNvSpPr>
          <p:nvPr/>
        </p:nvSpPr>
        <p:spPr bwMode="auto">
          <a:xfrm>
            <a:off x="5654675" y="3721100"/>
            <a:ext cx="669925" cy="1930400"/>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r>
              <a:rPr lang="en-US" altLang="zh-CN" sz="2000" i="1">
                <a:solidFill>
                  <a:srgbClr val="00FFFF"/>
                </a:solidFill>
              </a:rPr>
              <a:t>μ</a:t>
            </a:r>
            <a:r>
              <a:rPr lang="en-US" altLang="zh-CN" sz="2000" i="1">
                <a:solidFill>
                  <a:schemeClr val="bg1"/>
                </a:solidFill>
              </a:rPr>
              <a:t> </a:t>
            </a:r>
          </a:p>
          <a:p>
            <a:r>
              <a:rPr lang="zh-CN" altLang="en-US" sz="2000">
                <a:solidFill>
                  <a:schemeClr val="bg1"/>
                </a:solidFill>
              </a:rPr>
              <a:t>空间量子化</a:t>
            </a:r>
          </a:p>
        </p:txBody>
      </p:sp>
      <p:sp>
        <p:nvSpPr>
          <p:cNvPr id="86059" name="Line 43">
            <a:extLst>
              <a:ext uri="{FF2B5EF4-FFF2-40B4-BE49-F238E27FC236}">
                <a16:creationId xmlns:a16="http://schemas.microsoft.com/office/drawing/2014/main" id="{EE4D41A4-ABCC-4F20-8E2E-00C92C804B9A}"/>
              </a:ext>
            </a:extLst>
          </p:cNvPr>
          <p:cNvSpPr>
            <a:spLocks noChangeShapeType="1"/>
          </p:cNvSpPr>
          <p:nvPr/>
        </p:nvSpPr>
        <p:spPr bwMode="auto">
          <a:xfrm>
            <a:off x="5786438" y="3829050"/>
            <a:ext cx="204787" cy="0"/>
          </a:xfrm>
          <a:prstGeom prst="line">
            <a:avLst/>
          </a:prstGeom>
          <a:noFill/>
          <a:ln w="9525">
            <a:solidFill>
              <a:srgbClr val="00FF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86060" name="Object 10">
            <a:extLst>
              <a:ext uri="{FF2B5EF4-FFF2-40B4-BE49-F238E27FC236}">
                <a16:creationId xmlns:a16="http://schemas.microsoft.com/office/drawing/2014/main" id="{EFCCCD28-4A0A-4F40-8CE6-D3103723C759}"/>
              </a:ext>
            </a:extLst>
          </p:cNvPr>
          <p:cNvGraphicFramePr>
            <a:graphicFrameLocks/>
          </p:cNvGraphicFramePr>
          <p:nvPr/>
        </p:nvGraphicFramePr>
        <p:xfrm>
          <a:off x="6367463" y="3859213"/>
          <a:ext cx="1295400" cy="736600"/>
        </p:xfrm>
        <a:graphic>
          <a:graphicData uri="http://schemas.openxmlformats.org/presentationml/2006/ole">
            <mc:AlternateContent xmlns:mc="http://schemas.openxmlformats.org/markup-compatibility/2006">
              <mc:Choice xmlns:v="urn:schemas-microsoft-com:vml" Requires="v">
                <p:oleObj spid="_x0000_s552160" r:id="rId16" imgW="1471680" imgH="775440" progId="Equation.3">
                  <p:embed/>
                </p:oleObj>
              </mc:Choice>
              <mc:Fallback>
                <p:oleObj r:id="rId16" imgW="1471680" imgH="775440" progId="Equation.3">
                  <p:embed/>
                  <p:pic>
                    <p:nvPicPr>
                      <p:cNvPr id="86060" name="Object 10">
                        <a:extLst>
                          <a:ext uri="{FF2B5EF4-FFF2-40B4-BE49-F238E27FC236}">
                            <a16:creationId xmlns:a16="http://schemas.microsoft.com/office/drawing/2014/main" id="{EFCCCD28-4A0A-4F40-8CE6-D3103723C759}"/>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367463" y="3859213"/>
                        <a:ext cx="1295400"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45">
            <a:extLst>
              <a:ext uri="{FF2B5EF4-FFF2-40B4-BE49-F238E27FC236}">
                <a16:creationId xmlns:a16="http://schemas.microsoft.com/office/drawing/2014/main" id="{7D6A64C6-C1CA-4B32-AE5C-5EF4B8740EED}"/>
              </a:ext>
            </a:extLst>
          </p:cNvPr>
          <p:cNvGrpSpPr>
            <a:grpSpLocks/>
          </p:cNvGrpSpPr>
          <p:nvPr/>
        </p:nvGrpSpPr>
        <p:grpSpPr bwMode="auto">
          <a:xfrm>
            <a:off x="7713663" y="3773488"/>
            <a:ext cx="979487" cy="1990725"/>
            <a:chOff x="4978" y="2688"/>
            <a:chExt cx="617" cy="1330"/>
          </a:xfrm>
        </p:grpSpPr>
        <p:sp>
          <p:nvSpPr>
            <p:cNvPr id="38939" name="Rectangle 46">
              <a:extLst>
                <a:ext uri="{FF2B5EF4-FFF2-40B4-BE49-F238E27FC236}">
                  <a16:creationId xmlns:a16="http://schemas.microsoft.com/office/drawing/2014/main" id="{7AD07F2E-4EBA-4FE8-B67C-2B3DF4FF9FC1}"/>
                </a:ext>
              </a:extLst>
            </p:cNvPr>
            <p:cNvSpPr>
              <a:spLocks noChangeArrowheads="1"/>
            </p:cNvSpPr>
            <p:nvPr/>
          </p:nvSpPr>
          <p:spPr bwMode="auto">
            <a:xfrm>
              <a:off x="4978" y="2688"/>
              <a:ext cx="617" cy="1330"/>
            </a:xfrm>
            <a:prstGeom prst="rect">
              <a:avLst/>
            </a:prstGeom>
            <a:solidFill>
              <a:srgbClr val="003366"/>
            </a:solidFill>
            <a:ln w="9525">
              <a:solidFill>
                <a:schemeClr val="folHlink"/>
              </a:solidFill>
              <a:miter lim="800000"/>
              <a:headEnd/>
              <a:tailEnd/>
            </a:ln>
          </p:spPr>
          <p:txBody>
            <a:bodyPr wrap="none" anchor="ctr"/>
            <a:lstStyle/>
            <a:p>
              <a:endParaRPr lang="zh-CN" altLang="en-US">
                <a:solidFill>
                  <a:schemeClr val="bg1"/>
                </a:solidFill>
              </a:endParaRPr>
            </a:p>
          </p:txBody>
        </p:sp>
        <p:grpSp>
          <p:nvGrpSpPr>
            <p:cNvPr id="38940" name="Group 47">
              <a:extLst>
                <a:ext uri="{FF2B5EF4-FFF2-40B4-BE49-F238E27FC236}">
                  <a16:creationId xmlns:a16="http://schemas.microsoft.com/office/drawing/2014/main" id="{0F3E55B5-E057-45E0-AE43-3EAEDFEA762B}"/>
                </a:ext>
              </a:extLst>
            </p:cNvPr>
            <p:cNvGrpSpPr>
              <a:grpSpLocks/>
            </p:cNvGrpSpPr>
            <p:nvPr/>
          </p:nvGrpSpPr>
          <p:grpSpPr bwMode="auto">
            <a:xfrm>
              <a:off x="4988" y="2750"/>
              <a:ext cx="593" cy="1080"/>
              <a:chOff x="5016" y="2834"/>
              <a:chExt cx="593" cy="1080"/>
            </a:xfrm>
          </p:grpSpPr>
          <p:sp>
            <p:nvSpPr>
              <p:cNvPr id="38941" name="Text Box 48">
                <a:extLst>
                  <a:ext uri="{FF2B5EF4-FFF2-40B4-BE49-F238E27FC236}">
                    <a16:creationId xmlns:a16="http://schemas.microsoft.com/office/drawing/2014/main" id="{0ABDF0A3-FDA4-44B8-9E51-23D1B3EBC795}"/>
                  </a:ext>
                </a:extLst>
              </p:cNvPr>
              <p:cNvSpPr txBox="1">
                <a:spLocks noChangeArrowheads="1"/>
              </p:cNvSpPr>
              <p:nvPr/>
            </p:nvSpPr>
            <p:spPr bwMode="auto">
              <a:xfrm>
                <a:off x="5280" y="2834"/>
                <a:ext cx="329"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rgbClr val="FFFF66"/>
                    </a:solidFill>
                  </a:rPr>
                  <a:t>空间量子化</a:t>
                </a:r>
              </a:p>
            </p:txBody>
          </p:sp>
          <p:sp>
            <p:nvSpPr>
              <p:cNvPr id="38942" name="Rectangle 49">
                <a:extLst>
                  <a:ext uri="{FF2B5EF4-FFF2-40B4-BE49-F238E27FC236}">
                    <a16:creationId xmlns:a16="http://schemas.microsoft.com/office/drawing/2014/main" id="{B5D91704-66C2-48F2-AFFE-FB30824CCED0}"/>
                  </a:ext>
                </a:extLst>
              </p:cNvPr>
              <p:cNvSpPr>
                <a:spLocks noChangeArrowheads="1"/>
              </p:cNvSpPr>
              <p:nvPr/>
            </p:nvSpPr>
            <p:spPr bwMode="auto">
              <a:xfrm>
                <a:off x="5016" y="3064"/>
                <a:ext cx="269" cy="672"/>
              </a:xfrm>
              <a:prstGeom prst="rect">
                <a:avLst/>
              </a:prstGeom>
              <a:solidFill>
                <a:srgbClr val="0033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rgbClr val="FFFF66"/>
                    </a:solidFill>
                  </a:rPr>
                  <a:t>角动量</a:t>
                </a:r>
              </a:p>
            </p:txBody>
          </p:sp>
        </p:grpSp>
      </p:grpSp>
      <p:sp>
        <p:nvSpPr>
          <p:cNvPr id="86066" name="Line 50">
            <a:extLst>
              <a:ext uri="{FF2B5EF4-FFF2-40B4-BE49-F238E27FC236}">
                <a16:creationId xmlns:a16="http://schemas.microsoft.com/office/drawing/2014/main" id="{16E43C5A-00C8-45DC-AA0C-464ED1A797E2}"/>
              </a:ext>
            </a:extLst>
          </p:cNvPr>
          <p:cNvSpPr>
            <a:spLocks noChangeShapeType="1"/>
          </p:cNvSpPr>
          <p:nvPr/>
        </p:nvSpPr>
        <p:spPr bwMode="auto">
          <a:xfrm>
            <a:off x="4730750" y="4686300"/>
            <a:ext cx="871538"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067" name="Rectangle 51">
            <a:extLst>
              <a:ext uri="{FF2B5EF4-FFF2-40B4-BE49-F238E27FC236}">
                <a16:creationId xmlns:a16="http://schemas.microsoft.com/office/drawing/2014/main" id="{F70078E4-F83A-4C61-8E77-F54B387AE61F}"/>
              </a:ext>
            </a:extLst>
          </p:cNvPr>
          <p:cNvSpPr>
            <a:spLocks noChangeArrowheads="1"/>
          </p:cNvSpPr>
          <p:nvPr/>
        </p:nvSpPr>
        <p:spPr bwMode="auto">
          <a:xfrm>
            <a:off x="971550" y="5827713"/>
            <a:ext cx="1028700" cy="708025"/>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ctr"/>
            <a:r>
              <a:rPr lang="zh-CN" altLang="en-US" sz="2000">
                <a:solidFill>
                  <a:srgbClr val="00FFFF"/>
                </a:solidFill>
                <a:ea typeface="STZhongsong" panose="02010600040101010101" pitchFamily="2" charset="-122"/>
              </a:rPr>
              <a:t>遇到的</a:t>
            </a:r>
            <a:endParaRPr lang="en-US" altLang="zh-CN" sz="2000">
              <a:solidFill>
                <a:srgbClr val="00FFFF"/>
              </a:solidFill>
              <a:ea typeface="STZhongsong" panose="02010600040101010101" pitchFamily="2" charset="-122"/>
            </a:endParaRPr>
          </a:p>
          <a:p>
            <a:pPr algn="ctr"/>
            <a:r>
              <a:rPr lang="zh-CN" altLang="en-US" sz="2000">
                <a:solidFill>
                  <a:srgbClr val="00FFFF"/>
                </a:solidFill>
                <a:ea typeface="STZhongsong" panose="02010600040101010101" pitchFamily="2" charset="-122"/>
              </a:rPr>
              <a:t>问题：</a:t>
            </a:r>
          </a:p>
        </p:txBody>
      </p:sp>
      <p:sp>
        <p:nvSpPr>
          <p:cNvPr id="86068" name="Rectangle 52">
            <a:extLst>
              <a:ext uri="{FF2B5EF4-FFF2-40B4-BE49-F238E27FC236}">
                <a16:creationId xmlns:a16="http://schemas.microsoft.com/office/drawing/2014/main" id="{FFE54D58-9043-41B5-B5BE-F98DB60BCB7A}"/>
              </a:ext>
            </a:extLst>
          </p:cNvPr>
          <p:cNvSpPr>
            <a:spLocks noChangeArrowheads="1"/>
          </p:cNvSpPr>
          <p:nvPr/>
        </p:nvSpPr>
        <p:spPr bwMode="auto">
          <a:xfrm>
            <a:off x="2232025" y="5778500"/>
            <a:ext cx="5768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p>
            <a:r>
              <a:rPr lang="zh-CN" altLang="en-US" sz="2000">
                <a:solidFill>
                  <a:schemeClr val="bg1"/>
                </a:solidFill>
              </a:rPr>
              <a:t>确定的轨道角动量，角量子数 </a:t>
            </a:r>
            <a:r>
              <a:rPr lang="en-US" altLang="zh-CN" sz="2000" i="1">
                <a:solidFill>
                  <a:srgbClr val="FFFF00"/>
                </a:solidFill>
              </a:rPr>
              <a:t>l </a:t>
            </a:r>
            <a:r>
              <a:rPr lang="zh-CN" altLang="en-US" sz="2000">
                <a:solidFill>
                  <a:schemeClr val="bg1"/>
                </a:solidFill>
              </a:rPr>
              <a:t>确定的</a:t>
            </a:r>
            <a:endParaRPr lang="zh-CN" altLang="en-US" sz="2000">
              <a:solidFill>
                <a:srgbClr val="FFFF00"/>
              </a:solidFill>
            </a:endParaRPr>
          </a:p>
        </p:txBody>
      </p:sp>
      <p:sp>
        <p:nvSpPr>
          <p:cNvPr id="86072" name="Rectangle 56">
            <a:extLst>
              <a:ext uri="{FF2B5EF4-FFF2-40B4-BE49-F238E27FC236}">
                <a16:creationId xmlns:a16="http://schemas.microsoft.com/office/drawing/2014/main" id="{21233993-D77F-4C02-8657-DD070D1D09E6}"/>
              </a:ext>
            </a:extLst>
          </p:cNvPr>
          <p:cNvSpPr>
            <a:spLocks noChangeArrowheads="1"/>
          </p:cNvSpPr>
          <p:nvPr/>
        </p:nvSpPr>
        <p:spPr bwMode="auto">
          <a:xfrm>
            <a:off x="2214563" y="6175375"/>
            <a:ext cx="5786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000">
                <a:solidFill>
                  <a:schemeClr val="bg1"/>
                </a:solidFill>
              </a:rPr>
              <a:t>原子沉积线条数应为</a:t>
            </a:r>
            <a:r>
              <a:rPr lang="en-US" altLang="zh-CN" sz="2000">
                <a:solidFill>
                  <a:srgbClr val="66FFFF"/>
                </a:solidFill>
              </a:rPr>
              <a:t> </a:t>
            </a:r>
            <a:r>
              <a:rPr lang="en-US" altLang="zh-CN" sz="2000">
                <a:solidFill>
                  <a:srgbClr val="FFFF00"/>
                </a:solidFill>
              </a:rPr>
              <a:t>2</a:t>
            </a:r>
            <a:r>
              <a:rPr lang="en-US" altLang="zh-CN" sz="2000" i="1">
                <a:solidFill>
                  <a:srgbClr val="FFFF00"/>
                </a:solidFill>
              </a:rPr>
              <a:t>l </a:t>
            </a:r>
            <a:r>
              <a:rPr lang="en-US" altLang="zh-CN" sz="2000">
                <a:solidFill>
                  <a:srgbClr val="FFFF00"/>
                </a:solidFill>
              </a:rPr>
              <a:t>+1</a:t>
            </a:r>
            <a:r>
              <a:rPr lang="zh-CN" altLang="en-US" sz="2000">
                <a:solidFill>
                  <a:schemeClr val="bg1"/>
                </a:solidFill>
              </a:rPr>
              <a:t>，而不应该是</a:t>
            </a:r>
            <a:r>
              <a:rPr lang="zh-CN" altLang="en-US" sz="2000">
                <a:solidFill>
                  <a:srgbClr val="FFFF00"/>
                </a:solidFill>
              </a:rPr>
              <a:t>两条</a:t>
            </a:r>
          </a:p>
        </p:txBody>
      </p:sp>
      <p:graphicFrame>
        <p:nvGraphicFramePr>
          <p:cNvPr id="187411" name="Object 43">
            <a:extLst>
              <a:ext uri="{FF2B5EF4-FFF2-40B4-BE49-F238E27FC236}">
                <a16:creationId xmlns:a16="http://schemas.microsoft.com/office/drawing/2014/main" id="{979A5FDA-2131-4B14-9077-28EA6CEF7648}"/>
              </a:ext>
            </a:extLst>
          </p:cNvPr>
          <p:cNvGraphicFramePr>
            <a:graphicFrameLocks noChangeAspect="1"/>
          </p:cNvGraphicFramePr>
          <p:nvPr/>
        </p:nvGraphicFramePr>
        <p:xfrm>
          <a:off x="3060700" y="714375"/>
          <a:ext cx="1511300" cy="755650"/>
        </p:xfrm>
        <a:graphic>
          <a:graphicData uri="http://schemas.openxmlformats.org/presentationml/2006/ole">
            <mc:AlternateContent xmlns:mc="http://schemas.openxmlformats.org/markup-compatibility/2006">
              <mc:Choice xmlns:v="urn:schemas-microsoft-com:vml" Requires="v">
                <p:oleObj spid="_x0000_s552161" r:id="rId18" imgW="1471680" imgH="775440" progId="Equation.3">
                  <p:embed/>
                </p:oleObj>
              </mc:Choice>
              <mc:Fallback>
                <p:oleObj r:id="rId18" imgW="1471680" imgH="775440" progId="Equation.3">
                  <p:embed/>
                  <p:pic>
                    <p:nvPicPr>
                      <p:cNvPr id="187411" name="Object 43">
                        <a:extLst>
                          <a:ext uri="{FF2B5EF4-FFF2-40B4-BE49-F238E27FC236}">
                            <a16:creationId xmlns:a16="http://schemas.microsoft.com/office/drawing/2014/main" id="{979A5FDA-2131-4B14-9077-28EA6CEF7648}"/>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060700" y="714375"/>
                        <a:ext cx="151130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48" name="灯片编号占位符 1">
            <a:extLst>
              <a:ext uri="{FF2B5EF4-FFF2-40B4-BE49-F238E27FC236}">
                <a16:creationId xmlns:a16="http://schemas.microsoft.com/office/drawing/2014/main" id="{5FE83143-5788-4C87-9560-FA7713043F13}"/>
              </a:ext>
            </a:extLst>
          </p:cNvPr>
          <p:cNvSpPr txBox="1">
            <a:spLocks noChangeArrowheads="1"/>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B34B914-085D-4BA6-9BC9-5856B146008B}" type="slidenum">
              <a:rPr lang="en-US" altLang="zh-CN" b="0">
                <a:solidFill>
                  <a:srgbClr val="FF00FF"/>
                </a:solidFill>
              </a:rPr>
              <a:pPr/>
              <a:t>5</a:t>
            </a:fld>
            <a:r>
              <a:rPr lang="en-US" altLang="zh-CN" b="0">
                <a:solidFill>
                  <a:srgbClr val="FF00FF"/>
                </a:solidFill>
              </a:rPr>
              <a:t>/22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6021"/>
                                        </p:tgtEl>
                                        <p:attrNameLst>
                                          <p:attrName>style.visibility</p:attrName>
                                        </p:attrNameLst>
                                      </p:cBhvr>
                                      <p:to>
                                        <p:strVal val="visible"/>
                                      </p:to>
                                    </p:set>
                                    <p:animEffect transition="in" filter="blinds(horizontal)">
                                      <p:cBhvr>
                                        <p:cTn id="7" dur="500"/>
                                        <p:tgtEl>
                                          <p:spTgt spid="860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6030"/>
                                        </p:tgtEl>
                                        <p:attrNameLst>
                                          <p:attrName>style.visibility</p:attrName>
                                        </p:attrNameLst>
                                      </p:cBhvr>
                                      <p:to>
                                        <p:strVal val="visible"/>
                                      </p:to>
                                    </p:set>
                                    <p:animEffect transition="in" filter="dissolve">
                                      <p:cBhvr>
                                        <p:cTn id="12" dur="500"/>
                                        <p:tgtEl>
                                          <p:spTgt spid="86030"/>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86032"/>
                                        </p:tgtEl>
                                        <p:attrNameLst>
                                          <p:attrName>style.visibility</p:attrName>
                                        </p:attrNameLst>
                                      </p:cBhvr>
                                      <p:to>
                                        <p:strVal val="visible"/>
                                      </p:to>
                                    </p:set>
                                    <p:animEffect transition="in" filter="dissolve">
                                      <p:cBhvr>
                                        <p:cTn id="15" dur="500"/>
                                        <p:tgtEl>
                                          <p:spTgt spid="86032"/>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86033"/>
                                        </p:tgtEl>
                                        <p:attrNameLst>
                                          <p:attrName>style.visibility</p:attrName>
                                        </p:attrNameLst>
                                      </p:cBhvr>
                                      <p:to>
                                        <p:strVal val="visible"/>
                                      </p:to>
                                    </p:set>
                                    <p:animEffect transition="in" filter="dissolve">
                                      <p:cBhvr>
                                        <p:cTn id="18" dur="500"/>
                                        <p:tgtEl>
                                          <p:spTgt spid="86033"/>
                                        </p:tgtEl>
                                      </p:cBhvr>
                                    </p:animEffect>
                                  </p:childTnLst>
                                </p:cTn>
                              </p:par>
                              <p:par>
                                <p:cTn id="19" presetID="9" presetClass="entr" presetSubtype="0" fill="hold" nodeType="withEffect">
                                  <p:stCondLst>
                                    <p:cond delay="0"/>
                                  </p:stCondLst>
                                  <p:childTnLst>
                                    <p:set>
                                      <p:cBhvr>
                                        <p:cTn id="20" dur="1" fill="hold">
                                          <p:stCondLst>
                                            <p:cond delay="0"/>
                                          </p:stCondLst>
                                        </p:cTn>
                                        <p:tgtEl>
                                          <p:spTgt spid="86034"/>
                                        </p:tgtEl>
                                        <p:attrNameLst>
                                          <p:attrName>style.visibility</p:attrName>
                                        </p:attrNameLst>
                                      </p:cBhvr>
                                      <p:to>
                                        <p:strVal val="visible"/>
                                      </p:to>
                                    </p:set>
                                    <p:animEffect transition="in" filter="dissolve">
                                      <p:cBhvr>
                                        <p:cTn id="21" dur="500"/>
                                        <p:tgtEl>
                                          <p:spTgt spid="86034"/>
                                        </p:tgtEl>
                                      </p:cBhvr>
                                    </p:animEffect>
                                  </p:childTnLst>
                                </p:cTn>
                              </p:par>
                              <p:par>
                                <p:cTn id="22" presetID="9" presetClass="entr" presetSubtype="0" fill="hold" nodeType="withEffect">
                                  <p:stCondLst>
                                    <p:cond delay="0"/>
                                  </p:stCondLst>
                                  <p:childTnLst>
                                    <p:set>
                                      <p:cBhvr>
                                        <p:cTn id="23" dur="1" fill="hold">
                                          <p:stCondLst>
                                            <p:cond delay="0"/>
                                          </p:stCondLst>
                                        </p:cTn>
                                        <p:tgtEl>
                                          <p:spTgt spid="86040"/>
                                        </p:tgtEl>
                                        <p:attrNameLst>
                                          <p:attrName>style.visibility</p:attrName>
                                        </p:attrNameLst>
                                      </p:cBhvr>
                                      <p:to>
                                        <p:strVal val="visible"/>
                                      </p:to>
                                    </p:set>
                                    <p:animEffect transition="in" filter="dissolve">
                                      <p:cBhvr>
                                        <p:cTn id="24" dur="500"/>
                                        <p:tgtEl>
                                          <p:spTgt spid="86040"/>
                                        </p:tgtEl>
                                      </p:cBhvr>
                                    </p:animEffect>
                                  </p:childTnLst>
                                </p:cTn>
                              </p:par>
                              <p:par>
                                <p:cTn id="25" presetID="9" presetClass="entr" presetSubtype="0" fill="hold" nodeType="withEffect">
                                  <p:stCondLst>
                                    <p:cond delay="0"/>
                                  </p:stCondLst>
                                  <p:childTnLst>
                                    <p:set>
                                      <p:cBhvr>
                                        <p:cTn id="26" dur="1" fill="hold">
                                          <p:stCondLst>
                                            <p:cond delay="0"/>
                                          </p:stCondLst>
                                        </p:cTn>
                                        <p:tgtEl>
                                          <p:spTgt spid="86035"/>
                                        </p:tgtEl>
                                        <p:attrNameLst>
                                          <p:attrName>style.visibility</p:attrName>
                                        </p:attrNameLst>
                                      </p:cBhvr>
                                      <p:to>
                                        <p:strVal val="visible"/>
                                      </p:to>
                                    </p:set>
                                    <p:animEffect transition="in" filter="dissolve">
                                      <p:cBhvr>
                                        <p:cTn id="27" dur="500"/>
                                        <p:tgtEl>
                                          <p:spTgt spid="86035"/>
                                        </p:tgtEl>
                                      </p:cBhvr>
                                    </p:animEffect>
                                  </p:childTnLst>
                                </p:cTn>
                              </p:par>
                              <p:par>
                                <p:cTn id="28" presetID="9" presetClass="entr" presetSubtype="0" fill="hold" nodeType="withEffect">
                                  <p:stCondLst>
                                    <p:cond delay="0"/>
                                  </p:stCondLst>
                                  <p:childTnLst>
                                    <p:set>
                                      <p:cBhvr>
                                        <p:cTn id="29" dur="1" fill="hold">
                                          <p:stCondLst>
                                            <p:cond delay="0"/>
                                          </p:stCondLst>
                                        </p:cTn>
                                        <p:tgtEl>
                                          <p:spTgt spid="86036"/>
                                        </p:tgtEl>
                                        <p:attrNameLst>
                                          <p:attrName>style.visibility</p:attrName>
                                        </p:attrNameLst>
                                      </p:cBhvr>
                                      <p:to>
                                        <p:strVal val="visible"/>
                                      </p:to>
                                    </p:set>
                                    <p:animEffect transition="in" filter="dissolve">
                                      <p:cBhvr>
                                        <p:cTn id="30" dur="500"/>
                                        <p:tgtEl>
                                          <p:spTgt spid="86036"/>
                                        </p:tgtEl>
                                      </p:cBhvr>
                                    </p:animEffect>
                                  </p:childTnLst>
                                </p:cTn>
                              </p:par>
                              <p:par>
                                <p:cTn id="31" presetID="9" presetClass="entr" presetSubtype="0" fill="hold" nodeType="withEffect">
                                  <p:stCondLst>
                                    <p:cond delay="0"/>
                                  </p:stCondLst>
                                  <p:childTnLst>
                                    <p:set>
                                      <p:cBhvr>
                                        <p:cTn id="32" dur="1" fill="hold">
                                          <p:stCondLst>
                                            <p:cond delay="0"/>
                                          </p:stCondLst>
                                        </p:cTn>
                                        <p:tgtEl>
                                          <p:spTgt spid="86038"/>
                                        </p:tgtEl>
                                        <p:attrNameLst>
                                          <p:attrName>style.visibility</p:attrName>
                                        </p:attrNameLst>
                                      </p:cBhvr>
                                      <p:to>
                                        <p:strVal val="visible"/>
                                      </p:to>
                                    </p:set>
                                    <p:animEffect transition="in" filter="dissolve">
                                      <p:cBhvr>
                                        <p:cTn id="33" dur="500"/>
                                        <p:tgtEl>
                                          <p:spTgt spid="86038"/>
                                        </p:tgtEl>
                                      </p:cBhvr>
                                    </p:animEffect>
                                  </p:childTnLst>
                                </p:cTn>
                              </p:par>
                              <p:par>
                                <p:cTn id="34" presetID="9" presetClass="entr" presetSubtype="0" fill="hold" nodeType="withEffect">
                                  <p:stCondLst>
                                    <p:cond delay="0"/>
                                  </p:stCondLst>
                                  <p:childTnLst>
                                    <p:set>
                                      <p:cBhvr>
                                        <p:cTn id="35" dur="1" fill="hold">
                                          <p:stCondLst>
                                            <p:cond delay="0"/>
                                          </p:stCondLst>
                                        </p:cTn>
                                        <p:tgtEl>
                                          <p:spTgt spid="86039"/>
                                        </p:tgtEl>
                                        <p:attrNameLst>
                                          <p:attrName>style.visibility</p:attrName>
                                        </p:attrNameLst>
                                      </p:cBhvr>
                                      <p:to>
                                        <p:strVal val="visible"/>
                                      </p:to>
                                    </p:set>
                                    <p:animEffect transition="in" filter="dissolve">
                                      <p:cBhvr>
                                        <p:cTn id="36" dur="500"/>
                                        <p:tgtEl>
                                          <p:spTgt spid="8603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86041"/>
                                        </p:tgtEl>
                                        <p:attrNameLst>
                                          <p:attrName>style.visibility</p:attrName>
                                        </p:attrNameLst>
                                      </p:cBhvr>
                                      <p:to>
                                        <p:strVal val="visible"/>
                                      </p:to>
                                    </p:set>
                                    <p:animEffect transition="in" filter="wipe(left)">
                                      <p:cBhvr>
                                        <p:cTn id="41" dur="500"/>
                                        <p:tgtEl>
                                          <p:spTgt spid="86041"/>
                                        </p:tgtEl>
                                      </p:cBhvr>
                                    </p:animEffect>
                                  </p:childTnLst>
                                </p:cTn>
                              </p:par>
                            </p:childTnLst>
                          </p:cTn>
                        </p:par>
                        <p:par>
                          <p:cTn id="42" fill="hold" nodeType="afterGroup">
                            <p:stCondLst>
                              <p:cond delay="500"/>
                            </p:stCondLst>
                            <p:childTnLst>
                              <p:par>
                                <p:cTn id="43" presetID="12" presetClass="entr" presetSubtype="8" fill="hold" nodeType="afterEffect">
                                  <p:stCondLst>
                                    <p:cond delay="0"/>
                                  </p:stCondLst>
                                  <p:childTnLst>
                                    <p:set>
                                      <p:cBhvr>
                                        <p:cTn id="44" dur="1" fill="hold">
                                          <p:stCondLst>
                                            <p:cond delay="0"/>
                                          </p:stCondLst>
                                        </p:cTn>
                                        <p:tgtEl>
                                          <p:spTgt spid="187411"/>
                                        </p:tgtEl>
                                        <p:attrNameLst>
                                          <p:attrName>style.visibility</p:attrName>
                                        </p:attrNameLst>
                                      </p:cBhvr>
                                      <p:to>
                                        <p:strVal val="visible"/>
                                      </p:to>
                                    </p:set>
                                    <p:animEffect transition="in" filter="slide(fromLeft)">
                                      <p:cBhvr>
                                        <p:cTn id="45" dur="500"/>
                                        <p:tgtEl>
                                          <p:spTgt spid="18741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86045"/>
                                        </p:tgtEl>
                                        <p:attrNameLst>
                                          <p:attrName>style.visibility</p:attrName>
                                        </p:attrNameLst>
                                      </p:cBhvr>
                                      <p:to>
                                        <p:strVal val="visible"/>
                                      </p:to>
                                    </p:set>
                                    <p:animEffect transition="in" filter="wipe(left)">
                                      <p:cBhvr>
                                        <p:cTn id="50" dur="1000"/>
                                        <p:tgtEl>
                                          <p:spTgt spid="86045"/>
                                        </p:tgtEl>
                                      </p:cBhvr>
                                    </p:animEffect>
                                  </p:childTnLst>
                                </p:cTn>
                              </p:par>
                            </p:childTnLst>
                          </p:cTn>
                        </p:par>
                        <p:par>
                          <p:cTn id="51" fill="hold" nodeType="afterGroup">
                            <p:stCondLst>
                              <p:cond delay="1000"/>
                            </p:stCondLst>
                            <p:childTnLst>
                              <p:par>
                                <p:cTn id="52" presetID="22" presetClass="entr" presetSubtype="8" fill="hold" nodeType="afterEffect">
                                  <p:stCondLst>
                                    <p:cond delay="0"/>
                                  </p:stCondLst>
                                  <p:childTnLst>
                                    <p:set>
                                      <p:cBhvr>
                                        <p:cTn id="53" dur="1" fill="hold">
                                          <p:stCondLst>
                                            <p:cond delay="0"/>
                                          </p:stCondLst>
                                        </p:cTn>
                                        <p:tgtEl>
                                          <p:spTgt spid="86042"/>
                                        </p:tgtEl>
                                        <p:attrNameLst>
                                          <p:attrName>style.visibility</p:attrName>
                                        </p:attrNameLst>
                                      </p:cBhvr>
                                      <p:to>
                                        <p:strVal val="visible"/>
                                      </p:to>
                                    </p:set>
                                    <p:animEffect transition="in" filter="wipe(left)">
                                      <p:cBhvr>
                                        <p:cTn id="54" dur="500"/>
                                        <p:tgtEl>
                                          <p:spTgt spid="8604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2" fill="hold" nodeType="clickEffect">
                                  <p:stCondLst>
                                    <p:cond delay="0"/>
                                  </p:stCondLst>
                                  <p:childTnLst>
                                    <p:set>
                                      <p:cBhvr>
                                        <p:cTn id="58" dur="1" fill="hold">
                                          <p:stCondLst>
                                            <p:cond delay="0"/>
                                          </p:stCondLst>
                                        </p:cTn>
                                        <p:tgtEl>
                                          <p:spTgt spid="86047"/>
                                        </p:tgtEl>
                                        <p:attrNameLst>
                                          <p:attrName>style.visibility</p:attrName>
                                        </p:attrNameLst>
                                      </p:cBhvr>
                                      <p:to>
                                        <p:strVal val="visible"/>
                                      </p:to>
                                    </p:set>
                                    <p:animEffect transition="in" filter="wipe(right)">
                                      <p:cBhvr>
                                        <p:cTn id="59" dur="500"/>
                                        <p:tgtEl>
                                          <p:spTgt spid="86047"/>
                                        </p:tgtEl>
                                      </p:cBhvr>
                                    </p:animEffect>
                                  </p:childTnLst>
                                </p:cTn>
                              </p:par>
                            </p:childTnLst>
                          </p:cTn>
                        </p:par>
                        <p:par>
                          <p:cTn id="60" fill="hold" nodeType="afterGroup">
                            <p:stCondLst>
                              <p:cond delay="500"/>
                            </p:stCondLst>
                            <p:childTnLst>
                              <p:par>
                                <p:cTn id="61" presetID="22" presetClass="entr" presetSubtype="8" fill="hold" nodeType="afterEffect">
                                  <p:stCondLst>
                                    <p:cond delay="0"/>
                                  </p:stCondLst>
                                  <p:childTnLst>
                                    <p:set>
                                      <p:cBhvr>
                                        <p:cTn id="62" dur="1" fill="hold">
                                          <p:stCondLst>
                                            <p:cond delay="0"/>
                                          </p:stCondLst>
                                        </p:cTn>
                                        <p:tgtEl>
                                          <p:spTgt spid="86046"/>
                                        </p:tgtEl>
                                        <p:attrNameLst>
                                          <p:attrName>style.visibility</p:attrName>
                                        </p:attrNameLst>
                                      </p:cBhvr>
                                      <p:to>
                                        <p:strVal val="visible"/>
                                      </p:to>
                                    </p:set>
                                    <p:animEffect transition="in" filter="wipe(left)">
                                      <p:cBhvr>
                                        <p:cTn id="63" dur="500"/>
                                        <p:tgtEl>
                                          <p:spTgt spid="86046"/>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86048"/>
                                        </p:tgtEl>
                                        <p:attrNameLst>
                                          <p:attrName>style.visibility</p:attrName>
                                        </p:attrNameLst>
                                      </p:cBhvr>
                                      <p:to>
                                        <p:strVal val="visible"/>
                                      </p:to>
                                    </p:set>
                                    <p:animEffect transition="in" filter="blinds(horizontal)">
                                      <p:cBhvr>
                                        <p:cTn id="68" dur="500"/>
                                        <p:tgtEl>
                                          <p:spTgt spid="86048"/>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86052"/>
                                        </p:tgtEl>
                                        <p:attrNameLst>
                                          <p:attrName>style.visibility</p:attrName>
                                        </p:attrNameLst>
                                      </p:cBhvr>
                                      <p:to>
                                        <p:strVal val="visible"/>
                                      </p:to>
                                    </p:set>
                                    <p:animEffect transition="in" filter="wipe(left)">
                                      <p:cBhvr>
                                        <p:cTn id="73" dur="500"/>
                                        <p:tgtEl>
                                          <p:spTgt spid="86052"/>
                                        </p:tgtEl>
                                      </p:cBhvr>
                                    </p:animEffect>
                                  </p:childTnLst>
                                </p:cTn>
                              </p:par>
                            </p:childTnLst>
                          </p:cTn>
                        </p:par>
                        <p:par>
                          <p:cTn id="74" fill="hold" nodeType="afterGroup">
                            <p:stCondLst>
                              <p:cond delay="500"/>
                            </p:stCondLst>
                            <p:childTnLst>
                              <p:par>
                                <p:cTn id="75" presetID="22" presetClass="entr" presetSubtype="8" fill="hold" nodeType="afterEffect">
                                  <p:stCondLst>
                                    <p:cond delay="0"/>
                                  </p:stCondLst>
                                  <p:childTnLst>
                                    <p:set>
                                      <p:cBhvr>
                                        <p:cTn id="76" dur="1" fill="hold">
                                          <p:stCondLst>
                                            <p:cond delay="0"/>
                                          </p:stCondLst>
                                        </p:cTn>
                                        <p:tgtEl>
                                          <p:spTgt spid="86054"/>
                                        </p:tgtEl>
                                        <p:attrNameLst>
                                          <p:attrName>style.visibility</p:attrName>
                                        </p:attrNameLst>
                                      </p:cBhvr>
                                      <p:to>
                                        <p:strVal val="visible"/>
                                      </p:to>
                                    </p:set>
                                    <p:animEffect transition="in" filter="wipe(left)">
                                      <p:cBhvr>
                                        <p:cTn id="77" dur="500"/>
                                        <p:tgtEl>
                                          <p:spTgt spid="86054"/>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86051"/>
                                        </p:tgtEl>
                                        <p:attrNameLst>
                                          <p:attrName>style.visibility</p:attrName>
                                        </p:attrNameLst>
                                      </p:cBhvr>
                                      <p:to>
                                        <p:strVal val="visible"/>
                                      </p:to>
                                    </p:set>
                                    <p:animEffect transition="in" filter="wipe(left)">
                                      <p:cBhvr>
                                        <p:cTn id="82" dur="500"/>
                                        <p:tgtEl>
                                          <p:spTgt spid="86051"/>
                                        </p:tgtEl>
                                      </p:cBhvr>
                                    </p:animEffect>
                                  </p:childTnLst>
                                </p:cTn>
                              </p:par>
                            </p:childTnLst>
                          </p:cTn>
                        </p:par>
                        <p:par>
                          <p:cTn id="83" fill="hold" nodeType="afterGroup">
                            <p:stCondLst>
                              <p:cond delay="500"/>
                            </p:stCondLst>
                            <p:childTnLst>
                              <p:par>
                                <p:cTn id="84" presetID="22" presetClass="entr" presetSubtype="8" fill="hold" nodeType="afterEffect">
                                  <p:stCondLst>
                                    <p:cond delay="0"/>
                                  </p:stCondLst>
                                  <p:childTnLst>
                                    <p:set>
                                      <p:cBhvr>
                                        <p:cTn id="85" dur="1" fill="hold">
                                          <p:stCondLst>
                                            <p:cond delay="0"/>
                                          </p:stCondLst>
                                        </p:cTn>
                                        <p:tgtEl>
                                          <p:spTgt spid="86056"/>
                                        </p:tgtEl>
                                        <p:attrNameLst>
                                          <p:attrName>style.visibility</p:attrName>
                                        </p:attrNameLst>
                                      </p:cBhvr>
                                      <p:to>
                                        <p:strVal val="visible"/>
                                      </p:to>
                                    </p:set>
                                    <p:animEffect transition="in" filter="wipe(left)">
                                      <p:cBhvr>
                                        <p:cTn id="86" dur="500"/>
                                        <p:tgtEl>
                                          <p:spTgt spid="86056"/>
                                        </p:tgtEl>
                                      </p:cBhvr>
                                    </p:animEffect>
                                  </p:childTnLst>
                                </p:cTn>
                              </p:par>
                            </p:childTnLst>
                          </p:cTn>
                        </p:par>
                        <p:par>
                          <p:cTn id="87" fill="hold" nodeType="afterGroup">
                            <p:stCondLst>
                              <p:cond delay="1000"/>
                            </p:stCondLst>
                            <p:childTnLst>
                              <p:par>
                                <p:cTn id="88" presetID="22" presetClass="entr" presetSubtype="8" fill="hold" grpId="0" nodeType="afterEffect">
                                  <p:stCondLst>
                                    <p:cond delay="0"/>
                                  </p:stCondLst>
                                  <p:childTnLst>
                                    <p:set>
                                      <p:cBhvr>
                                        <p:cTn id="89" dur="1" fill="hold">
                                          <p:stCondLst>
                                            <p:cond delay="0"/>
                                          </p:stCondLst>
                                        </p:cTn>
                                        <p:tgtEl>
                                          <p:spTgt spid="86053"/>
                                        </p:tgtEl>
                                        <p:attrNameLst>
                                          <p:attrName>style.visibility</p:attrName>
                                        </p:attrNameLst>
                                      </p:cBhvr>
                                      <p:to>
                                        <p:strVal val="visible"/>
                                      </p:to>
                                    </p:set>
                                    <p:animEffect transition="in" filter="wipe(left)">
                                      <p:cBhvr>
                                        <p:cTn id="90" dur="500"/>
                                        <p:tgtEl>
                                          <p:spTgt spid="86053"/>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86066"/>
                                        </p:tgtEl>
                                        <p:attrNameLst>
                                          <p:attrName>style.visibility</p:attrName>
                                        </p:attrNameLst>
                                      </p:cBhvr>
                                      <p:to>
                                        <p:strVal val="visible"/>
                                      </p:to>
                                    </p:set>
                                    <p:animEffect transition="in" filter="wipe(left)">
                                      <p:cBhvr>
                                        <p:cTn id="95" dur="500"/>
                                        <p:tgtEl>
                                          <p:spTgt spid="86066"/>
                                        </p:tgtEl>
                                      </p:cBhvr>
                                    </p:animEffect>
                                  </p:childTnLst>
                                </p:cTn>
                              </p:par>
                            </p:childTnLst>
                          </p:cTn>
                        </p:par>
                        <p:par>
                          <p:cTn id="96" fill="hold" nodeType="afterGroup">
                            <p:stCondLst>
                              <p:cond delay="500"/>
                            </p:stCondLst>
                            <p:childTnLst>
                              <p:par>
                                <p:cTn id="97" presetID="22" presetClass="entr" presetSubtype="8" fill="hold" grpId="0" nodeType="afterEffect">
                                  <p:stCondLst>
                                    <p:cond delay="0"/>
                                  </p:stCondLst>
                                  <p:childTnLst>
                                    <p:set>
                                      <p:cBhvr>
                                        <p:cTn id="98" dur="1" fill="hold">
                                          <p:stCondLst>
                                            <p:cond delay="0"/>
                                          </p:stCondLst>
                                        </p:cTn>
                                        <p:tgtEl>
                                          <p:spTgt spid="86058"/>
                                        </p:tgtEl>
                                        <p:attrNameLst>
                                          <p:attrName>style.visibility</p:attrName>
                                        </p:attrNameLst>
                                      </p:cBhvr>
                                      <p:to>
                                        <p:strVal val="visible"/>
                                      </p:to>
                                    </p:set>
                                    <p:animEffect transition="in" filter="wipe(left)">
                                      <p:cBhvr>
                                        <p:cTn id="99" dur="500"/>
                                        <p:tgtEl>
                                          <p:spTgt spid="86058"/>
                                        </p:tgtEl>
                                      </p:cBhvr>
                                    </p:animEffect>
                                  </p:childTnLst>
                                </p:cTn>
                              </p:par>
                              <p:par>
                                <p:cTn id="100" presetID="22" presetClass="entr" presetSubtype="8" fill="hold" nodeType="withEffect">
                                  <p:stCondLst>
                                    <p:cond delay="0"/>
                                  </p:stCondLst>
                                  <p:childTnLst>
                                    <p:set>
                                      <p:cBhvr>
                                        <p:cTn id="101" dur="1" fill="hold">
                                          <p:stCondLst>
                                            <p:cond delay="0"/>
                                          </p:stCondLst>
                                        </p:cTn>
                                        <p:tgtEl>
                                          <p:spTgt spid="86059"/>
                                        </p:tgtEl>
                                        <p:attrNameLst>
                                          <p:attrName>style.visibility</p:attrName>
                                        </p:attrNameLst>
                                      </p:cBhvr>
                                      <p:to>
                                        <p:strVal val="visible"/>
                                      </p:to>
                                    </p:set>
                                    <p:animEffect transition="in" filter="wipe(left)">
                                      <p:cBhvr>
                                        <p:cTn id="102" dur="500"/>
                                        <p:tgtEl>
                                          <p:spTgt spid="86059"/>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86055"/>
                                        </p:tgtEl>
                                        <p:attrNameLst>
                                          <p:attrName>style.visibility</p:attrName>
                                        </p:attrNameLst>
                                      </p:cBhvr>
                                      <p:to>
                                        <p:strVal val="visible"/>
                                      </p:to>
                                    </p:set>
                                    <p:animEffect transition="in" filter="wipe(left)">
                                      <p:cBhvr>
                                        <p:cTn id="107" dur="500"/>
                                        <p:tgtEl>
                                          <p:spTgt spid="86055"/>
                                        </p:tgtEl>
                                      </p:cBhvr>
                                    </p:animEffect>
                                  </p:childTnLst>
                                </p:cTn>
                              </p:par>
                              <p:par>
                                <p:cTn id="108" presetID="22" presetClass="entr" presetSubtype="8" fill="hold" nodeType="withEffect">
                                  <p:stCondLst>
                                    <p:cond delay="0"/>
                                  </p:stCondLst>
                                  <p:childTnLst>
                                    <p:set>
                                      <p:cBhvr>
                                        <p:cTn id="109" dur="1" fill="hold">
                                          <p:stCondLst>
                                            <p:cond delay="0"/>
                                          </p:stCondLst>
                                        </p:cTn>
                                        <p:tgtEl>
                                          <p:spTgt spid="86060"/>
                                        </p:tgtEl>
                                        <p:attrNameLst>
                                          <p:attrName>style.visibility</p:attrName>
                                        </p:attrNameLst>
                                      </p:cBhvr>
                                      <p:to>
                                        <p:strVal val="visible"/>
                                      </p:to>
                                    </p:set>
                                    <p:animEffect transition="in" filter="wipe(left)">
                                      <p:cBhvr>
                                        <p:cTn id="110" dur="500"/>
                                        <p:tgtEl>
                                          <p:spTgt spid="86060"/>
                                        </p:tgtEl>
                                      </p:cBhvr>
                                    </p:animEffect>
                                  </p:childTnLst>
                                </p:cTn>
                              </p:par>
                            </p:childTnLst>
                          </p:cTn>
                        </p:par>
                        <p:par>
                          <p:cTn id="111" fill="hold" nodeType="afterGroup">
                            <p:stCondLst>
                              <p:cond delay="500"/>
                            </p:stCondLst>
                            <p:childTnLst>
                              <p:par>
                                <p:cTn id="112" presetID="22" presetClass="entr" presetSubtype="8" fill="hold" nodeType="afterEffect">
                                  <p:stCondLst>
                                    <p:cond delay="0"/>
                                  </p:stCondLst>
                                  <p:childTnLst>
                                    <p:set>
                                      <p:cBhvr>
                                        <p:cTn id="113" dur="1" fill="hold">
                                          <p:stCondLst>
                                            <p:cond delay="0"/>
                                          </p:stCondLst>
                                        </p:cTn>
                                        <p:tgtEl>
                                          <p:spTgt spid="2"/>
                                        </p:tgtEl>
                                        <p:attrNameLst>
                                          <p:attrName>style.visibility</p:attrName>
                                        </p:attrNameLst>
                                      </p:cBhvr>
                                      <p:to>
                                        <p:strVal val="visible"/>
                                      </p:to>
                                    </p:set>
                                    <p:animEffect transition="in" filter="wipe(left)">
                                      <p:cBhvr>
                                        <p:cTn id="114" dur="500"/>
                                        <p:tgtEl>
                                          <p:spTgt spid="2"/>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3" presetClass="entr" presetSubtype="16" fill="hold" grpId="0" nodeType="clickEffect">
                                  <p:stCondLst>
                                    <p:cond delay="0"/>
                                  </p:stCondLst>
                                  <p:childTnLst>
                                    <p:set>
                                      <p:cBhvr>
                                        <p:cTn id="118" dur="1" fill="hold">
                                          <p:stCondLst>
                                            <p:cond delay="0"/>
                                          </p:stCondLst>
                                        </p:cTn>
                                        <p:tgtEl>
                                          <p:spTgt spid="86067"/>
                                        </p:tgtEl>
                                        <p:attrNameLst>
                                          <p:attrName>style.visibility</p:attrName>
                                        </p:attrNameLst>
                                      </p:cBhvr>
                                      <p:to>
                                        <p:strVal val="visible"/>
                                      </p:to>
                                    </p:set>
                                    <p:anim calcmode="lin" valueType="num">
                                      <p:cBhvr>
                                        <p:cTn id="119" dur="500" fill="hold"/>
                                        <p:tgtEl>
                                          <p:spTgt spid="86067"/>
                                        </p:tgtEl>
                                        <p:attrNameLst>
                                          <p:attrName>ppt_w</p:attrName>
                                        </p:attrNameLst>
                                      </p:cBhvr>
                                      <p:tavLst>
                                        <p:tav tm="0">
                                          <p:val>
                                            <p:fltVal val="0"/>
                                          </p:val>
                                        </p:tav>
                                        <p:tav tm="100000">
                                          <p:val>
                                            <p:strVal val="#ppt_w"/>
                                          </p:val>
                                        </p:tav>
                                      </p:tavLst>
                                    </p:anim>
                                    <p:anim calcmode="lin" valueType="num">
                                      <p:cBhvr>
                                        <p:cTn id="120" dur="500" fill="hold"/>
                                        <p:tgtEl>
                                          <p:spTgt spid="86067"/>
                                        </p:tgtEl>
                                        <p:attrNameLst>
                                          <p:attrName>ppt_h</p:attrName>
                                        </p:attrNameLst>
                                      </p:cBhvr>
                                      <p:tavLst>
                                        <p:tav tm="0">
                                          <p:val>
                                            <p:fltVal val="0"/>
                                          </p:val>
                                        </p:tav>
                                        <p:tav tm="100000">
                                          <p:val>
                                            <p:strVal val="#ppt_h"/>
                                          </p:val>
                                        </p:tav>
                                      </p:tavLst>
                                    </p:anim>
                                  </p:childTnLst>
                                </p:cTn>
                              </p:par>
                            </p:childTnLst>
                          </p:cTn>
                        </p:par>
                        <p:par>
                          <p:cTn id="121" fill="hold" nodeType="afterGroup">
                            <p:stCondLst>
                              <p:cond delay="500"/>
                            </p:stCondLst>
                            <p:childTnLst>
                              <p:par>
                                <p:cTn id="122" presetID="22" presetClass="entr" presetSubtype="8" fill="hold" grpId="0" nodeType="afterEffect">
                                  <p:stCondLst>
                                    <p:cond delay="0"/>
                                  </p:stCondLst>
                                  <p:childTnLst>
                                    <p:set>
                                      <p:cBhvr>
                                        <p:cTn id="123" dur="1" fill="hold">
                                          <p:stCondLst>
                                            <p:cond delay="0"/>
                                          </p:stCondLst>
                                        </p:cTn>
                                        <p:tgtEl>
                                          <p:spTgt spid="86068"/>
                                        </p:tgtEl>
                                        <p:attrNameLst>
                                          <p:attrName>style.visibility</p:attrName>
                                        </p:attrNameLst>
                                      </p:cBhvr>
                                      <p:to>
                                        <p:strVal val="visible"/>
                                      </p:to>
                                    </p:set>
                                    <p:animEffect transition="in" filter="wipe(left)">
                                      <p:cBhvr>
                                        <p:cTn id="124" dur="500"/>
                                        <p:tgtEl>
                                          <p:spTgt spid="86068"/>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86072"/>
                                        </p:tgtEl>
                                        <p:attrNameLst>
                                          <p:attrName>style.visibility</p:attrName>
                                        </p:attrNameLst>
                                      </p:cBhvr>
                                      <p:to>
                                        <p:strVal val="visible"/>
                                      </p:to>
                                    </p:set>
                                    <p:animEffect transition="in" filter="wipe(left)">
                                      <p:cBhvr>
                                        <p:cTn id="129" dur="500"/>
                                        <p:tgtEl>
                                          <p:spTgt spid="86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1" grpId="0"/>
      <p:bldP spid="86032" grpId="0" animBg="1"/>
      <p:bldP spid="86033" grpId="0"/>
      <p:bldP spid="86041" grpId="0"/>
      <p:bldP spid="86045" grpId="0"/>
      <p:bldP spid="86048" grpId="0"/>
      <p:bldP spid="86051" grpId="0" animBg="1"/>
      <p:bldP spid="86052" grpId="0" animBg="1"/>
      <p:bldP spid="86053" grpId="0" animBg="1"/>
      <p:bldP spid="86058" grpId="0" animBg="1"/>
      <p:bldP spid="86067" grpId="0" animBg="1"/>
      <p:bldP spid="86068" grpId="0"/>
      <p:bldP spid="8607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3">
            <a:extLst>
              <a:ext uri="{FF2B5EF4-FFF2-40B4-BE49-F238E27FC236}">
                <a16:creationId xmlns:a16="http://schemas.microsoft.com/office/drawing/2014/main" id="{F614AB80-6C69-470E-A5D4-FA6B9B0F0999}"/>
              </a:ext>
            </a:extLst>
          </p:cNvPr>
          <p:cNvSpPr>
            <a:spLocks noChangeArrowheads="1"/>
          </p:cNvSpPr>
          <p:nvPr/>
        </p:nvSpPr>
        <p:spPr bwMode="auto">
          <a:xfrm>
            <a:off x="255588" y="214313"/>
            <a:ext cx="2673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a:solidFill>
                  <a:srgbClr val="FFFF00"/>
                </a:solidFill>
              </a:rPr>
              <a:t>二</a:t>
            </a:r>
            <a:r>
              <a:rPr lang="en-US" altLang="zh-CN" sz="2800">
                <a:solidFill>
                  <a:srgbClr val="FFFF00"/>
                </a:solidFill>
              </a:rPr>
              <a:t>. </a:t>
            </a:r>
            <a:r>
              <a:rPr lang="zh-CN" altLang="en-US" sz="2800">
                <a:solidFill>
                  <a:srgbClr val="FFFF00"/>
                </a:solidFill>
              </a:rPr>
              <a:t>电子自旋</a:t>
            </a:r>
          </a:p>
        </p:txBody>
      </p:sp>
      <p:sp>
        <p:nvSpPr>
          <p:cNvPr id="33866" name="Rectangle 74">
            <a:extLst>
              <a:ext uri="{FF2B5EF4-FFF2-40B4-BE49-F238E27FC236}">
                <a16:creationId xmlns:a16="http://schemas.microsoft.com/office/drawing/2014/main" id="{8BE15649-8558-446C-A9FF-F031955D834F}"/>
              </a:ext>
            </a:extLst>
          </p:cNvPr>
          <p:cNvSpPr>
            <a:spLocks noChangeArrowheads="1"/>
          </p:cNvSpPr>
          <p:nvPr/>
        </p:nvSpPr>
        <p:spPr bwMode="auto">
          <a:xfrm>
            <a:off x="500063" y="739775"/>
            <a:ext cx="4786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Clr>
                <a:schemeClr val="accent1"/>
              </a:buClr>
              <a:buFont typeface="Wingdings" panose="05000000000000000000" pitchFamily="2" charset="2"/>
              <a:buNone/>
            </a:pPr>
            <a:r>
              <a:rPr lang="zh-CN" altLang="en-US" sz="2000">
                <a:solidFill>
                  <a:schemeClr val="bg1"/>
                </a:solidFill>
              </a:rPr>
              <a:t>荷兰物理学家乌伦贝克和古兹密特，</a:t>
            </a:r>
          </a:p>
        </p:txBody>
      </p:sp>
      <p:sp>
        <p:nvSpPr>
          <p:cNvPr id="33867" name="Rectangle 75">
            <a:extLst>
              <a:ext uri="{FF2B5EF4-FFF2-40B4-BE49-F238E27FC236}">
                <a16:creationId xmlns:a16="http://schemas.microsoft.com/office/drawing/2014/main" id="{5863BD31-AB1B-447D-90D1-CFB079DB2686}"/>
              </a:ext>
            </a:extLst>
          </p:cNvPr>
          <p:cNvSpPr>
            <a:spLocks noChangeArrowheads="1"/>
          </p:cNvSpPr>
          <p:nvPr/>
        </p:nvSpPr>
        <p:spPr bwMode="auto">
          <a:xfrm>
            <a:off x="4610100" y="739775"/>
            <a:ext cx="41767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p>
            <a:pPr>
              <a:buClr>
                <a:schemeClr val="accent1"/>
              </a:buClr>
              <a:buFont typeface="Wingdings" panose="05000000000000000000" pitchFamily="2" charset="2"/>
              <a:buNone/>
            </a:pPr>
            <a:r>
              <a:rPr lang="zh-CN" altLang="en-US" sz="2000">
                <a:solidFill>
                  <a:schemeClr val="bg1"/>
                </a:solidFill>
              </a:rPr>
              <a:t>在</a:t>
            </a:r>
            <a:r>
              <a:rPr lang="en-US" altLang="zh-CN" sz="2000">
                <a:solidFill>
                  <a:srgbClr val="00FFFF"/>
                </a:solidFill>
              </a:rPr>
              <a:t>1925</a:t>
            </a:r>
            <a:r>
              <a:rPr lang="zh-CN" altLang="en-US" sz="2000">
                <a:solidFill>
                  <a:schemeClr val="bg1"/>
                </a:solidFill>
              </a:rPr>
              <a:t>年提出电子自旋的假设</a:t>
            </a:r>
            <a:r>
              <a:rPr lang="en-US" altLang="zh-CN" sz="2000">
                <a:solidFill>
                  <a:schemeClr val="bg1"/>
                </a:solidFill>
              </a:rPr>
              <a:t>:</a:t>
            </a:r>
          </a:p>
        </p:txBody>
      </p:sp>
      <p:sp>
        <p:nvSpPr>
          <p:cNvPr id="33868" name="Rectangle 76">
            <a:extLst>
              <a:ext uri="{FF2B5EF4-FFF2-40B4-BE49-F238E27FC236}">
                <a16:creationId xmlns:a16="http://schemas.microsoft.com/office/drawing/2014/main" id="{18472464-0641-4F76-A7EE-227708870C06}"/>
              </a:ext>
            </a:extLst>
          </p:cNvPr>
          <p:cNvSpPr>
            <a:spLocks noChangeArrowheads="1"/>
          </p:cNvSpPr>
          <p:nvPr/>
        </p:nvSpPr>
        <p:spPr bwMode="auto">
          <a:xfrm>
            <a:off x="500063" y="1141413"/>
            <a:ext cx="8001000" cy="461962"/>
          </a:xfrm>
          <a:prstGeom prst="rect">
            <a:avLst/>
          </a:prstGeom>
          <a:noFill/>
          <a:ln w="22225">
            <a:noFill/>
            <a:miter lim="800000"/>
          </a:ln>
        </p:spPr>
        <p:txBody>
          <a:bodyPr>
            <a:spAutoFit/>
          </a:bodyPr>
          <a:lstStyle/>
          <a:p>
            <a:pPr>
              <a:buClr>
                <a:schemeClr val="accent1"/>
              </a:buClr>
              <a:buFont typeface="Wingdings" panose="05000000000000000000" pitchFamily="2" charset="2"/>
              <a:buNone/>
            </a:pPr>
            <a:r>
              <a:rPr lang="zh-CN" altLang="en-US">
                <a:solidFill>
                  <a:srgbClr val="00FFFF"/>
                </a:solidFill>
                <a:latin typeface="宋体" panose="02010600030101010101" pitchFamily="2" charset="-122"/>
              </a:rPr>
              <a:t>电子拥有一种内在的自旋运动，自旋角动量和自旋磁矩</a:t>
            </a:r>
          </a:p>
        </p:txBody>
      </p:sp>
      <p:graphicFrame>
        <p:nvGraphicFramePr>
          <p:cNvPr id="33869" name="Object 2">
            <a:extLst>
              <a:ext uri="{FF2B5EF4-FFF2-40B4-BE49-F238E27FC236}">
                <a16:creationId xmlns:a16="http://schemas.microsoft.com/office/drawing/2014/main" id="{926A6071-582A-492B-BDBE-891E79E90E75}"/>
              </a:ext>
            </a:extLst>
          </p:cNvPr>
          <p:cNvGraphicFramePr>
            <a:graphicFrameLocks noChangeAspect="1"/>
          </p:cNvGraphicFramePr>
          <p:nvPr/>
        </p:nvGraphicFramePr>
        <p:xfrm>
          <a:off x="642938" y="1744663"/>
          <a:ext cx="500062" cy="463550"/>
        </p:xfrm>
        <a:graphic>
          <a:graphicData uri="http://schemas.openxmlformats.org/presentationml/2006/ole">
            <mc:AlternateContent xmlns:mc="http://schemas.openxmlformats.org/markup-compatibility/2006">
              <mc:Choice xmlns:v="urn:schemas-microsoft-com:vml" Requires="v">
                <p:oleObj spid="_x0000_s553178" r:id="rId3" imgW="104760" imgH="137520" progId="Equation.3">
                  <p:embed/>
                </p:oleObj>
              </mc:Choice>
              <mc:Fallback>
                <p:oleObj r:id="rId3" imgW="104760" imgH="137520" progId="Equation.3">
                  <p:embed/>
                  <p:pic>
                    <p:nvPicPr>
                      <p:cNvPr id="33869" name="Object 2">
                        <a:extLst>
                          <a:ext uri="{FF2B5EF4-FFF2-40B4-BE49-F238E27FC236}">
                            <a16:creationId xmlns:a16="http://schemas.microsoft.com/office/drawing/2014/main" id="{926A6071-582A-492B-BDBE-891E79E90E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938" y="1744663"/>
                        <a:ext cx="5000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3870" name="Rectangle 78">
            <a:extLst>
              <a:ext uri="{FF2B5EF4-FFF2-40B4-BE49-F238E27FC236}">
                <a16:creationId xmlns:a16="http://schemas.microsoft.com/office/drawing/2014/main" id="{BC665362-B61B-4C7F-A6F7-0C278C1BE831}"/>
              </a:ext>
            </a:extLst>
          </p:cNvPr>
          <p:cNvSpPr>
            <a:spLocks noChangeArrowheads="1"/>
          </p:cNvSpPr>
          <p:nvPr/>
        </p:nvSpPr>
        <p:spPr bwMode="auto">
          <a:xfrm>
            <a:off x="1133475" y="1714500"/>
            <a:ext cx="3295650" cy="457200"/>
          </a:xfrm>
          <a:prstGeom prst="rect">
            <a:avLst/>
          </a:prstGeom>
          <a:noFill/>
          <a:ln w="22225">
            <a:noFill/>
            <a:miter lim="800000"/>
          </a:ln>
        </p:spPr>
        <p:txBody>
          <a:bodyPr>
            <a:spAutoFit/>
          </a:bodyPr>
          <a:lstStyle/>
          <a:p>
            <a:r>
              <a:rPr lang="en-US" altLang="zh-CN">
                <a:solidFill>
                  <a:schemeClr val="bg1"/>
                </a:solidFill>
                <a:latin typeface="宋体" panose="02010600030101010101" pitchFamily="2" charset="-122"/>
              </a:rPr>
              <a:t>— </a:t>
            </a:r>
            <a:r>
              <a:rPr lang="zh-CN" altLang="en-US">
                <a:solidFill>
                  <a:schemeClr val="bg1"/>
                </a:solidFill>
                <a:latin typeface="宋体" panose="02010600030101010101" pitchFamily="2" charset="-122"/>
              </a:rPr>
              <a:t>自旋角动量</a:t>
            </a:r>
          </a:p>
        </p:txBody>
      </p:sp>
      <p:sp>
        <p:nvSpPr>
          <p:cNvPr id="33872" name="Rectangle 80">
            <a:extLst>
              <a:ext uri="{FF2B5EF4-FFF2-40B4-BE49-F238E27FC236}">
                <a16:creationId xmlns:a16="http://schemas.microsoft.com/office/drawing/2014/main" id="{D9FD6C68-39C7-49F3-B801-6EB927C51E5C}"/>
              </a:ext>
            </a:extLst>
          </p:cNvPr>
          <p:cNvSpPr>
            <a:spLocks noChangeArrowheads="1"/>
          </p:cNvSpPr>
          <p:nvPr/>
        </p:nvSpPr>
        <p:spPr bwMode="auto">
          <a:xfrm>
            <a:off x="1006475" y="2286000"/>
            <a:ext cx="3208338" cy="457200"/>
          </a:xfrm>
          <a:prstGeom prst="rect">
            <a:avLst/>
          </a:prstGeom>
          <a:noFill/>
          <a:ln w="22225">
            <a:noFill/>
            <a:miter lim="800000"/>
          </a:ln>
        </p:spPr>
        <p:txBody>
          <a:bodyPr>
            <a:spAutoFit/>
          </a:bodyPr>
          <a:lstStyle/>
          <a:p>
            <a:r>
              <a:rPr lang="zh-CN" altLang="en-US">
                <a:solidFill>
                  <a:schemeClr val="bg1"/>
                </a:solidFill>
                <a:latin typeface="宋体" panose="02010600030101010101" pitchFamily="2" charset="-122"/>
              </a:rPr>
              <a:t>自旋量子数</a:t>
            </a:r>
          </a:p>
        </p:txBody>
      </p:sp>
      <p:graphicFrame>
        <p:nvGraphicFramePr>
          <p:cNvPr id="33873" name="Object 4">
            <a:extLst>
              <a:ext uri="{FF2B5EF4-FFF2-40B4-BE49-F238E27FC236}">
                <a16:creationId xmlns:a16="http://schemas.microsoft.com/office/drawing/2014/main" id="{85F32279-5EF1-4BF5-BC16-D3FD16B84876}"/>
              </a:ext>
            </a:extLst>
          </p:cNvPr>
          <p:cNvGraphicFramePr>
            <a:graphicFrameLocks noChangeAspect="1"/>
          </p:cNvGraphicFramePr>
          <p:nvPr/>
        </p:nvGraphicFramePr>
        <p:xfrm>
          <a:off x="3643313" y="1708150"/>
          <a:ext cx="1843087" cy="508000"/>
        </p:xfrm>
        <a:graphic>
          <a:graphicData uri="http://schemas.openxmlformats.org/presentationml/2006/ole">
            <mc:AlternateContent xmlns:mc="http://schemas.openxmlformats.org/markup-compatibility/2006">
              <mc:Choice xmlns:v="urn:schemas-microsoft-com:vml" Requires="v">
                <p:oleObj spid="_x0000_s553179" r:id="rId5" imgW="766080" imgH="203400" progId="Equation.3">
                  <p:embed/>
                </p:oleObj>
              </mc:Choice>
              <mc:Fallback>
                <p:oleObj r:id="rId5" imgW="766080" imgH="203400" progId="Equation.3">
                  <p:embed/>
                  <p:pic>
                    <p:nvPicPr>
                      <p:cNvPr id="33873" name="Object 4">
                        <a:extLst>
                          <a:ext uri="{FF2B5EF4-FFF2-40B4-BE49-F238E27FC236}">
                            <a16:creationId xmlns:a16="http://schemas.microsoft.com/office/drawing/2014/main" id="{85F32279-5EF1-4BF5-BC16-D3FD16B848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43313" y="1708150"/>
                        <a:ext cx="1843087" cy="5080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75" name="Object 5">
            <a:extLst>
              <a:ext uri="{FF2B5EF4-FFF2-40B4-BE49-F238E27FC236}">
                <a16:creationId xmlns:a16="http://schemas.microsoft.com/office/drawing/2014/main" id="{236D5721-1DC2-49BA-B447-8BED4CAF1D1F}"/>
              </a:ext>
            </a:extLst>
          </p:cNvPr>
          <p:cNvGraphicFramePr>
            <a:graphicFrameLocks noChangeAspect="1"/>
          </p:cNvGraphicFramePr>
          <p:nvPr/>
        </p:nvGraphicFramePr>
        <p:xfrm>
          <a:off x="2714625" y="2143125"/>
          <a:ext cx="857250" cy="787400"/>
        </p:xfrm>
        <a:graphic>
          <a:graphicData uri="http://schemas.openxmlformats.org/presentationml/2006/ole">
            <mc:AlternateContent xmlns:mc="http://schemas.openxmlformats.org/markup-compatibility/2006">
              <mc:Choice xmlns:v="urn:schemas-microsoft-com:vml" Requires="v">
                <p:oleObj spid="_x0000_s553180" r:id="rId7" imgW="303120" imgH="324360" progId="Equation.3">
                  <p:embed/>
                </p:oleObj>
              </mc:Choice>
              <mc:Fallback>
                <p:oleObj r:id="rId7" imgW="303120" imgH="324360" progId="Equation.3">
                  <p:embed/>
                  <p:pic>
                    <p:nvPicPr>
                      <p:cNvPr id="33875" name="Object 5">
                        <a:extLst>
                          <a:ext uri="{FF2B5EF4-FFF2-40B4-BE49-F238E27FC236}">
                            <a16:creationId xmlns:a16="http://schemas.microsoft.com/office/drawing/2014/main" id="{236D5721-1DC2-49BA-B447-8BED4CAF1D1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14625" y="2143125"/>
                        <a:ext cx="85725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3877" name="Rectangle 85">
            <a:extLst>
              <a:ext uri="{FF2B5EF4-FFF2-40B4-BE49-F238E27FC236}">
                <a16:creationId xmlns:a16="http://schemas.microsoft.com/office/drawing/2014/main" id="{4E1DA21A-157C-40AC-9E8A-1F1B651D9732}"/>
              </a:ext>
            </a:extLst>
          </p:cNvPr>
          <p:cNvSpPr>
            <a:spLocks noChangeArrowheads="1"/>
          </p:cNvSpPr>
          <p:nvPr/>
        </p:nvSpPr>
        <p:spPr bwMode="auto">
          <a:xfrm>
            <a:off x="428625" y="2900363"/>
            <a:ext cx="5000625" cy="457200"/>
          </a:xfrm>
          <a:prstGeom prst="rect">
            <a:avLst/>
          </a:prstGeom>
          <a:noFill/>
          <a:ln w="22225">
            <a:noFill/>
            <a:miter lim="800000"/>
          </a:ln>
        </p:spPr>
        <p:txBody>
          <a:bodyPr>
            <a:spAutoFit/>
          </a:bodyPr>
          <a:lstStyle/>
          <a:p>
            <a:r>
              <a:rPr lang="zh-CN" altLang="en-US">
                <a:solidFill>
                  <a:schemeClr val="bg1"/>
                </a:solidFill>
                <a:latin typeface="宋体" panose="02010600030101010101" pitchFamily="2" charset="-122"/>
              </a:rPr>
              <a:t>自旋角动量在外磁场方向的投影：</a:t>
            </a:r>
          </a:p>
        </p:txBody>
      </p:sp>
      <p:graphicFrame>
        <p:nvGraphicFramePr>
          <p:cNvPr id="33878" name="Object 6">
            <a:extLst>
              <a:ext uri="{FF2B5EF4-FFF2-40B4-BE49-F238E27FC236}">
                <a16:creationId xmlns:a16="http://schemas.microsoft.com/office/drawing/2014/main" id="{F411482A-31F8-44D6-93EF-BEB74E46C9E5}"/>
              </a:ext>
            </a:extLst>
          </p:cNvPr>
          <p:cNvGraphicFramePr>
            <a:graphicFrameLocks noChangeAspect="1"/>
          </p:cNvGraphicFramePr>
          <p:nvPr/>
        </p:nvGraphicFramePr>
        <p:xfrm>
          <a:off x="666750" y="3500438"/>
          <a:ext cx="1190625" cy="457200"/>
        </p:xfrm>
        <a:graphic>
          <a:graphicData uri="http://schemas.openxmlformats.org/presentationml/2006/ole">
            <mc:AlternateContent xmlns:mc="http://schemas.openxmlformats.org/markup-compatibility/2006">
              <mc:Choice xmlns:v="urn:schemas-microsoft-com:vml" Requires="v">
                <p:oleObj spid="_x0000_s553181" r:id="rId9" imgW="490680" imgH="181440" progId="Equation.3">
                  <p:embed/>
                </p:oleObj>
              </mc:Choice>
              <mc:Fallback>
                <p:oleObj r:id="rId9" imgW="490680" imgH="181440" progId="Equation.3">
                  <p:embed/>
                  <p:pic>
                    <p:nvPicPr>
                      <p:cNvPr id="33878" name="Object 6">
                        <a:extLst>
                          <a:ext uri="{FF2B5EF4-FFF2-40B4-BE49-F238E27FC236}">
                            <a16:creationId xmlns:a16="http://schemas.microsoft.com/office/drawing/2014/main" id="{F411482A-31F8-44D6-93EF-BEB74E46C9E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6750" y="3500438"/>
                        <a:ext cx="119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33882" name="Picture 90" descr="电子自旋12">
            <a:extLst>
              <a:ext uri="{FF2B5EF4-FFF2-40B4-BE49-F238E27FC236}">
                <a16:creationId xmlns:a16="http://schemas.microsoft.com/office/drawing/2014/main" id="{2CE063E9-805A-4C31-BDBE-44D55BE3665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62600" y="2428875"/>
            <a:ext cx="32766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83" name="Picture 91" descr="电子自旋1">
            <a:extLst>
              <a:ext uri="{FF2B5EF4-FFF2-40B4-BE49-F238E27FC236}">
                <a16:creationId xmlns:a16="http://schemas.microsoft.com/office/drawing/2014/main" id="{9A129367-BC4A-4E6D-81F6-2773D28B40B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62600" y="2428875"/>
            <a:ext cx="32766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3886" name="Object 10">
            <a:extLst>
              <a:ext uri="{FF2B5EF4-FFF2-40B4-BE49-F238E27FC236}">
                <a16:creationId xmlns:a16="http://schemas.microsoft.com/office/drawing/2014/main" id="{65A1773D-34AC-4F8D-8738-159659F08AE9}"/>
              </a:ext>
            </a:extLst>
          </p:cNvPr>
          <p:cNvGraphicFramePr>
            <a:graphicFrameLocks noChangeAspect="1"/>
          </p:cNvGraphicFramePr>
          <p:nvPr/>
        </p:nvGraphicFramePr>
        <p:xfrm>
          <a:off x="6072188" y="1708150"/>
          <a:ext cx="1633537" cy="457200"/>
        </p:xfrm>
        <a:graphic>
          <a:graphicData uri="http://schemas.openxmlformats.org/presentationml/2006/ole">
            <mc:AlternateContent xmlns:mc="http://schemas.openxmlformats.org/markup-compatibility/2006">
              <mc:Choice xmlns:v="urn:schemas-microsoft-com:vml" Requires="v">
                <p:oleObj spid="_x0000_s553182" r:id="rId13" imgW="600840" imgH="181440" progId="Equation.3">
                  <p:embed/>
                </p:oleObj>
              </mc:Choice>
              <mc:Fallback>
                <p:oleObj r:id="rId13" imgW="600840" imgH="181440" progId="Equation.3">
                  <p:embed/>
                  <p:pic>
                    <p:nvPicPr>
                      <p:cNvPr id="33886" name="Object 10">
                        <a:extLst>
                          <a:ext uri="{FF2B5EF4-FFF2-40B4-BE49-F238E27FC236}">
                            <a16:creationId xmlns:a16="http://schemas.microsoft.com/office/drawing/2014/main" id="{65A1773D-34AC-4F8D-8738-159659F08AE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72188" y="1708150"/>
                        <a:ext cx="1633537" cy="4572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7">
            <a:extLst>
              <a:ext uri="{FF2B5EF4-FFF2-40B4-BE49-F238E27FC236}">
                <a16:creationId xmlns:a16="http://schemas.microsoft.com/office/drawing/2014/main" id="{8DFAA369-B857-44CC-8791-4F41AF82FC54}"/>
              </a:ext>
            </a:extLst>
          </p:cNvPr>
          <p:cNvGraphicFramePr>
            <a:graphicFrameLocks noChangeAspect="1"/>
          </p:cNvGraphicFramePr>
          <p:nvPr/>
        </p:nvGraphicFramePr>
        <p:xfrm>
          <a:off x="2082800" y="3286125"/>
          <a:ext cx="1131888" cy="788988"/>
        </p:xfrm>
        <a:graphic>
          <a:graphicData uri="http://schemas.openxmlformats.org/presentationml/2006/ole">
            <mc:AlternateContent xmlns:mc="http://schemas.openxmlformats.org/markup-compatibility/2006">
              <mc:Choice xmlns:v="urn:schemas-microsoft-com:vml" Requires="v">
                <p:oleObj spid="_x0000_s553183" r:id="rId15" imgW="479520" imgH="324360" progId="Equation.3">
                  <p:embed/>
                </p:oleObj>
              </mc:Choice>
              <mc:Fallback>
                <p:oleObj r:id="rId15" imgW="479520" imgH="324360" progId="Equation.3">
                  <p:embed/>
                  <p:pic>
                    <p:nvPicPr>
                      <p:cNvPr id="3" name="Object 7">
                        <a:extLst>
                          <a:ext uri="{FF2B5EF4-FFF2-40B4-BE49-F238E27FC236}">
                            <a16:creationId xmlns:a16="http://schemas.microsoft.com/office/drawing/2014/main" id="{8DFAA369-B857-44CC-8791-4F41AF82FC5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82800" y="3286125"/>
                        <a:ext cx="1131888"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 name="Rectangle 85">
            <a:extLst>
              <a:ext uri="{FF2B5EF4-FFF2-40B4-BE49-F238E27FC236}">
                <a16:creationId xmlns:a16="http://schemas.microsoft.com/office/drawing/2014/main" id="{A59CE63A-327E-4722-A283-E4F451C1B11F}"/>
              </a:ext>
            </a:extLst>
          </p:cNvPr>
          <p:cNvSpPr>
            <a:spLocks noChangeArrowheads="1"/>
          </p:cNvSpPr>
          <p:nvPr/>
        </p:nvSpPr>
        <p:spPr bwMode="auto">
          <a:xfrm>
            <a:off x="466725" y="4097338"/>
            <a:ext cx="4891088" cy="457200"/>
          </a:xfrm>
          <a:prstGeom prst="rect">
            <a:avLst/>
          </a:prstGeom>
          <a:noFill/>
          <a:ln w="22225">
            <a:noFill/>
            <a:miter lim="800000"/>
          </a:ln>
        </p:spPr>
        <p:txBody>
          <a:bodyPr>
            <a:spAutoFit/>
          </a:bodyPr>
          <a:lstStyle/>
          <a:p>
            <a:r>
              <a:rPr lang="zh-CN" altLang="en-US">
                <a:solidFill>
                  <a:schemeClr val="bg1"/>
                </a:solidFill>
                <a:latin typeface="宋体" panose="02010600030101010101" pitchFamily="2" charset="-122"/>
              </a:rPr>
              <a:t>电子自旋磁矩：</a:t>
            </a:r>
          </a:p>
        </p:txBody>
      </p:sp>
      <p:graphicFrame>
        <p:nvGraphicFramePr>
          <p:cNvPr id="4" name="Object 31">
            <a:extLst>
              <a:ext uri="{FF2B5EF4-FFF2-40B4-BE49-F238E27FC236}">
                <a16:creationId xmlns:a16="http://schemas.microsoft.com/office/drawing/2014/main" id="{F322D262-3169-4C95-830E-DFDCB26A5EED}"/>
              </a:ext>
            </a:extLst>
          </p:cNvPr>
          <p:cNvGraphicFramePr>
            <a:graphicFrameLocks noChangeAspect="1"/>
          </p:cNvGraphicFramePr>
          <p:nvPr/>
        </p:nvGraphicFramePr>
        <p:xfrm>
          <a:off x="2760663" y="3922713"/>
          <a:ext cx="1577975" cy="863600"/>
        </p:xfrm>
        <a:graphic>
          <a:graphicData uri="http://schemas.openxmlformats.org/presentationml/2006/ole">
            <mc:AlternateContent xmlns:mc="http://schemas.openxmlformats.org/markup-compatibility/2006">
              <mc:Choice xmlns:v="urn:schemas-microsoft-com:vml" Requires="v">
                <p:oleObj spid="_x0000_s553184" r:id="rId17" imgW="655920" imgH="357480" progId="Equation.3">
                  <p:embed/>
                </p:oleObj>
              </mc:Choice>
              <mc:Fallback>
                <p:oleObj r:id="rId17" imgW="655920" imgH="357480" progId="Equation.3">
                  <p:embed/>
                  <p:pic>
                    <p:nvPicPr>
                      <p:cNvPr id="4" name="Object 31">
                        <a:extLst>
                          <a:ext uri="{FF2B5EF4-FFF2-40B4-BE49-F238E27FC236}">
                            <a16:creationId xmlns:a16="http://schemas.microsoft.com/office/drawing/2014/main" id="{F322D262-3169-4C95-830E-DFDCB26A5EED}"/>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60663" y="3922713"/>
                        <a:ext cx="157797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3" name="Rectangle 85">
            <a:extLst>
              <a:ext uri="{FF2B5EF4-FFF2-40B4-BE49-F238E27FC236}">
                <a16:creationId xmlns:a16="http://schemas.microsoft.com/office/drawing/2014/main" id="{E81825E7-E46F-4F23-B196-220E2484990C}"/>
              </a:ext>
            </a:extLst>
          </p:cNvPr>
          <p:cNvSpPr>
            <a:spLocks noChangeArrowheads="1"/>
          </p:cNvSpPr>
          <p:nvPr/>
        </p:nvSpPr>
        <p:spPr bwMode="auto">
          <a:xfrm>
            <a:off x="466725" y="4714875"/>
            <a:ext cx="4891088" cy="457200"/>
          </a:xfrm>
          <a:prstGeom prst="rect">
            <a:avLst/>
          </a:prstGeom>
          <a:noFill/>
          <a:ln w="22225">
            <a:noFill/>
            <a:miter lim="800000"/>
          </a:ln>
        </p:spPr>
        <p:txBody>
          <a:bodyPr>
            <a:spAutoFit/>
          </a:bodyPr>
          <a:lstStyle/>
          <a:p>
            <a:r>
              <a:rPr lang="zh-CN" altLang="en-US">
                <a:solidFill>
                  <a:schemeClr val="bg1"/>
                </a:solidFill>
                <a:latin typeface="宋体" panose="02010600030101010101" pitchFamily="2" charset="-122"/>
              </a:rPr>
              <a:t>自旋磁矩在外磁场方向的投影：</a:t>
            </a:r>
          </a:p>
        </p:txBody>
      </p:sp>
      <p:graphicFrame>
        <p:nvGraphicFramePr>
          <p:cNvPr id="5" name="Object 32">
            <a:extLst>
              <a:ext uri="{FF2B5EF4-FFF2-40B4-BE49-F238E27FC236}">
                <a16:creationId xmlns:a16="http://schemas.microsoft.com/office/drawing/2014/main" id="{F9488C18-72B8-4DB2-98DD-307964AB8509}"/>
              </a:ext>
            </a:extLst>
          </p:cNvPr>
          <p:cNvGraphicFramePr>
            <a:graphicFrameLocks noChangeAspect="1"/>
          </p:cNvGraphicFramePr>
          <p:nvPr/>
        </p:nvGraphicFramePr>
        <p:xfrm>
          <a:off x="1214438" y="5143500"/>
          <a:ext cx="2584450" cy="792163"/>
        </p:xfrm>
        <a:graphic>
          <a:graphicData uri="http://schemas.openxmlformats.org/presentationml/2006/ole">
            <mc:AlternateContent xmlns:mc="http://schemas.openxmlformats.org/markup-compatibility/2006">
              <mc:Choice xmlns:v="urn:schemas-microsoft-com:vml" Requires="v">
                <p:oleObj spid="_x0000_s553185" r:id="rId19" imgW="1185120" imgH="357480" progId="Equation.3">
                  <p:embed/>
                </p:oleObj>
              </mc:Choice>
              <mc:Fallback>
                <p:oleObj r:id="rId19" imgW="1185120" imgH="357480" progId="Equation.3">
                  <p:embed/>
                  <p:pic>
                    <p:nvPicPr>
                      <p:cNvPr id="5" name="Object 32">
                        <a:extLst>
                          <a:ext uri="{FF2B5EF4-FFF2-40B4-BE49-F238E27FC236}">
                            <a16:creationId xmlns:a16="http://schemas.microsoft.com/office/drawing/2014/main" id="{F9488C18-72B8-4DB2-98DD-307964AB8509}"/>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214438" y="5143500"/>
                        <a:ext cx="258445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 name="Rectangle 80">
            <a:extLst>
              <a:ext uri="{FF2B5EF4-FFF2-40B4-BE49-F238E27FC236}">
                <a16:creationId xmlns:a16="http://schemas.microsoft.com/office/drawing/2014/main" id="{86CAA808-4279-4CFC-A6CF-85CE1C22EC81}"/>
              </a:ext>
            </a:extLst>
          </p:cNvPr>
          <p:cNvSpPr>
            <a:spLocks noChangeArrowheads="1"/>
          </p:cNvSpPr>
          <p:nvPr/>
        </p:nvSpPr>
        <p:spPr bwMode="auto">
          <a:xfrm>
            <a:off x="3143250" y="3429000"/>
            <a:ext cx="2286000" cy="461963"/>
          </a:xfrm>
          <a:prstGeom prst="rect">
            <a:avLst/>
          </a:prstGeom>
          <a:noFill/>
          <a:ln w="22225">
            <a:noFill/>
            <a:miter lim="800000"/>
          </a:ln>
        </p:spPr>
        <p:txBody>
          <a:bodyPr>
            <a:spAutoFit/>
          </a:bodyPr>
          <a:lstStyle/>
          <a:p>
            <a:r>
              <a:rPr lang="zh-CN" altLang="en-US">
                <a:solidFill>
                  <a:schemeClr val="bg1"/>
                </a:solidFill>
                <a:latin typeface="宋体" panose="02010600030101010101" pitchFamily="2" charset="-122"/>
              </a:rPr>
              <a:t>自旋磁量子数</a:t>
            </a:r>
          </a:p>
        </p:txBody>
      </p:sp>
      <p:sp>
        <p:nvSpPr>
          <p:cNvPr id="23" name="Rectangle 85">
            <a:extLst>
              <a:ext uri="{FF2B5EF4-FFF2-40B4-BE49-F238E27FC236}">
                <a16:creationId xmlns:a16="http://schemas.microsoft.com/office/drawing/2014/main" id="{E23AF032-A305-486C-AC77-7B62EA57941D}"/>
              </a:ext>
            </a:extLst>
          </p:cNvPr>
          <p:cNvSpPr>
            <a:spLocks noChangeArrowheads="1"/>
          </p:cNvSpPr>
          <p:nvPr/>
        </p:nvSpPr>
        <p:spPr bwMode="auto">
          <a:xfrm>
            <a:off x="466725" y="5972175"/>
            <a:ext cx="5176838" cy="457200"/>
          </a:xfrm>
          <a:prstGeom prst="rect">
            <a:avLst/>
          </a:prstGeom>
          <a:noFill/>
          <a:ln w="22225">
            <a:noFill/>
            <a:miter lim="800000"/>
          </a:ln>
        </p:spPr>
        <p:txBody>
          <a:bodyPr>
            <a:spAutoFit/>
          </a:bodyPr>
          <a:lstStyle/>
          <a:p>
            <a:r>
              <a:rPr lang="zh-CN" altLang="en-US">
                <a:solidFill>
                  <a:schemeClr val="bg1"/>
                </a:solidFill>
                <a:latin typeface="宋体" panose="02010600030101010101" pitchFamily="2" charset="-122"/>
              </a:rPr>
              <a:t>实验解释：</a:t>
            </a:r>
            <a:r>
              <a:rPr lang="en-US" altLang="zh-CN">
                <a:solidFill>
                  <a:srgbClr val="FFFF00"/>
                </a:solidFill>
              </a:rPr>
              <a:t>Ag</a:t>
            </a:r>
            <a:r>
              <a:rPr lang="zh-CN" altLang="en-US">
                <a:solidFill>
                  <a:schemeClr val="bg1"/>
                </a:solidFill>
                <a:latin typeface="宋体" panose="02010600030101010101" pitchFamily="2" charset="-122"/>
              </a:rPr>
              <a:t>只有一个价电子</a:t>
            </a:r>
            <a:r>
              <a:rPr lang="zh-CN" altLang="en-US">
                <a:solidFill>
                  <a:schemeClr val="bg1"/>
                </a:solidFill>
              </a:rPr>
              <a:t> </a:t>
            </a:r>
            <a:r>
              <a:rPr lang="en-US" altLang="zh-CN">
                <a:solidFill>
                  <a:srgbClr val="FFFF00"/>
                </a:solidFill>
              </a:rPr>
              <a:t>5</a:t>
            </a:r>
            <a:r>
              <a:rPr lang="en-US" altLang="zh-CN" i="1">
                <a:solidFill>
                  <a:srgbClr val="FFFF00"/>
                </a:solidFill>
              </a:rPr>
              <a:t>s</a:t>
            </a:r>
            <a:endParaRPr lang="zh-CN" altLang="en-US" i="1">
              <a:solidFill>
                <a:srgbClr val="FFFF00"/>
              </a:solidFill>
            </a:endParaRPr>
          </a:p>
        </p:txBody>
      </p:sp>
      <p:sp>
        <p:nvSpPr>
          <p:cNvPr id="39958" name="灯片编号占位符 1">
            <a:extLst>
              <a:ext uri="{FF2B5EF4-FFF2-40B4-BE49-F238E27FC236}">
                <a16:creationId xmlns:a16="http://schemas.microsoft.com/office/drawing/2014/main" id="{6FAB5894-3549-4AD9-8C72-298F5459F3BB}"/>
              </a:ext>
            </a:extLst>
          </p:cNvPr>
          <p:cNvSpPr txBox="1">
            <a:spLocks noChangeArrowheads="1"/>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C15B0EE-CFF6-4B9D-8328-3BB76E28AF22}" type="slidenum">
              <a:rPr lang="en-US" altLang="zh-CN" b="0">
                <a:solidFill>
                  <a:srgbClr val="FF00FF"/>
                </a:solidFill>
              </a:rPr>
              <a:pPr/>
              <a:t>6</a:t>
            </a:fld>
            <a:r>
              <a:rPr lang="en-US" altLang="zh-CN" b="0">
                <a:solidFill>
                  <a:srgbClr val="FF00FF"/>
                </a:solidFill>
              </a:rPr>
              <a:t>/22</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866"/>
                                        </p:tgtEl>
                                        <p:attrNameLst>
                                          <p:attrName>style.visibility</p:attrName>
                                        </p:attrNameLst>
                                      </p:cBhvr>
                                      <p:to>
                                        <p:strVal val="visible"/>
                                      </p:to>
                                    </p:set>
                                    <p:animEffect transition="in" filter="wipe(left)">
                                      <p:cBhvr>
                                        <p:cTn id="7" dur="500"/>
                                        <p:tgtEl>
                                          <p:spTgt spid="3386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3867"/>
                                        </p:tgtEl>
                                        <p:attrNameLst>
                                          <p:attrName>style.visibility</p:attrName>
                                        </p:attrNameLst>
                                      </p:cBhvr>
                                      <p:to>
                                        <p:strVal val="visible"/>
                                      </p:to>
                                    </p:set>
                                    <p:animEffect transition="in" filter="wipe(left)">
                                      <p:cBhvr>
                                        <p:cTn id="11" dur="500"/>
                                        <p:tgtEl>
                                          <p:spTgt spid="33867"/>
                                        </p:tgtEl>
                                      </p:cBhvr>
                                    </p:animEffect>
                                  </p:childTnLst>
                                </p:cTn>
                              </p:par>
                            </p:childTnLst>
                          </p:cTn>
                        </p:par>
                        <p:par>
                          <p:cTn id="12" fill="hold" nodeType="afterGroup">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33868"/>
                                        </p:tgtEl>
                                        <p:attrNameLst>
                                          <p:attrName>style.visibility</p:attrName>
                                        </p:attrNameLst>
                                      </p:cBhvr>
                                      <p:to>
                                        <p:strVal val="visible"/>
                                      </p:to>
                                    </p:set>
                                    <p:animEffect transition="in" filter="blinds(horizontal)">
                                      <p:cBhvr>
                                        <p:cTn id="15" dur="500"/>
                                        <p:tgtEl>
                                          <p:spTgt spid="3386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33869"/>
                                        </p:tgtEl>
                                        <p:attrNameLst>
                                          <p:attrName>style.visibility</p:attrName>
                                        </p:attrNameLst>
                                      </p:cBhvr>
                                      <p:to>
                                        <p:strVal val="visible"/>
                                      </p:to>
                                    </p:set>
                                    <p:animEffect transition="in" filter="wipe(left)">
                                      <p:cBhvr>
                                        <p:cTn id="20" dur="500"/>
                                        <p:tgtEl>
                                          <p:spTgt spid="33869"/>
                                        </p:tgtEl>
                                      </p:cBhvr>
                                    </p:animEffect>
                                  </p:childTnLst>
                                </p:cTn>
                              </p:par>
                            </p:childTnLst>
                          </p:cTn>
                        </p:par>
                        <p:par>
                          <p:cTn id="21" fill="hold" nodeType="afterGroup">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33870"/>
                                        </p:tgtEl>
                                        <p:attrNameLst>
                                          <p:attrName>style.visibility</p:attrName>
                                        </p:attrNameLst>
                                      </p:cBhvr>
                                      <p:to>
                                        <p:strVal val="visible"/>
                                      </p:to>
                                    </p:set>
                                    <p:animEffect transition="in" filter="wipe(left)">
                                      <p:cBhvr>
                                        <p:cTn id="24" dur="500"/>
                                        <p:tgtEl>
                                          <p:spTgt spid="33870"/>
                                        </p:tgtEl>
                                      </p:cBhvr>
                                    </p:animEffect>
                                  </p:childTnLst>
                                </p:cTn>
                              </p:par>
                            </p:childTnLst>
                          </p:cTn>
                        </p:par>
                        <p:par>
                          <p:cTn id="25" fill="hold" nodeType="afterGroup">
                            <p:stCondLst>
                              <p:cond delay="1000"/>
                            </p:stCondLst>
                            <p:childTnLst>
                              <p:par>
                                <p:cTn id="26" presetID="22" presetClass="entr" presetSubtype="8" fill="hold" nodeType="afterEffect">
                                  <p:stCondLst>
                                    <p:cond delay="0"/>
                                  </p:stCondLst>
                                  <p:childTnLst>
                                    <p:set>
                                      <p:cBhvr>
                                        <p:cTn id="27" dur="1" fill="hold">
                                          <p:stCondLst>
                                            <p:cond delay="0"/>
                                          </p:stCondLst>
                                        </p:cTn>
                                        <p:tgtEl>
                                          <p:spTgt spid="33873"/>
                                        </p:tgtEl>
                                        <p:attrNameLst>
                                          <p:attrName>style.visibility</p:attrName>
                                        </p:attrNameLst>
                                      </p:cBhvr>
                                      <p:to>
                                        <p:strVal val="visible"/>
                                      </p:to>
                                    </p:set>
                                    <p:animEffect transition="in" filter="wipe(left)">
                                      <p:cBhvr>
                                        <p:cTn id="28" dur="500"/>
                                        <p:tgtEl>
                                          <p:spTgt spid="33873"/>
                                        </p:tgtEl>
                                      </p:cBhvr>
                                    </p:animEffect>
                                  </p:childTnLst>
                                </p:cTn>
                              </p:par>
                            </p:childTnLst>
                          </p:cTn>
                        </p:par>
                        <p:par>
                          <p:cTn id="29" fill="hold" nodeType="afterGroup">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33872"/>
                                        </p:tgtEl>
                                        <p:attrNameLst>
                                          <p:attrName>style.visibility</p:attrName>
                                        </p:attrNameLst>
                                      </p:cBhvr>
                                      <p:to>
                                        <p:strVal val="visible"/>
                                      </p:to>
                                    </p:set>
                                    <p:animEffect transition="in" filter="wipe(left)">
                                      <p:cBhvr>
                                        <p:cTn id="32" dur="500"/>
                                        <p:tgtEl>
                                          <p:spTgt spid="33872"/>
                                        </p:tgtEl>
                                      </p:cBhvr>
                                    </p:animEffect>
                                  </p:childTnLst>
                                </p:cTn>
                              </p:par>
                            </p:childTnLst>
                          </p:cTn>
                        </p:par>
                        <p:par>
                          <p:cTn id="33" fill="hold" nodeType="afterGroup">
                            <p:stCondLst>
                              <p:cond delay="2000"/>
                            </p:stCondLst>
                            <p:childTnLst>
                              <p:par>
                                <p:cTn id="34" presetID="22" presetClass="entr" presetSubtype="8" fill="hold" nodeType="afterEffect">
                                  <p:stCondLst>
                                    <p:cond delay="0"/>
                                  </p:stCondLst>
                                  <p:childTnLst>
                                    <p:set>
                                      <p:cBhvr>
                                        <p:cTn id="35" dur="1" fill="hold">
                                          <p:stCondLst>
                                            <p:cond delay="0"/>
                                          </p:stCondLst>
                                        </p:cTn>
                                        <p:tgtEl>
                                          <p:spTgt spid="33875"/>
                                        </p:tgtEl>
                                        <p:attrNameLst>
                                          <p:attrName>style.visibility</p:attrName>
                                        </p:attrNameLst>
                                      </p:cBhvr>
                                      <p:to>
                                        <p:strVal val="visible"/>
                                      </p:to>
                                    </p:set>
                                    <p:animEffect transition="in" filter="wipe(left)">
                                      <p:cBhvr>
                                        <p:cTn id="36" dur="500"/>
                                        <p:tgtEl>
                                          <p:spTgt spid="3387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16" fill="hold" nodeType="clickEffect">
                                  <p:stCondLst>
                                    <p:cond delay="0"/>
                                  </p:stCondLst>
                                  <p:childTnLst>
                                    <p:set>
                                      <p:cBhvr>
                                        <p:cTn id="40" dur="1" fill="hold">
                                          <p:stCondLst>
                                            <p:cond delay="0"/>
                                          </p:stCondLst>
                                        </p:cTn>
                                        <p:tgtEl>
                                          <p:spTgt spid="33886"/>
                                        </p:tgtEl>
                                        <p:attrNameLst>
                                          <p:attrName>style.visibility</p:attrName>
                                        </p:attrNameLst>
                                      </p:cBhvr>
                                      <p:to>
                                        <p:strVal val="visible"/>
                                      </p:to>
                                    </p:set>
                                    <p:anim calcmode="lin" valueType="num">
                                      <p:cBhvr>
                                        <p:cTn id="41" dur="500" fill="hold"/>
                                        <p:tgtEl>
                                          <p:spTgt spid="33886"/>
                                        </p:tgtEl>
                                        <p:attrNameLst>
                                          <p:attrName>ppt_w</p:attrName>
                                        </p:attrNameLst>
                                      </p:cBhvr>
                                      <p:tavLst>
                                        <p:tav tm="0">
                                          <p:val>
                                            <p:fltVal val="0"/>
                                          </p:val>
                                        </p:tav>
                                        <p:tav tm="100000">
                                          <p:val>
                                            <p:strVal val="#ppt_w"/>
                                          </p:val>
                                        </p:tav>
                                      </p:tavLst>
                                    </p:anim>
                                    <p:anim calcmode="lin" valueType="num">
                                      <p:cBhvr>
                                        <p:cTn id="42" dur="500" fill="hold"/>
                                        <p:tgtEl>
                                          <p:spTgt spid="33886"/>
                                        </p:tgtEl>
                                        <p:attrNameLst>
                                          <p:attrName>ppt_h</p:attrName>
                                        </p:attrNameLst>
                                      </p:cBhvr>
                                      <p:tavLst>
                                        <p:tav tm="0">
                                          <p:val>
                                            <p:fltVal val="0"/>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3877"/>
                                        </p:tgtEl>
                                        <p:attrNameLst>
                                          <p:attrName>style.visibility</p:attrName>
                                        </p:attrNameLst>
                                      </p:cBhvr>
                                      <p:to>
                                        <p:strVal val="visible"/>
                                      </p:to>
                                    </p:set>
                                    <p:animEffect transition="in" filter="dissolve">
                                      <p:cBhvr>
                                        <p:cTn id="47" dur="500"/>
                                        <p:tgtEl>
                                          <p:spTgt spid="33877"/>
                                        </p:tgtEl>
                                      </p:cBhvr>
                                    </p:animEffect>
                                  </p:childTnLst>
                                </p:cTn>
                              </p:par>
                            </p:childTnLst>
                          </p:cTn>
                        </p:par>
                        <p:par>
                          <p:cTn id="48" fill="hold" nodeType="afterGroup">
                            <p:stCondLst>
                              <p:cond delay="500"/>
                            </p:stCondLst>
                            <p:childTnLst>
                              <p:par>
                                <p:cTn id="49" presetID="22" presetClass="entr" presetSubtype="8" fill="hold" nodeType="afterEffect">
                                  <p:stCondLst>
                                    <p:cond delay="0"/>
                                  </p:stCondLst>
                                  <p:childTnLst>
                                    <p:set>
                                      <p:cBhvr>
                                        <p:cTn id="50" dur="1" fill="hold">
                                          <p:stCondLst>
                                            <p:cond delay="0"/>
                                          </p:stCondLst>
                                        </p:cTn>
                                        <p:tgtEl>
                                          <p:spTgt spid="33878"/>
                                        </p:tgtEl>
                                        <p:attrNameLst>
                                          <p:attrName>style.visibility</p:attrName>
                                        </p:attrNameLst>
                                      </p:cBhvr>
                                      <p:to>
                                        <p:strVal val="visible"/>
                                      </p:to>
                                    </p:set>
                                    <p:animEffect transition="in" filter="wipe(left)">
                                      <p:cBhvr>
                                        <p:cTn id="51" dur="500"/>
                                        <p:tgtEl>
                                          <p:spTgt spid="33878"/>
                                        </p:tgtEl>
                                      </p:cBhvr>
                                    </p:animEffect>
                                  </p:childTnLst>
                                </p:cTn>
                              </p:par>
                            </p:childTnLst>
                          </p:cTn>
                        </p:par>
                        <p:par>
                          <p:cTn id="52" fill="hold" nodeType="afterGroup">
                            <p:stCondLst>
                              <p:cond delay="1000"/>
                            </p:stCondLst>
                            <p:childTnLst>
                              <p:par>
                                <p:cTn id="53" presetID="22" presetClass="entr" presetSubtype="8" fill="hold" nodeType="afterEffect">
                                  <p:stCondLst>
                                    <p:cond delay="0"/>
                                  </p:stCondLst>
                                  <p:childTnLst>
                                    <p:set>
                                      <p:cBhvr>
                                        <p:cTn id="54" dur="1" fill="hold">
                                          <p:stCondLst>
                                            <p:cond delay="0"/>
                                          </p:stCondLst>
                                        </p:cTn>
                                        <p:tgtEl>
                                          <p:spTgt spid="3"/>
                                        </p:tgtEl>
                                        <p:attrNameLst>
                                          <p:attrName>style.visibility</p:attrName>
                                        </p:attrNameLst>
                                      </p:cBhvr>
                                      <p:to>
                                        <p:strVal val="visible"/>
                                      </p:to>
                                    </p:set>
                                    <p:animEffect transition="in" filter="wipe(left)">
                                      <p:cBhvr>
                                        <p:cTn id="55" dur="500"/>
                                        <p:tgtEl>
                                          <p:spTgt spid="3"/>
                                        </p:tgtEl>
                                      </p:cBhvr>
                                    </p:animEffect>
                                  </p:childTnLst>
                                </p:cTn>
                              </p:par>
                            </p:childTnLst>
                          </p:cTn>
                        </p:par>
                        <p:par>
                          <p:cTn id="56" fill="hold" nodeType="afterGroup">
                            <p:stCondLst>
                              <p:cond delay="1500"/>
                            </p:stCondLst>
                            <p:childTnLst>
                              <p:par>
                                <p:cTn id="57" presetID="22" presetClass="entr" presetSubtype="8" fill="hold" grpId="0" nodeType="after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wipe(left)">
                                      <p:cBhvr>
                                        <p:cTn id="59" dur="500"/>
                                        <p:tgtEl>
                                          <p:spTgt spid="35"/>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8" presetClass="entr" presetSubtype="6" fill="hold" nodeType="clickEffect">
                                  <p:stCondLst>
                                    <p:cond delay="0"/>
                                  </p:stCondLst>
                                  <p:childTnLst>
                                    <p:set>
                                      <p:cBhvr>
                                        <p:cTn id="63" dur="1" fill="hold">
                                          <p:stCondLst>
                                            <p:cond delay="0"/>
                                          </p:stCondLst>
                                        </p:cTn>
                                        <p:tgtEl>
                                          <p:spTgt spid="33883"/>
                                        </p:tgtEl>
                                        <p:attrNameLst>
                                          <p:attrName>style.visibility</p:attrName>
                                        </p:attrNameLst>
                                      </p:cBhvr>
                                      <p:to>
                                        <p:strVal val="visible"/>
                                      </p:to>
                                    </p:set>
                                    <p:animEffect transition="in" filter="strips(downRight)">
                                      <p:cBhvr>
                                        <p:cTn id="64" dur="500"/>
                                        <p:tgtEl>
                                          <p:spTgt spid="33883"/>
                                        </p:tgtEl>
                                      </p:cBhvr>
                                    </p:animEffect>
                                  </p:childTnLst>
                                </p:cTn>
                              </p:par>
                            </p:childTnLst>
                          </p:cTn>
                        </p:par>
                        <p:par>
                          <p:cTn id="65" fill="hold" nodeType="afterGroup">
                            <p:stCondLst>
                              <p:cond delay="500"/>
                            </p:stCondLst>
                            <p:childTnLst>
                              <p:par>
                                <p:cTn id="66" presetID="4" presetClass="entr" presetSubtype="32" fill="hold" nodeType="afterEffect">
                                  <p:stCondLst>
                                    <p:cond delay="0"/>
                                  </p:stCondLst>
                                  <p:childTnLst>
                                    <p:set>
                                      <p:cBhvr>
                                        <p:cTn id="67" dur="1" fill="hold">
                                          <p:stCondLst>
                                            <p:cond delay="0"/>
                                          </p:stCondLst>
                                        </p:cTn>
                                        <p:tgtEl>
                                          <p:spTgt spid="33882"/>
                                        </p:tgtEl>
                                        <p:attrNameLst>
                                          <p:attrName>style.visibility</p:attrName>
                                        </p:attrNameLst>
                                      </p:cBhvr>
                                      <p:to>
                                        <p:strVal val="visible"/>
                                      </p:to>
                                    </p:set>
                                    <p:animEffect transition="in" filter="box(out)">
                                      <p:cBhvr>
                                        <p:cTn id="68" dur="500"/>
                                        <p:tgtEl>
                                          <p:spTgt spid="33882"/>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dissolve">
                                      <p:cBhvr>
                                        <p:cTn id="73" dur="500"/>
                                        <p:tgtEl>
                                          <p:spTgt spid="31"/>
                                        </p:tgtEl>
                                      </p:cBhvr>
                                    </p:animEffect>
                                  </p:childTnLst>
                                </p:cTn>
                              </p:par>
                            </p:childTnLst>
                          </p:cTn>
                        </p:par>
                        <p:par>
                          <p:cTn id="74" fill="hold" nodeType="afterGroup">
                            <p:stCondLst>
                              <p:cond delay="500"/>
                            </p:stCondLst>
                            <p:childTnLst>
                              <p:par>
                                <p:cTn id="75" presetID="22" presetClass="entr" presetSubtype="8" fill="hold" nodeType="afterEffect">
                                  <p:stCondLst>
                                    <p:cond delay="0"/>
                                  </p:stCondLst>
                                  <p:childTnLst>
                                    <p:set>
                                      <p:cBhvr>
                                        <p:cTn id="76" dur="1" fill="hold">
                                          <p:stCondLst>
                                            <p:cond delay="0"/>
                                          </p:stCondLst>
                                        </p:cTn>
                                        <p:tgtEl>
                                          <p:spTgt spid="4"/>
                                        </p:tgtEl>
                                        <p:attrNameLst>
                                          <p:attrName>style.visibility</p:attrName>
                                        </p:attrNameLst>
                                      </p:cBhvr>
                                      <p:to>
                                        <p:strVal val="visible"/>
                                      </p:to>
                                    </p:set>
                                    <p:animEffect transition="in" filter="wipe(left)">
                                      <p:cBhvr>
                                        <p:cTn id="77" dur="500"/>
                                        <p:tgtEl>
                                          <p:spTgt spid="4"/>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dissolve">
                                      <p:cBhvr>
                                        <p:cTn id="82" dur="500"/>
                                        <p:tgtEl>
                                          <p:spTgt spid="33"/>
                                        </p:tgtEl>
                                      </p:cBhvr>
                                    </p:animEffect>
                                  </p:childTnLst>
                                </p:cTn>
                              </p:par>
                            </p:childTnLst>
                          </p:cTn>
                        </p:par>
                        <p:par>
                          <p:cTn id="83" fill="hold" nodeType="afterGroup">
                            <p:stCondLst>
                              <p:cond delay="500"/>
                            </p:stCondLst>
                            <p:childTnLst>
                              <p:par>
                                <p:cTn id="84" presetID="22" presetClass="entr" presetSubtype="8" fill="hold" nodeType="afterEffect">
                                  <p:stCondLst>
                                    <p:cond delay="0"/>
                                  </p:stCondLst>
                                  <p:childTnLst>
                                    <p:set>
                                      <p:cBhvr>
                                        <p:cTn id="85" dur="1" fill="hold">
                                          <p:stCondLst>
                                            <p:cond delay="0"/>
                                          </p:stCondLst>
                                        </p:cTn>
                                        <p:tgtEl>
                                          <p:spTgt spid="5"/>
                                        </p:tgtEl>
                                        <p:attrNameLst>
                                          <p:attrName>style.visibility</p:attrName>
                                        </p:attrNameLst>
                                      </p:cBhvr>
                                      <p:to>
                                        <p:strVal val="visible"/>
                                      </p:to>
                                    </p:set>
                                    <p:animEffect transition="in" filter="wipe(left)">
                                      <p:cBhvr>
                                        <p:cTn id="86" dur="500"/>
                                        <p:tgtEl>
                                          <p:spTgt spid="5"/>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9" presetClass="entr" presetSubtype="0" fill="hold" grpId="0" nodeType="click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dissolve">
                                      <p:cBhvr>
                                        <p:cTn id="9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66" grpId="0"/>
      <p:bldP spid="33867" grpId="0"/>
      <p:bldP spid="33868" grpId="0"/>
      <p:bldP spid="33870" grpId="0"/>
      <p:bldP spid="33872" grpId="0"/>
      <p:bldP spid="33877" grpId="0"/>
      <p:bldP spid="31" grpId="0"/>
      <p:bldP spid="33" grpId="0"/>
      <p:bldP spid="35" grpId="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93" name="Rectangle 125">
            <a:extLst>
              <a:ext uri="{FF2B5EF4-FFF2-40B4-BE49-F238E27FC236}">
                <a16:creationId xmlns:a16="http://schemas.microsoft.com/office/drawing/2014/main" id="{4BB30953-4880-4E12-BA0F-472DD759A97B}"/>
              </a:ext>
            </a:extLst>
          </p:cNvPr>
          <p:cNvSpPr>
            <a:spLocks noChangeArrowheads="1"/>
          </p:cNvSpPr>
          <p:nvPr/>
        </p:nvSpPr>
        <p:spPr bwMode="auto">
          <a:xfrm>
            <a:off x="228600" y="260350"/>
            <a:ext cx="7348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FF00"/>
                </a:solidFill>
                <a:latin typeface="宋体" panose="02010600030101010101" pitchFamily="2" charset="-122"/>
              </a:rPr>
              <a:t>三</a:t>
            </a:r>
            <a:r>
              <a:rPr lang="en-US" altLang="zh-CN" sz="2800">
                <a:solidFill>
                  <a:srgbClr val="FFFF00"/>
                </a:solidFill>
                <a:latin typeface="宋体" panose="02010600030101010101" pitchFamily="2" charset="-122"/>
              </a:rPr>
              <a:t>.</a:t>
            </a:r>
            <a:r>
              <a:rPr lang="zh-CN" altLang="en-US" sz="2800">
                <a:solidFill>
                  <a:srgbClr val="FFFF00"/>
                </a:solidFill>
                <a:latin typeface="宋体" panose="02010600030101010101" pitchFamily="2" charset="-122"/>
              </a:rPr>
              <a:t>决定原子中电子运动状态的四个量子数 </a:t>
            </a:r>
          </a:p>
        </p:txBody>
      </p:sp>
      <p:sp>
        <p:nvSpPr>
          <p:cNvPr id="32894" name="Rectangle 126">
            <a:extLst>
              <a:ext uri="{FF2B5EF4-FFF2-40B4-BE49-F238E27FC236}">
                <a16:creationId xmlns:a16="http://schemas.microsoft.com/office/drawing/2014/main" id="{4314404D-4A2E-4170-B88A-4F109E536076}"/>
              </a:ext>
            </a:extLst>
          </p:cNvPr>
          <p:cNvSpPr>
            <a:spLocks noChangeArrowheads="1"/>
          </p:cNvSpPr>
          <p:nvPr/>
        </p:nvSpPr>
        <p:spPr bwMode="auto">
          <a:xfrm>
            <a:off x="228600" y="908050"/>
            <a:ext cx="563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9875">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a:solidFill>
                  <a:srgbClr val="CCFF66"/>
                </a:solidFill>
                <a:latin typeface="宋体" panose="02010600030101010101" pitchFamily="2" charset="-122"/>
              </a:rPr>
              <a:t>（</a:t>
            </a:r>
            <a:r>
              <a:rPr lang="en-US" altLang="zh-CN">
                <a:solidFill>
                  <a:srgbClr val="CCFF66"/>
                </a:solidFill>
                <a:latin typeface="宋体" panose="02010600030101010101" pitchFamily="2" charset="-122"/>
              </a:rPr>
              <a:t>1</a:t>
            </a:r>
            <a:r>
              <a:rPr lang="zh-CN" altLang="en-US">
                <a:solidFill>
                  <a:srgbClr val="CCFF66"/>
                </a:solidFill>
                <a:latin typeface="宋体" panose="02010600030101010101" pitchFamily="2" charset="-122"/>
              </a:rPr>
              <a:t>）主量子数</a:t>
            </a:r>
            <a:endParaRPr lang="zh-CN" altLang="en-US">
              <a:solidFill>
                <a:srgbClr val="CCFFFF"/>
              </a:solidFill>
              <a:latin typeface="宋体" panose="02010600030101010101" pitchFamily="2" charset="-122"/>
            </a:endParaRPr>
          </a:p>
        </p:txBody>
      </p:sp>
      <p:graphicFrame>
        <p:nvGraphicFramePr>
          <p:cNvPr id="32895" name="Object 2">
            <a:extLst>
              <a:ext uri="{FF2B5EF4-FFF2-40B4-BE49-F238E27FC236}">
                <a16:creationId xmlns:a16="http://schemas.microsoft.com/office/drawing/2014/main" id="{D1E65378-8A05-4C27-AA22-6B0D5A2B5BC0}"/>
              </a:ext>
            </a:extLst>
          </p:cNvPr>
          <p:cNvGraphicFramePr>
            <a:graphicFrameLocks/>
          </p:cNvGraphicFramePr>
          <p:nvPr/>
        </p:nvGraphicFramePr>
        <p:xfrm>
          <a:off x="2728913" y="2062163"/>
          <a:ext cx="2882900" cy="406400"/>
        </p:xfrm>
        <a:graphic>
          <a:graphicData uri="http://schemas.openxmlformats.org/presentationml/2006/ole">
            <mc:AlternateContent xmlns:mc="http://schemas.openxmlformats.org/markup-compatibility/2006">
              <mc:Choice xmlns:v="urn:schemas-microsoft-com:vml" Requires="v">
                <p:oleObj spid="_x0000_s554175" r:id="rId3" imgW="1188720" imgH="152290" progId="Equation.3">
                  <p:embed/>
                </p:oleObj>
              </mc:Choice>
              <mc:Fallback>
                <p:oleObj r:id="rId3" imgW="1188720" imgH="152290" progId="Equation.3">
                  <p:embed/>
                  <p:pic>
                    <p:nvPicPr>
                      <p:cNvPr id="32895" name="Object 2">
                        <a:extLst>
                          <a:ext uri="{FF2B5EF4-FFF2-40B4-BE49-F238E27FC236}">
                            <a16:creationId xmlns:a16="http://schemas.microsoft.com/office/drawing/2014/main" id="{D1E65378-8A05-4C27-AA22-6B0D5A2B5BC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8913" y="2062163"/>
                        <a:ext cx="28829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2896" name="Object 3">
            <a:extLst>
              <a:ext uri="{FF2B5EF4-FFF2-40B4-BE49-F238E27FC236}">
                <a16:creationId xmlns:a16="http://schemas.microsoft.com/office/drawing/2014/main" id="{F9240156-9529-4338-BCD6-F6BF25879330}"/>
              </a:ext>
            </a:extLst>
          </p:cNvPr>
          <p:cNvGraphicFramePr>
            <a:graphicFrameLocks/>
          </p:cNvGraphicFramePr>
          <p:nvPr/>
        </p:nvGraphicFramePr>
        <p:xfrm>
          <a:off x="2759075" y="3686175"/>
          <a:ext cx="3067050" cy="463550"/>
        </p:xfrm>
        <a:graphic>
          <a:graphicData uri="http://schemas.openxmlformats.org/presentationml/2006/ole">
            <mc:AlternateContent xmlns:mc="http://schemas.openxmlformats.org/markup-compatibility/2006">
              <mc:Choice xmlns:v="urn:schemas-microsoft-com:vml" Requires="v">
                <p:oleObj spid="_x0000_s554176" r:id="rId5" imgW="1241883" imgH="175197" progId="Equation.3">
                  <p:embed/>
                </p:oleObj>
              </mc:Choice>
              <mc:Fallback>
                <p:oleObj r:id="rId5" imgW="1241883" imgH="175197" progId="Equation.3">
                  <p:embed/>
                  <p:pic>
                    <p:nvPicPr>
                      <p:cNvPr id="32896" name="Object 3">
                        <a:extLst>
                          <a:ext uri="{FF2B5EF4-FFF2-40B4-BE49-F238E27FC236}">
                            <a16:creationId xmlns:a16="http://schemas.microsoft.com/office/drawing/2014/main" id="{F9240156-9529-4338-BCD6-F6BF25879330}"/>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9075" y="3686175"/>
                        <a:ext cx="306705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2897" name="Object 4">
            <a:extLst>
              <a:ext uri="{FF2B5EF4-FFF2-40B4-BE49-F238E27FC236}">
                <a16:creationId xmlns:a16="http://schemas.microsoft.com/office/drawing/2014/main" id="{5F24C745-8105-4974-B16E-1C885826C684}"/>
              </a:ext>
            </a:extLst>
          </p:cNvPr>
          <p:cNvGraphicFramePr>
            <a:graphicFrameLocks/>
          </p:cNvGraphicFramePr>
          <p:nvPr/>
        </p:nvGraphicFramePr>
        <p:xfrm>
          <a:off x="3327400" y="5124450"/>
          <a:ext cx="2005013" cy="457200"/>
        </p:xfrm>
        <a:graphic>
          <a:graphicData uri="http://schemas.openxmlformats.org/presentationml/2006/ole">
            <mc:AlternateContent xmlns:mc="http://schemas.openxmlformats.org/markup-compatibility/2006">
              <mc:Choice xmlns:v="urn:schemas-microsoft-com:vml" Requires="v">
                <p:oleObj spid="_x0000_s554177" r:id="rId7" imgW="731520" imgH="175197" progId="Equation.3">
                  <p:embed/>
                </p:oleObj>
              </mc:Choice>
              <mc:Fallback>
                <p:oleObj r:id="rId7" imgW="731520" imgH="175197" progId="Equation.3">
                  <p:embed/>
                  <p:pic>
                    <p:nvPicPr>
                      <p:cNvPr id="32897" name="Object 4">
                        <a:extLst>
                          <a:ext uri="{FF2B5EF4-FFF2-40B4-BE49-F238E27FC236}">
                            <a16:creationId xmlns:a16="http://schemas.microsoft.com/office/drawing/2014/main" id="{5F24C745-8105-4974-B16E-1C885826C684}"/>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27400" y="5124450"/>
                        <a:ext cx="2005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2898" name="Rectangle 130">
            <a:extLst>
              <a:ext uri="{FF2B5EF4-FFF2-40B4-BE49-F238E27FC236}">
                <a16:creationId xmlns:a16="http://schemas.microsoft.com/office/drawing/2014/main" id="{302ED67F-2D70-48E1-896A-B4EF32862B37}"/>
              </a:ext>
            </a:extLst>
          </p:cNvPr>
          <p:cNvSpPr>
            <a:spLocks noChangeArrowheads="1"/>
          </p:cNvSpPr>
          <p:nvPr/>
        </p:nvSpPr>
        <p:spPr bwMode="auto">
          <a:xfrm>
            <a:off x="503238" y="1989138"/>
            <a:ext cx="2554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a:solidFill>
                  <a:srgbClr val="CCFF66"/>
                </a:solidFill>
                <a:latin typeface="宋体" panose="02010600030101010101" pitchFamily="2" charset="-122"/>
              </a:rPr>
              <a:t>（</a:t>
            </a:r>
            <a:r>
              <a:rPr lang="en-US" altLang="zh-CN">
                <a:solidFill>
                  <a:srgbClr val="CCFF66"/>
                </a:solidFill>
                <a:latin typeface="宋体" panose="02010600030101010101" pitchFamily="2" charset="-122"/>
              </a:rPr>
              <a:t>2</a:t>
            </a:r>
            <a:r>
              <a:rPr lang="zh-CN" altLang="en-US">
                <a:solidFill>
                  <a:srgbClr val="CCFF66"/>
                </a:solidFill>
                <a:latin typeface="宋体" panose="02010600030101010101" pitchFamily="2" charset="-122"/>
              </a:rPr>
              <a:t>）角量子数   </a:t>
            </a:r>
          </a:p>
        </p:txBody>
      </p:sp>
      <p:sp>
        <p:nvSpPr>
          <p:cNvPr id="32899" name="Rectangle 131">
            <a:extLst>
              <a:ext uri="{FF2B5EF4-FFF2-40B4-BE49-F238E27FC236}">
                <a16:creationId xmlns:a16="http://schemas.microsoft.com/office/drawing/2014/main" id="{5B170825-D6F8-454C-ADBD-8448352B3BC2}"/>
              </a:ext>
            </a:extLst>
          </p:cNvPr>
          <p:cNvSpPr>
            <a:spLocks noChangeArrowheads="1"/>
          </p:cNvSpPr>
          <p:nvPr/>
        </p:nvSpPr>
        <p:spPr bwMode="auto">
          <a:xfrm>
            <a:off x="533400" y="3654425"/>
            <a:ext cx="3521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a:solidFill>
                  <a:srgbClr val="CCFF66"/>
                </a:solidFill>
                <a:latin typeface="宋体" panose="02010600030101010101" pitchFamily="2" charset="-122"/>
              </a:rPr>
              <a:t>（</a:t>
            </a:r>
            <a:r>
              <a:rPr lang="en-US" altLang="zh-CN">
                <a:solidFill>
                  <a:srgbClr val="CCFF66"/>
                </a:solidFill>
                <a:latin typeface="宋体" panose="02010600030101010101" pitchFamily="2" charset="-122"/>
              </a:rPr>
              <a:t>3</a:t>
            </a:r>
            <a:r>
              <a:rPr lang="zh-CN" altLang="en-US">
                <a:solidFill>
                  <a:srgbClr val="CCFF66"/>
                </a:solidFill>
                <a:latin typeface="宋体" panose="02010600030101010101" pitchFamily="2" charset="-122"/>
              </a:rPr>
              <a:t>）磁量子数</a:t>
            </a:r>
          </a:p>
        </p:txBody>
      </p:sp>
      <p:sp>
        <p:nvSpPr>
          <p:cNvPr id="32900" name="Rectangle 132">
            <a:extLst>
              <a:ext uri="{FF2B5EF4-FFF2-40B4-BE49-F238E27FC236}">
                <a16:creationId xmlns:a16="http://schemas.microsoft.com/office/drawing/2014/main" id="{99861BD0-3A84-4B5C-8FC1-1C75684D2949}"/>
              </a:ext>
            </a:extLst>
          </p:cNvPr>
          <p:cNvSpPr>
            <a:spLocks noChangeArrowheads="1"/>
          </p:cNvSpPr>
          <p:nvPr/>
        </p:nvSpPr>
        <p:spPr bwMode="auto">
          <a:xfrm>
            <a:off x="520700" y="5132388"/>
            <a:ext cx="3749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CCFF66"/>
                </a:solidFill>
                <a:latin typeface="宋体" panose="02010600030101010101" pitchFamily="2" charset="-122"/>
              </a:rPr>
              <a:t>（</a:t>
            </a:r>
            <a:r>
              <a:rPr lang="en-US" altLang="zh-CN">
                <a:solidFill>
                  <a:srgbClr val="CCFF66"/>
                </a:solidFill>
                <a:latin typeface="宋体" panose="02010600030101010101" pitchFamily="2" charset="-122"/>
              </a:rPr>
              <a:t>4</a:t>
            </a:r>
            <a:r>
              <a:rPr lang="zh-CN" altLang="en-US">
                <a:solidFill>
                  <a:srgbClr val="CCFF66"/>
                </a:solidFill>
                <a:latin typeface="宋体" panose="02010600030101010101" pitchFamily="2" charset="-122"/>
              </a:rPr>
              <a:t>）自旋磁量子数</a:t>
            </a:r>
          </a:p>
        </p:txBody>
      </p:sp>
      <p:sp>
        <p:nvSpPr>
          <p:cNvPr id="32901" name="Rectangle 133">
            <a:extLst>
              <a:ext uri="{FF2B5EF4-FFF2-40B4-BE49-F238E27FC236}">
                <a16:creationId xmlns:a16="http://schemas.microsoft.com/office/drawing/2014/main" id="{23B21941-4607-4F74-879D-98E5B695D38A}"/>
              </a:ext>
            </a:extLst>
          </p:cNvPr>
          <p:cNvSpPr>
            <a:spLocks noChangeArrowheads="1"/>
          </p:cNvSpPr>
          <p:nvPr/>
        </p:nvSpPr>
        <p:spPr bwMode="auto">
          <a:xfrm>
            <a:off x="1262063" y="1458913"/>
            <a:ext cx="6118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latin typeface="宋体" panose="02010600030101010101" pitchFamily="2" charset="-122"/>
              </a:rPr>
              <a:t>决定了原子中电子的能量</a:t>
            </a:r>
          </a:p>
        </p:txBody>
      </p:sp>
      <p:sp>
        <p:nvSpPr>
          <p:cNvPr id="32902" name="Rectangle 134">
            <a:extLst>
              <a:ext uri="{FF2B5EF4-FFF2-40B4-BE49-F238E27FC236}">
                <a16:creationId xmlns:a16="http://schemas.microsoft.com/office/drawing/2014/main" id="{48B6469B-FF02-426C-B67A-10BA8B3F5063}"/>
              </a:ext>
            </a:extLst>
          </p:cNvPr>
          <p:cNvSpPr>
            <a:spLocks noChangeArrowheads="1"/>
          </p:cNvSpPr>
          <p:nvPr/>
        </p:nvSpPr>
        <p:spPr bwMode="auto">
          <a:xfrm>
            <a:off x="1000125" y="3068638"/>
            <a:ext cx="792956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pPr>
            <a:r>
              <a:rPr lang="zh-CN" altLang="en-US">
                <a:solidFill>
                  <a:schemeClr val="bg1"/>
                </a:solidFill>
                <a:latin typeface="宋体" panose="02010600030101010101" pitchFamily="2" charset="-122"/>
              </a:rPr>
              <a:t>决定原子中电子的轨道角动量，对能量也有稍许影响</a:t>
            </a:r>
          </a:p>
        </p:txBody>
      </p:sp>
      <p:sp>
        <p:nvSpPr>
          <p:cNvPr id="32903" name="Rectangle 135">
            <a:extLst>
              <a:ext uri="{FF2B5EF4-FFF2-40B4-BE49-F238E27FC236}">
                <a16:creationId xmlns:a16="http://schemas.microsoft.com/office/drawing/2014/main" id="{B7A8F508-409F-4C41-BBC3-52B1487628AC}"/>
              </a:ext>
            </a:extLst>
          </p:cNvPr>
          <p:cNvSpPr>
            <a:spLocks noChangeArrowheads="1"/>
          </p:cNvSpPr>
          <p:nvPr/>
        </p:nvSpPr>
        <p:spPr bwMode="auto">
          <a:xfrm>
            <a:off x="928688" y="4614863"/>
            <a:ext cx="7258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它决定了电子轨道角动量</a:t>
            </a:r>
            <a:r>
              <a:rPr lang="en-US" altLang="zh-CN" i="1">
                <a:solidFill>
                  <a:schemeClr val="bg1"/>
                </a:solidFill>
                <a:latin typeface="宋体" panose="02010600030101010101" pitchFamily="2" charset="-122"/>
              </a:rPr>
              <a:t>L </a:t>
            </a:r>
            <a:r>
              <a:rPr lang="zh-CN" altLang="en-US">
                <a:solidFill>
                  <a:schemeClr val="bg1"/>
                </a:solidFill>
                <a:latin typeface="宋体" panose="02010600030101010101" pitchFamily="2" charset="-122"/>
              </a:rPr>
              <a:t>在外磁场中的空间取向</a:t>
            </a:r>
          </a:p>
        </p:txBody>
      </p:sp>
      <p:sp>
        <p:nvSpPr>
          <p:cNvPr id="32904" name="Rectangle 136">
            <a:extLst>
              <a:ext uri="{FF2B5EF4-FFF2-40B4-BE49-F238E27FC236}">
                <a16:creationId xmlns:a16="http://schemas.microsoft.com/office/drawing/2014/main" id="{B7FA401D-40D0-4F34-A366-397002D2EE65}"/>
              </a:ext>
            </a:extLst>
          </p:cNvPr>
          <p:cNvSpPr>
            <a:spLocks noChangeArrowheads="1"/>
          </p:cNvSpPr>
          <p:nvPr/>
        </p:nvSpPr>
        <p:spPr bwMode="auto">
          <a:xfrm>
            <a:off x="928688" y="6140450"/>
            <a:ext cx="7200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它决定了电子自旋角动量在外磁场中的空间取向。</a:t>
            </a:r>
          </a:p>
        </p:txBody>
      </p:sp>
      <p:graphicFrame>
        <p:nvGraphicFramePr>
          <p:cNvPr id="32905" name="Object 5">
            <a:extLst>
              <a:ext uri="{FF2B5EF4-FFF2-40B4-BE49-F238E27FC236}">
                <a16:creationId xmlns:a16="http://schemas.microsoft.com/office/drawing/2014/main" id="{4DA0C9BD-3B9D-4C33-8747-6EDA045395FE}"/>
              </a:ext>
            </a:extLst>
          </p:cNvPr>
          <p:cNvGraphicFramePr>
            <a:graphicFrameLocks/>
          </p:cNvGraphicFramePr>
          <p:nvPr/>
        </p:nvGraphicFramePr>
        <p:xfrm>
          <a:off x="2897188" y="935038"/>
          <a:ext cx="2206625" cy="406400"/>
        </p:xfrm>
        <a:graphic>
          <a:graphicData uri="http://schemas.openxmlformats.org/presentationml/2006/ole">
            <mc:AlternateContent xmlns:mc="http://schemas.openxmlformats.org/markup-compatibility/2006">
              <mc:Choice xmlns:v="urn:schemas-microsoft-com:vml" Requires="v">
                <p:oleObj spid="_x0000_s554178" r:id="rId9" imgW="899089" imgH="152290" progId="Equation.3">
                  <p:embed/>
                </p:oleObj>
              </mc:Choice>
              <mc:Fallback>
                <p:oleObj r:id="rId9" imgW="899089" imgH="152290" progId="Equation.3">
                  <p:embed/>
                  <p:pic>
                    <p:nvPicPr>
                      <p:cNvPr id="32905" name="Object 5">
                        <a:extLst>
                          <a:ext uri="{FF2B5EF4-FFF2-40B4-BE49-F238E27FC236}">
                            <a16:creationId xmlns:a16="http://schemas.microsoft.com/office/drawing/2014/main" id="{4DA0C9BD-3B9D-4C33-8747-6EDA045395FE}"/>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97188" y="935038"/>
                        <a:ext cx="220662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2906" name="Object 6">
            <a:extLst>
              <a:ext uri="{FF2B5EF4-FFF2-40B4-BE49-F238E27FC236}">
                <a16:creationId xmlns:a16="http://schemas.microsoft.com/office/drawing/2014/main" id="{1D5BB734-4EE3-4E28-BEF9-B3CBEA0927C6}"/>
              </a:ext>
            </a:extLst>
          </p:cNvPr>
          <p:cNvGraphicFramePr>
            <a:graphicFrameLocks/>
          </p:cNvGraphicFramePr>
          <p:nvPr/>
        </p:nvGraphicFramePr>
        <p:xfrm>
          <a:off x="2500313" y="2565400"/>
          <a:ext cx="2228850" cy="525463"/>
        </p:xfrm>
        <a:graphic>
          <a:graphicData uri="http://schemas.openxmlformats.org/presentationml/2006/ole">
            <mc:AlternateContent xmlns:mc="http://schemas.openxmlformats.org/markup-compatibility/2006">
              <mc:Choice xmlns:v="urn:schemas-microsoft-com:vml" Requires="v">
                <p:oleObj spid="_x0000_s554179" r:id="rId11" imgW="807649" imgH="198104" progId="Equation.3">
                  <p:embed/>
                </p:oleObj>
              </mc:Choice>
              <mc:Fallback>
                <p:oleObj r:id="rId11" imgW="807649" imgH="198104" progId="Equation.3">
                  <p:embed/>
                  <p:pic>
                    <p:nvPicPr>
                      <p:cNvPr id="32906" name="Object 6">
                        <a:extLst>
                          <a:ext uri="{FF2B5EF4-FFF2-40B4-BE49-F238E27FC236}">
                            <a16:creationId xmlns:a16="http://schemas.microsoft.com/office/drawing/2014/main" id="{1D5BB734-4EE3-4E28-BEF9-B3CBEA0927C6}"/>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00313" y="2565400"/>
                        <a:ext cx="222885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2907" name="Object 7">
            <a:extLst>
              <a:ext uri="{FF2B5EF4-FFF2-40B4-BE49-F238E27FC236}">
                <a16:creationId xmlns:a16="http://schemas.microsoft.com/office/drawing/2014/main" id="{C759684D-2355-4D32-8FF9-2A1DDD3ECA04}"/>
              </a:ext>
            </a:extLst>
          </p:cNvPr>
          <p:cNvGraphicFramePr>
            <a:graphicFrameLocks/>
          </p:cNvGraphicFramePr>
          <p:nvPr/>
        </p:nvGraphicFramePr>
        <p:xfrm>
          <a:off x="2928938" y="4143375"/>
          <a:ext cx="1785937" cy="519113"/>
        </p:xfrm>
        <a:graphic>
          <a:graphicData uri="http://schemas.openxmlformats.org/presentationml/2006/ole">
            <mc:AlternateContent xmlns:mc="http://schemas.openxmlformats.org/markup-compatibility/2006">
              <mc:Choice xmlns:v="urn:schemas-microsoft-com:vml" Requires="v">
                <p:oleObj spid="_x0000_s554180" r:id="rId13" imgW="518018" imgH="175197" progId="Equation.3">
                  <p:embed/>
                </p:oleObj>
              </mc:Choice>
              <mc:Fallback>
                <p:oleObj r:id="rId13" imgW="518018" imgH="175197" progId="Equation.3">
                  <p:embed/>
                  <p:pic>
                    <p:nvPicPr>
                      <p:cNvPr id="32907" name="Object 7">
                        <a:extLst>
                          <a:ext uri="{FF2B5EF4-FFF2-40B4-BE49-F238E27FC236}">
                            <a16:creationId xmlns:a16="http://schemas.microsoft.com/office/drawing/2014/main" id="{C759684D-2355-4D32-8FF9-2A1DDD3ECA04}"/>
                          </a:ext>
                        </a:extLst>
                      </p:cNvPr>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28938" y="4143375"/>
                        <a:ext cx="17859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2908" name="Object 8">
            <a:extLst>
              <a:ext uri="{FF2B5EF4-FFF2-40B4-BE49-F238E27FC236}">
                <a16:creationId xmlns:a16="http://schemas.microsoft.com/office/drawing/2014/main" id="{2445BF5F-E73F-499D-AFAE-29113CDDFD9D}"/>
              </a:ext>
            </a:extLst>
          </p:cNvPr>
          <p:cNvGraphicFramePr>
            <a:graphicFrameLocks/>
          </p:cNvGraphicFramePr>
          <p:nvPr/>
        </p:nvGraphicFramePr>
        <p:xfrm>
          <a:off x="3086100" y="5632450"/>
          <a:ext cx="1555750" cy="533400"/>
        </p:xfrm>
        <a:graphic>
          <a:graphicData uri="http://schemas.openxmlformats.org/presentationml/2006/ole">
            <mc:AlternateContent xmlns:mc="http://schemas.openxmlformats.org/markup-compatibility/2006">
              <mc:Choice xmlns:v="urn:schemas-microsoft-com:vml" Requires="v">
                <p:oleObj spid="_x0000_s554181" r:id="rId15" imgW="533329" imgH="175197" progId="Equation.3">
                  <p:embed/>
                </p:oleObj>
              </mc:Choice>
              <mc:Fallback>
                <p:oleObj r:id="rId15" imgW="533329" imgH="175197" progId="Equation.3">
                  <p:embed/>
                  <p:pic>
                    <p:nvPicPr>
                      <p:cNvPr id="32908" name="Object 8">
                        <a:extLst>
                          <a:ext uri="{FF2B5EF4-FFF2-40B4-BE49-F238E27FC236}">
                            <a16:creationId xmlns:a16="http://schemas.microsoft.com/office/drawing/2014/main" id="{2445BF5F-E73F-499D-AFAE-29113CDDFD9D}"/>
                          </a:ext>
                        </a:extLst>
                      </p:cNvPr>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86100" y="5632450"/>
                        <a:ext cx="15557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86" name="灯片编号占位符 1">
            <a:extLst>
              <a:ext uri="{FF2B5EF4-FFF2-40B4-BE49-F238E27FC236}">
                <a16:creationId xmlns:a16="http://schemas.microsoft.com/office/drawing/2014/main" id="{6608DD29-5769-4A33-B8EC-62DD3587052E}"/>
              </a:ext>
            </a:extLst>
          </p:cNvPr>
          <p:cNvSpPr txBox="1">
            <a:spLocks noChangeArrowheads="1"/>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FCC53F53-9447-4DD2-A279-81D32AC131E1}" type="slidenum">
              <a:rPr lang="en-US" altLang="zh-CN" b="0">
                <a:solidFill>
                  <a:srgbClr val="FF00FF"/>
                </a:solidFill>
              </a:rPr>
              <a:pPr eaLnBrk="1" hangingPunct="1"/>
              <a:t>7</a:t>
            </a:fld>
            <a:r>
              <a:rPr lang="en-US" altLang="zh-CN" b="0">
                <a:solidFill>
                  <a:srgbClr val="FF00FF"/>
                </a:solidFill>
              </a:rPr>
              <a:t>/22</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2893"/>
                                        </p:tgtEl>
                                        <p:attrNameLst>
                                          <p:attrName>style.visibility</p:attrName>
                                        </p:attrNameLst>
                                      </p:cBhvr>
                                      <p:to>
                                        <p:strVal val="visible"/>
                                      </p:to>
                                    </p:set>
                                    <p:animEffect transition="in" filter="wipe(left)">
                                      <p:cBhvr>
                                        <p:cTn id="7" dur="1000"/>
                                        <p:tgtEl>
                                          <p:spTgt spid="328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894"/>
                                        </p:tgtEl>
                                        <p:attrNameLst>
                                          <p:attrName>style.visibility</p:attrName>
                                        </p:attrNameLst>
                                      </p:cBhvr>
                                      <p:to>
                                        <p:strVal val="visible"/>
                                      </p:to>
                                    </p:set>
                                    <p:animEffect transition="in" filter="blinds(horizontal)">
                                      <p:cBhvr>
                                        <p:cTn id="12" dur="500"/>
                                        <p:tgtEl>
                                          <p:spTgt spid="32894"/>
                                        </p:tgtEl>
                                      </p:cBhvr>
                                    </p:animEffect>
                                  </p:childTnLst>
                                </p:cTn>
                              </p:par>
                              <p:par>
                                <p:cTn id="13" presetID="3" presetClass="entr" presetSubtype="10" fill="hold" nodeType="withEffect">
                                  <p:stCondLst>
                                    <p:cond delay="0"/>
                                  </p:stCondLst>
                                  <p:childTnLst>
                                    <p:set>
                                      <p:cBhvr>
                                        <p:cTn id="14" dur="1" fill="hold">
                                          <p:stCondLst>
                                            <p:cond delay="0"/>
                                          </p:stCondLst>
                                        </p:cTn>
                                        <p:tgtEl>
                                          <p:spTgt spid="32905"/>
                                        </p:tgtEl>
                                        <p:attrNameLst>
                                          <p:attrName>style.visibility</p:attrName>
                                        </p:attrNameLst>
                                      </p:cBhvr>
                                      <p:to>
                                        <p:strVal val="visible"/>
                                      </p:to>
                                    </p:set>
                                    <p:animEffect transition="in" filter="blinds(horizontal)">
                                      <p:cBhvr>
                                        <p:cTn id="15" dur="500"/>
                                        <p:tgtEl>
                                          <p:spTgt spid="32905"/>
                                        </p:tgtEl>
                                      </p:cBhvr>
                                    </p:animEffect>
                                  </p:childTnLst>
                                </p:cTn>
                              </p:par>
                            </p:childTnLst>
                          </p:cTn>
                        </p:par>
                        <p:par>
                          <p:cTn id="16" fill="hold" nodeType="afterGroup">
                            <p:stCondLst>
                              <p:cond delay="500"/>
                            </p:stCondLst>
                            <p:childTnLst>
                              <p:par>
                                <p:cTn id="17" presetID="3" presetClass="entr" presetSubtype="10" fill="hold" grpId="0" nodeType="afterEffect">
                                  <p:stCondLst>
                                    <p:cond delay="0"/>
                                  </p:stCondLst>
                                  <p:childTnLst>
                                    <p:set>
                                      <p:cBhvr>
                                        <p:cTn id="18" dur="1" fill="hold">
                                          <p:stCondLst>
                                            <p:cond delay="0"/>
                                          </p:stCondLst>
                                        </p:cTn>
                                        <p:tgtEl>
                                          <p:spTgt spid="32901"/>
                                        </p:tgtEl>
                                        <p:attrNameLst>
                                          <p:attrName>style.visibility</p:attrName>
                                        </p:attrNameLst>
                                      </p:cBhvr>
                                      <p:to>
                                        <p:strVal val="visible"/>
                                      </p:to>
                                    </p:set>
                                    <p:animEffect transition="in" filter="blinds(horizontal)">
                                      <p:cBhvr>
                                        <p:cTn id="19" dur="500"/>
                                        <p:tgtEl>
                                          <p:spTgt spid="3290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32898"/>
                                        </p:tgtEl>
                                        <p:attrNameLst>
                                          <p:attrName>style.visibility</p:attrName>
                                        </p:attrNameLst>
                                      </p:cBhvr>
                                      <p:to>
                                        <p:strVal val="visible"/>
                                      </p:to>
                                    </p:set>
                                    <p:animEffect transition="in" filter="blinds(horizontal)">
                                      <p:cBhvr>
                                        <p:cTn id="24" dur="500"/>
                                        <p:tgtEl>
                                          <p:spTgt spid="32898"/>
                                        </p:tgtEl>
                                      </p:cBhvr>
                                    </p:animEffect>
                                  </p:childTnLst>
                                </p:cTn>
                              </p:par>
                              <p:par>
                                <p:cTn id="25" presetID="3" presetClass="entr" presetSubtype="10" fill="hold" nodeType="withEffect">
                                  <p:stCondLst>
                                    <p:cond delay="0"/>
                                  </p:stCondLst>
                                  <p:childTnLst>
                                    <p:set>
                                      <p:cBhvr>
                                        <p:cTn id="26" dur="1" fill="hold">
                                          <p:stCondLst>
                                            <p:cond delay="0"/>
                                          </p:stCondLst>
                                        </p:cTn>
                                        <p:tgtEl>
                                          <p:spTgt spid="32895"/>
                                        </p:tgtEl>
                                        <p:attrNameLst>
                                          <p:attrName>style.visibility</p:attrName>
                                        </p:attrNameLst>
                                      </p:cBhvr>
                                      <p:to>
                                        <p:strVal val="visible"/>
                                      </p:to>
                                    </p:set>
                                    <p:animEffect transition="in" filter="blinds(horizontal)">
                                      <p:cBhvr>
                                        <p:cTn id="27" dur="500"/>
                                        <p:tgtEl>
                                          <p:spTgt spid="32895"/>
                                        </p:tgtEl>
                                      </p:cBhvr>
                                    </p:animEffect>
                                  </p:childTnLst>
                                </p:cTn>
                              </p:par>
                            </p:childTnLst>
                          </p:cTn>
                        </p:par>
                        <p:par>
                          <p:cTn id="28" fill="hold" nodeType="afterGroup">
                            <p:stCondLst>
                              <p:cond delay="500"/>
                            </p:stCondLst>
                            <p:childTnLst>
                              <p:par>
                                <p:cTn id="29" presetID="3" presetClass="entr" presetSubtype="10" fill="hold" nodeType="afterEffect">
                                  <p:stCondLst>
                                    <p:cond delay="0"/>
                                  </p:stCondLst>
                                  <p:childTnLst>
                                    <p:set>
                                      <p:cBhvr>
                                        <p:cTn id="30" dur="1" fill="hold">
                                          <p:stCondLst>
                                            <p:cond delay="0"/>
                                          </p:stCondLst>
                                        </p:cTn>
                                        <p:tgtEl>
                                          <p:spTgt spid="32906"/>
                                        </p:tgtEl>
                                        <p:attrNameLst>
                                          <p:attrName>style.visibility</p:attrName>
                                        </p:attrNameLst>
                                      </p:cBhvr>
                                      <p:to>
                                        <p:strVal val="visible"/>
                                      </p:to>
                                    </p:set>
                                    <p:animEffect transition="in" filter="blinds(horizontal)">
                                      <p:cBhvr>
                                        <p:cTn id="31" dur="500"/>
                                        <p:tgtEl>
                                          <p:spTgt spid="32906"/>
                                        </p:tgtEl>
                                      </p:cBhvr>
                                    </p:animEffect>
                                  </p:childTnLst>
                                </p:cTn>
                              </p:par>
                            </p:childTnLst>
                          </p:cTn>
                        </p:par>
                        <p:par>
                          <p:cTn id="32" fill="hold" nodeType="afterGroup">
                            <p:stCondLst>
                              <p:cond delay="1000"/>
                            </p:stCondLst>
                            <p:childTnLst>
                              <p:par>
                                <p:cTn id="33" presetID="3" presetClass="entr" presetSubtype="10" fill="hold" grpId="0" nodeType="afterEffect">
                                  <p:stCondLst>
                                    <p:cond delay="0"/>
                                  </p:stCondLst>
                                  <p:childTnLst>
                                    <p:set>
                                      <p:cBhvr>
                                        <p:cTn id="34" dur="1" fill="hold">
                                          <p:stCondLst>
                                            <p:cond delay="0"/>
                                          </p:stCondLst>
                                        </p:cTn>
                                        <p:tgtEl>
                                          <p:spTgt spid="32902"/>
                                        </p:tgtEl>
                                        <p:attrNameLst>
                                          <p:attrName>style.visibility</p:attrName>
                                        </p:attrNameLst>
                                      </p:cBhvr>
                                      <p:to>
                                        <p:strVal val="visible"/>
                                      </p:to>
                                    </p:set>
                                    <p:animEffect transition="in" filter="blinds(horizontal)">
                                      <p:cBhvr>
                                        <p:cTn id="35" dur="500"/>
                                        <p:tgtEl>
                                          <p:spTgt spid="3290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2899"/>
                                        </p:tgtEl>
                                        <p:attrNameLst>
                                          <p:attrName>style.visibility</p:attrName>
                                        </p:attrNameLst>
                                      </p:cBhvr>
                                      <p:to>
                                        <p:strVal val="visible"/>
                                      </p:to>
                                    </p:set>
                                    <p:animEffect transition="in" filter="blinds(horizontal)">
                                      <p:cBhvr>
                                        <p:cTn id="40" dur="500"/>
                                        <p:tgtEl>
                                          <p:spTgt spid="32899"/>
                                        </p:tgtEl>
                                      </p:cBhvr>
                                    </p:animEffect>
                                  </p:childTnLst>
                                </p:cTn>
                              </p:par>
                              <p:par>
                                <p:cTn id="41" presetID="3" presetClass="entr" presetSubtype="10" fill="hold" nodeType="withEffect">
                                  <p:stCondLst>
                                    <p:cond delay="0"/>
                                  </p:stCondLst>
                                  <p:childTnLst>
                                    <p:set>
                                      <p:cBhvr>
                                        <p:cTn id="42" dur="1" fill="hold">
                                          <p:stCondLst>
                                            <p:cond delay="0"/>
                                          </p:stCondLst>
                                        </p:cTn>
                                        <p:tgtEl>
                                          <p:spTgt spid="32896"/>
                                        </p:tgtEl>
                                        <p:attrNameLst>
                                          <p:attrName>style.visibility</p:attrName>
                                        </p:attrNameLst>
                                      </p:cBhvr>
                                      <p:to>
                                        <p:strVal val="visible"/>
                                      </p:to>
                                    </p:set>
                                    <p:animEffect transition="in" filter="blinds(horizontal)">
                                      <p:cBhvr>
                                        <p:cTn id="43" dur="500"/>
                                        <p:tgtEl>
                                          <p:spTgt spid="32896"/>
                                        </p:tgtEl>
                                      </p:cBhvr>
                                    </p:animEffect>
                                  </p:childTnLst>
                                </p:cTn>
                              </p:par>
                            </p:childTnLst>
                          </p:cTn>
                        </p:par>
                        <p:par>
                          <p:cTn id="44" fill="hold" nodeType="afterGroup">
                            <p:stCondLst>
                              <p:cond delay="500"/>
                            </p:stCondLst>
                            <p:childTnLst>
                              <p:par>
                                <p:cTn id="45" presetID="3" presetClass="entr" presetSubtype="10" fill="hold" nodeType="afterEffect">
                                  <p:stCondLst>
                                    <p:cond delay="0"/>
                                  </p:stCondLst>
                                  <p:childTnLst>
                                    <p:set>
                                      <p:cBhvr>
                                        <p:cTn id="46" dur="1" fill="hold">
                                          <p:stCondLst>
                                            <p:cond delay="0"/>
                                          </p:stCondLst>
                                        </p:cTn>
                                        <p:tgtEl>
                                          <p:spTgt spid="32907"/>
                                        </p:tgtEl>
                                        <p:attrNameLst>
                                          <p:attrName>style.visibility</p:attrName>
                                        </p:attrNameLst>
                                      </p:cBhvr>
                                      <p:to>
                                        <p:strVal val="visible"/>
                                      </p:to>
                                    </p:set>
                                    <p:animEffect transition="in" filter="blinds(horizontal)">
                                      <p:cBhvr>
                                        <p:cTn id="47" dur="500"/>
                                        <p:tgtEl>
                                          <p:spTgt spid="32907"/>
                                        </p:tgtEl>
                                      </p:cBhvr>
                                    </p:animEffect>
                                  </p:childTnLst>
                                </p:cTn>
                              </p:par>
                            </p:childTnLst>
                          </p:cTn>
                        </p:par>
                        <p:par>
                          <p:cTn id="48" fill="hold" nodeType="afterGroup">
                            <p:stCondLst>
                              <p:cond delay="1000"/>
                            </p:stCondLst>
                            <p:childTnLst>
                              <p:par>
                                <p:cTn id="49" presetID="3" presetClass="entr" presetSubtype="10" fill="hold" grpId="0" nodeType="afterEffect">
                                  <p:stCondLst>
                                    <p:cond delay="0"/>
                                  </p:stCondLst>
                                  <p:childTnLst>
                                    <p:set>
                                      <p:cBhvr>
                                        <p:cTn id="50" dur="1" fill="hold">
                                          <p:stCondLst>
                                            <p:cond delay="0"/>
                                          </p:stCondLst>
                                        </p:cTn>
                                        <p:tgtEl>
                                          <p:spTgt spid="32903"/>
                                        </p:tgtEl>
                                        <p:attrNameLst>
                                          <p:attrName>style.visibility</p:attrName>
                                        </p:attrNameLst>
                                      </p:cBhvr>
                                      <p:to>
                                        <p:strVal val="visible"/>
                                      </p:to>
                                    </p:set>
                                    <p:animEffect transition="in" filter="blinds(horizontal)">
                                      <p:cBhvr>
                                        <p:cTn id="51" dur="500"/>
                                        <p:tgtEl>
                                          <p:spTgt spid="3290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32900"/>
                                        </p:tgtEl>
                                        <p:attrNameLst>
                                          <p:attrName>style.visibility</p:attrName>
                                        </p:attrNameLst>
                                      </p:cBhvr>
                                      <p:to>
                                        <p:strVal val="visible"/>
                                      </p:to>
                                    </p:set>
                                    <p:animEffect transition="in" filter="blinds(horizontal)">
                                      <p:cBhvr>
                                        <p:cTn id="56" dur="500"/>
                                        <p:tgtEl>
                                          <p:spTgt spid="32900"/>
                                        </p:tgtEl>
                                      </p:cBhvr>
                                    </p:animEffect>
                                  </p:childTnLst>
                                </p:cTn>
                              </p:par>
                              <p:par>
                                <p:cTn id="57" presetID="3" presetClass="entr" presetSubtype="10" fill="hold" nodeType="withEffect">
                                  <p:stCondLst>
                                    <p:cond delay="0"/>
                                  </p:stCondLst>
                                  <p:childTnLst>
                                    <p:set>
                                      <p:cBhvr>
                                        <p:cTn id="58" dur="1" fill="hold">
                                          <p:stCondLst>
                                            <p:cond delay="0"/>
                                          </p:stCondLst>
                                        </p:cTn>
                                        <p:tgtEl>
                                          <p:spTgt spid="32897"/>
                                        </p:tgtEl>
                                        <p:attrNameLst>
                                          <p:attrName>style.visibility</p:attrName>
                                        </p:attrNameLst>
                                      </p:cBhvr>
                                      <p:to>
                                        <p:strVal val="visible"/>
                                      </p:to>
                                    </p:set>
                                    <p:animEffect transition="in" filter="blinds(horizontal)">
                                      <p:cBhvr>
                                        <p:cTn id="59" dur="500"/>
                                        <p:tgtEl>
                                          <p:spTgt spid="32897"/>
                                        </p:tgtEl>
                                      </p:cBhvr>
                                    </p:animEffect>
                                  </p:childTnLst>
                                </p:cTn>
                              </p:par>
                            </p:childTnLst>
                          </p:cTn>
                        </p:par>
                        <p:par>
                          <p:cTn id="60" fill="hold" nodeType="afterGroup">
                            <p:stCondLst>
                              <p:cond delay="500"/>
                            </p:stCondLst>
                            <p:childTnLst>
                              <p:par>
                                <p:cTn id="61" presetID="3" presetClass="entr" presetSubtype="10" fill="hold" nodeType="afterEffect">
                                  <p:stCondLst>
                                    <p:cond delay="0"/>
                                  </p:stCondLst>
                                  <p:childTnLst>
                                    <p:set>
                                      <p:cBhvr>
                                        <p:cTn id="62" dur="1" fill="hold">
                                          <p:stCondLst>
                                            <p:cond delay="0"/>
                                          </p:stCondLst>
                                        </p:cTn>
                                        <p:tgtEl>
                                          <p:spTgt spid="32908"/>
                                        </p:tgtEl>
                                        <p:attrNameLst>
                                          <p:attrName>style.visibility</p:attrName>
                                        </p:attrNameLst>
                                      </p:cBhvr>
                                      <p:to>
                                        <p:strVal val="visible"/>
                                      </p:to>
                                    </p:set>
                                    <p:animEffect transition="in" filter="blinds(horizontal)">
                                      <p:cBhvr>
                                        <p:cTn id="63" dur="500"/>
                                        <p:tgtEl>
                                          <p:spTgt spid="32908"/>
                                        </p:tgtEl>
                                      </p:cBhvr>
                                    </p:animEffect>
                                  </p:childTnLst>
                                </p:cTn>
                              </p:par>
                            </p:childTnLst>
                          </p:cTn>
                        </p:par>
                        <p:par>
                          <p:cTn id="64" fill="hold" nodeType="afterGroup">
                            <p:stCondLst>
                              <p:cond delay="1000"/>
                            </p:stCondLst>
                            <p:childTnLst>
                              <p:par>
                                <p:cTn id="65" presetID="3" presetClass="entr" presetSubtype="10" fill="hold" grpId="0" nodeType="afterEffect">
                                  <p:stCondLst>
                                    <p:cond delay="0"/>
                                  </p:stCondLst>
                                  <p:childTnLst>
                                    <p:set>
                                      <p:cBhvr>
                                        <p:cTn id="66" dur="1" fill="hold">
                                          <p:stCondLst>
                                            <p:cond delay="0"/>
                                          </p:stCondLst>
                                        </p:cTn>
                                        <p:tgtEl>
                                          <p:spTgt spid="32904"/>
                                        </p:tgtEl>
                                        <p:attrNameLst>
                                          <p:attrName>style.visibility</p:attrName>
                                        </p:attrNameLst>
                                      </p:cBhvr>
                                      <p:to>
                                        <p:strVal val="visible"/>
                                      </p:to>
                                    </p:set>
                                    <p:animEffect transition="in" filter="blinds(horizontal)">
                                      <p:cBhvr>
                                        <p:cTn id="67" dur="500"/>
                                        <p:tgtEl>
                                          <p:spTgt spid="329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93" grpId="0"/>
      <p:bldP spid="32894" grpId="0"/>
      <p:bldP spid="32898" grpId="0"/>
      <p:bldP spid="32899" grpId="0"/>
      <p:bldP spid="32900" grpId="0"/>
      <p:bldP spid="32901" grpId="0"/>
      <p:bldP spid="32902" grpId="0"/>
      <p:bldP spid="32903" grpId="0"/>
      <p:bldP spid="3290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4">
            <a:extLst>
              <a:ext uri="{FF2B5EF4-FFF2-40B4-BE49-F238E27FC236}">
                <a16:creationId xmlns:a16="http://schemas.microsoft.com/office/drawing/2014/main" id="{109C5732-7AC1-761A-37BE-E4E6570B2552}"/>
              </a:ext>
            </a:extLst>
          </p:cNvPr>
          <p:cNvSpPr txBox="1">
            <a:spLocks noChangeArrowheads="1"/>
          </p:cNvSpPr>
          <p:nvPr/>
        </p:nvSpPr>
        <p:spPr bwMode="auto">
          <a:xfrm>
            <a:off x="0" y="317600"/>
            <a:ext cx="9143999"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zh-CN" sz="2800" dirty="0">
                <a:solidFill>
                  <a:schemeClr val="bg1"/>
                </a:solidFill>
                <a:latin typeface="微软雅黑" panose="020B0503020204020204" pitchFamily="34" charset="-122"/>
                <a:ea typeface="微软雅黑" panose="020B0503020204020204" pitchFamily="34" charset="-122"/>
              </a:rPr>
              <a:t>【</a:t>
            </a:r>
            <a:r>
              <a:rPr lang="zh-CN" altLang="en-US" sz="2800" dirty="0">
                <a:solidFill>
                  <a:schemeClr val="bg1"/>
                </a:solidFill>
                <a:latin typeface="微软雅黑" panose="020B0503020204020204" pitchFamily="34" charset="-122"/>
                <a:ea typeface="微软雅黑" panose="020B0503020204020204" pitchFamily="34" charset="-122"/>
              </a:rPr>
              <a:t>拓展</a:t>
            </a:r>
            <a:r>
              <a:rPr lang="en-US" altLang="zh-CN" sz="2800" dirty="0">
                <a:solidFill>
                  <a:schemeClr val="bg1"/>
                </a:solidFill>
                <a:latin typeface="微软雅黑" panose="020B0503020204020204" pitchFamily="34" charset="-122"/>
                <a:ea typeface="微软雅黑" panose="020B0503020204020204" pitchFamily="34" charset="-122"/>
              </a:rPr>
              <a:t>】</a:t>
            </a:r>
            <a:r>
              <a:rPr lang="zh-CN" altLang="en-US" sz="2800" dirty="0">
                <a:solidFill>
                  <a:srgbClr val="FFFF00"/>
                </a:solidFill>
                <a:latin typeface="微软雅黑" panose="020B0503020204020204" pitchFamily="34" charset="-122"/>
                <a:ea typeface="微软雅黑" panose="020B0503020204020204" pitchFamily="34" charset="-122"/>
              </a:rPr>
              <a:t>全同粒子</a:t>
            </a:r>
          </a:p>
        </p:txBody>
      </p:sp>
      <p:sp>
        <p:nvSpPr>
          <p:cNvPr id="10" name="Rectangle 5">
            <a:extLst>
              <a:ext uri="{FF2B5EF4-FFF2-40B4-BE49-F238E27FC236}">
                <a16:creationId xmlns:a16="http://schemas.microsoft.com/office/drawing/2014/main" id="{0D5BF5EC-E493-4FF0-A797-345A04D6DAE1}"/>
              </a:ext>
            </a:extLst>
          </p:cNvPr>
          <p:cNvSpPr>
            <a:spLocks noChangeArrowheads="1"/>
          </p:cNvSpPr>
          <p:nvPr/>
        </p:nvSpPr>
        <p:spPr bwMode="auto">
          <a:xfrm>
            <a:off x="592576" y="908720"/>
            <a:ext cx="4104457" cy="461665"/>
          </a:xfrm>
          <a:prstGeom prst="rect">
            <a:avLst/>
          </a:prstGeom>
          <a:noFill/>
          <a:ln>
            <a:noFill/>
          </a:ln>
          <a:effectLst/>
        </p:spPr>
        <p:txBody>
          <a:bodyPr wrap="square" anchor="ctr">
            <a:spAutoFit/>
          </a:bodyPr>
          <a:lstStyle/>
          <a:p>
            <a:r>
              <a:rPr lang="zh-CN" altLang="en-US" dirty="0">
                <a:solidFill>
                  <a:srgbClr val="66FFFF"/>
                </a:solidFill>
                <a:latin typeface="+mj-ea"/>
                <a:ea typeface="+mj-ea"/>
              </a:rPr>
              <a:t>什么是全同粒子？</a:t>
            </a:r>
            <a:endParaRPr lang="zh-CN" altLang="en-US" b="1" dirty="0">
              <a:solidFill>
                <a:srgbClr val="66FFFF"/>
              </a:solidFill>
              <a:latin typeface="+mj-ea"/>
              <a:ea typeface="+mj-ea"/>
            </a:endParaRPr>
          </a:p>
        </p:txBody>
      </p:sp>
      <p:sp>
        <p:nvSpPr>
          <p:cNvPr id="11" name="Rectangle 13">
            <a:extLst>
              <a:ext uri="{FF2B5EF4-FFF2-40B4-BE49-F238E27FC236}">
                <a16:creationId xmlns:a16="http://schemas.microsoft.com/office/drawing/2014/main" id="{8B7B62A7-01CB-485F-A428-556098D7B8E9}"/>
              </a:ext>
            </a:extLst>
          </p:cNvPr>
          <p:cNvSpPr>
            <a:spLocks noChangeArrowheads="1"/>
          </p:cNvSpPr>
          <p:nvPr/>
        </p:nvSpPr>
        <p:spPr bwMode="auto">
          <a:xfrm>
            <a:off x="592576" y="1412776"/>
            <a:ext cx="8011872" cy="2582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a:lnSpc>
                <a:spcPct val="114000"/>
              </a:lnSpc>
            </a:pPr>
            <a:r>
              <a:rPr lang="zh-CN" altLang="en-US" dirty="0">
                <a:solidFill>
                  <a:schemeClr val="bg1"/>
                </a:solidFill>
                <a:latin typeface="华文中宋" panose="02010600040101010101" pitchFamily="2" charset="-122"/>
              </a:rPr>
              <a:t>全同粒子是量子力学中一类内禀属性（如质量、电荷、自旋等）完全相同的微观粒子，其不可区分性构成了量子统计力学的基础。</a:t>
            </a:r>
            <a:endParaRPr lang="en-US" altLang="zh-CN" dirty="0">
              <a:solidFill>
                <a:schemeClr val="bg1"/>
              </a:solidFill>
              <a:latin typeface="华文中宋" panose="02010600040101010101" pitchFamily="2" charset="-122"/>
            </a:endParaRPr>
          </a:p>
          <a:p>
            <a:pPr algn="just">
              <a:lnSpc>
                <a:spcPct val="114000"/>
              </a:lnSpc>
            </a:pPr>
            <a:r>
              <a:rPr lang="zh-CN" altLang="en-US" dirty="0">
                <a:solidFill>
                  <a:schemeClr val="bg1"/>
                </a:solidFill>
                <a:latin typeface="华文中宋" panose="02010600040101010101" pitchFamily="2" charset="-122"/>
              </a:rPr>
              <a:t>全同粒子概念的引入源于对多粒子体系的研究，旨在解释微观粒子特有的交换对称性及其宏观表现（玻色</a:t>
            </a:r>
            <a:r>
              <a:rPr lang="en-US" altLang="zh-CN" dirty="0">
                <a:solidFill>
                  <a:schemeClr val="bg1"/>
                </a:solidFill>
                <a:latin typeface="华文中宋" panose="02010600040101010101" pitchFamily="2" charset="-122"/>
              </a:rPr>
              <a:t>-</a:t>
            </a:r>
            <a:r>
              <a:rPr lang="zh-CN" altLang="en-US" dirty="0">
                <a:solidFill>
                  <a:schemeClr val="bg1"/>
                </a:solidFill>
                <a:latin typeface="华文中宋" panose="02010600040101010101" pitchFamily="2" charset="-122"/>
              </a:rPr>
              <a:t>爱因斯坦凝聚、泡利不相容原理、超导、超流等）。</a:t>
            </a:r>
            <a:endParaRPr lang="zh-CN" altLang="en-US" sz="2400" b="1" dirty="0">
              <a:solidFill>
                <a:schemeClr val="bg1"/>
              </a:solidFill>
              <a:latin typeface="华文中宋" panose="02010600040101010101" pitchFamily="2" charset="-122"/>
            </a:endParaRPr>
          </a:p>
        </p:txBody>
      </p:sp>
      <p:sp>
        <p:nvSpPr>
          <p:cNvPr id="12" name="Rectangle 7">
            <a:extLst>
              <a:ext uri="{FF2B5EF4-FFF2-40B4-BE49-F238E27FC236}">
                <a16:creationId xmlns:a16="http://schemas.microsoft.com/office/drawing/2014/main" id="{041139B0-CD07-4B4F-BCF4-0A6943DFCAC7}"/>
              </a:ext>
            </a:extLst>
          </p:cNvPr>
          <p:cNvSpPr>
            <a:spLocks noChangeArrowheads="1"/>
          </p:cNvSpPr>
          <p:nvPr/>
        </p:nvSpPr>
        <p:spPr bwMode="auto">
          <a:xfrm>
            <a:off x="592576" y="4077072"/>
            <a:ext cx="8064896" cy="174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a:lnSpc>
                <a:spcPct val="114000"/>
              </a:lnSpc>
            </a:pPr>
            <a:r>
              <a:rPr lang="zh-CN" altLang="en-US" sz="2400" b="1" dirty="0">
                <a:solidFill>
                  <a:schemeClr val="bg1"/>
                </a:solidFill>
                <a:latin typeface="华文中宋" panose="02010600040101010101" pitchFamily="2" charset="-122"/>
              </a:rPr>
              <a:t>前面研究的量子体系：单粒子</a:t>
            </a:r>
            <a:endParaRPr lang="en-US" altLang="zh-CN" sz="2400" b="1" dirty="0">
              <a:solidFill>
                <a:schemeClr val="bg1"/>
              </a:solidFill>
              <a:latin typeface="华文中宋" panose="02010600040101010101" pitchFamily="2" charset="-122"/>
            </a:endParaRPr>
          </a:p>
          <a:p>
            <a:pPr algn="just">
              <a:lnSpc>
                <a:spcPct val="114000"/>
              </a:lnSpc>
            </a:pPr>
            <a:r>
              <a:rPr lang="zh-CN" altLang="en-US" sz="2400" b="1" dirty="0">
                <a:solidFill>
                  <a:schemeClr val="bg1"/>
                </a:solidFill>
                <a:latin typeface="华文中宋" panose="02010600040101010101" pitchFamily="2" charset="-122"/>
              </a:rPr>
              <a:t>物理问题一旦涉及多粒子量子体系，前面学习的理论基本上是适用的：体系状态（波函数描述），基本运动方程（薛定谔方程）</a:t>
            </a:r>
            <a:r>
              <a:rPr lang="en-US" altLang="zh-CN" sz="2400" b="1" dirty="0">
                <a:solidFill>
                  <a:schemeClr val="bg1"/>
                </a:solidFill>
                <a:latin typeface="华文中宋" panose="02010600040101010101" pitchFamily="2" charset="-122"/>
              </a:rPr>
              <a:t>……</a:t>
            </a:r>
            <a:endParaRPr lang="zh-CN" altLang="en-US" sz="2400" b="1" dirty="0">
              <a:solidFill>
                <a:schemeClr val="bg1"/>
              </a:solidFill>
              <a:latin typeface="华文中宋" panose="02010600040101010101" pitchFamily="2" charset="-122"/>
            </a:endParaRPr>
          </a:p>
        </p:txBody>
      </p:sp>
      <p:sp>
        <p:nvSpPr>
          <p:cNvPr id="8" name="Rectangle 5">
            <a:extLst>
              <a:ext uri="{FF2B5EF4-FFF2-40B4-BE49-F238E27FC236}">
                <a16:creationId xmlns:a16="http://schemas.microsoft.com/office/drawing/2014/main" id="{0D68A707-2D26-4483-834C-5F4759AB41B8}"/>
              </a:ext>
            </a:extLst>
          </p:cNvPr>
          <p:cNvSpPr>
            <a:spLocks noChangeArrowheads="1"/>
          </p:cNvSpPr>
          <p:nvPr/>
        </p:nvSpPr>
        <p:spPr bwMode="auto">
          <a:xfrm>
            <a:off x="3419872" y="908720"/>
            <a:ext cx="4104457" cy="461665"/>
          </a:xfrm>
          <a:prstGeom prst="rect">
            <a:avLst/>
          </a:prstGeom>
          <a:noFill/>
          <a:ln>
            <a:noFill/>
          </a:ln>
          <a:effectLst/>
        </p:spPr>
        <p:txBody>
          <a:bodyPr wrap="square" anchor="ctr">
            <a:spAutoFit/>
          </a:bodyPr>
          <a:lstStyle/>
          <a:p>
            <a:r>
              <a:rPr lang="zh-CN" altLang="en-US" dirty="0">
                <a:solidFill>
                  <a:srgbClr val="66FFFF"/>
                </a:solidFill>
                <a:latin typeface="+mj-ea"/>
                <a:ea typeface="+mj-ea"/>
              </a:rPr>
              <a:t>为什么引入全同粒子？</a:t>
            </a:r>
            <a:endParaRPr lang="zh-CN" altLang="en-US" b="1" dirty="0">
              <a:solidFill>
                <a:srgbClr val="66FFFF"/>
              </a:solidFill>
              <a:latin typeface="+mj-ea"/>
              <a:ea typeface="+mj-ea"/>
            </a:endParaRPr>
          </a:p>
        </p:txBody>
      </p:sp>
      <p:sp>
        <p:nvSpPr>
          <p:cNvPr id="9" name="Rectangle 7">
            <a:extLst>
              <a:ext uri="{FF2B5EF4-FFF2-40B4-BE49-F238E27FC236}">
                <a16:creationId xmlns:a16="http://schemas.microsoft.com/office/drawing/2014/main" id="{815E4285-9155-401B-A42E-34346B305397}"/>
              </a:ext>
            </a:extLst>
          </p:cNvPr>
          <p:cNvSpPr>
            <a:spLocks noChangeArrowheads="1"/>
          </p:cNvSpPr>
          <p:nvPr/>
        </p:nvSpPr>
        <p:spPr bwMode="auto">
          <a:xfrm>
            <a:off x="597647" y="5949280"/>
            <a:ext cx="8064896" cy="477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a:lnSpc>
                <a:spcPct val="114000"/>
              </a:lnSpc>
            </a:pPr>
            <a:r>
              <a:rPr lang="zh-CN" altLang="en-US" sz="2400" b="1" dirty="0">
                <a:solidFill>
                  <a:schemeClr val="bg1"/>
                </a:solidFill>
                <a:latin typeface="华文中宋" panose="02010600040101010101" pitchFamily="2" charset="-122"/>
              </a:rPr>
              <a:t>如两个粒子体系： </a:t>
            </a:r>
            <a:r>
              <a:rPr lang="el-GR" altLang="zh-CN" sz="2400" b="0" i="1" dirty="0">
                <a:solidFill>
                  <a:schemeClr val="bg1"/>
                </a:solidFill>
                <a:cs typeface="Times New Roman" panose="02020603050405020304" pitchFamily="18" charset="0"/>
              </a:rPr>
              <a:t>Ψ</a:t>
            </a:r>
            <a:r>
              <a:rPr lang="en-US" altLang="zh-CN" b="0" dirty="0">
                <a:solidFill>
                  <a:schemeClr val="bg1"/>
                </a:solidFill>
                <a:cs typeface="Times New Roman" panose="02020603050405020304" pitchFamily="18" charset="0"/>
              </a:rPr>
              <a:t>(</a:t>
            </a:r>
            <a:r>
              <a:rPr lang="en-US" altLang="zh-CN" b="0" i="1" dirty="0">
                <a:solidFill>
                  <a:schemeClr val="bg1"/>
                </a:solidFill>
                <a:cs typeface="Times New Roman" panose="02020603050405020304" pitchFamily="18" charset="0"/>
              </a:rPr>
              <a:t>x</a:t>
            </a:r>
            <a:r>
              <a:rPr lang="en-US" altLang="zh-CN" b="0" baseline="-25000" dirty="0">
                <a:solidFill>
                  <a:schemeClr val="bg1"/>
                </a:solidFill>
                <a:cs typeface="Times New Roman" panose="02020603050405020304" pitchFamily="18" charset="0"/>
              </a:rPr>
              <a:t>1</a:t>
            </a:r>
            <a:r>
              <a:rPr lang="en-US" altLang="zh-CN" b="0" i="1" dirty="0">
                <a:solidFill>
                  <a:schemeClr val="bg1"/>
                </a:solidFill>
                <a:cs typeface="Times New Roman" panose="02020603050405020304" pitchFamily="18" charset="0"/>
              </a:rPr>
              <a:t>,x</a:t>
            </a:r>
            <a:r>
              <a:rPr lang="en-US" altLang="zh-CN" b="0" baseline="-25000" dirty="0">
                <a:solidFill>
                  <a:schemeClr val="bg1"/>
                </a:solidFill>
                <a:cs typeface="Times New Roman" panose="02020603050405020304" pitchFamily="18" charset="0"/>
              </a:rPr>
              <a:t>2</a:t>
            </a:r>
            <a:r>
              <a:rPr lang="en-US" altLang="zh-CN" b="0" i="1" dirty="0">
                <a:solidFill>
                  <a:schemeClr val="bg1"/>
                </a:solidFill>
                <a:cs typeface="Times New Roman" panose="02020603050405020304" pitchFamily="18" charset="0"/>
              </a:rPr>
              <a:t>,t</a:t>
            </a:r>
            <a:r>
              <a:rPr lang="en-US" altLang="zh-CN" b="0" dirty="0">
                <a:solidFill>
                  <a:schemeClr val="bg1"/>
                </a:solidFill>
                <a:cs typeface="Times New Roman" panose="02020603050405020304" pitchFamily="18" charset="0"/>
              </a:rPr>
              <a:t>)            </a:t>
            </a:r>
            <a:r>
              <a:rPr lang="zh-CN" altLang="en-US" dirty="0">
                <a:solidFill>
                  <a:schemeClr val="bg1"/>
                </a:solidFill>
                <a:cs typeface="Times New Roman" panose="02020603050405020304" pitchFamily="18" charset="0"/>
              </a:rPr>
              <a:t>概率密度：</a:t>
            </a:r>
            <a:r>
              <a:rPr lang="en-US" altLang="zh-CN" b="0" dirty="0">
                <a:solidFill>
                  <a:schemeClr val="bg1"/>
                </a:solidFill>
                <a:cs typeface="Times New Roman" panose="02020603050405020304" pitchFamily="18" charset="0"/>
              </a:rPr>
              <a:t> |</a:t>
            </a:r>
            <a:r>
              <a:rPr lang="el-GR" altLang="zh-CN" b="0" i="1" dirty="0">
                <a:solidFill>
                  <a:schemeClr val="bg1"/>
                </a:solidFill>
                <a:cs typeface="Times New Roman" panose="02020603050405020304" pitchFamily="18" charset="0"/>
              </a:rPr>
              <a:t>Ψ</a:t>
            </a:r>
            <a:r>
              <a:rPr lang="en-US" altLang="zh-CN" b="0" dirty="0">
                <a:solidFill>
                  <a:schemeClr val="bg1"/>
                </a:solidFill>
                <a:cs typeface="Times New Roman" panose="02020603050405020304" pitchFamily="18" charset="0"/>
              </a:rPr>
              <a:t>(</a:t>
            </a:r>
            <a:r>
              <a:rPr lang="en-US" altLang="zh-CN" b="0" i="1" dirty="0">
                <a:solidFill>
                  <a:schemeClr val="bg1"/>
                </a:solidFill>
                <a:cs typeface="Times New Roman" panose="02020603050405020304" pitchFamily="18" charset="0"/>
              </a:rPr>
              <a:t>x</a:t>
            </a:r>
            <a:r>
              <a:rPr lang="en-US" altLang="zh-CN" b="0" baseline="-25000" dirty="0">
                <a:solidFill>
                  <a:schemeClr val="bg1"/>
                </a:solidFill>
                <a:cs typeface="Times New Roman" panose="02020603050405020304" pitchFamily="18" charset="0"/>
              </a:rPr>
              <a:t>1</a:t>
            </a:r>
            <a:r>
              <a:rPr lang="en-US" altLang="zh-CN" b="0" i="1" dirty="0">
                <a:solidFill>
                  <a:schemeClr val="bg1"/>
                </a:solidFill>
                <a:cs typeface="Times New Roman" panose="02020603050405020304" pitchFamily="18" charset="0"/>
              </a:rPr>
              <a:t>,x</a:t>
            </a:r>
            <a:r>
              <a:rPr lang="en-US" altLang="zh-CN" b="0" baseline="-25000" dirty="0">
                <a:solidFill>
                  <a:schemeClr val="bg1"/>
                </a:solidFill>
                <a:cs typeface="Times New Roman" panose="02020603050405020304" pitchFamily="18" charset="0"/>
              </a:rPr>
              <a:t>2</a:t>
            </a:r>
            <a:r>
              <a:rPr lang="en-US" altLang="zh-CN" b="0" i="1" dirty="0">
                <a:solidFill>
                  <a:schemeClr val="bg1"/>
                </a:solidFill>
                <a:cs typeface="Times New Roman" panose="02020603050405020304" pitchFamily="18" charset="0"/>
              </a:rPr>
              <a:t>,t</a:t>
            </a:r>
            <a:r>
              <a:rPr lang="en-US" altLang="zh-CN" b="0" dirty="0">
                <a:solidFill>
                  <a:schemeClr val="bg1"/>
                </a:solidFill>
                <a:cs typeface="Times New Roman" panose="02020603050405020304" pitchFamily="18" charset="0"/>
              </a:rPr>
              <a:t>)|</a:t>
            </a:r>
            <a:r>
              <a:rPr lang="en-US" altLang="zh-CN" b="0" baseline="30000" dirty="0">
                <a:solidFill>
                  <a:schemeClr val="bg1"/>
                </a:solidFill>
                <a:cs typeface="Times New Roman" panose="02020603050405020304" pitchFamily="18" charset="0"/>
              </a:rPr>
              <a:t>2</a:t>
            </a:r>
            <a:endParaRPr lang="en-US" altLang="zh-CN" sz="2400" b="0" baseline="30000" dirty="0">
              <a:solidFill>
                <a:schemeClr val="bg1"/>
              </a:solidFill>
              <a:latin typeface="华文中宋" panose="02010600040101010101" pitchFamily="2" charset="-122"/>
            </a:endParaRPr>
          </a:p>
        </p:txBody>
      </p:sp>
    </p:spTree>
    <p:extLst>
      <p:ext uri="{BB962C8B-B14F-4D97-AF65-F5344CB8AC3E}">
        <p14:creationId xmlns:p14="http://schemas.microsoft.com/office/powerpoint/2010/main" val="362809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1"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par>
                          <p:cTn id="13" fill="hold">
                            <p:stCondLst>
                              <p:cond delay="500"/>
                            </p:stCondLst>
                            <p:childTnLst>
                              <p:par>
                                <p:cTn id="14" presetID="22" presetClass="entr" presetSubtype="1" fill="hold" grpId="1"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1"/>
      <p:bldP spid="9"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5">
            <a:extLst>
              <a:ext uri="{FF2B5EF4-FFF2-40B4-BE49-F238E27FC236}">
                <a16:creationId xmlns:a16="http://schemas.microsoft.com/office/drawing/2014/main" id="{0D5BF5EC-E493-4FF0-A797-345A04D6DAE1}"/>
              </a:ext>
            </a:extLst>
          </p:cNvPr>
          <p:cNvSpPr>
            <a:spLocks noChangeArrowheads="1"/>
          </p:cNvSpPr>
          <p:nvPr/>
        </p:nvSpPr>
        <p:spPr bwMode="auto">
          <a:xfrm>
            <a:off x="539551" y="476672"/>
            <a:ext cx="2952329" cy="461665"/>
          </a:xfrm>
          <a:prstGeom prst="rect">
            <a:avLst/>
          </a:prstGeom>
          <a:noFill/>
          <a:ln>
            <a:noFill/>
          </a:ln>
          <a:effectLst/>
        </p:spPr>
        <p:txBody>
          <a:bodyPr wrap="square" anchor="ctr">
            <a:spAutoFit/>
          </a:bodyPr>
          <a:lstStyle/>
          <a:p>
            <a:r>
              <a:rPr lang="zh-CN" altLang="en-US" b="1" dirty="0">
                <a:solidFill>
                  <a:srgbClr val="66FFFF"/>
                </a:solidFill>
                <a:latin typeface="+mj-ea"/>
                <a:ea typeface="+mj-ea"/>
              </a:rPr>
              <a:t>一、</a:t>
            </a:r>
            <a:r>
              <a:rPr lang="zh-CN" altLang="en-US" dirty="0">
                <a:solidFill>
                  <a:srgbClr val="66FFFF"/>
                </a:solidFill>
                <a:latin typeface="+mj-ea"/>
                <a:ea typeface="+mj-ea"/>
              </a:rPr>
              <a:t>全同粒子</a:t>
            </a:r>
            <a:r>
              <a:rPr lang="zh-CN" altLang="en-US" b="1" dirty="0">
                <a:solidFill>
                  <a:srgbClr val="66FFFF"/>
                </a:solidFill>
                <a:latin typeface="+mj-ea"/>
                <a:ea typeface="+mj-ea"/>
              </a:rPr>
              <a:t> </a:t>
            </a:r>
          </a:p>
        </p:txBody>
      </p:sp>
      <p:sp>
        <p:nvSpPr>
          <p:cNvPr id="11" name="Rectangle 13">
            <a:extLst>
              <a:ext uri="{FF2B5EF4-FFF2-40B4-BE49-F238E27FC236}">
                <a16:creationId xmlns:a16="http://schemas.microsoft.com/office/drawing/2014/main" id="{8B7B62A7-01CB-485F-A428-556098D7B8E9}"/>
              </a:ext>
            </a:extLst>
          </p:cNvPr>
          <p:cNvSpPr>
            <a:spLocks noChangeArrowheads="1"/>
          </p:cNvSpPr>
          <p:nvPr/>
        </p:nvSpPr>
        <p:spPr bwMode="auto">
          <a:xfrm>
            <a:off x="539553" y="1018573"/>
            <a:ext cx="8136904" cy="898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a:lnSpc>
                <a:spcPct val="114000"/>
              </a:lnSpc>
            </a:pPr>
            <a:r>
              <a:rPr lang="zh-CN" altLang="en-US" sz="2400" b="1" dirty="0">
                <a:solidFill>
                  <a:srgbClr val="FFFF00"/>
                </a:solidFill>
                <a:latin typeface="微软雅黑" panose="020B0503020204020204" pitchFamily="34" charset="-122"/>
                <a:ea typeface="微软雅黑" panose="020B0503020204020204" pitchFamily="34" charset="-122"/>
              </a:rPr>
              <a:t>全同粒子</a:t>
            </a:r>
            <a:r>
              <a:rPr lang="zh-CN" altLang="en-US" sz="2400" b="1" dirty="0">
                <a:solidFill>
                  <a:schemeClr val="bg1"/>
                </a:solidFill>
                <a:latin typeface="华文中宋" panose="02010600040101010101" pitchFamily="2" charset="-122"/>
              </a:rPr>
              <a:t>：所有固有（内禀）性质（静止质量、电荷、寿命、自旋、同位旋、内禀磁矩等）完全相同的微观粒子</a:t>
            </a:r>
          </a:p>
        </p:txBody>
      </p:sp>
      <p:sp>
        <p:nvSpPr>
          <p:cNvPr id="12" name="Rectangle 7">
            <a:extLst>
              <a:ext uri="{FF2B5EF4-FFF2-40B4-BE49-F238E27FC236}">
                <a16:creationId xmlns:a16="http://schemas.microsoft.com/office/drawing/2014/main" id="{041139B0-CD07-4B4F-BCF4-0A6943DFCAC7}"/>
              </a:ext>
            </a:extLst>
          </p:cNvPr>
          <p:cNvSpPr>
            <a:spLocks noChangeArrowheads="1"/>
          </p:cNvSpPr>
          <p:nvPr/>
        </p:nvSpPr>
        <p:spPr bwMode="auto">
          <a:xfrm>
            <a:off x="539552" y="1992047"/>
            <a:ext cx="8208912" cy="1744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a:lnSpc>
                <a:spcPct val="114000"/>
              </a:lnSpc>
            </a:pPr>
            <a:r>
              <a:rPr lang="zh-CN" altLang="en-US" sz="2400" b="1" dirty="0">
                <a:solidFill>
                  <a:schemeClr val="bg1"/>
                </a:solidFill>
                <a:latin typeface="华文中宋" panose="02010600040101010101" pitchFamily="2" charset="-122"/>
              </a:rPr>
              <a:t>例如：金属的电子、</a:t>
            </a:r>
            <a:r>
              <a:rPr lang="zh-CN" altLang="en-US" dirty="0">
                <a:solidFill>
                  <a:schemeClr val="bg1"/>
                </a:solidFill>
                <a:latin typeface="华文中宋" panose="02010600040101010101" pitchFamily="2" charset="-122"/>
              </a:rPr>
              <a:t>氢原子的电子和氦原子</a:t>
            </a:r>
            <a:r>
              <a:rPr lang="zh-CN" altLang="en-US" sz="2400" b="1" dirty="0">
                <a:solidFill>
                  <a:schemeClr val="bg1"/>
                </a:solidFill>
                <a:latin typeface="华文中宋" panose="02010600040101010101" pitchFamily="2" charset="-122"/>
              </a:rPr>
              <a:t>的电子等。不论电子处于何种物质中，在什么地方，内禀性质都一样，故所有</a:t>
            </a:r>
            <a:r>
              <a:rPr lang="zh-CN" altLang="en-US" sz="2400" b="1" u="sng" dirty="0">
                <a:solidFill>
                  <a:srgbClr val="FFFF66"/>
                </a:solidFill>
                <a:latin typeface="华文中宋" panose="02010600040101010101" pitchFamily="2" charset="-122"/>
              </a:rPr>
              <a:t>电子是全同粒子</a:t>
            </a:r>
            <a:r>
              <a:rPr lang="zh-CN" altLang="en-US" sz="2400" b="1" dirty="0">
                <a:solidFill>
                  <a:schemeClr val="bg1"/>
                </a:solidFill>
                <a:latin typeface="华文中宋" panose="02010600040101010101" pitchFamily="2" charset="-122"/>
              </a:rPr>
              <a:t>。</a:t>
            </a:r>
            <a:r>
              <a:rPr lang="zh-CN" altLang="en-US" dirty="0">
                <a:solidFill>
                  <a:schemeClr val="bg1"/>
                </a:solidFill>
                <a:latin typeface="华文中宋" panose="02010600040101010101" pitchFamily="2" charset="-122"/>
              </a:rPr>
              <a:t>而质子和中子，或者正、负电子之间，内禀性质不完全相同，它们不是全同粒子。</a:t>
            </a:r>
            <a:endParaRPr lang="zh-CN" altLang="en-US" sz="2400" b="1" dirty="0">
              <a:solidFill>
                <a:schemeClr val="bg1"/>
              </a:solidFill>
              <a:latin typeface="华文中宋" panose="02010600040101010101" pitchFamily="2" charset="-122"/>
            </a:endParaRPr>
          </a:p>
        </p:txBody>
      </p:sp>
      <p:sp>
        <p:nvSpPr>
          <p:cNvPr id="14" name="Rectangle 5">
            <a:extLst>
              <a:ext uri="{FF2B5EF4-FFF2-40B4-BE49-F238E27FC236}">
                <a16:creationId xmlns:a16="http://schemas.microsoft.com/office/drawing/2014/main" id="{2150E005-E093-46A0-8D54-872E5B2D85FA}"/>
              </a:ext>
            </a:extLst>
          </p:cNvPr>
          <p:cNvSpPr>
            <a:spLocks noChangeArrowheads="1"/>
          </p:cNvSpPr>
          <p:nvPr/>
        </p:nvSpPr>
        <p:spPr bwMode="auto">
          <a:xfrm>
            <a:off x="539552" y="3823940"/>
            <a:ext cx="8208912" cy="461665"/>
          </a:xfrm>
          <a:prstGeom prst="rect">
            <a:avLst/>
          </a:prstGeom>
          <a:noFill/>
          <a:ln>
            <a:noFill/>
          </a:ln>
          <a:effectLst/>
        </p:spPr>
        <p:txBody>
          <a:bodyPr wrap="square" anchor="ctr">
            <a:spAutoFit/>
          </a:bodyPr>
          <a:lstStyle/>
          <a:p>
            <a:r>
              <a:rPr lang="zh-CN" altLang="en-US" b="1" dirty="0">
                <a:solidFill>
                  <a:srgbClr val="66FFFF"/>
                </a:solidFill>
                <a:latin typeface="+mj-ea"/>
                <a:ea typeface="+mj-ea"/>
              </a:rPr>
              <a:t>二、</a:t>
            </a:r>
            <a:r>
              <a:rPr lang="zh-CN" altLang="en-US" dirty="0">
                <a:solidFill>
                  <a:srgbClr val="66FFFF"/>
                </a:solidFill>
                <a:latin typeface="+mj-ea"/>
                <a:ea typeface="+mj-ea"/>
              </a:rPr>
              <a:t>全同粒子的不可区分性（不可分辨性）</a:t>
            </a:r>
            <a:r>
              <a:rPr lang="zh-CN" altLang="en-US" b="1" dirty="0">
                <a:solidFill>
                  <a:srgbClr val="66FFFF"/>
                </a:solidFill>
                <a:latin typeface="+mj-ea"/>
                <a:ea typeface="+mj-ea"/>
              </a:rPr>
              <a:t> </a:t>
            </a:r>
          </a:p>
        </p:txBody>
      </p:sp>
      <p:sp>
        <p:nvSpPr>
          <p:cNvPr id="15" name="Rectangle 4">
            <a:extLst>
              <a:ext uri="{FF2B5EF4-FFF2-40B4-BE49-F238E27FC236}">
                <a16:creationId xmlns:a16="http://schemas.microsoft.com/office/drawing/2014/main" id="{37EF61C6-6B05-4DB4-AB37-339495E4DAF4}"/>
              </a:ext>
            </a:extLst>
          </p:cNvPr>
          <p:cNvSpPr>
            <a:spLocks noChangeArrowheads="1"/>
          </p:cNvSpPr>
          <p:nvPr/>
        </p:nvSpPr>
        <p:spPr bwMode="auto">
          <a:xfrm>
            <a:off x="539553" y="4307396"/>
            <a:ext cx="8208912" cy="2165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a:lnSpc>
                <a:spcPct val="114000"/>
              </a:lnSpc>
            </a:pPr>
            <a:r>
              <a:rPr lang="zh-CN" altLang="en-US" sz="2400" b="1" dirty="0">
                <a:solidFill>
                  <a:schemeClr val="bg1"/>
                </a:solidFill>
                <a:latin typeface="华文中宋" panose="02010600040101010101" pitchFamily="2" charset="-122"/>
              </a:rPr>
              <a:t>      量子理论中，</a:t>
            </a:r>
            <a:r>
              <a:rPr lang="zh-CN" altLang="en-US" sz="2400" b="1" u="sng" dirty="0">
                <a:solidFill>
                  <a:srgbClr val="FFFF00"/>
                </a:solidFill>
                <a:latin typeface="华文中宋" panose="02010600040101010101" pitchFamily="2" charset="-122"/>
              </a:rPr>
              <a:t>微观</a:t>
            </a:r>
            <a:r>
              <a:rPr lang="zh-CN" altLang="en-US" u="sng" dirty="0">
                <a:solidFill>
                  <a:srgbClr val="FFFF00"/>
                </a:solidFill>
                <a:latin typeface="华文中宋" panose="02010600040101010101" pitchFamily="2" charset="-122"/>
              </a:rPr>
              <a:t>粒子的运动状态用波函数</a:t>
            </a:r>
            <a:r>
              <a:rPr lang="zh-CN" altLang="en-US" dirty="0">
                <a:solidFill>
                  <a:schemeClr val="bg1"/>
                </a:solidFill>
                <a:latin typeface="华文中宋" panose="02010600040101010101" pitchFamily="2" charset="-122"/>
              </a:rPr>
              <a:t>描述，没有确定的轨道，是</a:t>
            </a:r>
            <a:r>
              <a:rPr lang="zh-CN" altLang="en-US" sz="2400" b="1" dirty="0">
                <a:solidFill>
                  <a:schemeClr val="bg1"/>
                </a:solidFill>
                <a:latin typeface="华文中宋" panose="02010600040101010101" pitchFamily="2" charset="-122"/>
              </a:rPr>
              <a:t>不可区分的。</a:t>
            </a:r>
            <a:endParaRPr lang="en-US" altLang="zh-CN" dirty="0">
              <a:solidFill>
                <a:schemeClr val="bg1"/>
              </a:solidFill>
              <a:latin typeface="华文中宋" panose="02010600040101010101" pitchFamily="2" charset="-122"/>
            </a:endParaRPr>
          </a:p>
          <a:p>
            <a:pPr algn="just">
              <a:lnSpc>
                <a:spcPct val="114000"/>
              </a:lnSpc>
            </a:pPr>
            <a:r>
              <a:rPr lang="zh-CN" altLang="en-US" sz="2400" b="1" dirty="0">
                <a:solidFill>
                  <a:schemeClr val="bg1"/>
                </a:solidFill>
                <a:latin typeface="华文中宋" panose="02010600040101010101" pitchFamily="2" charset="-122"/>
              </a:rPr>
              <a:t>      两个全同粒子可用两个波函数来表示。在运动过程中，</a:t>
            </a:r>
            <a:r>
              <a:rPr lang="zh-CN" altLang="en-US" sz="2400" b="1" u="sng" dirty="0">
                <a:solidFill>
                  <a:srgbClr val="FFFF00"/>
                </a:solidFill>
                <a:latin typeface="华文中宋" panose="02010600040101010101" pitchFamily="2" charset="-122"/>
              </a:rPr>
              <a:t>两个波函数重叠的区域内是无法区分这两个粒子的</a:t>
            </a:r>
            <a:r>
              <a:rPr lang="zh-CN" altLang="en-US" sz="2400" b="1" dirty="0">
                <a:solidFill>
                  <a:schemeClr val="bg1"/>
                </a:solidFill>
                <a:latin typeface="华文中宋" panose="02010600040101010101" pitchFamily="2" charset="-122"/>
              </a:rPr>
              <a:t>。只有当波函数完全不重叠时，才可区分。 </a:t>
            </a:r>
          </a:p>
        </p:txBody>
      </p:sp>
    </p:spTree>
    <p:extLst>
      <p:ext uri="{BB962C8B-B14F-4D97-AF65-F5344CB8AC3E}">
        <p14:creationId xmlns:p14="http://schemas.microsoft.com/office/powerpoint/2010/main" val="2234987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
            <a:extLst>
              <a:ext uri="{FF2B5EF4-FFF2-40B4-BE49-F238E27FC236}">
                <a16:creationId xmlns:a16="http://schemas.microsoft.com/office/drawing/2014/main" id="{4D891F15-A72A-E130-178C-3D94F0F1CAF6}"/>
              </a:ext>
            </a:extLst>
          </p:cNvPr>
          <p:cNvSpPr>
            <a:spLocks noChangeArrowheads="1"/>
          </p:cNvSpPr>
          <p:nvPr/>
        </p:nvSpPr>
        <p:spPr bwMode="auto">
          <a:xfrm>
            <a:off x="467544" y="404664"/>
            <a:ext cx="8208912" cy="461665"/>
          </a:xfrm>
          <a:prstGeom prst="rect">
            <a:avLst/>
          </a:prstGeom>
          <a:noFill/>
          <a:ln>
            <a:noFill/>
          </a:ln>
          <a:effectLst/>
        </p:spPr>
        <p:txBody>
          <a:bodyPr wrap="square" anchor="ctr">
            <a:spAutoFit/>
          </a:bodyPr>
          <a:lstStyle/>
          <a:p>
            <a:r>
              <a:rPr lang="zh-CN" altLang="en-US" b="1" dirty="0">
                <a:solidFill>
                  <a:srgbClr val="66FFFF"/>
                </a:solidFill>
                <a:latin typeface="+mj-ea"/>
                <a:ea typeface="+mj-ea"/>
              </a:rPr>
              <a:t>三、</a:t>
            </a:r>
            <a:r>
              <a:rPr lang="zh-CN" altLang="en-US" dirty="0">
                <a:solidFill>
                  <a:srgbClr val="66FFFF"/>
                </a:solidFill>
                <a:latin typeface="+mj-ea"/>
                <a:ea typeface="+mj-ea"/>
              </a:rPr>
              <a:t>全同粒子的全同性原理 </a:t>
            </a:r>
            <a:r>
              <a:rPr lang="en-US" altLang="zh-CN" dirty="0">
                <a:solidFill>
                  <a:schemeClr val="bg1"/>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dirty="0">
                <a:solidFill>
                  <a:schemeClr val="bg1"/>
                </a:solidFill>
                <a:latin typeface="微软雅黑" panose="020B0503020204020204" pitchFamily="34" charset="-122"/>
                <a:ea typeface="微软雅黑" panose="020B0503020204020204" pitchFamily="34" charset="-122"/>
              </a:rPr>
              <a:t>不可区分性</a:t>
            </a:r>
          </a:p>
        </p:txBody>
      </p:sp>
      <p:sp>
        <p:nvSpPr>
          <p:cNvPr id="4" name="Rectangle 41">
            <a:extLst>
              <a:ext uri="{FF2B5EF4-FFF2-40B4-BE49-F238E27FC236}">
                <a16:creationId xmlns:a16="http://schemas.microsoft.com/office/drawing/2014/main" id="{D1D8936F-C513-980C-6154-BC6871048EF5}"/>
              </a:ext>
            </a:extLst>
          </p:cNvPr>
          <p:cNvSpPr>
            <a:spLocks noChangeArrowheads="1"/>
          </p:cNvSpPr>
          <p:nvPr/>
        </p:nvSpPr>
        <p:spPr bwMode="auto">
          <a:xfrm>
            <a:off x="502668" y="908720"/>
            <a:ext cx="828129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a:r>
              <a:rPr lang="zh-CN" altLang="en-US" sz="2400" b="1" dirty="0">
                <a:solidFill>
                  <a:srgbClr val="FFFF00"/>
                </a:solidFill>
                <a:latin typeface="华文中宋" panose="02010600040101010101" pitchFamily="2" charset="-122"/>
              </a:rPr>
              <a:t>全同性原理：</a:t>
            </a:r>
            <a:r>
              <a:rPr lang="zh-CN" altLang="en-US" sz="2400" b="1" dirty="0">
                <a:solidFill>
                  <a:schemeClr val="hlink"/>
                </a:solidFill>
                <a:latin typeface="华文中宋" panose="02010600040101010101" pitchFamily="2" charset="-122"/>
              </a:rPr>
              <a:t>全同粒子组成的体系中，任意</a:t>
            </a:r>
            <a:r>
              <a:rPr lang="zh-CN" altLang="en-US" sz="2400" b="1" dirty="0">
                <a:solidFill>
                  <a:srgbClr val="FF99FF"/>
                </a:solidFill>
                <a:latin typeface="华文中宋" panose="02010600040101010101" pitchFamily="2" charset="-122"/>
              </a:rPr>
              <a:t>交换</a:t>
            </a:r>
            <a:r>
              <a:rPr lang="zh-CN" altLang="en-US" sz="2400" b="1" dirty="0">
                <a:solidFill>
                  <a:schemeClr val="hlink"/>
                </a:solidFill>
                <a:latin typeface="华文中宋" panose="02010600040101010101" pitchFamily="2" charset="-122"/>
              </a:rPr>
              <a:t>两个全同粒子，体系的物理状态</a:t>
            </a:r>
            <a:r>
              <a:rPr lang="zh-CN" altLang="en-US" sz="2400" b="1" dirty="0">
                <a:solidFill>
                  <a:srgbClr val="FF99FF"/>
                </a:solidFill>
                <a:latin typeface="华文中宋" panose="02010600040101010101" pitchFamily="2" charset="-122"/>
              </a:rPr>
              <a:t>保持不变</a:t>
            </a:r>
            <a:r>
              <a:rPr lang="zh-CN" altLang="en-US" sz="2400" b="1" dirty="0">
                <a:solidFill>
                  <a:schemeClr val="hlink"/>
                </a:solidFill>
                <a:latin typeface="华文中宋" panose="02010600040101010101" pitchFamily="2" charset="-122"/>
              </a:rPr>
              <a:t>。 </a:t>
            </a:r>
          </a:p>
        </p:txBody>
      </p:sp>
      <p:sp>
        <p:nvSpPr>
          <p:cNvPr id="5" name="Rectangle 42">
            <a:extLst>
              <a:ext uri="{FF2B5EF4-FFF2-40B4-BE49-F238E27FC236}">
                <a16:creationId xmlns:a16="http://schemas.microsoft.com/office/drawing/2014/main" id="{8ACB241C-4F4D-3B64-6D33-3BA327FC1F00}"/>
              </a:ext>
            </a:extLst>
          </p:cNvPr>
          <p:cNvSpPr>
            <a:spLocks noChangeArrowheads="1"/>
          </p:cNvSpPr>
          <p:nvPr/>
        </p:nvSpPr>
        <p:spPr bwMode="auto">
          <a:xfrm>
            <a:off x="502668" y="1844824"/>
            <a:ext cx="828129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dirty="0">
                <a:solidFill>
                  <a:srgbClr val="CCCCFF"/>
                </a:solidFill>
                <a:latin typeface="华文中宋" panose="02010600040101010101" pitchFamily="2" charset="-122"/>
              </a:rPr>
              <a:t>全同粒子组成的系统必须考虑这种不可区分性。</a:t>
            </a:r>
            <a:r>
              <a:rPr lang="zh-CN" altLang="en-US" dirty="0">
                <a:solidFill>
                  <a:srgbClr val="FFFF00"/>
                </a:solidFill>
                <a:latin typeface="华文中宋" panose="02010600040101010101" pitchFamily="2" charset="-122"/>
              </a:rPr>
              <a:t>体系波函数具有确定的交换对称性！</a:t>
            </a:r>
            <a:r>
              <a:rPr lang="zh-CN" altLang="en-US" sz="2400" b="1" dirty="0">
                <a:latin typeface="华文中宋" panose="02010600040101010101" pitchFamily="2" charset="-122"/>
              </a:rPr>
              <a:t> </a:t>
            </a:r>
          </a:p>
        </p:txBody>
      </p:sp>
      <p:sp>
        <p:nvSpPr>
          <p:cNvPr id="16" name="Text Box 4">
            <a:extLst>
              <a:ext uri="{FF2B5EF4-FFF2-40B4-BE49-F238E27FC236}">
                <a16:creationId xmlns:a16="http://schemas.microsoft.com/office/drawing/2014/main" id="{9A7BA765-0F7B-4A3B-8DD4-F2929D360867}"/>
              </a:ext>
            </a:extLst>
          </p:cNvPr>
          <p:cNvSpPr txBox="1">
            <a:spLocks noChangeArrowheads="1"/>
          </p:cNvSpPr>
          <p:nvPr/>
        </p:nvSpPr>
        <p:spPr bwMode="auto">
          <a:xfrm>
            <a:off x="502668" y="3318083"/>
            <a:ext cx="828129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b="1" dirty="0">
                <a:solidFill>
                  <a:srgbClr val="CCCCFF"/>
                </a:solidFill>
                <a:latin typeface="+mn-lt"/>
              </a:rPr>
              <a:t>设粒子 </a:t>
            </a:r>
            <a:r>
              <a:rPr kumimoji="1" lang="en-US" altLang="zh-CN" b="1" dirty="0">
                <a:solidFill>
                  <a:srgbClr val="66FFFF"/>
                </a:solidFill>
                <a:latin typeface="+mn-lt"/>
              </a:rPr>
              <a:t>1</a:t>
            </a:r>
            <a:r>
              <a:rPr kumimoji="1" lang="zh-CN" altLang="en-US" b="1" dirty="0">
                <a:solidFill>
                  <a:srgbClr val="CCCCFF"/>
                </a:solidFill>
                <a:latin typeface="+mn-lt"/>
              </a:rPr>
              <a:t>、</a:t>
            </a:r>
            <a:r>
              <a:rPr kumimoji="1" lang="en-US" altLang="zh-CN" b="1" dirty="0">
                <a:solidFill>
                  <a:srgbClr val="66FFFF"/>
                </a:solidFill>
                <a:latin typeface="+mn-lt"/>
              </a:rPr>
              <a:t>2</a:t>
            </a:r>
            <a:r>
              <a:rPr kumimoji="1" lang="en-US" altLang="zh-CN" b="1" dirty="0">
                <a:solidFill>
                  <a:srgbClr val="CCCCFF"/>
                </a:solidFill>
                <a:latin typeface="+mn-lt"/>
              </a:rPr>
              <a:t> </a:t>
            </a:r>
            <a:r>
              <a:rPr kumimoji="1" lang="zh-CN" altLang="en-US" b="1" dirty="0">
                <a:solidFill>
                  <a:srgbClr val="CCCCFF"/>
                </a:solidFill>
                <a:latin typeface="+mn-lt"/>
              </a:rPr>
              <a:t>均可分别处在状态 </a:t>
            </a:r>
            <a:r>
              <a:rPr kumimoji="1" lang="en-US" altLang="zh-CN" b="1" i="1" dirty="0">
                <a:solidFill>
                  <a:srgbClr val="66FFFF"/>
                </a:solidFill>
                <a:latin typeface="+mn-lt"/>
              </a:rPr>
              <a:t>A</a:t>
            </a:r>
            <a:r>
              <a:rPr kumimoji="1" lang="en-US" altLang="zh-CN" b="1" i="1" dirty="0">
                <a:solidFill>
                  <a:srgbClr val="CCCCFF"/>
                </a:solidFill>
                <a:latin typeface="+mn-lt"/>
              </a:rPr>
              <a:t> </a:t>
            </a:r>
            <a:r>
              <a:rPr kumimoji="1" lang="zh-CN" altLang="en-US" b="1" dirty="0">
                <a:solidFill>
                  <a:srgbClr val="CCCCFF"/>
                </a:solidFill>
                <a:latin typeface="+mn-lt"/>
              </a:rPr>
              <a:t>或 </a:t>
            </a:r>
            <a:r>
              <a:rPr kumimoji="1" lang="en-US" altLang="zh-CN" b="1" i="1" dirty="0">
                <a:solidFill>
                  <a:srgbClr val="66FFFF"/>
                </a:solidFill>
                <a:latin typeface="+mn-lt"/>
              </a:rPr>
              <a:t>B</a:t>
            </a:r>
            <a:r>
              <a:rPr kumimoji="1" lang="en-US" altLang="zh-CN" b="1" i="1" dirty="0">
                <a:solidFill>
                  <a:srgbClr val="CCCCFF"/>
                </a:solidFill>
                <a:latin typeface="+mn-lt"/>
              </a:rPr>
              <a:t> </a:t>
            </a:r>
            <a:r>
              <a:rPr kumimoji="1" lang="zh-CN" altLang="en-US" b="1" dirty="0">
                <a:solidFill>
                  <a:srgbClr val="CCCCFF"/>
                </a:solidFill>
                <a:latin typeface="+mn-lt"/>
              </a:rPr>
              <a:t>，相应</a:t>
            </a:r>
            <a:r>
              <a:rPr lang="zh-CN" altLang="en-US" dirty="0">
                <a:solidFill>
                  <a:srgbClr val="CCCCFF"/>
                </a:solidFill>
                <a:latin typeface="+mn-lt"/>
              </a:rPr>
              <a:t>波函数分别为</a:t>
            </a:r>
            <a:r>
              <a:rPr lang="zh-CN" altLang="en-US" i="1" dirty="0">
                <a:solidFill>
                  <a:srgbClr val="66FFFF"/>
                </a:solidFill>
                <a:latin typeface="+mn-lt"/>
                <a:sym typeface="Symbol" panose="05050102010706020507" pitchFamily="18" charset="2"/>
              </a:rPr>
              <a:t></a:t>
            </a:r>
            <a:r>
              <a:rPr lang="en-US" altLang="zh-CN" i="1" baseline="-25000" dirty="0">
                <a:solidFill>
                  <a:srgbClr val="66FFFF"/>
                </a:solidFill>
                <a:latin typeface="+mn-lt"/>
                <a:sym typeface="Symbol" panose="05050102010706020507" pitchFamily="18" charset="2"/>
              </a:rPr>
              <a:t>A</a:t>
            </a:r>
            <a:r>
              <a:rPr lang="en-US" altLang="zh-CN" dirty="0">
                <a:solidFill>
                  <a:srgbClr val="66FFFF"/>
                </a:solidFill>
                <a:latin typeface="+mn-lt"/>
                <a:sym typeface="Symbol" panose="05050102010706020507" pitchFamily="18" charset="2"/>
              </a:rPr>
              <a:t>(1)</a:t>
            </a:r>
            <a:r>
              <a:rPr lang="en-US" altLang="zh-CN" i="1" baseline="-25000" dirty="0">
                <a:solidFill>
                  <a:srgbClr val="66FFFF"/>
                </a:solidFill>
                <a:latin typeface="+mn-lt"/>
                <a:sym typeface="Symbol" panose="05050102010706020507" pitchFamily="18" charset="2"/>
              </a:rPr>
              <a:t> </a:t>
            </a:r>
            <a:r>
              <a:rPr lang="zh-CN" altLang="en-US" i="1" dirty="0">
                <a:solidFill>
                  <a:srgbClr val="CCCCFF"/>
                </a:solidFill>
                <a:latin typeface="+mn-lt"/>
                <a:sym typeface="Symbol" panose="05050102010706020507" pitchFamily="18" charset="2"/>
              </a:rPr>
              <a:t>、</a:t>
            </a:r>
            <a:r>
              <a:rPr lang="zh-CN" altLang="en-US" i="1" baseline="-25000" dirty="0">
                <a:solidFill>
                  <a:srgbClr val="CCCCFF"/>
                </a:solidFill>
                <a:latin typeface="+mn-lt"/>
                <a:sym typeface="Symbol" panose="05050102010706020507" pitchFamily="18" charset="2"/>
              </a:rPr>
              <a:t> </a:t>
            </a:r>
            <a:r>
              <a:rPr lang="zh-CN" altLang="en-US" i="1" dirty="0">
                <a:solidFill>
                  <a:srgbClr val="66FFFF"/>
                </a:solidFill>
                <a:latin typeface="+mn-lt"/>
                <a:sym typeface="Symbol" panose="05050102010706020507" pitchFamily="18" charset="2"/>
              </a:rPr>
              <a:t></a:t>
            </a:r>
            <a:r>
              <a:rPr lang="en-US" altLang="zh-CN" i="1" baseline="-25000" dirty="0">
                <a:solidFill>
                  <a:srgbClr val="66FFFF"/>
                </a:solidFill>
                <a:latin typeface="+mn-lt"/>
                <a:sym typeface="Symbol" panose="05050102010706020507" pitchFamily="18" charset="2"/>
              </a:rPr>
              <a:t>A</a:t>
            </a:r>
            <a:r>
              <a:rPr lang="en-US" altLang="zh-CN" dirty="0">
                <a:solidFill>
                  <a:srgbClr val="66FFFF"/>
                </a:solidFill>
                <a:latin typeface="+mn-lt"/>
                <a:sym typeface="Symbol" panose="05050102010706020507" pitchFamily="18" charset="2"/>
              </a:rPr>
              <a:t>(2)</a:t>
            </a:r>
            <a:r>
              <a:rPr lang="zh-CN" altLang="en-US" dirty="0">
                <a:solidFill>
                  <a:srgbClr val="CCCCFF"/>
                </a:solidFill>
                <a:latin typeface="+mn-lt"/>
                <a:sym typeface="Symbol" panose="05050102010706020507" pitchFamily="18" charset="2"/>
              </a:rPr>
              <a:t>、 </a:t>
            </a:r>
            <a:r>
              <a:rPr lang="zh-CN" altLang="en-US" i="1" dirty="0">
                <a:solidFill>
                  <a:srgbClr val="66FFFF"/>
                </a:solidFill>
                <a:latin typeface="+mn-lt"/>
                <a:sym typeface="Symbol" panose="05050102010706020507" pitchFamily="18" charset="2"/>
              </a:rPr>
              <a:t></a:t>
            </a:r>
            <a:r>
              <a:rPr lang="en-US" altLang="zh-CN" i="1" baseline="-25000" dirty="0">
                <a:solidFill>
                  <a:srgbClr val="66FFFF"/>
                </a:solidFill>
                <a:latin typeface="+mn-lt"/>
                <a:sym typeface="Symbol" panose="05050102010706020507" pitchFamily="18" charset="2"/>
              </a:rPr>
              <a:t>B</a:t>
            </a:r>
            <a:r>
              <a:rPr lang="en-US" altLang="zh-CN" dirty="0">
                <a:solidFill>
                  <a:srgbClr val="66FFFF"/>
                </a:solidFill>
                <a:latin typeface="+mn-lt"/>
                <a:sym typeface="Symbol" panose="05050102010706020507" pitchFamily="18" charset="2"/>
              </a:rPr>
              <a:t>(1)</a:t>
            </a:r>
            <a:r>
              <a:rPr lang="zh-CN" altLang="en-US" dirty="0">
                <a:solidFill>
                  <a:srgbClr val="CCCCFF"/>
                </a:solidFill>
                <a:latin typeface="+mn-lt"/>
                <a:sym typeface="Symbol" panose="05050102010706020507" pitchFamily="18" charset="2"/>
              </a:rPr>
              <a:t>、 </a:t>
            </a:r>
            <a:r>
              <a:rPr lang="zh-CN" altLang="en-US" i="1" dirty="0">
                <a:solidFill>
                  <a:srgbClr val="66FFFF"/>
                </a:solidFill>
                <a:latin typeface="+mn-lt"/>
                <a:sym typeface="Symbol" panose="05050102010706020507" pitchFamily="18" charset="2"/>
              </a:rPr>
              <a:t></a:t>
            </a:r>
            <a:r>
              <a:rPr lang="en-US" altLang="zh-CN" i="1" baseline="-25000" dirty="0">
                <a:solidFill>
                  <a:srgbClr val="66FFFF"/>
                </a:solidFill>
                <a:latin typeface="+mn-lt"/>
                <a:sym typeface="Symbol" panose="05050102010706020507" pitchFamily="18" charset="2"/>
              </a:rPr>
              <a:t>B</a:t>
            </a:r>
            <a:r>
              <a:rPr lang="en-US" altLang="zh-CN" dirty="0">
                <a:solidFill>
                  <a:srgbClr val="66FFFF"/>
                </a:solidFill>
                <a:latin typeface="+mn-lt"/>
                <a:sym typeface="Symbol" panose="05050102010706020507" pitchFamily="18" charset="2"/>
              </a:rPr>
              <a:t>(2)</a:t>
            </a:r>
            <a:r>
              <a:rPr lang="zh-CN" altLang="en-US" dirty="0">
                <a:solidFill>
                  <a:schemeClr val="accent6">
                    <a:lumMod val="20000"/>
                    <a:lumOff val="80000"/>
                  </a:schemeClr>
                </a:solidFill>
                <a:latin typeface="+mn-lt"/>
                <a:sym typeface="Symbol" panose="05050102010706020507" pitchFamily="18" charset="2"/>
              </a:rPr>
              <a:t>；</a:t>
            </a:r>
            <a:r>
              <a:rPr lang="zh-CN" altLang="en-US" dirty="0">
                <a:solidFill>
                  <a:srgbClr val="CCCCFF"/>
                </a:solidFill>
              </a:rPr>
              <a:t>系统的波函数为</a:t>
            </a:r>
            <a:r>
              <a:rPr lang="zh-CN" altLang="en-US" i="1" dirty="0">
                <a:solidFill>
                  <a:srgbClr val="66FFFF"/>
                </a:solidFill>
                <a:sym typeface="Symbol" panose="05050102010706020507" pitchFamily="18" charset="2"/>
              </a:rPr>
              <a:t> </a:t>
            </a:r>
            <a:r>
              <a:rPr lang="en-US" altLang="zh-CN" dirty="0">
                <a:solidFill>
                  <a:srgbClr val="66FFFF"/>
                </a:solidFill>
                <a:sym typeface="Symbol" panose="05050102010706020507" pitchFamily="18" charset="2"/>
              </a:rPr>
              <a:t>(1, 2)</a:t>
            </a:r>
            <a:endParaRPr lang="en-US" altLang="zh-CN" dirty="0">
              <a:solidFill>
                <a:srgbClr val="66FFFF"/>
              </a:solidFill>
              <a:latin typeface="+mn-lt"/>
              <a:sym typeface="Symbol" panose="05050102010706020507" pitchFamily="18" charset="2"/>
            </a:endParaRPr>
          </a:p>
        </p:txBody>
      </p:sp>
      <p:sp>
        <p:nvSpPr>
          <p:cNvPr id="17" name="Text Box 3">
            <a:extLst>
              <a:ext uri="{FF2B5EF4-FFF2-40B4-BE49-F238E27FC236}">
                <a16:creationId xmlns:a16="http://schemas.microsoft.com/office/drawing/2014/main" id="{FDA98DD1-22A3-4836-904D-BEBDE9754E1A}"/>
              </a:ext>
            </a:extLst>
          </p:cNvPr>
          <p:cNvSpPr txBox="1">
            <a:spLocks noChangeArrowheads="1"/>
          </p:cNvSpPr>
          <p:nvPr/>
        </p:nvSpPr>
        <p:spPr bwMode="auto">
          <a:xfrm>
            <a:off x="502668" y="2852936"/>
            <a:ext cx="64034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kumimoji="1" lang="zh-CN" altLang="en-US" b="1" dirty="0">
                <a:solidFill>
                  <a:srgbClr val="CCCCFF"/>
                </a:solidFill>
                <a:latin typeface="+mn-lt"/>
              </a:rPr>
              <a:t>以两个粒子组成的系统为例：</a:t>
            </a:r>
          </a:p>
        </p:txBody>
      </p:sp>
      <p:sp>
        <p:nvSpPr>
          <p:cNvPr id="18" name="Rectangle 6">
            <a:extLst>
              <a:ext uri="{FF2B5EF4-FFF2-40B4-BE49-F238E27FC236}">
                <a16:creationId xmlns:a16="http://schemas.microsoft.com/office/drawing/2014/main" id="{ABE96F3F-317B-4052-BC7C-7A741AA41E85}"/>
              </a:ext>
            </a:extLst>
          </p:cNvPr>
          <p:cNvSpPr>
            <a:spLocks noChangeArrowheads="1"/>
          </p:cNvSpPr>
          <p:nvPr/>
        </p:nvSpPr>
        <p:spPr bwMode="auto">
          <a:xfrm>
            <a:off x="467544" y="4470833"/>
            <a:ext cx="601345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b="1" dirty="0">
                <a:solidFill>
                  <a:srgbClr val="CCCCFF"/>
                </a:solidFill>
                <a:latin typeface="+mn-lt"/>
              </a:rPr>
              <a:t>由于粒子不可分辨，应有：</a:t>
            </a:r>
          </a:p>
        </p:txBody>
      </p:sp>
      <p:graphicFrame>
        <p:nvGraphicFramePr>
          <p:cNvPr id="19" name="Object 7">
            <a:extLst>
              <a:ext uri="{FF2B5EF4-FFF2-40B4-BE49-F238E27FC236}">
                <a16:creationId xmlns:a16="http://schemas.microsoft.com/office/drawing/2014/main" id="{CADA6BD4-DD13-48B7-8728-39754A23F9C4}"/>
              </a:ext>
            </a:extLst>
          </p:cNvPr>
          <p:cNvGraphicFramePr>
            <a:graphicFrameLocks noChangeAspect="1"/>
          </p:cNvGraphicFramePr>
          <p:nvPr>
            <p:extLst/>
          </p:nvPr>
        </p:nvGraphicFramePr>
        <p:xfrm>
          <a:off x="4351328" y="4365104"/>
          <a:ext cx="2681712" cy="614592"/>
        </p:xfrm>
        <a:graphic>
          <a:graphicData uri="http://schemas.openxmlformats.org/presentationml/2006/ole">
            <mc:AlternateContent xmlns:mc="http://schemas.openxmlformats.org/markup-compatibility/2006">
              <mc:Choice xmlns:v="urn:schemas-microsoft-com:vml" Requires="v">
                <p:oleObj spid="_x0000_s555122" name="Equation" r:id="rId3" imgW="1218960" imgH="279360" progId="Equation.DSMT4">
                  <p:embed/>
                </p:oleObj>
              </mc:Choice>
              <mc:Fallback>
                <p:oleObj name="Equation" r:id="rId3" imgW="1218960" imgH="279360" progId="Equation.DSMT4">
                  <p:embed/>
                  <p:pic>
                    <p:nvPicPr>
                      <p:cNvPr id="19" name="Object 7">
                        <a:extLst>
                          <a:ext uri="{FF2B5EF4-FFF2-40B4-BE49-F238E27FC236}">
                            <a16:creationId xmlns:a16="http://schemas.microsoft.com/office/drawing/2014/main" id="{CADA6BD4-DD13-48B7-8728-39754A23F9C4}"/>
                          </a:ext>
                        </a:extLst>
                      </p:cNvPr>
                      <p:cNvPicPr>
                        <a:picLocks noChangeAspect="1" noChangeArrowheads="1"/>
                      </p:cNvPicPr>
                      <p:nvPr/>
                    </p:nvPicPr>
                    <p:blipFill>
                      <a:blip r:embed="rId4"/>
                      <a:srcRect/>
                      <a:stretch>
                        <a:fillRect/>
                      </a:stretch>
                    </p:blipFill>
                    <p:spPr bwMode="auto">
                      <a:xfrm>
                        <a:off x="4351328" y="4365104"/>
                        <a:ext cx="2681712" cy="6145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Text Box 8">
            <a:extLst>
              <a:ext uri="{FF2B5EF4-FFF2-40B4-BE49-F238E27FC236}">
                <a16:creationId xmlns:a16="http://schemas.microsoft.com/office/drawing/2014/main" id="{0943B4C3-C22F-4CD4-9A04-C5C195379F9C}"/>
              </a:ext>
            </a:extLst>
          </p:cNvPr>
          <p:cNvSpPr txBox="1">
            <a:spLocks noChangeArrowheads="1"/>
          </p:cNvSpPr>
          <p:nvPr/>
        </p:nvSpPr>
        <p:spPr bwMode="auto">
          <a:xfrm>
            <a:off x="530466" y="5670552"/>
            <a:ext cx="1981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b="1" dirty="0">
                <a:solidFill>
                  <a:srgbClr val="CCCCFF"/>
                </a:solidFill>
                <a:latin typeface="+mn-lt"/>
              </a:rPr>
              <a:t>即：</a:t>
            </a:r>
          </a:p>
        </p:txBody>
      </p:sp>
      <p:graphicFrame>
        <p:nvGraphicFramePr>
          <p:cNvPr id="21" name="Object 9">
            <a:extLst>
              <a:ext uri="{FF2B5EF4-FFF2-40B4-BE49-F238E27FC236}">
                <a16:creationId xmlns:a16="http://schemas.microsoft.com/office/drawing/2014/main" id="{2651116B-5603-48A4-8F4F-26209CFE02E7}"/>
              </a:ext>
            </a:extLst>
          </p:cNvPr>
          <p:cNvGraphicFramePr>
            <a:graphicFrameLocks noChangeAspect="1"/>
          </p:cNvGraphicFramePr>
          <p:nvPr>
            <p:extLst/>
          </p:nvPr>
        </p:nvGraphicFramePr>
        <p:xfrm>
          <a:off x="1247095" y="5683856"/>
          <a:ext cx="2458368" cy="461665"/>
        </p:xfrm>
        <a:graphic>
          <a:graphicData uri="http://schemas.openxmlformats.org/presentationml/2006/ole">
            <mc:AlternateContent xmlns:mc="http://schemas.openxmlformats.org/markup-compatibility/2006">
              <mc:Choice xmlns:v="urn:schemas-microsoft-com:vml" Requires="v">
                <p:oleObj spid="_x0000_s555123" name="Equation" r:id="rId5" imgW="1117440" imgH="203040" progId="Equation.DSMT4">
                  <p:embed/>
                </p:oleObj>
              </mc:Choice>
              <mc:Fallback>
                <p:oleObj name="Equation" r:id="rId5" imgW="1117440" imgH="203040" progId="Equation.DSMT4">
                  <p:embed/>
                  <p:pic>
                    <p:nvPicPr>
                      <p:cNvPr id="21" name="Object 9">
                        <a:extLst>
                          <a:ext uri="{FF2B5EF4-FFF2-40B4-BE49-F238E27FC236}">
                            <a16:creationId xmlns:a16="http://schemas.microsoft.com/office/drawing/2014/main" id="{2651116B-5603-48A4-8F4F-26209CFE02E7}"/>
                          </a:ext>
                        </a:extLst>
                      </p:cNvPr>
                      <p:cNvPicPr>
                        <a:picLocks noChangeAspect="1" noChangeArrowheads="1"/>
                      </p:cNvPicPr>
                      <p:nvPr/>
                    </p:nvPicPr>
                    <p:blipFill>
                      <a:blip r:embed="rId6"/>
                      <a:srcRect/>
                      <a:stretch>
                        <a:fillRect/>
                      </a:stretch>
                    </p:blipFill>
                    <p:spPr bwMode="auto">
                      <a:xfrm>
                        <a:off x="1247095" y="5683856"/>
                        <a:ext cx="2458368" cy="461665"/>
                      </a:xfrm>
                      <a:prstGeom prst="rect">
                        <a:avLst/>
                      </a:prstGeom>
                      <a:noFill/>
                      <a:ln>
                        <a:noFill/>
                      </a:ln>
                      <a:effectLst/>
                    </p:spPr>
                  </p:pic>
                </p:oleObj>
              </mc:Fallback>
            </mc:AlternateContent>
          </a:graphicData>
        </a:graphic>
      </p:graphicFrame>
      <p:sp>
        <p:nvSpPr>
          <p:cNvPr id="22" name="Text Box 7">
            <a:extLst>
              <a:ext uri="{FF2B5EF4-FFF2-40B4-BE49-F238E27FC236}">
                <a16:creationId xmlns:a16="http://schemas.microsoft.com/office/drawing/2014/main" id="{56BDA0CA-1F85-48ED-BF5F-F222A335A00F}"/>
              </a:ext>
            </a:extLst>
          </p:cNvPr>
          <p:cNvSpPr txBox="1">
            <a:spLocks noChangeArrowheads="1"/>
          </p:cNvSpPr>
          <p:nvPr/>
        </p:nvSpPr>
        <p:spPr bwMode="auto">
          <a:xfrm>
            <a:off x="6297622" y="5155461"/>
            <a:ext cx="22348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kumimoji="1" lang="en-US" altLang="zh-CN" b="1" dirty="0">
                <a:solidFill>
                  <a:srgbClr val="CCCCFF"/>
                </a:solidFill>
                <a:latin typeface="+mn-lt"/>
                <a:ea typeface="+mn-ea"/>
              </a:rPr>
              <a:t>— </a:t>
            </a:r>
            <a:r>
              <a:rPr kumimoji="1" lang="zh-CN" altLang="en-US" b="1" dirty="0">
                <a:solidFill>
                  <a:srgbClr val="CCCCFF"/>
                </a:solidFill>
                <a:latin typeface="+mn-lt"/>
                <a:ea typeface="+mn-ea"/>
              </a:rPr>
              <a:t>波函数对称</a:t>
            </a:r>
          </a:p>
        </p:txBody>
      </p:sp>
      <p:sp>
        <p:nvSpPr>
          <p:cNvPr id="23" name="Text Box 8">
            <a:extLst>
              <a:ext uri="{FF2B5EF4-FFF2-40B4-BE49-F238E27FC236}">
                <a16:creationId xmlns:a16="http://schemas.microsoft.com/office/drawing/2014/main" id="{26689A34-1FA3-47EC-88D1-E7ACAB95726D}"/>
              </a:ext>
            </a:extLst>
          </p:cNvPr>
          <p:cNvSpPr txBox="1">
            <a:spLocks noChangeArrowheads="1"/>
          </p:cNvSpPr>
          <p:nvPr/>
        </p:nvSpPr>
        <p:spPr bwMode="auto">
          <a:xfrm>
            <a:off x="6270294" y="5970293"/>
            <a:ext cx="24416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kumimoji="1" lang="en-US" altLang="zh-CN" b="1" dirty="0">
                <a:solidFill>
                  <a:srgbClr val="CCCCFF"/>
                </a:solidFill>
                <a:latin typeface="+mn-lt"/>
                <a:ea typeface="+mn-ea"/>
              </a:rPr>
              <a:t>— </a:t>
            </a:r>
            <a:r>
              <a:rPr kumimoji="1" lang="zh-CN" altLang="en-US" b="1" dirty="0">
                <a:solidFill>
                  <a:srgbClr val="CCCCFF"/>
                </a:solidFill>
                <a:latin typeface="+mn-lt"/>
                <a:ea typeface="+mn-ea"/>
              </a:rPr>
              <a:t>波函数反对称</a:t>
            </a:r>
          </a:p>
        </p:txBody>
      </p:sp>
      <p:graphicFrame>
        <p:nvGraphicFramePr>
          <p:cNvPr id="24" name="Object 5">
            <a:extLst>
              <a:ext uri="{FF2B5EF4-FFF2-40B4-BE49-F238E27FC236}">
                <a16:creationId xmlns:a16="http://schemas.microsoft.com/office/drawing/2014/main" id="{FF8C81A0-18E4-4E92-88D2-EDF547B3C715}"/>
              </a:ext>
            </a:extLst>
          </p:cNvPr>
          <p:cNvGraphicFramePr>
            <a:graphicFrameLocks noChangeAspect="1"/>
          </p:cNvGraphicFramePr>
          <p:nvPr>
            <p:extLst/>
          </p:nvPr>
        </p:nvGraphicFramePr>
        <p:xfrm>
          <a:off x="4015267" y="6007248"/>
          <a:ext cx="2317750" cy="446088"/>
        </p:xfrm>
        <a:graphic>
          <a:graphicData uri="http://schemas.openxmlformats.org/presentationml/2006/ole">
            <mc:AlternateContent xmlns:mc="http://schemas.openxmlformats.org/markup-compatibility/2006">
              <mc:Choice xmlns:v="urn:schemas-microsoft-com:vml" Requires="v">
                <p:oleObj spid="_x0000_s555124" name="Equation" r:id="rId7" imgW="1054080" imgH="203040" progId="Equation.DSMT4">
                  <p:embed/>
                </p:oleObj>
              </mc:Choice>
              <mc:Fallback>
                <p:oleObj name="Equation" r:id="rId7" imgW="1054080" imgH="203040" progId="Equation.DSMT4">
                  <p:embed/>
                  <p:pic>
                    <p:nvPicPr>
                      <p:cNvPr id="24" name="Object 5">
                        <a:extLst>
                          <a:ext uri="{FF2B5EF4-FFF2-40B4-BE49-F238E27FC236}">
                            <a16:creationId xmlns:a16="http://schemas.microsoft.com/office/drawing/2014/main" id="{FF8C81A0-18E4-4E92-88D2-EDF547B3C715}"/>
                          </a:ext>
                        </a:extLst>
                      </p:cNvPr>
                      <p:cNvPicPr>
                        <a:picLocks noChangeAspect="1" noChangeArrowheads="1"/>
                      </p:cNvPicPr>
                      <p:nvPr/>
                    </p:nvPicPr>
                    <p:blipFill>
                      <a:blip r:embed="rId8"/>
                      <a:srcRect/>
                      <a:stretch>
                        <a:fillRect/>
                      </a:stretch>
                    </p:blipFill>
                    <p:spPr bwMode="auto">
                      <a:xfrm>
                        <a:off x="4015267" y="6007248"/>
                        <a:ext cx="2317750" cy="44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Object 6">
            <a:extLst>
              <a:ext uri="{FF2B5EF4-FFF2-40B4-BE49-F238E27FC236}">
                <a16:creationId xmlns:a16="http://schemas.microsoft.com/office/drawing/2014/main" id="{865A5790-8B47-4F8A-AAB4-2B1726E0CF53}"/>
              </a:ext>
            </a:extLst>
          </p:cNvPr>
          <p:cNvGraphicFramePr>
            <a:graphicFrameLocks noChangeAspect="1"/>
          </p:cNvGraphicFramePr>
          <p:nvPr>
            <p:extLst/>
          </p:nvPr>
        </p:nvGraphicFramePr>
        <p:xfrm>
          <a:off x="4009033" y="5236271"/>
          <a:ext cx="2178792" cy="502920"/>
        </p:xfrm>
        <a:graphic>
          <a:graphicData uri="http://schemas.openxmlformats.org/presentationml/2006/ole">
            <mc:AlternateContent xmlns:mc="http://schemas.openxmlformats.org/markup-compatibility/2006">
              <mc:Choice xmlns:v="urn:schemas-microsoft-com:vml" Requires="v">
                <p:oleObj spid="_x0000_s555125" name="Equation" r:id="rId9" imgW="990360" imgH="228600" progId="Equation.DSMT4">
                  <p:embed/>
                </p:oleObj>
              </mc:Choice>
              <mc:Fallback>
                <p:oleObj name="Equation" r:id="rId9" imgW="990360" imgH="228600" progId="Equation.DSMT4">
                  <p:embed/>
                  <p:pic>
                    <p:nvPicPr>
                      <p:cNvPr id="25" name="Object 6">
                        <a:extLst>
                          <a:ext uri="{FF2B5EF4-FFF2-40B4-BE49-F238E27FC236}">
                            <a16:creationId xmlns:a16="http://schemas.microsoft.com/office/drawing/2014/main" id="{865A5790-8B47-4F8A-AAB4-2B1726E0CF53}"/>
                          </a:ext>
                        </a:extLst>
                      </p:cNvPr>
                      <p:cNvPicPr>
                        <a:picLocks noChangeAspect="1" noChangeArrowheads="1"/>
                      </p:cNvPicPr>
                      <p:nvPr/>
                    </p:nvPicPr>
                    <p:blipFill>
                      <a:blip r:embed="rId10"/>
                      <a:srcRect/>
                      <a:stretch>
                        <a:fillRect/>
                      </a:stretch>
                    </p:blipFill>
                    <p:spPr bwMode="auto">
                      <a:xfrm>
                        <a:off x="4009033" y="5236271"/>
                        <a:ext cx="2178792" cy="502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 name="左大括号 25">
            <a:extLst>
              <a:ext uri="{FF2B5EF4-FFF2-40B4-BE49-F238E27FC236}">
                <a16:creationId xmlns:a16="http://schemas.microsoft.com/office/drawing/2014/main" id="{8DDBAB62-6B3A-4756-B18F-3A59017EC7F4}"/>
              </a:ext>
            </a:extLst>
          </p:cNvPr>
          <p:cNvSpPr/>
          <p:nvPr/>
        </p:nvSpPr>
        <p:spPr bwMode="auto">
          <a:xfrm>
            <a:off x="3776407" y="5396967"/>
            <a:ext cx="232626" cy="914400"/>
          </a:xfrm>
          <a:prstGeom prst="leftBrace">
            <a:avLst/>
          </a:prstGeom>
          <a:noFill/>
          <a:ln w="31750" cap="flat" cmpd="sng" algn="ctr">
            <a:solidFill>
              <a:srgbClr val="66FF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000" b="1" i="0" u="none" strike="noStrike" cap="none" normalizeH="0" baseline="0">
              <a:ln>
                <a:noFill/>
              </a:ln>
              <a:solidFill>
                <a:schemeClr val="hlink"/>
              </a:solidFill>
              <a:effectLst/>
              <a:latin typeface="Arial" panose="020B0604020202020204" pitchFamily="34" charset="0"/>
              <a:ea typeface="华文行楷" panose="02010800040101010101" pitchFamily="2" charset="-122"/>
            </a:endParaRPr>
          </a:p>
        </p:txBody>
      </p:sp>
    </p:spTree>
    <p:extLst>
      <p:ext uri="{BB962C8B-B14F-4D97-AF65-F5344CB8AC3E}">
        <p14:creationId xmlns:p14="http://schemas.microsoft.com/office/powerpoint/2010/main" val="195184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a:extLst>
              <a:ext uri="{FF2B5EF4-FFF2-40B4-BE49-F238E27FC236}">
                <a16:creationId xmlns:a16="http://schemas.microsoft.com/office/drawing/2014/main" id="{0C365801-D80E-C0B0-4216-ADCF7C42DC76}"/>
              </a:ext>
            </a:extLst>
          </p:cNvPr>
          <p:cNvSpPr txBox="1">
            <a:spLocks noChangeArrowheads="1"/>
          </p:cNvSpPr>
          <p:nvPr/>
        </p:nvSpPr>
        <p:spPr bwMode="auto">
          <a:xfrm>
            <a:off x="1031568" y="4039374"/>
            <a:ext cx="455295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b="1" dirty="0">
                <a:solidFill>
                  <a:srgbClr val="CCCCFF"/>
                </a:solidFill>
                <a:latin typeface="+mn-lt"/>
                <a:ea typeface="+mn-ea"/>
              </a:rPr>
              <a:t>常量 </a:t>
            </a:r>
            <a:r>
              <a:rPr kumimoji="1" lang="en-US" altLang="zh-CN" b="1" i="1" dirty="0">
                <a:solidFill>
                  <a:srgbClr val="66FFFF"/>
                </a:solidFill>
                <a:latin typeface="+mn-lt"/>
                <a:ea typeface="+mn-ea"/>
              </a:rPr>
              <a:t>C </a:t>
            </a:r>
            <a:r>
              <a:rPr kumimoji="1" lang="zh-CN" altLang="en-US" b="1" dirty="0">
                <a:solidFill>
                  <a:srgbClr val="CCCCFF"/>
                </a:solidFill>
                <a:latin typeface="+mn-lt"/>
                <a:ea typeface="+mn-ea"/>
              </a:rPr>
              <a:t>是归一化因子。</a:t>
            </a:r>
          </a:p>
        </p:txBody>
      </p:sp>
      <p:sp>
        <p:nvSpPr>
          <p:cNvPr id="5" name="Rectangle 13">
            <a:extLst>
              <a:ext uri="{FF2B5EF4-FFF2-40B4-BE49-F238E27FC236}">
                <a16:creationId xmlns:a16="http://schemas.microsoft.com/office/drawing/2014/main" id="{36B11867-8C51-FE4D-00E0-FAEA80798A3E}"/>
              </a:ext>
            </a:extLst>
          </p:cNvPr>
          <p:cNvSpPr>
            <a:spLocks noChangeArrowheads="1"/>
          </p:cNvSpPr>
          <p:nvPr/>
        </p:nvSpPr>
        <p:spPr bwMode="auto">
          <a:xfrm>
            <a:off x="606424" y="933655"/>
            <a:ext cx="828129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b="1" dirty="0">
                <a:solidFill>
                  <a:srgbClr val="CCCCFF"/>
                </a:solidFill>
                <a:latin typeface="+mn-lt"/>
                <a:ea typeface="+mn-ea"/>
              </a:rPr>
              <a:t>由波函数</a:t>
            </a:r>
            <a:r>
              <a:rPr kumimoji="1" lang="zh-CN" altLang="en-US" b="1" dirty="0">
                <a:solidFill>
                  <a:srgbClr val="CCCCFF"/>
                </a:solidFill>
                <a:latin typeface="+mn-lt"/>
                <a:ea typeface="+mn-ea"/>
                <a:sym typeface="Symbol" panose="05050102010706020507" pitchFamily="18" charset="2"/>
              </a:rPr>
              <a:t>的概率解释，</a:t>
            </a:r>
            <a:r>
              <a:rPr kumimoji="1" lang="zh-CN" altLang="en-US" b="1" i="1" dirty="0">
                <a:solidFill>
                  <a:srgbClr val="66FFFF"/>
                </a:solidFill>
                <a:latin typeface="+mn-lt"/>
                <a:ea typeface="+mn-ea"/>
                <a:sym typeface="Symbol" panose="05050102010706020507" pitchFamily="18" charset="2"/>
              </a:rPr>
              <a:t> </a:t>
            </a:r>
            <a:r>
              <a:rPr kumimoji="1" lang="zh-CN" altLang="en-US" b="1" dirty="0">
                <a:solidFill>
                  <a:srgbClr val="CCCCFF"/>
                </a:solidFill>
                <a:latin typeface="+mn-lt"/>
                <a:ea typeface="+mn-ea"/>
                <a:sym typeface="Symbol" panose="05050102010706020507" pitchFamily="18" charset="2"/>
              </a:rPr>
              <a:t>应是</a:t>
            </a:r>
            <a:r>
              <a:rPr kumimoji="1" lang="zh-CN" altLang="en-US" b="1" i="1" dirty="0">
                <a:solidFill>
                  <a:srgbClr val="66FFFF"/>
                </a:solidFill>
                <a:latin typeface="+mn-lt"/>
                <a:ea typeface="+mn-ea"/>
                <a:sym typeface="Symbol" panose="05050102010706020507" pitchFamily="18" charset="2"/>
              </a:rPr>
              <a:t></a:t>
            </a:r>
            <a:r>
              <a:rPr kumimoji="1" lang="en-US" altLang="zh-CN" b="1" i="1" baseline="-25000" dirty="0">
                <a:solidFill>
                  <a:srgbClr val="66FFFF"/>
                </a:solidFill>
                <a:latin typeface="+mn-lt"/>
                <a:ea typeface="+mn-ea"/>
                <a:sym typeface="Symbol" panose="05050102010706020507" pitchFamily="18" charset="2"/>
              </a:rPr>
              <a:t>A </a:t>
            </a:r>
            <a:r>
              <a:rPr kumimoji="1" lang="zh-CN" altLang="en-US" b="1" dirty="0">
                <a:solidFill>
                  <a:srgbClr val="CCCCFF"/>
                </a:solidFill>
                <a:latin typeface="+mn-lt"/>
                <a:ea typeface="+mn-ea"/>
                <a:sym typeface="Symbol" panose="05050102010706020507" pitchFamily="18" charset="2"/>
              </a:rPr>
              <a:t>和 </a:t>
            </a:r>
            <a:r>
              <a:rPr kumimoji="1" lang="zh-CN" altLang="en-US" b="1" i="1" dirty="0">
                <a:solidFill>
                  <a:srgbClr val="66FFFF"/>
                </a:solidFill>
                <a:latin typeface="+mn-lt"/>
                <a:ea typeface="+mn-ea"/>
                <a:sym typeface="Symbol" panose="05050102010706020507" pitchFamily="18" charset="2"/>
              </a:rPr>
              <a:t></a:t>
            </a:r>
            <a:r>
              <a:rPr kumimoji="1" lang="en-US" altLang="zh-CN" b="1" i="1" baseline="-25000" dirty="0">
                <a:solidFill>
                  <a:srgbClr val="66FFFF"/>
                </a:solidFill>
                <a:latin typeface="+mn-lt"/>
                <a:ea typeface="+mn-ea"/>
                <a:sym typeface="Symbol" panose="05050102010706020507" pitchFamily="18" charset="2"/>
              </a:rPr>
              <a:t>B</a:t>
            </a:r>
            <a:r>
              <a:rPr kumimoji="1" lang="en-US" altLang="zh-CN" b="1" i="1" dirty="0">
                <a:solidFill>
                  <a:srgbClr val="66FFFF"/>
                </a:solidFill>
                <a:latin typeface="+mn-lt"/>
                <a:ea typeface="+mn-ea"/>
                <a:sym typeface="Symbol" panose="05050102010706020507" pitchFamily="18" charset="2"/>
              </a:rPr>
              <a:t> </a:t>
            </a:r>
            <a:r>
              <a:rPr kumimoji="1" lang="zh-CN" altLang="en-US" b="1" dirty="0">
                <a:solidFill>
                  <a:srgbClr val="CCCCFF"/>
                </a:solidFill>
                <a:latin typeface="+mn-lt"/>
                <a:ea typeface="+mn-ea"/>
                <a:sym typeface="Symbol" panose="05050102010706020507" pitchFamily="18" charset="2"/>
              </a:rPr>
              <a:t>相乘，</a:t>
            </a:r>
            <a:r>
              <a:rPr lang="zh-CN" altLang="en-US" dirty="0">
                <a:solidFill>
                  <a:srgbClr val="CCCCFF"/>
                </a:solidFill>
                <a:latin typeface="+mn-lt"/>
                <a:ea typeface="+mn-ea"/>
                <a:sym typeface="Symbol" panose="05050102010706020507" pitchFamily="18" charset="2"/>
              </a:rPr>
              <a:t>但是这样得不到反对称的波函数。</a:t>
            </a:r>
          </a:p>
        </p:txBody>
      </p:sp>
      <p:sp>
        <p:nvSpPr>
          <p:cNvPr id="7" name="Rectangle 15">
            <a:extLst>
              <a:ext uri="{FF2B5EF4-FFF2-40B4-BE49-F238E27FC236}">
                <a16:creationId xmlns:a16="http://schemas.microsoft.com/office/drawing/2014/main" id="{93E7F463-CDEC-217F-E859-0F7D9EC36CEB}"/>
              </a:ext>
            </a:extLst>
          </p:cNvPr>
          <p:cNvSpPr>
            <a:spLocks noChangeArrowheads="1"/>
          </p:cNvSpPr>
          <p:nvPr/>
        </p:nvSpPr>
        <p:spPr bwMode="auto">
          <a:xfrm>
            <a:off x="611188" y="1895297"/>
            <a:ext cx="691515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b="1" dirty="0">
                <a:solidFill>
                  <a:srgbClr val="CCCCFF"/>
                </a:solidFill>
                <a:latin typeface="+mn-lt"/>
                <a:ea typeface="+mn-ea"/>
                <a:sym typeface="Symbol" panose="05050102010706020507" pitchFamily="18" charset="2"/>
              </a:rPr>
              <a:t>为此需要把</a:t>
            </a:r>
            <a:r>
              <a:rPr lang="en-US" altLang="zh-CN" i="1" dirty="0">
                <a:solidFill>
                  <a:srgbClr val="66FFFF"/>
                </a:solidFill>
                <a:latin typeface="+mn-lt"/>
                <a:ea typeface="+mn-ea"/>
                <a:sym typeface="Symbol" panose="05050102010706020507" pitchFamily="18" charset="2"/>
              </a:rPr>
              <a:t></a:t>
            </a:r>
            <a:r>
              <a:rPr lang="en-US" altLang="zh-CN" i="1" baseline="-25000" dirty="0">
                <a:solidFill>
                  <a:srgbClr val="66FFFF"/>
                </a:solidFill>
                <a:latin typeface="+mn-lt"/>
                <a:ea typeface="+mn-ea"/>
                <a:sym typeface="Symbol" panose="05050102010706020507" pitchFamily="18" charset="2"/>
              </a:rPr>
              <a:t>A </a:t>
            </a:r>
            <a:r>
              <a:rPr lang="zh-CN" altLang="en-US" dirty="0">
                <a:solidFill>
                  <a:srgbClr val="CCCCFF"/>
                </a:solidFill>
                <a:latin typeface="+mn-lt"/>
                <a:ea typeface="+mn-ea"/>
                <a:sym typeface="Symbol" panose="05050102010706020507" pitchFamily="18" charset="2"/>
              </a:rPr>
              <a:t>和 </a:t>
            </a:r>
            <a:r>
              <a:rPr lang="zh-CN" altLang="en-US" i="1" dirty="0">
                <a:solidFill>
                  <a:srgbClr val="66FFFF"/>
                </a:solidFill>
                <a:latin typeface="+mn-lt"/>
                <a:ea typeface="+mn-ea"/>
                <a:sym typeface="Symbol" panose="05050102010706020507" pitchFamily="18" charset="2"/>
              </a:rPr>
              <a:t></a:t>
            </a:r>
            <a:r>
              <a:rPr lang="en-US" altLang="zh-CN" i="1" baseline="-25000" dirty="0">
                <a:solidFill>
                  <a:srgbClr val="66FFFF"/>
                </a:solidFill>
                <a:latin typeface="+mn-lt"/>
                <a:ea typeface="+mn-ea"/>
                <a:sym typeface="Symbol" panose="05050102010706020507" pitchFamily="18" charset="2"/>
              </a:rPr>
              <a:t>B</a:t>
            </a:r>
            <a:r>
              <a:rPr lang="en-US" altLang="zh-CN" i="1" dirty="0">
                <a:solidFill>
                  <a:srgbClr val="66FFFF"/>
                </a:solidFill>
                <a:latin typeface="+mn-lt"/>
                <a:ea typeface="+mn-ea"/>
                <a:sym typeface="Symbol" panose="05050102010706020507" pitchFamily="18" charset="2"/>
              </a:rPr>
              <a:t> </a:t>
            </a:r>
            <a:r>
              <a:rPr lang="zh-CN" altLang="en-US" dirty="0">
                <a:solidFill>
                  <a:srgbClr val="CCCCFF"/>
                </a:solidFill>
                <a:latin typeface="+mn-lt"/>
                <a:ea typeface="+mn-ea"/>
                <a:sym typeface="Symbol" panose="05050102010706020507" pitchFamily="18" charset="2"/>
              </a:rPr>
              <a:t>的乘积进行如下组合：</a:t>
            </a:r>
          </a:p>
        </p:txBody>
      </p:sp>
      <p:sp>
        <p:nvSpPr>
          <p:cNvPr id="8" name="Text Box 16">
            <a:extLst>
              <a:ext uri="{FF2B5EF4-FFF2-40B4-BE49-F238E27FC236}">
                <a16:creationId xmlns:a16="http://schemas.microsoft.com/office/drawing/2014/main" id="{77B3DA52-6E9B-DBA7-8BAD-A7284C8B6AE0}"/>
              </a:ext>
            </a:extLst>
          </p:cNvPr>
          <p:cNvSpPr txBox="1">
            <a:spLocks noChangeArrowheads="1"/>
          </p:cNvSpPr>
          <p:nvPr/>
        </p:nvSpPr>
        <p:spPr bwMode="auto">
          <a:xfrm>
            <a:off x="6227762" y="2640856"/>
            <a:ext cx="253365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b="1" dirty="0">
                <a:solidFill>
                  <a:srgbClr val="CCCCFF"/>
                </a:solidFill>
                <a:latin typeface="+mn-lt"/>
                <a:ea typeface="+mn-ea"/>
              </a:rPr>
              <a:t>（反对称）</a:t>
            </a:r>
          </a:p>
        </p:txBody>
      </p:sp>
      <p:graphicFrame>
        <p:nvGraphicFramePr>
          <p:cNvPr id="9" name="Object 4">
            <a:extLst>
              <a:ext uri="{FF2B5EF4-FFF2-40B4-BE49-F238E27FC236}">
                <a16:creationId xmlns:a16="http://schemas.microsoft.com/office/drawing/2014/main" id="{834ADB58-5AAE-C3C1-976D-51D277F9C8A4}"/>
              </a:ext>
            </a:extLst>
          </p:cNvPr>
          <p:cNvGraphicFramePr>
            <a:graphicFrameLocks noChangeAspect="1"/>
          </p:cNvGraphicFramePr>
          <p:nvPr>
            <p:extLst/>
          </p:nvPr>
        </p:nvGraphicFramePr>
        <p:xfrm>
          <a:off x="1043608" y="2569971"/>
          <a:ext cx="5252544" cy="558360"/>
        </p:xfrm>
        <a:graphic>
          <a:graphicData uri="http://schemas.openxmlformats.org/presentationml/2006/ole">
            <mc:AlternateContent xmlns:mc="http://schemas.openxmlformats.org/markup-compatibility/2006">
              <mc:Choice xmlns:v="urn:schemas-microsoft-com:vml" Requires="v">
                <p:oleObj spid="_x0000_s556088" name="Equation" r:id="rId3" imgW="2387520" imgH="253800" progId="Equation.DSMT4">
                  <p:embed/>
                </p:oleObj>
              </mc:Choice>
              <mc:Fallback>
                <p:oleObj name="Equation" r:id="rId3" imgW="2387520" imgH="253800" progId="Equation.DSMT4">
                  <p:embed/>
                  <p:pic>
                    <p:nvPicPr>
                      <p:cNvPr id="9" name="Object 4">
                        <a:extLst>
                          <a:ext uri="{FF2B5EF4-FFF2-40B4-BE49-F238E27FC236}">
                            <a16:creationId xmlns:a16="http://schemas.microsoft.com/office/drawing/2014/main" id="{834ADB58-5AAE-C3C1-976D-51D277F9C8A4}"/>
                          </a:ext>
                        </a:extLst>
                      </p:cNvPr>
                      <p:cNvPicPr>
                        <a:picLocks noChangeAspect="1" noChangeArrowheads="1"/>
                      </p:cNvPicPr>
                      <p:nvPr/>
                    </p:nvPicPr>
                    <p:blipFill>
                      <a:blip r:embed="rId4"/>
                      <a:srcRect/>
                      <a:stretch>
                        <a:fillRect/>
                      </a:stretch>
                    </p:blipFill>
                    <p:spPr bwMode="auto">
                      <a:xfrm>
                        <a:off x="1043608" y="2569971"/>
                        <a:ext cx="5252544" cy="558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17">
            <a:extLst>
              <a:ext uri="{FF2B5EF4-FFF2-40B4-BE49-F238E27FC236}">
                <a16:creationId xmlns:a16="http://schemas.microsoft.com/office/drawing/2014/main" id="{356023F0-E8A4-898A-BD11-84646A19CF72}"/>
              </a:ext>
            </a:extLst>
          </p:cNvPr>
          <p:cNvGraphicFramePr>
            <a:graphicFrameLocks noChangeAspect="1"/>
          </p:cNvGraphicFramePr>
          <p:nvPr>
            <p:extLst/>
          </p:nvPr>
        </p:nvGraphicFramePr>
        <p:xfrm>
          <a:off x="1031568" y="3278015"/>
          <a:ext cx="5168592" cy="558360"/>
        </p:xfrm>
        <a:graphic>
          <a:graphicData uri="http://schemas.openxmlformats.org/presentationml/2006/ole">
            <mc:AlternateContent xmlns:mc="http://schemas.openxmlformats.org/markup-compatibility/2006">
              <mc:Choice xmlns:v="urn:schemas-microsoft-com:vml" Requires="v">
                <p:oleObj spid="_x0000_s556089" name="Equation" r:id="rId5" imgW="2349360" imgH="253800" progId="Equation.DSMT4">
                  <p:embed/>
                </p:oleObj>
              </mc:Choice>
              <mc:Fallback>
                <p:oleObj name="Equation" r:id="rId5" imgW="2349360" imgH="253800" progId="Equation.DSMT4">
                  <p:embed/>
                  <p:pic>
                    <p:nvPicPr>
                      <p:cNvPr id="10" name="Object 17">
                        <a:extLst>
                          <a:ext uri="{FF2B5EF4-FFF2-40B4-BE49-F238E27FC236}">
                            <a16:creationId xmlns:a16="http://schemas.microsoft.com/office/drawing/2014/main" id="{356023F0-E8A4-898A-BD11-84646A19CF72}"/>
                          </a:ext>
                        </a:extLst>
                      </p:cNvPr>
                      <p:cNvPicPr>
                        <a:picLocks noChangeAspect="1" noChangeArrowheads="1"/>
                      </p:cNvPicPr>
                      <p:nvPr/>
                    </p:nvPicPr>
                    <p:blipFill>
                      <a:blip r:embed="rId6"/>
                      <a:srcRect/>
                      <a:stretch>
                        <a:fillRect/>
                      </a:stretch>
                    </p:blipFill>
                    <p:spPr bwMode="auto">
                      <a:xfrm>
                        <a:off x="1031568" y="3278015"/>
                        <a:ext cx="5168592" cy="558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Text Box 18">
            <a:extLst>
              <a:ext uri="{FF2B5EF4-FFF2-40B4-BE49-F238E27FC236}">
                <a16:creationId xmlns:a16="http://schemas.microsoft.com/office/drawing/2014/main" id="{A7A131EF-044D-6E64-9202-16DE99310538}"/>
              </a:ext>
            </a:extLst>
          </p:cNvPr>
          <p:cNvSpPr txBox="1">
            <a:spLocks noChangeArrowheads="1"/>
          </p:cNvSpPr>
          <p:nvPr/>
        </p:nvSpPr>
        <p:spPr bwMode="auto">
          <a:xfrm>
            <a:off x="6296152" y="3412792"/>
            <a:ext cx="2133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b="1" dirty="0">
                <a:solidFill>
                  <a:srgbClr val="CCCCFF"/>
                </a:solidFill>
                <a:latin typeface="+mn-lt"/>
                <a:ea typeface="+mn-ea"/>
              </a:rPr>
              <a:t>（对称）</a:t>
            </a:r>
          </a:p>
        </p:txBody>
      </p:sp>
      <p:grpSp>
        <p:nvGrpSpPr>
          <p:cNvPr id="13" name="Group 11">
            <a:extLst>
              <a:ext uri="{FF2B5EF4-FFF2-40B4-BE49-F238E27FC236}">
                <a16:creationId xmlns:a16="http://schemas.microsoft.com/office/drawing/2014/main" id="{1C4635CD-971C-F046-C794-8790AE039CD7}"/>
              </a:ext>
            </a:extLst>
          </p:cNvPr>
          <p:cNvGrpSpPr>
            <a:grpSpLocks/>
          </p:cNvGrpSpPr>
          <p:nvPr/>
        </p:nvGrpSpPr>
        <p:grpSpPr bwMode="auto">
          <a:xfrm>
            <a:off x="611188" y="341048"/>
            <a:ext cx="7729536" cy="461962"/>
            <a:chOff x="652" y="1356"/>
            <a:chExt cx="4748" cy="291"/>
          </a:xfrm>
        </p:grpSpPr>
        <p:sp>
          <p:nvSpPr>
            <p:cNvPr id="14" name="Text Box 9">
              <a:extLst>
                <a:ext uri="{FF2B5EF4-FFF2-40B4-BE49-F238E27FC236}">
                  <a16:creationId xmlns:a16="http://schemas.microsoft.com/office/drawing/2014/main" id="{BE9D7EA0-20E8-B47F-9AD5-66F898063450}"/>
                </a:ext>
              </a:extLst>
            </p:cNvPr>
            <p:cNvSpPr txBox="1">
              <a:spLocks noChangeArrowheads="1"/>
            </p:cNvSpPr>
            <p:nvPr/>
          </p:nvSpPr>
          <p:spPr bwMode="auto">
            <a:xfrm>
              <a:off x="652" y="1356"/>
              <a:ext cx="115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b="1" i="1" dirty="0">
                  <a:solidFill>
                    <a:srgbClr val="66FFFF"/>
                  </a:solidFill>
                  <a:latin typeface="+mn-lt"/>
                  <a:ea typeface="+mn-ea"/>
                  <a:sym typeface="Symbol" panose="05050102010706020507" pitchFamily="18" charset="2"/>
                </a:rPr>
                <a:t> </a:t>
              </a:r>
              <a:r>
                <a:rPr kumimoji="1" lang="en-US" altLang="zh-CN" b="1" dirty="0">
                  <a:solidFill>
                    <a:srgbClr val="66FFFF"/>
                  </a:solidFill>
                  <a:latin typeface="+mn-lt"/>
                  <a:ea typeface="+mn-ea"/>
                  <a:sym typeface="Symbol" panose="05050102010706020507" pitchFamily="18" charset="2"/>
                </a:rPr>
                <a:t>(1,2)</a:t>
              </a:r>
              <a:endParaRPr kumimoji="1" lang="en-US" altLang="zh-CN" b="1" dirty="0">
                <a:solidFill>
                  <a:srgbClr val="66FFFF"/>
                </a:solidFill>
                <a:latin typeface="+mn-lt"/>
                <a:ea typeface="+mn-ea"/>
              </a:endParaRPr>
            </a:p>
          </p:txBody>
        </p:sp>
        <p:sp>
          <p:nvSpPr>
            <p:cNvPr id="15" name="Text Box 10">
              <a:extLst>
                <a:ext uri="{FF2B5EF4-FFF2-40B4-BE49-F238E27FC236}">
                  <a16:creationId xmlns:a16="http://schemas.microsoft.com/office/drawing/2014/main" id="{1F0C0C79-AE08-BEDB-D98D-E04E337CC571}"/>
                </a:ext>
              </a:extLst>
            </p:cNvPr>
            <p:cNvSpPr txBox="1">
              <a:spLocks noChangeArrowheads="1"/>
            </p:cNvSpPr>
            <p:nvPr/>
          </p:nvSpPr>
          <p:spPr bwMode="auto">
            <a:xfrm>
              <a:off x="1320" y="1356"/>
              <a:ext cx="408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b="1" dirty="0">
                  <a:solidFill>
                    <a:srgbClr val="CCCCFF"/>
                  </a:solidFill>
                  <a:latin typeface="+mn-lt"/>
                  <a:ea typeface="+mn-ea"/>
                </a:rPr>
                <a:t>应该和</a:t>
              </a:r>
              <a:r>
                <a:rPr kumimoji="1" lang="zh-CN" altLang="en-US" b="1" i="1" dirty="0">
                  <a:solidFill>
                    <a:srgbClr val="66FFFF"/>
                  </a:solidFill>
                  <a:latin typeface="+mn-lt"/>
                  <a:ea typeface="+mn-ea"/>
                  <a:sym typeface="Symbol" panose="05050102010706020507" pitchFamily="18" charset="2"/>
                </a:rPr>
                <a:t></a:t>
              </a:r>
              <a:r>
                <a:rPr kumimoji="1" lang="en-US" altLang="zh-CN" b="1" i="1" baseline="-25000" dirty="0">
                  <a:solidFill>
                    <a:srgbClr val="66FFFF"/>
                  </a:solidFill>
                  <a:latin typeface="+mn-lt"/>
                  <a:ea typeface="+mn-ea"/>
                  <a:sym typeface="Symbol" panose="05050102010706020507" pitchFamily="18" charset="2"/>
                </a:rPr>
                <a:t>A </a:t>
              </a:r>
              <a:r>
                <a:rPr kumimoji="1" lang="zh-CN" altLang="en-US" b="1" dirty="0">
                  <a:solidFill>
                    <a:srgbClr val="CCCCFF"/>
                  </a:solidFill>
                  <a:latin typeface="+mn-lt"/>
                  <a:ea typeface="+mn-ea"/>
                  <a:sym typeface="Symbol" panose="05050102010706020507" pitchFamily="18" charset="2"/>
                </a:rPr>
                <a:t>及 </a:t>
              </a:r>
              <a:r>
                <a:rPr kumimoji="1" lang="zh-CN" altLang="en-US" b="1" i="1" dirty="0">
                  <a:solidFill>
                    <a:srgbClr val="66FFFF"/>
                  </a:solidFill>
                  <a:latin typeface="+mn-lt"/>
                  <a:ea typeface="+mn-ea"/>
                  <a:sym typeface="Symbol" panose="05050102010706020507" pitchFamily="18" charset="2"/>
                </a:rPr>
                <a:t></a:t>
              </a:r>
              <a:r>
                <a:rPr kumimoji="1" lang="en-US" altLang="zh-CN" b="1" i="1" baseline="-25000" dirty="0">
                  <a:solidFill>
                    <a:srgbClr val="66FFFF"/>
                  </a:solidFill>
                  <a:latin typeface="+mn-lt"/>
                  <a:ea typeface="+mn-ea"/>
                  <a:sym typeface="Symbol" panose="05050102010706020507" pitchFamily="18" charset="2"/>
                </a:rPr>
                <a:t>B</a:t>
              </a:r>
              <a:r>
                <a:rPr kumimoji="1" lang="zh-CN" altLang="en-US" b="1" dirty="0">
                  <a:solidFill>
                    <a:srgbClr val="CCCCFF"/>
                  </a:solidFill>
                  <a:latin typeface="+mn-lt"/>
                  <a:ea typeface="+mn-ea"/>
                  <a:sym typeface="Symbol" panose="05050102010706020507" pitchFamily="18" charset="2"/>
                </a:rPr>
                <a:t>是什么关系呢？ </a:t>
              </a:r>
            </a:p>
          </p:txBody>
        </p:sp>
      </p:grpSp>
      <p:sp>
        <p:nvSpPr>
          <p:cNvPr id="16" name="Rectangle 31">
            <a:extLst>
              <a:ext uri="{FF2B5EF4-FFF2-40B4-BE49-F238E27FC236}">
                <a16:creationId xmlns:a16="http://schemas.microsoft.com/office/drawing/2014/main" id="{B4ECB314-FABC-3A96-3E5E-E9CC760EF944}"/>
              </a:ext>
            </a:extLst>
          </p:cNvPr>
          <p:cNvSpPr>
            <a:spLocks noChangeArrowheads="1"/>
          </p:cNvSpPr>
          <p:nvPr/>
        </p:nvSpPr>
        <p:spPr bwMode="auto">
          <a:xfrm>
            <a:off x="611187" y="4704038"/>
            <a:ext cx="8259833"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a:r>
              <a:rPr lang="zh-CN" altLang="en-US" sz="2400" b="1" dirty="0">
                <a:solidFill>
                  <a:srgbClr val="FFFF00"/>
                </a:solidFill>
                <a:latin typeface="华文中宋" panose="02010600040101010101" pitchFamily="2" charset="-122"/>
              </a:rPr>
              <a:t>结论：</a:t>
            </a:r>
            <a:r>
              <a:rPr lang="zh-CN" altLang="en-US" sz="2400" b="1" dirty="0">
                <a:solidFill>
                  <a:schemeClr val="hlink"/>
                </a:solidFill>
                <a:latin typeface="华文中宋" panose="02010600040101010101" pitchFamily="2" charset="-122"/>
              </a:rPr>
              <a:t>描述全同粒子体系的波函数</a:t>
            </a:r>
            <a:r>
              <a:rPr lang="zh-CN" altLang="en-US" sz="2400" b="1" u="sng" dirty="0">
                <a:solidFill>
                  <a:srgbClr val="FFFF00"/>
                </a:solidFill>
                <a:latin typeface="华文中宋" panose="02010600040101010101" pitchFamily="2" charset="-122"/>
              </a:rPr>
              <a:t>只能是对称或反对称的，且对称性不发生改变</a:t>
            </a:r>
            <a:r>
              <a:rPr lang="zh-CN" altLang="en-US" sz="2400" b="1" dirty="0">
                <a:solidFill>
                  <a:schemeClr val="hlink"/>
                </a:solidFill>
                <a:latin typeface="华文中宋" panose="02010600040101010101" pitchFamily="2" charset="-122"/>
              </a:rPr>
              <a:t>，即：如果体系在某一时刻处于对称状态，则它将永远处于对称状态；如果体系在某一时刻处于反对称状态，则它将永远处于反对称状态。</a:t>
            </a:r>
            <a:r>
              <a:rPr lang="zh-CN" altLang="en-US" sz="2400" b="1" dirty="0">
                <a:latin typeface="华文中宋" panose="02010600040101010101" pitchFamily="2" charset="-122"/>
              </a:rPr>
              <a:t> </a:t>
            </a:r>
          </a:p>
        </p:txBody>
      </p:sp>
    </p:spTree>
    <p:extLst>
      <p:ext uri="{BB962C8B-B14F-4D97-AF65-F5344CB8AC3E}">
        <p14:creationId xmlns:p14="http://schemas.microsoft.com/office/powerpoint/2010/main" val="1116430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
            <a:extLst>
              <a:ext uri="{FF2B5EF4-FFF2-40B4-BE49-F238E27FC236}">
                <a16:creationId xmlns:a16="http://schemas.microsoft.com/office/drawing/2014/main" id="{93BDEBBC-B7F1-C336-103C-9B4CA9BDF5E2}"/>
              </a:ext>
            </a:extLst>
          </p:cNvPr>
          <p:cNvSpPr>
            <a:spLocks noChangeArrowheads="1"/>
          </p:cNvSpPr>
          <p:nvPr/>
        </p:nvSpPr>
        <p:spPr bwMode="auto">
          <a:xfrm>
            <a:off x="539552" y="318442"/>
            <a:ext cx="8208912" cy="461665"/>
          </a:xfrm>
          <a:prstGeom prst="rect">
            <a:avLst/>
          </a:prstGeom>
          <a:noFill/>
          <a:ln>
            <a:noFill/>
          </a:ln>
          <a:effectLst/>
        </p:spPr>
        <p:txBody>
          <a:bodyPr wrap="square" anchor="ctr">
            <a:spAutoFit/>
          </a:bodyPr>
          <a:lstStyle/>
          <a:p>
            <a:r>
              <a:rPr lang="zh-CN" altLang="en-US" b="1" dirty="0">
                <a:solidFill>
                  <a:srgbClr val="66FFFF"/>
                </a:solidFill>
                <a:latin typeface="+mj-ea"/>
                <a:ea typeface="+mj-ea"/>
              </a:rPr>
              <a:t>四、费米子和玻色子 </a:t>
            </a:r>
          </a:p>
        </p:txBody>
      </p:sp>
      <p:sp>
        <p:nvSpPr>
          <p:cNvPr id="13" name="Rectangle 3">
            <a:extLst>
              <a:ext uri="{FF2B5EF4-FFF2-40B4-BE49-F238E27FC236}">
                <a16:creationId xmlns:a16="http://schemas.microsoft.com/office/drawing/2014/main" id="{734E3C6B-6A17-CE4D-D997-23111E21EC23}"/>
              </a:ext>
            </a:extLst>
          </p:cNvPr>
          <p:cNvSpPr>
            <a:spLocks noChangeArrowheads="1"/>
          </p:cNvSpPr>
          <p:nvPr/>
        </p:nvSpPr>
        <p:spPr bwMode="auto">
          <a:xfrm>
            <a:off x="611188" y="875922"/>
            <a:ext cx="806526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a:r>
              <a:rPr lang="zh-CN" altLang="en-US" sz="2400" b="1" dirty="0">
                <a:solidFill>
                  <a:schemeClr val="bg1"/>
                </a:solidFill>
                <a:latin typeface="华文中宋" panose="02010600040101010101" pitchFamily="2" charset="-122"/>
              </a:rPr>
              <a:t>微观全同粒子体系的波函数可按交换对称分为两类（迄今为止，无发现例外），即：</a:t>
            </a:r>
            <a:endParaRPr lang="en-US" altLang="zh-CN" sz="2400" b="1" dirty="0">
              <a:solidFill>
                <a:schemeClr val="bg1"/>
              </a:solidFill>
              <a:latin typeface="华文中宋" panose="02010600040101010101" pitchFamily="2" charset="-122"/>
            </a:endParaRPr>
          </a:p>
          <a:p>
            <a:pPr algn="just"/>
            <a:r>
              <a:rPr lang="en-US" altLang="zh-CN" dirty="0">
                <a:solidFill>
                  <a:schemeClr val="bg1"/>
                </a:solidFill>
                <a:latin typeface="华文中宋" panose="02010600040101010101" pitchFamily="2" charset="-122"/>
              </a:rPr>
              <a:t>              </a:t>
            </a:r>
            <a:r>
              <a:rPr lang="zh-CN" altLang="en-US" sz="2400" b="1" dirty="0">
                <a:solidFill>
                  <a:schemeClr val="bg1"/>
                </a:solidFill>
                <a:latin typeface="华文中宋" panose="02010600040101010101" pitchFamily="2" charset="-122"/>
              </a:rPr>
              <a:t>（</a:t>
            </a:r>
            <a:r>
              <a:rPr lang="en-US" altLang="zh-CN" sz="2400" b="1" dirty="0">
                <a:solidFill>
                  <a:schemeClr val="bg1"/>
                </a:solidFill>
                <a:latin typeface="华文中宋" panose="02010600040101010101" pitchFamily="2" charset="-122"/>
              </a:rPr>
              <a:t>1</a:t>
            </a:r>
            <a:r>
              <a:rPr lang="zh-CN" altLang="en-US" sz="2400" b="1" dirty="0">
                <a:solidFill>
                  <a:schemeClr val="bg1"/>
                </a:solidFill>
                <a:latin typeface="华文中宋" panose="02010600040101010101" pitchFamily="2" charset="-122"/>
              </a:rPr>
              <a:t>）交换对称；（</a:t>
            </a:r>
            <a:r>
              <a:rPr lang="en-US" altLang="zh-CN" sz="2400" b="1" dirty="0">
                <a:solidFill>
                  <a:schemeClr val="bg1"/>
                </a:solidFill>
                <a:latin typeface="华文中宋" panose="02010600040101010101" pitchFamily="2" charset="-122"/>
              </a:rPr>
              <a:t>2</a:t>
            </a:r>
            <a:r>
              <a:rPr lang="zh-CN" altLang="en-US" sz="2400" b="1" dirty="0">
                <a:solidFill>
                  <a:schemeClr val="bg1"/>
                </a:solidFill>
                <a:latin typeface="华文中宋" panose="02010600040101010101" pitchFamily="2" charset="-122"/>
              </a:rPr>
              <a:t>）交换反对称。 </a:t>
            </a:r>
          </a:p>
        </p:txBody>
      </p:sp>
      <p:sp>
        <p:nvSpPr>
          <p:cNvPr id="17" name="Rectangle 15">
            <a:extLst>
              <a:ext uri="{FF2B5EF4-FFF2-40B4-BE49-F238E27FC236}">
                <a16:creationId xmlns:a16="http://schemas.microsoft.com/office/drawing/2014/main" id="{EC8BB77A-8CBC-68CF-36D0-F9F145589126}"/>
              </a:ext>
            </a:extLst>
          </p:cNvPr>
          <p:cNvSpPr>
            <a:spLocks noChangeArrowheads="1"/>
          </p:cNvSpPr>
          <p:nvPr/>
        </p:nvSpPr>
        <p:spPr bwMode="auto">
          <a:xfrm>
            <a:off x="899839" y="3501008"/>
            <a:ext cx="5040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en-US" altLang="zh-CN" sz="2400" b="1" dirty="0">
                <a:solidFill>
                  <a:schemeClr val="bg1"/>
                </a:solidFill>
                <a:latin typeface="+mn-lt"/>
                <a:ea typeface="+mn-ea"/>
              </a:rPr>
              <a:t>    </a:t>
            </a:r>
            <a:r>
              <a:rPr lang="zh-CN" altLang="en-US" sz="2400" b="1" dirty="0">
                <a:solidFill>
                  <a:schemeClr val="bg1"/>
                </a:solidFill>
                <a:latin typeface="+mn-lt"/>
                <a:ea typeface="+mn-ea"/>
              </a:rPr>
              <a:t>如，电子、质子、中子等。 </a:t>
            </a:r>
          </a:p>
        </p:txBody>
      </p:sp>
      <p:grpSp>
        <p:nvGrpSpPr>
          <p:cNvPr id="19" name="Group 24">
            <a:extLst>
              <a:ext uri="{FF2B5EF4-FFF2-40B4-BE49-F238E27FC236}">
                <a16:creationId xmlns:a16="http://schemas.microsoft.com/office/drawing/2014/main" id="{3A453834-138D-72EA-7DEB-502D32A77DB8}"/>
              </a:ext>
            </a:extLst>
          </p:cNvPr>
          <p:cNvGrpSpPr>
            <a:grpSpLocks/>
          </p:cNvGrpSpPr>
          <p:nvPr/>
        </p:nvGrpSpPr>
        <p:grpSpPr bwMode="auto">
          <a:xfrm>
            <a:off x="1114924" y="5716475"/>
            <a:ext cx="8137525" cy="463550"/>
            <a:chOff x="446" y="2994"/>
            <a:chExt cx="5126" cy="292"/>
          </a:xfrm>
        </p:grpSpPr>
        <p:sp>
          <p:nvSpPr>
            <p:cNvPr id="20" name="Rectangle 16">
              <a:extLst>
                <a:ext uri="{FF2B5EF4-FFF2-40B4-BE49-F238E27FC236}">
                  <a16:creationId xmlns:a16="http://schemas.microsoft.com/office/drawing/2014/main" id="{E9E5B40B-5FD2-320D-6E07-3E3203C0DCF3}"/>
                </a:ext>
              </a:extLst>
            </p:cNvPr>
            <p:cNvSpPr>
              <a:spLocks noChangeArrowheads="1"/>
            </p:cNvSpPr>
            <p:nvPr/>
          </p:nvSpPr>
          <p:spPr bwMode="auto">
            <a:xfrm>
              <a:off x="446" y="2994"/>
              <a:ext cx="512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a:r>
                <a:rPr lang="zh-CN" altLang="en-US" sz="2400" b="1" dirty="0">
                  <a:solidFill>
                    <a:schemeClr val="bg1"/>
                  </a:solidFill>
                  <a:latin typeface="+mn-lt"/>
                </a:rPr>
                <a:t>如光子           、处于基态的氦原子            、 粒子             </a:t>
              </a:r>
            </a:p>
          </p:txBody>
        </p:sp>
        <p:graphicFrame>
          <p:nvGraphicFramePr>
            <p:cNvPr id="21" name="Object 17">
              <a:extLst>
                <a:ext uri="{FF2B5EF4-FFF2-40B4-BE49-F238E27FC236}">
                  <a16:creationId xmlns:a16="http://schemas.microsoft.com/office/drawing/2014/main" id="{5E1A2B66-5600-C342-D25F-E7FBC930E1D5}"/>
                </a:ext>
              </a:extLst>
            </p:cNvPr>
            <p:cNvGraphicFramePr>
              <a:graphicFrameLocks noChangeAspect="1"/>
            </p:cNvGraphicFramePr>
            <p:nvPr>
              <p:extLst/>
            </p:nvPr>
          </p:nvGraphicFramePr>
          <p:xfrm>
            <a:off x="1098" y="3026"/>
            <a:ext cx="528" cy="256"/>
          </p:xfrm>
          <a:graphic>
            <a:graphicData uri="http://schemas.openxmlformats.org/presentationml/2006/ole">
              <mc:AlternateContent xmlns:mc="http://schemas.openxmlformats.org/markup-compatibility/2006">
                <mc:Choice xmlns:v="urn:schemas-microsoft-com:vml" Requires="v">
                  <p:oleObj spid="_x0000_s557174" name="Equation" r:id="rId4" imgW="419040" imgH="203040" progId="Equation.DSMT4">
                    <p:embed/>
                  </p:oleObj>
                </mc:Choice>
                <mc:Fallback>
                  <p:oleObj name="Equation" r:id="rId4" imgW="419040" imgH="203040" progId="Equation.DSMT4">
                    <p:embed/>
                    <p:pic>
                      <p:nvPicPr>
                        <p:cNvPr id="21" name="Object 17">
                          <a:extLst>
                            <a:ext uri="{FF2B5EF4-FFF2-40B4-BE49-F238E27FC236}">
                              <a16:creationId xmlns:a16="http://schemas.microsoft.com/office/drawing/2014/main" id="{5E1A2B66-5600-C342-D25F-E7FBC930E1D5}"/>
                            </a:ext>
                          </a:extLst>
                        </p:cNvPr>
                        <p:cNvPicPr>
                          <a:picLocks noChangeAspect="1" noChangeArrowheads="1"/>
                        </p:cNvPicPr>
                        <p:nvPr/>
                      </p:nvPicPr>
                      <p:blipFill>
                        <a:blip r:embed="rId5"/>
                        <a:srcRect/>
                        <a:stretch>
                          <a:fillRect/>
                        </a:stretch>
                      </p:blipFill>
                      <p:spPr bwMode="auto">
                        <a:xfrm>
                          <a:off x="1098" y="3026"/>
                          <a:ext cx="528"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19">
              <a:extLst>
                <a:ext uri="{FF2B5EF4-FFF2-40B4-BE49-F238E27FC236}">
                  <a16:creationId xmlns:a16="http://schemas.microsoft.com/office/drawing/2014/main" id="{59E011CF-A043-1661-7AA0-7BB6202D9CCF}"/>
                </a:ext>
              </a:extLst>
            </p:cNvPr>
            <p:cNvGraphicFramePr>
              <a:graphicFrameLocks noChangeAspect="1"/>
            </p:cNvGraphicFramePr>
            <p:nvPr>
              <p:extLst/>
            </p:nvPr>
          </p:nvGraphicFramePr>
          <p:xfrm>
            <a:off x="4544" y="3019"/>
            <a:ext cx="560" cy="256"/>
          </p:xfrm>
          <a:graphic>
            <a:graphicData uri="http://schemas.openxmlformats.org/presentationml/2006/ole">
              <mc:AlternateContent xmlns:mc="http://schemas.openxmlformats.org/markup-compatibility/2006">
                <mc:Choice xmlns:v="urn:schemas-microsoft-com:vml" Requires="v">
                  <p:oleObj spid="_x0000_s557175" name="Equation" r:id="rId6" imgW="444240" imgH="203040" progId="Equation.DSMT4">
                    <p:embed/>
                  </p:oleObj>
                </mc:Choice>
                <mc:Fallback>
                  <p:oleObj name="Equation" r:id="rId6" imgW="444240" imgH="203040" progId="Equation.DSMT4">
                    <p:embed/>
                    <p:pic>
                      <p:nvPicPr>
                        <p:cNvPr id="22" name="Object 19">
                          <a:extLst>
                            <a:ext uri="{FF2B5EF4-FFF2-40B4-BE49-F238E27FC236}">
                              <a16:creationId xmlns:a16="http://schemas.microsoft.com/office/drawing/2014/main" id="{59E011CF-A043-1661-7AA0-7BB6202D9CCF}"/>
                            </a:ext>
                          </a:extLst>
                        </p:cNvPr>
                        <p:cNvPicPr>
                          <a:picLocks noChangeAspect="1" noChangeArrowheads="1"/>
                        </p:cNvPicPr>
                        <p:nvPr/>
                      </p:nvPicPr>
                      <p:blipFill>
                        <a:blip r:embed="rId7"/>
                        <a:srcRect/>
                        <a:stretch>
                          <a:fillRect/>
                        </a:stretch>
                      </p:blipFill>
                      <p:spPr bwMode="auto">
                        <a:xfrm>
                          <a:off x="4544" y="3019"/>
                          <a:ext cx="560"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21">
              <a:extLst>
                <a:ext uri="{FF2B5EF4-FFF2-40B4-BE49-F238E27FC236}">
                  <a16:creationId xmlns:a16="http://schemas.microsoft.com/office/drawing/2014/main" id="{C73927FF-5039-72D5-87E0-5B019B8A1AB0}"/>
                </a:ext>
              </a:extLst>
            </p:cNvPr>
            <p:cNvGraphicFramePr>
              <a:graphicFrameLocks noChangeAspect="1"/>
            </p:cNvGraphicFramePr>
            <p:nvPr>
              <p:extLst/>
            </p:nvPr>
          </p:nvGraphicFramePr>
          <p:xfrm>
            <a:off x="3353" y="3030"/>
            <a:ext cx="560" cy="256"/>
          </p:xfrm>
          <a:graphic>
            <a:graphicData uri="http://schemas.openxmlformats.org/presentationml/2006/ole">
              <mc:AlternateContent xmlns:mc="http://schemas.openxmlformats.org/markup-compatibility/2006">
                <mc:Choice xmlns:v="urn:schemas-microsoft-com:vml" Requires="v">
                  <p:oleObj spid="_x0000_s557176" name="Equation" r:id="rId8" imgW="444240" imgH="203040" progId="Equation.DSMT4">
                    <p:embed/>
                  </p:oleObj>
                </mc:Choice>
                <mc:Fallback>
                  <p:oleObj name="Equation" r:id="rId8" imgW="444240" imgH="203040" progId="Equation.DSMT4">
                    <p:embed/>
                    <p:pic>
                      <p:nvPicPr>
                        <p:cNvPr id="23" name="Object 21">
                          <a:extLst>
                            <a:ext uri="{FF2B5EF4-FFF2-40B4-BE49-F238E27FC236}">
                              <a16:creationId xmlns:a16="http://schemas.microsoft.com/office/drawing/2014/main" id="{C73927FF-5039-72D5-87E0-5B019B8A1AB0}"/>
                            </a:ext>
                          </a:extLst>
                        </p:cNvPr>
                        <p:cNvPicPr>
                          <a:picLocks noChangeAspect="1" noChangeArrowheads="1"/>
                        </p:cNvPicPr>
                        <p:nvPr/>
                      </p:nvPicPr>
                      <p:blipFill>
                        <a:blip r:embed="rId9"/>
                        <a:srcRect/>
                        <a:stretch>
                          <a:fillRect/>
                        </a:stretch>
                      </p:blipFill>
                      <p:spPr bwMode="auto">
                        <a:xfrm>
                          <a:off x="3353" y="3030"/>
                          <a:ext cx="560"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22">
              <a:extLst>
                <a:ext uri="{FF2B5EF4-FFF2-40B4-BE49-F238E27FC236}">
                  <a16:creationId xmlns:a16="http://schemas.microsoft.com/office/drawing/2014/main" id="{D55137EF-ECED-1B4D-F754-29B3E5D889EA}"/>
                </a:ext>
              </a:extLst>
            </p:cNvPr>
            <p:cNvGraphicFramePr>
              <a:graphicFrameLocks noChangeAspect="1"/>
            </p:cNvGraphicFramePr>
            <p:nvPr>
              <p:extLst/>
            </p:nvPr>
          </p:nvGraphicFramePr>
          <p:xfrm>
            <a:off x="4012" y="3042"/>
            <a:ext cx="170" cy="191"/>
          </p:xfrm>
          <a:graphic>
            <a:graphicData uri="http://schemas.openxmlformats.org/presentationml/2006/ole">
              <mc:AlternateContent xmlns:mc="http://schemas.openxmlformats.org/markup-compatibility/2006">
                <mc:Choice xmlns:v="urn:schemas-microsoft-com:vml" Requires="v">
                  <p:oleObj spid="_x0000_s557177" name="Equation" r:id="rId10" imgW="126720" imgH="139680" progId="Equation.DSMT4">
                    <p:embed/>
                  </p:oleObj>
                </mc:Choice>
                <mc:Fallback>
                  <p:oleObj name="Equation" r:id="rId10" imgW="126720" imgH="139680" progId="Equation.DSMT4">
                    <p:embed/>
                    <p:pic>
                      <p:nvPicPr>
                        <p:cNvPr id="24" name="Object 22">
                          <a:extLst>
                            <a:ext uri="{FF2B5EF4-FFF2-40B4-BE49-F238E27FC236}">
                              <a16:creationId xmlns:a16="http://schemas.microsoft.com/office/drawing/2014/main" id="{D55137EF-ECED-1B4D-F754-29B3E5D889EA}"/>
                            </a:ext>
                          </a:extLst>
                        </p:cNvPr>
                        <p:cNvPicPr>
                          <a:picLocks noChangeAspect="1" noChangeArrowheads="1"/>
                        </p:cNvPicPr>
                        <p:nvPr/>
                      </p:nvPicPr>
                      <p:blipFill>
                        <a:blip r:embed="rId11"/>
                        <a:srcRect/>
                        <a:stretch>
                          <a:fillRect/>
                        </a:stretch>
                      </p:blipFill>
                      <p:spPr bwMode="auto">
                        <a:xfrm>
                          <a:off x="4012" y="3042"/>
                          <a:ext cx="170" cy="1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4" name="Rectangle 4">
            <a:extLst>
              <a:ext uri="{FF2B5EF4-FFF2-40B4-BE49-F238E27FC236}">
                <a16:creationId xmlns:a16="http://schemas.microsoft.com/office/drawing/2014/main" id="{BEA52A93-8F41-6CCB-478D-6A4F6C3B47D7}"/>
              </a:ext>
            </a:extLst>
          </p:cNvPr>
          <p:cNvSpPr>
            <a:spLocks noChangeArrowheads="1"/>
          </p:cNvSpPr>
          <p:nvPr/>
        </p:nvSpPr>
        <p:spPr bwMode="auto">
          <a:xfrm>
            <a:off x="395536" y="2132856"/>
            <a:ext cx="8208912" cy="1384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809625" indent="-809625" algn="just">
              <a:lnSpc>
                <a:spcPct val="120000"/>
              </a:lnSpc>
            </a:pPr>
            <a:r>
              <a:rPr lang="zh-CN" altLang="en-US" sz="2400" b="1" dirty="0">
                <a:solidFill>
                  <a:schemeClr val="bg1"/>
                </a:solidFill>
                <a:latin typeface="+mn-lt"/>
                <a:ea typeface="+mn-ea"/>
              </a:rPr>
              <a:t>（</a:t>
            </a:r>
            <a:r>
              <a:rPr lang="en-US" altLang="zh-CN" sz="2400" b="1" i="1" dirty="0">
                <a:solidFill>
                  <a:schemeClr val="bg1"/>
                </a:solidFill>
                <a:latin typeface="+mn-lt"/>
                <a:ea typeface="+mn-ea"/>
              </a:rPr>
              <a:t>1</a:t>
            </a:r>
            <a:r>
              <a:rPr lang="zh-CN" altLang="en-US" sz="2400" b="1" dirty="0">
                <a:solidFill>
                  <a:schemeClr val="bg1"/>
                </a:solidFill>
                <a:latin typeface="+mn-lt"/>
                <a:ea typeface="+mn-ea"/>
              </a:rPr>
              <a:t>）</a:t>
            </a:r>
            <a:r>
              <a:rPr lang="zh-CN" altLang="en-US" u="sng" dirty="0">
                <a:solidFill>
                  <a:srgbClr val="FFFF00"/>
                </a:solidFill>
              </a:rPr>
              <a:t>费米子</a:t>
            </a:r>
            <a:r>
              <a:rPr lang="zh-CN" altLang="en-US" sz="2400" b="1" dirty="0">
                <a:solidFill>
                  <a:schemeClr val="bg1"/>
                </a:solidFill>
                <a:latin typeface="+mn-lt"/>
                <a:ea typeface="+mn-ea"/>
              </a:rPr>
              <a:t>：凡自旋是      或       奇数倍的粒子组成的全同粒子体系，波函数具有</a:t>
            </a:r>
            <a:r>
              <a:rPr lang="zh-CN" altLang="en-US" sz="2400" b="1" i="1" u="sng" dirty="0">
                <a:solidFill>
                  <a:srgbClr val="FFFF00"/>
                </a:solidFill>
                <a:latin typeface="+mn-lt"/>
                <a:ea typeface="+mn-ea"/>
              </a:rPr>
              <a:t>交换</a:t>
            </a:r>
            <a:r>
              <a:rPr lang="zh-CN" altLang="en-US" sz="2400" b="1" i="1" u="sng" dirty="0">
                <a:solidFill>
                  <a:srgbClr val="FFFF00"/>
                </a:solidFill>
                <a:effectLst>
                  <a:outerShdw blurRad="38100" dist="38100" dir="2700000" algn="tl">
                    <a:srgbClr val="000000">
                      <a:alpha val="43137"/>
                    </a:srgbClr>
                  </a:outerShdw>
                </a:effectLst>
                <a:latin typeface="+mn-lt"/>
                <a:ea typeface="+mn-ea"/>
              </a:rPr>
              <a:t>反对称性</a:t>
            </a:r>
            <a:r>
              <a:rPr lang="zh-CN" altLang="en-US" sz="2400" b="1" dirty="0">
                <a:solidFill>
                  <a:schemeClr val="bg1"/>
                </a:solidFill>
                <a:latin typeface="+mn-lt"/>
                <a:ea typeface="+mn-ea"/>
              </a:rPr>
              <a:t>，服从费米</a:t>
            </a:r>
            <a:r>
              <a:rPr lang="en-US" altLang="zh-CN" sz="2400" b="1" dirty="0">
                <a:solidFill>
                  <a:schemeClr val="bg1"/>
                </a:solidFill>
                <a:latin typeface="+mn-lt"/>
                <a:ea typeface="+mn-ea"/>
              </a:rPr>
              <a:t>-</a:t>
            </a:r>
            <a:r>
              <a:rPr lang="zh-CN" altLang="en-US" sz="2400" b="1" dirty="0">
                <a:solidFill>
                  <a:schemeClr val="bg1"/>
                </a:solidFill>
                <a:latin typeface="+mn-lt"/>
                <a:ea typeface="+mn-ea"/>
              </a:rPr>
              <a:t>狄拉克统计，</a:t>
            </a:r>
            <a:r>
              <a:rPr lang="zh-CN" altLang="en-US" sz="2400" b="1" u="sng" dirty="0">
                <a:solidFill>
                  <a:srgbClr val="FFFF00"/>
                </a:solidFill>
                <a:latin typeface="+mn-lt"/>
                <a:ea typeface="+mn-ea"/>
              </a:rPr>
              <a:t>满足泡利不相容原理</a:t>
            </a:r>
          </a:p>
        </p:txBody>
      </p:sp>
      <p:sp>
        <p:nvSpPr>
          <p:cNvPr id="18" name="Rectangle 9">
            <a:extLst>
              <a:ext uri="{FF2B5EF4-FFF2-40B4-BE49-F238E27FC236}">
                <a16:creationId xmlns:a16="http://schemas.microsoft.com/office/drawing/2014/main" id="{33CD9866-139D-9C45-39A7-040677F9308E}"/>
              </a:ext>
            </a:extLst>
          </p:cNvPr>
          <p:cNvSpPr>
            <a:spLocks noChangeArrowheads="1"/>
          </p:cNvSpPr>
          <p:nvPr/>
        </p:nvSpPr>
        <p:spPr bwMode="auto">
          <a:xfrm>
            <a:off x="395536" y="4277215"/>
            <a:ext cx="8208912" cy="1384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719138" indent="-719138" algn="just">
              <a:lnSpc>
                <a:spcPct val="120000"/>
              </a:lnSpc>
            </a:pPr>
            <a:r>
              <a:rPr lang="zh-CN" altLang="en-US" sz="2400" b="1" dirty="0">
                <a:solidFill>
                  <a:schemeClr val="bg1"/>
                </a:solidFill>
                <a:latin typeface="+mn-lt"/>
                <a:ea typeface="+mn-ea"/>
              </a:rPr>
              <a:t>（</a:t>
            </a:r>
            <a:r>
              <a:rPr lang="en-US" altLang="zh-CN" sz="2400" b="1" i="1" dirty="0">
                <a:solidFill>
                  <a:schemeClr val="bg1"/>
                </a:solidFill>
                <a:latin typeface="+mn-lt"/>
                <a:ea typeface="+mn-ea"/>
              </a:rPr>
              <a:t>2</a:t>
            </a:r>
            <a:r>
              <a:rPr lang="zh-CN" altLang="en-US" sz="2400" b="1" dirty="0">
                <a:solidFill>
                  <a:schemeClr val="bg1"/>
                </a:solidFill>
                <a:latin typeface="+mn-lt"/>
                <a:ea typeface="+mn-ea"/>
              </a:rPr>
              <a:t>）</a:t>
            </a:r>
            <a:r>
              <a:rPr lang="zh-CN" altLang="en-US" u="sng" dirty="0">
                <a:solidFill>
                  <a:srgbClr val="FFFF00"/>
                </a:solidFill>
              </a:rPr>
              <a:t>玻色子</a:t>
            </a:r>
            <a:r>
              <a:rPr lang="zh-CN" altLang="en-US" dirty="0">
                <a:solidFill>
                  <a:schemeClr val="bg1"/>
                </a:solidFill>
              </a:rPr>
              <a:t>：</a:t>
            </a:r>
            <a:r>
              <a:rPr lang="zh-CN" altLang="en-US" sz="2400" b="1" dirty="0">
                <a:solidFill>
                  <a:schemeClr val="bg1"/>
                </a:solidFill>
                <a:latin typeface="+mn-lt"/>
                <a:ea typeface="+mn-ea"/>
              </a:rPr>
              <a:t>凡自旋是零或  的整数倍的粒子组成的全同粒子体系，波函数具有</a:t>
            </a:r>
            <a:r>
              <a:rPr lang="zh-CN" altLang="en-US" sz="2400" b="1" i="1" u="sng" dirty="0">
                <a:solidFill>
                  <a:srgbClr val="FFFF00"/>
                </a:solidFill>
                <a:latin typeface="+mn-lt"/>
                <a:ea typeface="+mn-ea"/>
              </a:rPr>
              <a:t>交换对称性</a:t>
            </a:r>
            <a:r>
              <a:rPr lang="zh-CN" altLang="en-US" sz="2400" b="1" dirty="0">
                <a:solidFill>
                  <a:schemeClr val="bg1"/>
                </a:solidFill>
                <a:latin typeface="+mn-lt"/>
                <a:ea typeface="+mn-ea"/>
              </a:rPr>
              <a:t>，服从玻色</a:t>
            </a:r>
            <a:r>
              <a:rPr lang="en-US" altLang="zh-CN" sz="2400" b="1" dirty="0">
                <a:solidFill>
                  <a:schemeClr val="bg1"/>
                </a:solidFill>
                <a:latin typeface="+mn-lt"/>
                <a:ea typeface="+mn-ea"/>
              </a:rPr>
              <a:t>-</a:t>
            </a:r>
            <a:r>
              <a:rPr lang="zh-CN" altLang="en-US" sz="2400" b="1" dirty="0">
                <a:solidFill>
                  <a:schemeClr val="bg1"/>
                </a:solidFill>
                <a:latin typeface="+mn-lt"/>
                <a:ea typeface="+mn-ea"/>
              </a:rPr>
              <a:t>爱因斯坦统计，</a:t>
            </a:r>
            <a:r>
              <a:rPr lang="zh-CN" altLang="en-US" sz="2400" b="1" i="1" u="sng" dirty="0">
                <a:solidFill>
                  <a:srgbClr val="FFFF00"/>
                </a:solidFill>
                <a:latin typeface="+mn-lt"/>
                <a:ea typeface="+mn-ea"/>
              </a:rPr>
              <a:t>不满足泡利不相容原理</a:t>
            </a:r>
          </a:p>
        </p:txBody>
      </p:sp>
      <mc:AlternateContent xmlns:mc="http://schemas.openxmlformats.org/markup-compatibility/2006" xmlns:a14="http://schemas.microsoft.com/office/drawing/2010/main">
        <mc:Choice Requires="a14">
          <p:sp>
            <p:nvSpPr>
              <p:cNvPr id="25" name="Object 3">
                <a:extLst>
                  <a:ext uri="{FF2B5EF4-FFF2-40B4-BE49-F238E27FC236}">
                    <a16:creationId xmlns:a16="http://schemas.microsoft.com/office/drawing/2014/main" id="{D9433751-54F9-4E48-9259-AD55F021C7CE}"/>
                  </a:ext>
                </a:extLst>
              </p:cNvPr>
              <p:cNvSpPr txBox="1"/>
              <p:nvPr/>
            </p:nvSpPr>
            <p:spPr bwMode="auto">
              <a:xfrm>
                <a:off x="3683758" y="2210986"/>
                <a:ext cx="600210" cy="393683"/>
              </a:xfrm>
              <a:prstGeom prst="rect">
                <a:avLst/>
              </a:prstGeom>
              <a:noFill/>
              <a:ln>
                <a:noFill/>
              </a:ln>
            </p:spPr>
            <p:txBody>
              <a:bodyPr>
                <a:normAutofit fontScale="92500"/>
              </a:bodyPr>
              <a:lstStyle/>
              <a:p>
                <a:pPr/>
                <a14:m>
                  <m:oMathPara xmlns:m="http://schemas.openxmlformats.org/officeDocument/2006/math">
                    <m:oMathParaPr>
                      <m:jc m:val="left"/>
                    </m:oMathParaPr>
                    <m:oMath xmlns:m="http://schemas.openxmlformats.org/officeDocument/2006/math">
                      <m:r>
                        <a:rPr lang="en-US" altLang="zh-CN" sz="2100" b="0" i="1">
                          <a:solidFill>
                            <a:srgbClr val="FFC000"/>
                          </a:solidFill>
                          <a:latin typeface="Cambria Math" panose="02040503050406030204" pitchFamily="18" charset="0"/>
                        </a:rPr>
                        <m:t>ℏ/2</m:t>
                      </m:r>
                    </m:oMath>
                  </m:oMathPara>
                </a14:m>
                <a:endParaRPr lang="zh-CN" altLang="en-US" sz="2100" b="0" dirty="0">
                  <a:latin typeface="+mn-ea"/>
                  <a:ea typeface="+mn-ea"/>
                </a:endParaRPr>
              </a:p>
            </p:txBody>
          </p:sp>
        </mc:Choice>
        <mc:Fallback xmlns="">
          <p:sp>
            <p:nvSpPr>
              <p:cNvPr id="25" name="Object 3">
                <a:extLst>
                  <a:ext uri="{FF2B5EF4-FFF2-40B4-BE49-F238E27FC236}">
                    <a16:creationId xmlns:a16="http://schemas.microsoft.com/office/drawing/2014/main" id="{D9433751-54F9-4E48-9259-AD55F021C7CE}"/>
                  </a:ext>
                </a:extLst>
              </p:cNvPr>
              <p:cNvSpPr txBox="1">
                <a:spLocks noRot="1" noChangeAspect="1" noMove="1" noResize="1" noEditPoints="1" noAdjustHandles="1" noChangeArrowheads="1" noChangeShapeType="1" noTextEdit="1"/>
              </p:cNvSpPr>
              <p:nvPr/>
            </p:nvSpPr>
            <p:spPr bwMode="auto">
              <a:xfrm>
                <a:off x="3683758" y="2210986"/>
                <a:ext cx="600210" cy="393683"/>
              </a:xfrm>
              <a:prstGeom prst="rect">
                <a:avLst/>
              </a:prstGeom>
              <a:blipFill>
                <a:blip r:embed="rId12"/>
                <a:stretch>
                  <a:fillRect b="-1406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Object 3">
                <a:extLst>
                  <a:ext uri="{FF2B5EF4-FFF2-40B4-BE49-F238E27FC236}">
                    <a16:creationId xmlns:a16="http://schemas.microsoft.com/office/drawing/2014/main" id="{A0F62369-2CAF-429E-9689-86B77DD18592}"/>
                  </a:ext>
                </a:extLst>
              </p:cNvPr>
              <p:cNvSpPr txBox="1"/>
              <p:nvPr/>
            </p:nvSpPr>
            <p:spPr bwMode="auto">
              <a:xfrm>
                <a:off x="4211960" y="4355000"/>
                <a:ext cx="432048" cy="442152"/>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en-US" altLang="zh-CN" sz="2100" b="0" i="1">
                          <a:solidFill>
                            <a:srgbClr val="FFC000"/>
                          </a:solidFill>
                          <a:latin typeface="Cambria Math" panose="02040503050406030204" pitchFamily="18" charset="0"/>
                        </a:rPr>
                        <m:t>ℏ</m:t>
                      </m:r>
                    </m:oMath>
                  </m:oMathPara>
                </a14:m>
                <a:endParaRPr lang="zh-CN" altLang="en-US" sz="2100" b="0" dirty="0">
                  <a:latin typeface="+mn-ea"/>
                  <a:ea typeface="+mn-ea"/>
                </a:endParaRPr>
              </a:p>
            </p:txBody>
          </p:sp>
        </mc:Choice>
        <mc:Fallback xmlns="">
          <p:sp>
            <p:nvSpPr>
              <p:cNvPr id="30" name="Object 3">
                <a:extLst>
                  <a:ext uri="{FF2B5EF4-FFF2-40B4-BE49-F238E27FC236}">
                    <a16:creationId xmlns:a16="http://schemas.microsoft.com/office/drawing/2014/main" id="{A0F62369-2CAF-429E-9689-86B77DD18592}"/>
                  </a:ext>
                </a:extLst>
              </p:cNvPr>
              <p:cNvSpPr txBox="1">
                <a:spLocks noRot="1" noChangeAspect="1" noMove="1" noResize="1" noEditPoints="1" noAdjustHandles="1" noChangeArrowheads="1" noChangeShapeType="1" noTextEdit="1"/>
              </p:cNvSpPr>
              <p:nvPr/>
            </p:nvSpPr>
            <p:spPr bwMode="auto">
              <a:xfrm>
                <a:off x="4211960" y="4355000"/>
                <a:ext cx="432048" cy="442152"/>
              </a:xfrm>
              <a:prstGeom prst="rect">
                <a:avLst/>
              </a:prstGeom>
              <a:blipFill>
                <a:blip r:embed="rId13"/>
                <a:stretch>
                  <a:fillRect l="-1408"/>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Object 3">
                <a:extLst>
                  <a:ext uri="{FF2B5EF4-FFF2-40B4-BE49-F238E27FC236}">
                    <a16:creationId xmlns:a16="http://schemas.microsoft.com/office/drawing/2014/main" id="{24785E97-25F1-41E2-8643-D18E5C06F9BC}"/>
                  </a:ext>
                </a:extLst>
              </p:cNvPr>
              <p:cNvSpPr txBox="1"/>
              <p:nvPr/>
            </p:nvSpPr>
            <p:spPr bwMode="auto">
              <a:xfrm>
                <a:off x="4547854" y="2228392"/>
                <a:ext cx="600210" cy="393683"/>
              </a:xfrm>
              <a:prstGeom prst="rect">
                <a:avLst/>
              </a:prstGeom>
              <a:noFill/>
              <a:ln>
                <a:noFill/>
              </a:ln>
            </p:spPr>
            <p:txBody>
              <a:bodyPr>
                <a:normAutofit fontScale="92500"/>
              </a:bodyPr>
              <a:lstStyle/>
              <a:p>
                <a:pPr/>
                <a14:m>
                  <m:oMathPara xmlns:m="http://schemas.openxmlformats.org/officeDocument/2006/math">
                    <m:oMathParaPr>
                      <m:jc m:val="left"/>
                    </m:oMathParaPr>
                    <m:oMath xmlns:m="http://schemas.openxmlformats.org/officeDocument/2006/math">
                      <m:r>
                        <a:rPr lang="en-US" altLang="zh-CN" sz="2100" b="0" i="1">
                          <a:solidFill>
                            <a:srgbClr val="FFC000"/>
                          </a:solidFill>
                          <a:latin typeface="Cambria Math" panose="02040503050406030204" pitchFamily="18" charset="0"/>
                        </a:rPr>
                        <m:t>ℏ/2</m:t>
                      </m:r>
                    </m:oMath>
                  </m:oMathPara>
                </a14:m>
                <a:endParaRPr lang="zh-CN" altLang="en-US" sz="2100" b="0" dirty="0">
                  <a:latin typeface="+mn-ea"/>
                  <a:ea typeface="+mn-ea"/>
                </a:endParaRPr>
              </a:p>
            </p:txBody>
          </p:sp>
        </mc:Choice>
        <mc:Fallback xmlns="">
          <p:sp>
            <p:nvSpPr>
              <p:cNvPr id="31" name="Object 3">
                <a:extLst>
                  <a:ext uri="{FF2B5EF4-FFF2-40B4-BE49-F238E27FC236}">
                    <a16:creationId xmlns:a16="http://schemas.microsoft.com/office/drawing/2014/main" id="{24785E97-25F1-41E2-8643-D18E5C06F9BC}"/>
                  </a:ext>
                </a:extLst>
              </p:cNvPr>
              <p:cNvSpPr txBox="1">
                <a:spLocks noRot="1" noChangeAspect="1" noMove="1" noResize="1" noEditPoints="1" noAdjustHandles="1" noChangeArrowheads="1" noChangeShapeType="1" noTextEdit="1"/>
              </p:cNvSpPr>
              <p:nvPr/>
            </p:nvSpPr>
            <p:spPr bwMode="auto">
              <a:xfrm>
                <a:off x="4547854" y="2228392"/>
                <a:ext cx="600210" cy="393683"/>
              </a:xfrm>
              <a:prstGeom prst="rect">
                <a:avLst/>
              </a:prstGeom>
              <a:blipFill>
                <a:blip r:embed="rId14"/>
                <a:stretch>
                  <a:fillRect b="-14063"/>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274744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67" name="Rectangle 59">
            <a:extLst>
              <a:ext uri="{FF2B5EF4-FFF2-40B4-BE49-F238E27FC236}">
                <a16:creationId xmlns:a16="http://schemas.microsoft.com/office/drawing/2014/main" id="{987CADEA-C8B3-43B5-AA14-7C37BC27DE04}"/>
              </a:ext>
            </a:extLst>
          </p:cNvPr>
          <p:cNvSpPr>
            <a:spLocks noChangeArrowheads="1"/>
          </p:cNvSpPr>
          <p:nvPr/>
        </p:nvSpPr>
        <p:spPr bwMode="auto">
          <a:xfrm>
            <a:off x="3638550" y="5557838"/>
            <a:ext cx="3886200" cy="990600"/>
          </a:xfrm>
          <a:prstGeom prst="rect">
            <a:avLst/>
          </a:prstGeom>
          <a:gradFill rotWithShape="1">
            <a:gsLst>
              <a:gs pos="0">
                <a:srgbClr val="006600"/>
              </a:gs>
              <a:gs pos="100000">
                <a:schemeClr val="tx1"/>
              </a:gs>
            </a:gsLst>
            <a:lin ang="5400000" scaled="1"/>
          </a:gradFill>
          <a:ln w="19050">
            <a:solidFill>
              <a:srgbClr val="00FF00"/>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sp>
        <p:nvSpPr>
          <p:cNvPr id="17431" name="Rectangle 23">
            <a:extLst>
              <a:ext uri="{FF2B5EF4-FFF2-40B4-BE49-F238E27FC236}">
                <a16:creationId xmlns:a16="http://schemas.microsoft.com/office/drawing/2014/main" id="{0035C0B2-CC5B-4923-AE85-0578EE317E76}"/>
              </a:ext>
            </a:extLst>
          </p:cNvPr>
          <p:cNvSpPr>
            <a:spLocks noChangeArrowheads="1"/>
          </p:cNvSpPr>
          <p:nvPr/>
        </p:nvSpPr>
        <p:spPr bwMode="auto">
          <a:xfrm>
            <a:off x="357188" y="766763"/>
            <a:ext cx="6383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FFFF00"/>
                </a:solidFill>
                <a:latin typeface="宋体" panose="02010600030101010101" pitchFamily="2" charset="-122"/>
              </a:rPr>
              <a:t>一</a:t>
            </a:r>
            <a:r>
              <a:rPr lang="en-US" altLang="zh-CN" sz="2800" dirty="0">
                <a:solidFill>
                  <a:srgbClr val="FFFF00"/>
                </a:solidFill>
                <a:latin typeface="宋体" panose="02010600030101010101" pitchFamily="2" charset="-122"/>
              </a:rPr>
              <a:t>.</a:t>
            </a:r>
            <a:r>
              <a:rPr lang="zh-CN" altLang="en-US" sz="2800" dirty="0">
                <a:solidFill>
                  <a:srgbClr val="FFFF00"/>
                </a:solidFill>
                <a:latin typeface="宋体" panose="02010600030101010101" pitchFamily="2" charset="-122"/>
              </a:rPr>
              <a:t>泡利不相容原理</a:t>
            </a:r>
            <a:r>
              <a:rPr lang="zh-CN" altLang="en-US" sz="2800" dirty="0">
                <a:solidFill>
                  <a:srgbClr val="FFFF99"/>
                </a:solidFill>
                <a:latin typeface="宋体" panose="02010600030101010101" pitchFamily="2" charset="-122"/>
              </a:rPr>
              <a:t> </a:t>
            </a:r>
            <a:r>
              <a:rPr lang="en-US" altLang="zh-CN" dirty="0">
                <a:solidFill>
                  <a:schemeClr val="bg1"/>
                </a:solidFill>
                <a:latin typeface="宋体" panose="02010600030101010101" pitchFamily="2" charset="-122"/>
              </a:rPr>
              <a:t>(1925</a:t>
            </a:r>
            <a:r>
              <a:rPr lang="zh-CN" altLang="en-US" dirty="0">
                <a:solidFill>
                  <a:schemeClr val="bg1"/>
                </a:solidFill>
                <a:latin typeface="宋体" panose="02010600030101010101" pitchFamily="2" charset="-122"/>
              </a:rPr>
              <a:t>年 </a:t>
            </a:r>
            <a:r>
              <a:rPr lang="en-US" altLang="zh-CN" dirty="0">
                <a:solidFill>
                  <a:schemeClr val="bg1"/>
                </a:solidFill>
                <a:latin typeface="宋体" panose="02010600030101010101" pitchFamily="2" charset="-122"/>
              </a:rPr>
              <a:t>,</a:t>
            </a:r>
            <a:r>
              <a:rPr lang="zh-CN" altLang="en-US" dirty="0">
                <a:solidFill>
                  <a:schemeClr val="bg1"/>
                </a:solidFill>
                <a:latin typeface="宋体" panose="02010600030101010101" pitchFamily="2" charset="-122"/>
              </a:rPr>
              <a:t>奥地利</a:t>
            </a:r>
            <a:r>
              <a:rPr lang="en-US" altLang="zh-CN" dirty="0">
                <a:solidFill>
                  <a:schemeClr val="bg1"/>
                </a:solidFill>
                <a:latin typeface="宋体" panose="02010600030101010101" pitchFamily="2" charset="-122"/>
              </a:rPr>
              <a:t>)</a:t>
            </a:r>
          </a:p>
        </p:txBody>
      </p:sp>
      <p:sp>
        <p:nvSpPr>
          <p:cNvPr id="17432" name="Rectangle 24">
            <a:extLst>
              <a:ext uri="{FF2B5EF4-FFF2-40B4-BE49-F238E27FC236}">
                <a16:creationId xmlns:a16="http://schemas.microsoft.com/office/drawing/2014/main" id="{C2B307F7-22BF-48A3-A008-6E06AD848366}"/>
              </a:ext>
            </a:extLst>
          </p:cNvPr>
          <p:cNvSpPr>
            <a:spLocks noChangeArrowheads="1"/>
          </p:cNvSpPr>
          <p:nvPr/>
        </p:nvSpPr>
        <p:spPr bwMode="auto">
          <a:xfrm>
            <a:off x="285750" y="1285875"/>
            <a:ext cx="8501063"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lang="zh-CN" altLang="en-US">
                <a:solidFill>
                  <a:schemeClr val="bg1"/>
                </a:solidFill>
                <a:latin typeface="宋体" panose="02010600030101010101" pitchFamily="2" charset="-122"/>
              </a:rPr>
              <a:t>在一个原子中不能有两个或两个以上的电子处在完全相同的量子态，即它们不能具有一组完全相同的量子数 </a:t>
            </a:r>
            <a:r>
              <a:rPr lang="en-US" altLang="zh-CN">
                <a:solidFill>
                  <a:srgbClr val="66FFFF"/>
                </a:solidFill>
              </a:rPr>
              <a:t>(</a:t>
            </a:r>
            <a:r>
              <a:rPr lang="zh-CN" altLang="en-US">
                <a:solidFill>
                  <a:srgbClr val="66FFFF"/>
                </a:solidFill>
              </a:rPr>
              <a:t> </a:t>
            </a:r>
            <a:r>
              <a:rPr lang="en-US" altLang="zh-CN" i="1">
                <a:solidFill>
                  <a:srgbClr val="66FFFF"/>
                </a:solidFill>
              </a:rPr>
              <a:t>n</a:t>
            </a:r>
            <a:r>
              <a:rPr lang="en-US" altLang="zh-CN">
                <a:solidFill>
                  <a:srgbClr val="66FFFF"/>
                </a:solidFill>
              </a:rPr>
              <a:t>, </a:t>
            </a:r>
            <a:r>
              <a:rPr lang="en-US" altLang="zh-CN" i="1">
                <a:solidFill>
                  <a:srgbClr val="66FFFF"/>
                </a:solidFill>
              </a:rPr>
              <a:t>l</a:t>
            </a:r>
            <a:r>
              <a:rPr lang="en-US" altLang="zh-CN">
                <a:solidFill>
                  <a:srgbClr val="66FFFF"/>
                </a:solidFill>
              </a:rPr>
              <a:t>, </a:t>
            </a:r>
            <a:r>
              <a:rPr lang="en-US" altLang="zh-CN" i="1">
                <a:solidFill>
                  <a:srgbClr val="66FFFF"/>
                </a:solidFill>
              </a:rPr>
              <a:t>m</a:t>
            </a:r>
            <a:r>
              <a:rPr lang="en-US" altLang="zh-CN" i="1" baseline="-30000">
                <a:solidFill>
                  <a:srgbClr val="66FFFF"/>
                </a:solidFill>
              </a:rPr>
              <a:t>l </a:t>
            </a:r>
            <a:r>
              <a:rPr lang="en-US" altLang="zh-CN">
                <a:solidFill>
                  <a:srgbClr val="66FFFF"/>
                </a:solidFill>
              </a:rPr>
              <a:t>, </a:t>
            </a:r>
            <a:r>
              <a:rPr lang="en-US" altLang="zh-CN" i="1">
                <a:solidFill>
                  <a:srgbClr val="66FFFF"/>
                </a:solidFill>
              </a:rPr>
              <a:t>m</a:t>
            </a:r>
            <a:r>
              <a:rPr lang="en-US" altLang="zh-CN" baseline="-30000">
                <a:solidFill>
                  <a:srgbClr val="66FFFF"/>
                </a:solidFill>
              </a:rPr>
              <a:t>s </a:t>
            </a:r>
            <a:r>
              <a:rPr lang="en-US" altLang="zh-CN">
                <a:solidFill>
                  <a:srgbClr val="66FFFF"/>
                </a:solidFill>
              </a:rPr>
              <a:t>)</a:t>
            </a:r>
            <a:endParaRPr lang="zh-CN" altLang="en-US">
              <a:solidFill>
                <a:schemeClr val="bg1"/>
              </a:solidFill>
              <a:latin typeface="宋体" panose="02010600030101010101" pitchFamily="2" charset="-122"/>
            </a:endParaRPr>
          </a:p>
        </p:txBody>
      </p:sp>
      <p:sp>
        <p:nvSpPr>
          <p:cNvPr id="17433" name="Rectangle 25">
            <a:extLst>
              <a:ext uri="{FF2B5EF4-FFF2-40B4-BE49-F238E27FC236}">
                <a16:creationId xmlns:a16="http://schemas.microsoft.com/office/drawing/2014/main" id="{9F1BCAB9-C730-43FF-942F-9529B5C775C5}"/>
              </a:ext>
            </a:extLst>
          </p:cNvPr>
          <p:cNvSpPr>
            <a:spLocks noChangeArrowheads="1"/>
          </p:cNvSpPr>
          <p:nvPr/>
        </p:nvSpPr>
        <p:spPr bwMode="auto">
          <a:xfrm>
            <a:off x="1568450" y="155575"/>
            <a:ext cx="6003925"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rgbClr val="00FF00"/>
                </a:solidFill>
                <a:latin typeface="SimHei" panose="02010609060101010101" pitchFamily="49" charset="-122"/>
                <a:ea typeface="SimHei" panose="02010609060101010101" pitchFamily="49" charset="-122"/>
              </a:rPr>
              <a:t>§</a:t>
            </a:r>
            <a:r>
              <a:rPr lang="en-US" altLang="zh-CN" sz="3200">
                <a:solidFill>
                  <a:srgbClr val="00FF00"/>
                </a:solidFill>
                <a:ea typeface="SimHei" panose="02010609060101010101" pitchFamily="49" charset="-122"/>
              </a:rPr>
              <a:t>16.8</a:t>
            </a:r>
            <a:r>
              <a:rPr lang="en-US" altLang="zh-CN" sz="3200">
                <a:solidFill>
                  <a:srgbClr val="00FF00"/>
                </a:solidFill>
                <a:latin typeface="SimHei" panose="02010609060101010101" pitchFamily="49" charset="-122"/>
                <a:ea typeface="SimHei" panose="02010609060101010101" pitchFamily="49" charset="-122"/>
              </a:rPr>
              <a:t>  </a:t>
            </a:r>
            <a:r>
              <a:rPr lang="zh-CN" altLang="en-US" sz="3200">
                <a:solidFill>
                  <a:srgbClr val="00FF00"/>
                </a:solidFill>
                <a:latin typeface="SimHei" panose="02010609060101010101" pitchFamily="49" charset="-122"/>
                <a:ea typeface="SimHei" panose="02010609060101010101" pitchFamily="49" charset="-122"/>
              </a:rPr>
              <a:t>原子的电子壳层结构 </a:t>
            </a:r>
          </a:p>
        </p:txBody>
      </p:sp>
      <p:sp>
        <p:nvSpPr>
          <p:cNvPr id="17434" name="Rectangle 26">
            <a:extLst>
              <a:ext uri="{FF2B5EF4-FFF2-40B4-BE49-F238E27FC236}">
                <a16:creationId xmlns:a16="http://schemas.microsoft.com/office/drawing/2014/main" id="{F40413DE-C9F8-48EF-8FDF-24D66D75F274}"/>
              </a:ext>
            </a:extLst>
          </p:cNvPr>
          <p:cNvSpPr>
            <a:spLocks noChangeArrowheads="1"/>
          </p:cNvSpPr>
          <p:nvPr/>
        </p:nvSpPr>
        <p:spPr bwMode="auto">
          <a:xfrm>
            <a:off x="252413" y="2286000"/>
            <a:ext cx="1104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00FFFF"/>
                </a:solidFill>
                <a:ea typeface="STZhongsong" panose="02010600040101010101" pitchFamily="2" charset="-122"/>
              </a:rPr>
              <a:t>例如</a:t>
            </a:r>
          </a:p>
        </p:txBody>
      </p:sp>
      <p:graphicFrame>
        <p:nvGraphicFramePr>
          <p:cNvPr id="17435" name="Object 2">
            <a:extLst>
              <a:ext uri="{FF2B5EF4-FFF2-40B4-BE49-F238E27FC236}">
                <a16:creationId xmlns:a16="http://schemas.microsoft.com/office/drawing/2014/main" id="{8F6759AF-DE42-4303-A759-787E953A1A28}"/>
              </a:ext>
            </a:extLst>
          </p:cNvPr>
          <p:cNvGraphicFramePr>
            <a:graphicFrameLocks/>
          </p:cNvGraphicFramePr>
          <p:nvPr/>
        </p:nvGraphicFramePr>
        <p:xfrm>
          <a:off x="766763" y="2762250"/>
          <a:ext cx="661987" cy="355600"/>
        </p:xfrm>
        <a:graphic>
          <a:graphicData uri="http://schemas.openxmlformats.org/presentationml/2006/ole">
            <mc:AlternateContent xmlns:mc="http://schemas.openxmlformats.org/markup-compatibility/2006">
              <mc:Choice xmlns:v="urn:schemas-microsoft-com:vml" Requires="v">
                <p:oleObj spid="_x0000_s558807" r:id="rId3" imgW="274320" imgH="121747" progId="Equation.3">
                  <p:embed/>
                </p:oleObj>
              </mc:Choice>
              <mc:Fallback>
                <p:oleObj r:id="rId3" imgW="274320" imgH="121747" progId="Equation.3">
                  <p:embed/>
                  <p:pic>
                    <p:nvPicPr>
                      <p:cNvPr id="17435" name="Object 2">
                        <a:extLst>
                          <a:ext uri="{FF2B5EF4-FFF2-40B4-BE49-F238E27FC236}">
                            <a16:creationId xmlns:a16="http://schemas.microsoft.com/office/drawing/2014/main" id="{8F6759AF-DE42-4303-A759-787E953A1A2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3" y="2762250"/>
                        <a:ext cx="661987"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36" name="Object 3">
            <a:extLst>
              <a:ext uri="{FF2B5EF4-FFF2-40B4-BE49-F238E27FC236}">
                <a16:creationId xmlns:a16="http://schemas.microsoft.com/office/drawing/2014/main" id="{24C1DBB7-BCA5-4A5A-8D0E-A297168E7DE9}"/>
              </a:ext>
            </a:extLst>
          </p:cNvPr>
          <p:cNvGraphicFramePr>
            <a:graphicFrameLocks/>
          </p:cNvGraphicFramePr>
          <p:nvPr/>
        </p:nvGraphicFramePr>
        <p:xfrm>
          <a:off x="2214563" y="2786063"/>
          <a:ext cx="633412" cy="357187"/>
        </p:xfrm>
        <a:graphic>
          <a:graphicData uri="http://schemas.openxmlformats.org/presentationml/2006/ole">
            <mc:AlternateContent xmlns:mc="http://schemas.openxmlformats.org/markup-compatibility/2006">
              <mc:Choice xmlns:v="urn:schemas-microsoft-com:vml" Requires="v">
                <p:oleObj spid="_x0000_s558808" r:id="rId5" imgW="266665" imgH="121747" progId="Equation.3">
                  <p:embed/>
                </p:oleObj>
              </mc:Choice>
              <mc:Fallback>
                <p:oleObj r:id="rId5" imgW="266665" imgH="121747" progId="Equation.3">
                  <p:embed/>
                  <p:pic>
                    <p:nvPicPr>
                      <p:cNvPr id="17436" name="Object 3">
                        <a:extLst>
                          <a:ext uri="{FF2B5EF4-FFF2-40B4-BE49-F238E27FC236}">
                            <a16:creationId xmlns:a16="http://schemas.microsoft.com/office/drawing/2014/main" id="{24C1DBB7-BCA5-4A5A-8D0E-A297168E7DE9}"/>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14563" y="2786063"/>
                        <a:ext cx="633412"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37" name="AutoShape 29">
            <a:extLst>
              <a:ext uri="{FF2B5EF4-FFF2-40B4-BE49-F238E27FC236}">
                <a16:creationId xmlns:a16="http://schemas.microsoft.com/office/drawing/2014/main" id="{97661ED8-2671-486D-BEA6-2FDD3EC90AC1}"/>
              </a:ext>
            </a:extLst>
          </p:cNvPr>
          <p:cNvSpPr>
            <a:spLocks noChangeArrowheads="1"/>
          </p:cNvSpPr>
          <p:nvPr/>
        </p:nvSpPr>
        <p:spPr bwMode="auto">
          <a:xfrm>
            <a:off x="1457325" y="2733675"/>
            <a:ext cx="685800" cy="457200"/>
          </a:xfrm>
          <a:prstGeom prst="rightArrow">
            <a:avLst>
              <a:gd name="adj1" fmla="val 50000"/>
              <a:gd name="adj2" fmla="val 37500"/>
            </a:avLst>
          </a:prstGeom>
          <a:noFill/>
          <a:ln w="19050">
            <a:solidFill>
              <a:srgbClr val="FF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sp>
        <p:nvSpPr>
          <p:cNvPr id="17438" name="AutoShape 30">
            <a:extLst>
              <a:ext uri="{FF2B5EF4-FFF2-40B4-BE49-F238E27FC236}">
                <a16:creationId xmlns:a16="http://schemas.microsoft.com/office/drawing/2014/main" id="{C741C41F-8694-4899-950A-F784C069589E}"/>
              </a:ext>
            </a:extLst>
          </p:cNvPr>
          <p:cNvSpPr>
            <a:spLocks noChangeArrowheads="1"/>
          </p:cNvSpPr>
          <p:nvPr/>
        </p:nvSpPr>
        <p:spPr bwMode="auto">
          <a:xfrm>
            <a:off x="2928938" y="2724150"/>
            <a:ext cx="565150" cy="457200"/>
          </a:xfrm>
          <a:prstGeom prst="rightArrow">
            <a:avLst>
              <a:gd name="adj1" fmla="val 50000"/>
              <a:gd name="adj2" fmla="val 37495"/>
            </a:avLst>
          </a:prstGeom>
          <a:noFill/>
          <a:ln w="19050">
            <a:solidFill>
              <a:srgbClr val="FF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graphicFrame>
        <p:nvGraphicFramePr>
          <p:cNvPr id="17439" name="Object 4">
            <a:extLst>
              <a:ext uri="{FF2B5EF4-FFF2-40B4-BE49-F238E27FC236}">
                <a16:creationId xmlns:a16="http://schemas.microsoft.com/office/drawing/2014/main" id="{7E2302D2-012D-4C3A-9D6D-4B04C9D9B7BC}"/>
              </a:ext>
            </a:extLst>
          </p:cNvPr>
          <p:cNvGraphicFramePr>
            <a:graphicFrameLocks/>
          </p:cNvGraphicFramePr>
          <p:nvPr/>
        </p:nvGraphicFramePr>
        <p:xfrm>
          <a:off x="3571875" y="2708275"/>
          <a:ext cx="863600" cy="457200"/>
        </p:xfrm>
        <a:graphic>
          <a:graphicData uri="http://schemas.openxmlformats.org/presentationml/2006/ole">
            <mc:AlternateContent xmlns:mc="http://schemas.openxmlformats.org/markup-compatibility/2006">
              <mc:Choice xmlns:v="urn:schemas-microsoft-com:vml" Requires="v">
                <p:oleObj spid="_x0000_s558809" r:id="rId7" imgW="381071" imgH="175197" progId="Equation.3">
                  <p:embed/>
                </p:oleObj>
              </mc:Choice>
              <mc:Fallback>
                <p:oleObj r:id="rId7" imgW="381071" imgH="175197" progId="Equation.3">
                  <p:embed/>
                  <p:pic>
                    <p:nvPicPr>
                      <p:cNvPr id="17439" name="Object 4">
                        <a:extLst>
                          <a:ext uri="{FF2B5EF4-FFF2-40B4-BE49-F238E27FC236}">
                            <a16:creationId xmlns:a16="http://schemas.microsoft.com/office/drawing/2014/main" id="{7E2302D2-012D-4C3A-9D6D-4B04C9D9B7BC}"/>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71875" y="2708275"/>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40" name="Object 5">
            <a:extLst>
              <a:ext uri="{FF2B5EF4-FFF2-40B4-BE49-F238E27FC236}">
                <a16:creationId xmlns:a16="http://schemas.microsoft.com/office/drawing/2014/main" id="{0B96A457-61CE-45C2-AF68-B7378526B0DE}"/>
              </a:ext>
            </a:extLst>
          </p:cNvPr>
          <p:cNvGraphicFramePr>
            <a:graphicFrameLocks/>
          </p:cNvGraphicFramePr>
          <p:nvPr/>
        </p:nvGraphicFramePr>
        <p:xfrm>
          <a:off x="4751388" y="2357438"/>
          <a:ext cx="1169987" cy="457200"/>
        </p:xfrm>
        <a:graphic>
          <a:graphicData uri="http://schemas.openxmlformats.org/presentationml/2006/ole">
            <mc:AlternateContent xmlns:mc="http://schemas.openxmlformats.org/markup-compatibility/2006">
              <mc:Choice xmlns:v="urn:schemas-microsoft-com:vml" Requires="v">
                <p:oleObj spid="_x0000_s558810" r:id="rId9" imgW="533329" imgH="175197" progId="Equation.3">
                  <p:embed/>
                </p:oleObj>
              </mc:Choice>
              <mc:Fallback>
                <p:oleObj r:id="rId9" imgW="533329" imgH="175197" progId="Equation.3">
                  <p:embed/>
                  <p:pic>
                    <p:nvPicPr>
                      <p:cNvPr id="17440" name="Object 5">
                        <a:extLst>
                          <a:ext uri="{FF2B5EF4-FFF2-40B4-BE49-F238E27FC236}">
                            <a16:creationId xmlns:a16="http://schemas.microsoft.com/office/drawing/2014/main" id="{0B96A457-61CE-45C2-AF68-B7378526B0DE}"/>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51388" y="2357438"/>
                        <a:ext cx="1169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41" name="Object 6">
            <a:extLst>
              <a:ext uri="{FF2B5EF4-FFF2-40B4-BE49-F238E27FC236}">
                <a16:creationId xmlns:a16="http://schemas.microsoft.com/office/drawing/2014/main" id="{4677769C-F135-4F46-B7B8-B77EFE62453C}"/>
              </a:ext>
            </a:extLst>
          </p:cNvPr>
          <p:cNvGraphicFramePr>
            <a:graphicFrameLocks/>
          </p:cNvGraphicFramePr>
          <p:nvPr/>
        </p:nvGraphicFramePr>
        <p:xfrm>
          <a:off x="4725988" y="3000375"/>
          <a:ext cx="1346200" cy="457200"/>
        </p:xfrm>
        <a:graphic>
          <a:graphicData uri="http://schemas.openxmlformats.org/presentationml/2006/ole">
            <mc:AlternateContent xmlns:mc="http://schemas.openxmlformats.org/markup-compatibility/2006">
              <mc:Choice xmlns:v="urn:schemas-microsoft-com:vml" Requires="v">
                <p:oleObj spid="_x0000_s558811" r:id="rId11" imgW="617114" imgH="175197" progId="Equation.3">
                  <p:embed/>
                </p:oleObj>
              </mc:Choice>
              <mc:Fallback>
                <p:oleObj r:id="rId11" imgW="617114" imgH="175197" progId="Equation.3">
                  <p:embed/>
                  <p:pic>
                    <p:nvPicPr>
                      <p:cNvPr id="17441" name="Object 6">
                        <a:extLst>
                          <a:ext uri="{FF2B5EF4-FFF2-40B4-BE49-F238E27FC236}">
                            <a16:creationId xmlns:a16="http://schemas.microsoft.com/office/drawing/2014/main" id="{4677769C-F135-4F46-B7B8-B77EFE62453C}"/>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25988" y="3000375"/>
                        <a:ext cx="134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42" name="Object 7">
            <a:extLst>
              <a:ext uri="{FF2B5EF4-FFF2-40B4-BE49-F238E27FC236}">
                <a16:creationId xmlns:a16="http://schemas.microsoft.com/office/drawing/2014/main" id="{CD0043DD-E114-4682-8FE0-B9295A71CF72}"/>
              </a:ext>
            </a:extLst>
          </p:cNvPr>
          <p:cNvGraphicFramePr>
            <a:graphicFrameLocks/>
          </p:cNvGraphicFramePr>
          <p:nvPr/>
        </p:nvGraphicFramePr>
        <p:xfrm>
          <a:off x="719138" y="4216400"/>
          <a:ext cx="709612" cy="355600"/>
        </p:xfrm>
        <a:graphic>
          <a:graphicData uri="http://schemas.openxmlformats.org/presentationml/2006/ole">
            <mc:AlternateContent xmlns:mc="http://schemas.openxmlformats.org/markup-compatibility/2006">
              <mc:Choice xmlns:v="urn:schemas-microsoft-com:vml" Requires="v">
                <p:oleObj spid="_x0000_s558812" r:id="rId13" imgW="304942" imgH="121747" progId="Equation.3">
                  <p:embed/>
                </p:oleObj>
              </mc:Choice>
              <mc:Fallback>
                <p:oleObj r:id="rId13" imgW="304942" imgH="121747" progId="Equation.3">
                  <p:embed/>
                  <p:pic>
                    <p:nvPicPr>
                      <p:cNvPr id="17442" name="Object 7">
                        <a:extLst>
                          <a:ext uri="{FF2B5EF4-FFF2-40B4-BE49-F238E27FC236}">
                            <a16:creationId xmlns:a16="http://schemas.microsoft.com/office/drawing/2014/main" id="{CD0043DD-E114-4682-8FE0-B9295A71CF72}"/>
                          </a:ext>
                        </a:extLst>
                      </p:cNvPr>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9138" y="4216400"/>
                        <a:ext cx="70961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43" name="AutoShape 35">
            <a:extLst>
              <a:ext uri="{FF2B5EF4-FFF2-40B4-BE49-F238E27FC236}">
                <a16:creationId xmlns:a16="http://schemas.microsoft.com/office/drawing/2014/main" id="{46B6C16C-EEBA-4C4E-A90A-398AE3088A7B}"/>
              </a:ext>
            </a:extLst>
          </p:cNvPr>
          <p:cNvSpPr>
            <a:spLocks/>
          </p:cNvSpPr>
          <p:nvPr/>
        </p:nvSpPr>
        <p:spPr bwMode="auto">
          <a:xfrm>
            <a:off x="1571625" y="3643313"/>
            <a:ext cx="304800" cy="1524000"/>
          </a:xfrm>
          <a:prstGeom prst="leftBrace">
            <a:avLst>
              <a:gd name="adj1" fmla="val 41644"/>
              <a:gd name="adj2" fmla="val 50000"/>
            </a:avLst>
          </a:pr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graphicFrame>
        <p:nvGraphicFramePr>
          <p:cNvPr id="17444" name="Object 8">
            <a:extLst>
              <a:ext uri="{FF2B5EF4-FFF2-40B4-BE49-F238E27FC236}">
                <a16:creationId xmlns:a16="http://schemas.microsoft.com/office/drawing/2014/main" id="{38BE44DE-0764-441F-98B3-0A0DC300E180}"/>
              </a:ext>
            </a:extLst>
          </p:cNvPr>
          <p:cNvGraphicFramePr>
            <a:graphicFrameLocks/>
          </p:cNvGraphicFramePr>
          <p:nvPr/>
        </p:nvGraphicFramePr>
        <p:xfrm>
          <a:off x="2071688" y="3644900"/>
          <a:ext cx="633412" cy="355600"/>
        </p:xfrm>
        <a:graphic>
          <a:graphicData uri="http://schemas.openxmlformats.org/presentationml/2006/ole">
            <mc:AlternateContent xmlns:mc="http://schemas.openxmlformats.org/markup-compatibility/2006">
              <mc:Choice xmlns:v="urn:schemas-microsoft-com:vml" Requires="v">
                <p:oleObj spid="_x0000_s558813" r:id="rId15" imgW="266665" imgH="121747" progId="Equation.3">
                  <p:embed/>
                </p:oleObj>
              </mc:Choice>
              <mc:Fallback>
                <p:oleObj r:id="rId15" imgW="266665" imgH="121747" progId="Equation.3">
                  <p:embed/>
                  <p:pic>
                    <p:nvPicPr>
                      <p:cNvPr id="17444" name="Object 8">
                        <a:extLst>
                          <a:ext uri="{FF2B5EF4-FFF2-40B4-BE49-F238E27FC236}">
                            <a16:creationId xmlns:a16="http://schemas.microsoft.com/office/drawing/2014/main" id="{38BE44DE-0764-441F-98B3-0A0DC300E180}"/>
                          </a:ext>
                        </a:extLst>
                      </p:cNvPr>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71688" y="3644900"/>
                        <a:ext cx="63341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45" name="Object 9">
            <a:extLst>
              <a:ext uri="{FF2B5EF4-FFF2-40B4-BE49-F238E27FC236}">
                <a16:creationId xmlns:a16="http://schemas.microsoft.com/office/drawing/2014/main" id="{6EFBF743-0D3E-45C0-B7CB-B8B4A0991219}"/>
              </a:ext>
            </a:extLst>
          </p:cNvPr>
          <p:cNvGraphicFramePr>
            <a:graphicFrameLocks/>
          </p:cNvGraphicFramePr>
          <p:nvPr/>
        </p:nvGraphicFramePr>
        <p:xfrm>
          <a:off x="2071688" y="4645025"/>
          <a:ext cx="582612" cy="355600"/>
        </p:xfrm>
        <a:graphic>
          <a:graphicData uri="http://schemas.openxmlformats.org/presentationml/2006/ole">
            <mc:AlternateContent xmlns:mc="http://schemas.openxmlformats.org/markup-compatibility/2006">
              <mc:Choice xmlns:v="urn:schemas-microsoft-com:vml" Requires="v">
                <p:oleObj spid="_x0000_s558814" r:id="rId17" imgW="236043" imgH="121747" progId="Equation.3">
                  <p:embed/>
                </p:oleObj>
              </mc:Choice>
              <mc:Fallback>
                <p:oleObj r:id="rId17" imgW="236043" imgH="121747" progId="Equation.3">
                  <p:embed/>
                  <p:pic>
                    <p:nvPicPr>
                      <p:cNvPr id="17445" name="Object 9">
                        <a:extLst>
                          <a:ext uri="{FF2B5EF4-FFF2-40B4-BE49-F238E27FC236}">
                            <a16:creationId xmlns:a16="http://schemas.microsoft.com/office/drawing/2014/main" id="{6EFBF743-0D3E-45C0-B7CB-B8B4A0991219}"/>
                          </a:ext>
                        </a:extLst>
                      </p:cNvPr>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71688" y="4645025"/>
                        <a:ext cx="58261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46" name="Object 10">
            <a:extLst>
              <a:ext uri="{FF2B5EF4-FFF2-40B4-BE49-F238E27FC236}">
                <a16:creationId xmlns:a16="http://schemas.microsoft.com/office/drawing/2014/main" id="{0F4E6679-B93D-4F3D-A54D-7587BAFDB94F}"/>
              </a:ext>
            </a:extLst>
          </p:cNvPr>
          <p:cNvGraphicFramePr>
            <a:graphicFrameLocks/>
          </p:cNvGraphicFramePr>
          <p:nvPr/>
        </p:nvGraphicFramePr>
        <p:xfrm>
          <a:off x="3571875" y="3552825"/>
          <a:ext cx="863600" cy="457200"/>
        </p:xfrm>
        <a:graphic>
          <a:graphicData uri="http://schemas.openxmlformats.org/presentationml/2006/ole">
            <mc:AlternateContent xmlns:mc="http://schemas.openxmlformats.org/markup-compatibility/2006">
              <mc:Choice xmlns:v="urn:schemas-microsoft-com:vml" Requires="v">
                <p:oleObj spid="_x0000_s558815" r:id="rId19" imgW="381071" imgH="175197" progId="Equation.3">
                  <p:embed/>
                </p:oleObj>
              </mc:Choice>
              <mc:Fallback>
                <p:oleObj r:id="rId19" imgW="381071" imgH="175197" progId="Equation.3">
                  <p:embed/>
                  <p:pic>
                    <p:nvPicPr>
                      <p:cNvPr id="17446" name="Object 10">
                        <a:extLst>
                          <a:ext uri="{FF2B5EF4-FFF2-40B4-BE49-F238E27FC236}">
                            <a16:creationId xmlns:a16="http://schemas.microsoft.com/office/drawing/2014/main" id="{0F4E6679-B93D-4F3D-A54D-7587BAFDB94F}"/>
                          </a:ext>
                        </a:extLst>
                      </p:cNvPr>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571875" y="3552825"/>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47" name="Object 11">
            <a:extLst>
              <a:ext uri="{FF2B5EF4-FFF2-40B4-BE49-F238E27FC236}">
                <a16:creationId xmlns:a16="http://schemas.microsoft.com/office/drawing/2014/main" id="{89D08515-2BEA-4DF2-8461-FAFAB3397CB9}"/>
              </a:ext>
            </a:extLst>
          </p:cNvPr>
          <p:cNvGraphicFramePr>
            <a:graphicFrameLocks/>
          </p:cNvGraphicFramePr>
          <p:nvPr/>
        </p:nvGraphicFramePr>
        <p:xfrm>
          <a:off x="3505200" y="4543425"/>
          <a:ext cx="863600" cy="457200"/>
        </p:xfrm>
        <a:graphic>
          <a:graphicData uri="http://schemas.openxmlformats.org/presentationml/2006/ole">
            <mc:AlternateContent xmlns:mc="http://schemas.openxmlformats.org/markup-compatibility/2006">
              <mc:Choice xmlns:v="urn:schemas-microsoft-com:vml" Requires="v">
                <p:oleObj spid="_x0000_s558816" r:id="rId21" imgW="381071" imgH="175197" progId="Equation.3">
                  <p:embed/>
                </p:oleObj>
              </mc:Choice>
              <mc:Fallback>
                <p:oleObj r:id="rId21" imgW="381071" imgH="175197" progId="Equation.3">
                  <p:embed/>
                  <p:pic>
                    <p:nvPicPr>
                      <p:cNvPr id="17447" name="Object 11">
                        <a:extLst>
                          <a:ext uri="{FF2B5EF4-FFF2-40B4-BE49-F238E27FC236}">
                            <a16:creationId xmlns:a16="http://schemas.microsoft.com/office/drawing/2014/main" id="{89D08515-2BEA-4DF2-8461-FAFAB3397CB9}"/>
                          </a:ext>
                        </a:extLst>
                      </p:cNvPr>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505200" y="4543425"/>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48" name="Object 12">
            <a:extLst>
              <a:ext uri="{FF2B5EF4-FFF2-40B4-BE49-F238E27FC236}">
                <a16:creationId xmlns:a16="http://schemas.microsoft.com/office/drawing/2014/main" id="{CCF74284-3496-4EFB-A2BF-0418BD99F9DF}"/>
              </a:ext>
            </a:extLst>
          </p:cNvPr>
          <p:cNvGraphicFramePr>
            <a:graphicFrameLocks/>
          </p:cNvGraphicFramePr>
          <p:nvPr/>
        </p:nvGraphicFramePr>
        <p:xfrm>
          <a:off x="3505200" y="4086225"/>
          <a:ext cx="812800" cy="457200"/>
        </p:xfrm>
        <a:graphic>
          <a:graphicData uri="http://schemas.openxmlformats.org/presentationml/2006/ole">
            <mc:AlternateContent xmlns:mc="http://schemas.openxmlformats.org/markup-compatibility/2006">
              <mc:Choice xmlns:v="urn:schemas-microsoft-com:vml" Requires="v">
                <p:oleObj spid="_x0000_s558817" r:id="rId23" imgW="350449" imgH="175197" progId="Equation.3">
                  <p:embed/>
                </p:oleObj>
              </mc:Choice>
              <mc:Fallback>
                <p:oleObj r:id="rId23" imgW="350449" imgH="175197" progId="Equation.3">
                  <p:embed/>
                  <p:pic>
                    <p:nvPicPr>
                      <p:cNvPr id="17448" name="Object 12">
                        <a:extLst>
                          <a:ext uri="{FF2B5EF4-FFF2-40B4-BE49-F238E27FC236}">
                            <a16:creationId xmlns:a16="http://schemas.microsoft.com/office/drawing/2014/main" id="{CCF74284-3496-4EFB-A2BF-0418BD99F9DF}"/>
                          </a:ext>
                        </a:extLst>
                      </p:cNvPr>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505200" y="4086225"/>
                        <a:ext cx="81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49" name="Object 13">
            <a:extLst>
              <a:ext uri="{FF2B5EF4-FFF2-40B4-BE49-F238E27FC236}">
                <a16:creationId xmlns:a16="http://schemas.microsoft.com/office/drawing/2014/main" id="{746291DE-1AC4-40A8-B7D8-14E9500CBE50}"/>
              </a:ext>
            </a:extLst>
          </p:cNvPr>
          <p:cNvGraphicFramePr>
            <a:graphicFrameLocks/>
          </p:cNvGraphicFramePr>
          <p:nvPr/>
        </p:nvGraphicFramePr>
        <p:xfrm>
          <a:off x="3505200" y="5043488"/>
          <a:ext cx="989013" cy="457200"/>
        </p:xfrm>
        <a:graphic>
          <a:graphicData uri="http://schemas.openxmlformats.org/presentationml/2006/ole">
            <mc:AlternateContent xmlns:mc="http://schemas.openxmlformats.org/markup-compatibility/2006">
              <mc:Choice xmlns:v="urn:schemas-microsoft-com:vml" Requires="v">
                <p:oleObj spid="_x0000_s558818" r:id="rId25" imgW="441889" imgH="175197" progId="Equation.3">
                  <p:embed/>
                </p:oleObj>
              </mc:Choice>
              <mc:Fallback>
                <p:oleObj r:id="rId25" imgW="441889" imgH="175197" progId="Equation.3">
                  <p:embed/>
                  <p:pic>
                    <p:nvPicPr>
                      <p:cNvPr id="17449" name="Object 13">
                        <a:extLst>
                          <a:ext uri="{FF2B5EF4-FFF2-40B4-BE49-F238E27FC236}">
                            <a16:creationId xmlns:a16="http://schemas.microsoft.com/office/drawing/2014/main" id="{746291DE-1AC4-40A8-B7D8-14E9500CBE50}"/>
                          </a:ext>
                        </a:extLst>
                      </p:cNvPr>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505200" y="5043488"/>
                        <a:ext cx="989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50" name="AutoShape 42">
            <a:extLst>
              <a:ext uri="{FF2B5EF4-FFF2-40B4-BE49-F238E27FC236}">
                <a16:creationId xmlns:a16="http://schemas.microsoft.com/office/drawing/2014/main" id="{10E648F7-874F-41D8-925D-1345CEE594F3}"/>
              </a:ext>
            </a:extLst>
          </p:cNvPr>
          <p:cNvSpPr>
            <a:spLocks/>
          </p:cNvSpPr>
          <p:nvPr/>
        </p:nvSpPr>
        <p:spPr bwMode="auto">
          <a:xfrm>
            <a:off x="3124200" y="4291013"/>
            <a:ext cx="304800" cy="1066800"/>
          </a:xfrm>
          <a:prstGeom prst="leftBrace">
            <a:avLst>
              <a:gd name="adj1" fmla="val 29150"/>
              <a:gd name="adj2" fmla="val 50000"/>
            </a:avLst>
          </a:pr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sp>
        <p:nvSpPr>
          <p:cNvPr id="17451" name="AutoShape 43">
            <a:extLst>
              <a:ext uri="{FF2B5EF4-FFF2-40B4-BE49-F238E27FC236}">
                <a16:creationId xmlns:a16="http://schemas.microsoft.com/office/drawing/2014/main" id="{FF4C655C-87F6-468A-8421-B164F92DB470}"/>
              </a:ext>
            </a:extLst>
          </p:cNvPr>
          <p:cNvSpPr>
            <a:spLocks noChangeArrowheads="1"/>
          </p:cNvSpPr>
          <p:nvPr/>
        </p:nvSpPr>
        <p:spPr bwMode="auto">
          <a:xfrm>
            <a:off x="4857750" y="3552825"/>
            <a:ext cx="685800" cy="457200"/>
          </a:xfrm>
          <a:prstGeom prst="rightArrow">
            <a:avLst>
              <a:gd name="adj1" fmla="val 50000"/>
              <a:gd name="adj2" fmla="val 37500"/>
            </a:avLst>
          </a:prstGeom>
          <a:noFill/>
          <a:ln w="19050">
            <a:solidFill>
              <a:srgbClr val="FF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sp>
        <p:nvSpPr>
          <p:cNvPr id="17452" name="AutoShape 44">
            <a:extLst>
              <a:ext uri="{FF2B5EF4-FFF2-40B4-BE49-F238E27FC236}">
                <a16:creationId xmlns:a16="http://schemas.microsoft.com/office/drawing/2014/main" id="{F2430EC4-69F2-4DFB-B940-7FEDA3B0F0FD}"/>
              </a:ext>
            </a:extLst>
          </p:cNvPr>
          <p:cNvSpPr>
            <a:spLocks/>
          </p:cNvSpPr>
          <p:nvPr/>
        </p:nvSpPr>
        <p:spPr bwMode="auto">
          <a:xfrm>
            <a:off x="4449763" y="2433638"/>
            <a:ext cx="336550" cy="990600"/>
          </a:xfrm>
          <a:prstGeom prst="leftBrace">
            <a:avLst>
              <a:gd name="adj1" fmla="val 24515"/>
              <a:gd name="adj2" fmla="val 50000"/>
            </a:avLst>
          </a:pr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graphicFrame>
        <p:nvGraphicFramePr>
          <p:cNvPr id="17453" name="Object 14">
            <a:extLst>
              <a:ext uri="{FF2B5EF4-FFF2-40B4-BE49-F238E27FC236}">
                <a16:creationId xmlns:a16="http://schemas.microsoft.com/office/drawing/2014/main" id="{5E7D9401-9EB7-435E-A806-272B05A86257}"/>
              </a:ext>
            </a:extLst>
          </p:cNvPr>
          <p:cNvGraphicFramePr>
            <a:graphicFrameLocks/>
          </p:cNvGraphicFramePr>
          <p:nvPr/>
        </p:nvGraphicFramePr>
        <p:xfrm>
          <a:off x="5786438" y="3552825"/>
          <a:ext cx="1346200" cy="457200"/>
        </p:xfrm>
        <a:graphic>
          <a:graphicData uri="http://schemas.openxmlformats.org/presentationml/2006/ole">
            <mc:AlternateContent xmlns:mc="http://schemas.openxmlformats.org/markup-compatibility/2006">
              <mc:Choice xmlns:v="urn:schemas-microsoft-com:vml" Requires="v">
                <p:oleObj spid="_x0000_s558819" r:id="rId27" imgW="617114" imgH="175197" progId="Equation.3">
                  <p:embed/>
                </p:oleObj>
              </mc:Choice>
              <mc:Fallback>
                <p:oleObj r:id="rId27" imgW="617114" imgH="175197" progId="Equation.3">
                  <p:embed/>
                  <p:pic>
                    <p:nvPicPr>
                      <p:cNvPr id="17453" name="Object 14">
                        <a:extLst>
                          <a:ext uri="{FF2B5EF4-FFF2-40B4-BE49-F238E27FC236}">
                            <a16:creationId xmlns:a16="http://schemas.microsoft.com/office/drawing/2014/main" id="{5E7D9401-9EB7-435E-A806-272B05A86257}"/>
                          </a:ext>
                        </a:extLst>
                      </p:cNvPr>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786438" y="3552825"/>
                        <a:ext cx="134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54" name="AutoShape 46">
            <a:extLst>
              <a:ext uri="{FF2B5EF4-FFF2-40B4-BE49-F238E27FC236}">
                <a16:creationId xmlns:a16="http://schemas.microsoft.com/office/drawing/2014/main" id="{E3A18A1A-0EAE-422A-972E-2ED3238A20D5}"/>
              </a:ext>
            </a:extLst>
          </p:cNvPr>
          <p:cNvSpPr>
            <a:spLocks/>
          </p:cNvSpPr>
          <p:nvPr/>
        </p:nvSpPr>
        <p:spPr bwMode="auto">
          <a:xfrm flipH="1">
            <a:off x="4522788" y="4291013"/>
            <a:ext cx="304800" cy="1066800"/>
          </a:xfrm>
          <a:prstGeom prst="leftBrace">
            <a:avLst>
              <a:gd name="adj1" fmla="val 29150"/>
              <a:gd name="adj2" fmla="val 50000"/>
            </a:avLst>
          </a:pr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graphicFrame>
        <p:nvGraphicFramePr>
          <p:cNvPr id="17455" name="Object 15">
            <a:extLst>
              <a:ext uri="{FF2B5EF4-FFF2-40B4-BE49-F238E27FC236}">
                <a16:creationId xmlns:a16="http://schemas.microsoft.com/office/drawing/2014/main" id="{E3FA19AF-425B-4986-B936-7847B9FFF860}"/>
              </a:ext>
            </a:extLst>
          </p:cNvPr>
          <p:cNvGraphicFramePr>
            <a:graphicFrameLocks/>
          </p:cNvGraphicFramePr>
          <p:nvPr/>
        </p:nvGraphicFramePr>
        <p:xfrm>
          <a:off x="5857875" y="4583113"/>
          <a:ext cx="1346200" cy="457200"/>
        </p:xfrm>
        <a:graphic>
          <a:graphicData uri="http://schemas.openxmlformats.org/presentationml/2006/ole">
            <mc:AlternateContent xmlns:mc="http://schemas.openxmlformats.org/markup-compatibility/2006">
              <mc:Choice xmlns:v="urn:schemas-microsoft-com:vml" Requires="v">
                <p:oleObj spid="_x0000_s558820" r:id="rId29" imgW="617114" imgH="175197" progId="Equation.3">
                  <p:embed/>
                </p:oleObj>
              </mc:Choice>
              <mc:Fallback>
                <p:oleObj r:id="rId29" imgW="617114" imgH="175197" progId="Equation.3">
                  <p:embed/>
                  <p:pic>
                    <p:nvPicPr>
                      <p:cNvPr id="17455" name="Object 15">
                        <a:extLst>
                          <a:ext uri="{FF2B5EF4-FFF2-40B4-BE49-F238E27FC236}">
                            <a16:creationId xmlns:a16="http://schemas.microsoft.com/office/drawing/2014/main" id="{E3FA19AF-425B-4986-B936-7847B9FFF860}"/>
                          </a:ext>
                        </a:extLst>
                      </p:cNvPr>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857875" y="4583113"/>
                        <a:ext cx="134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56" name="Rectangle 48">
            <a:extLst>
              <a:ext uri="{FF2B5EF4-FFF2-40B4-BE49-F238E27FC236}">
                <a16:creationId xmlns:a16="http://schemas.microsoft.com/office/drawing/2014/main" id="{ABD9105B-1AE8-44CC-A535-F715FE8C7CC9}"/>
              </a:ext>
            </a:extLst>
          </p:cNvPr>
          <p:cNvSpPr>
            <a:spLocks noChangeArrowheads="1"/>
          </p:cNvSpPr>
          <p:nvPr/>
        </p:nvSpPr>
        <p:spPr bwMode="auto">
          <a:xfrm>
            <a:off x="4857750" y="4603750"/>
            <a:ext cx="1536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各自有：</a:t>
            </a:r>
          </a:p>
        </p:txBody>
      </p:sp>
      <p:sp>
        <p:nvSpPr>
          <p:cNvPr id="17457" name="AutoShape 49">
            <a:extLst>
              <a:ext uri="{FF2B5EF4-FFF2-40B4-BE49-F238E27FC236}">
                <a16:creationId xmlns:a16="http://schemas.microsoft.com/office/drawing/2014/main" id="{73E0D908-1ACE-4EC6-99FB-4B01CD74BAFF}"/>
              </a:ext>
            </a:extLst>
          </p:cNvPr>
          <p:cNvSpPr>
            <a:spLocks/>
          </p:cNvSpPr>
          <p:nvPr/>
        </p:nvSpPr>
        <p:spPr bwMode="auto">
          <a:xfrm flipH="1">
            <a:off x="7910513" y="3605213"/>
            <a:ext cx="304800" cy="1752600"/>
          </a:xfrm>
          <a:prstGeom prst="leftBrace">
            <a:avLst>
              <a:gd name="adj1" fmla="val 47890"/>
              <a:gd name="adj2" fmla="val 50000"/>
            </a:avLst>
          </a:pr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sp>
        <p:nvSpPr>
          <p:cNvPr id="17458" name="AutoShape 50">
            <a:extLst>
              <a:ext uri="{FF2B5EF4-FFF2-40B4-BE49-F238E27FC236}">
                <a16:creationId xmlns:a16="http://schemas.microsoft.com/office/drawing/2014/main" id="{FF7D0215-F6B0-4EB9-ABF9-C9C3B09BA0BA}"/>
              </a:ext>
            </a:extLst>
          </p:cNvPr>
          <p:cNvSpPr>
            <a:spLocks/>
          </p:cNvSpPr>
          <p:nvPr/>
        </p:nvSpPr>
        <p:spPr bwMode="auto">
          <a:xfrm flipH="1">
            <a:off x="6075363" y="2393950"/>
            <a:ext cx="282575" cy="1066800"/>
          </a:xfrm>
          <a:prstGeom prst="leftBrace">
            <a:avLst>
              <a:gd name="adj1" fmla="val 31443"/>
              <a:gd name="adj2" fmla="val 50000"/>
            </a:avLst>
          </a:pr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graphicFrame>
        <p:nvGraphicFramePr>
          <p:cNvPr id="17459" name="Object 16">
            <a:extLst>
              <a:ext uri="{FF2B5EF4-FFF2-40B4-BE49-F238E27FC236}">
                <a16:creationId xmlns:a16="http://schemas.microsoft.com/office/drawing/2014/main" id="{7CD0381D-7C32-4025-95D9-E0608933474D}"/>
              </a:ext>
            </a:extLst>
          </p:cNvPr>
          <p:cNvGraphicFramePr>
            <a:graphicFrameLocks/>
          </p:cNvGraphicFramePr>
          <p:nvPr/>
        </p:nvGraphicFramePr>
        <p:xfrm>
          <a:off x="6454775" y="2714625"/>
          <a:ext cx="331788" cy="373063"/>
        </p:xfrm>
        <a:graphic>
          <a:graphicData uri="http://schemas.openxmlformats.org/presentationml/2006/ole">
            <mc:AlternateContent xmlns:mc="http://schemas.openxmlformats.org/markup-compatibility/2006">
              <mc:Choice xmlns:v="urn:schemas-microsoft-com:vml" Requires="v">
                <p:oleObj spid="_x0000_s558821" r:id="rId31" imgW="76129" imgH="114111" progId="Equation.3">
                  <p:embed/>
                </p:oleObj>
              </mc:Choice>
              <mc:Fallback>
                <p:oleObj r:id="rId31" imgW="76129" imgH="114111" progId="Equation.3">
                  <p:embed/>
                  <p:pic>
                    <p:nvPicPr>
                      <p:cNvPr id="17459" name="Object 16">
                        <a:extLst>
                          <a:ext uri="{FF2B5EF4-FFF2-40B4-BE49-F238E27FC236}">
                            <a16:creationId xmlns:a16="http://schemas.microsoft.com/office/drawing/2014/main" id="{7CD0381D-7C32-4025-95D9-E0608933474D}"/>
                          </a:ext>
                        </a:extLst>
                      </p:cNvPr>
                      <p:cNvPicPr>
                        <a:picLocks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454775" y="2714625"/>
                        <a:ext cx="331788"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60" name="Object 17">
            <a:extLst>
              <a:ext uri="{FF2B5EF4-FFF2-40B4-BE49-F238E27FC236}">
                <a16:creationId xmlns:a16="http://schemas.microsoft.com/office/drawing/2014/main" id="{3B332B53-A047-468A-8FA3-39F2515A659C}"/>
              </a:ext>
            </a:extLst>
          </p:cNvPr>
          <p:cNvGraphicFramePr>
            <a:graphicFrameLocks/>
          </p:cNvGraphicFramePr>
          <p:nvPr/>
        </p:nvGraphicFramePr>
        <p:xfrm>
          <a:off x="8358188" y="4286250"/>
          <a:ext cx="227012" cy="355600"/>
        </p:xfrm>
        <a:graphic>
          <a:graphicData uri="http://schemas.openxmlformats.org/presentationml/2006/ole">
            <mc:AlternateContent xmlns:mc="http://schemas.openxmlformats.org/markup-compatibility/2006">
              <mc:Choice xmlns:v="urn:schemas-microsoft-com:vml" Requires="v">
                <p:oleObj spid="_x0000_s558822" r:id="rId33" imgW="60818" imgH="121747" progId="Equation.3">
                  <p:embed/>
                </p:oleObj>
              </mc:Choice>
              <mc:Fallback>
                <p:oleObj r:id="rId33" imgW="60818" imgH="121747" progId="Equation.3">
                  <p:embed/>
                  <p:pic>
                    <p:nvPicPr>
                      <p:cNvPr id="17460" name="Object 17">
                        <a:extLst>
                          <a:ext uri="{FF2B5EF4-FFF2-40B4-BE49-F238E27FC236}">
                            <a16:creationId xmlns:a16="http://schemas.microsoft.com/office/drawing/2014/main" id="{3B332B53-A047-468A-8FA3-39F2515A659C}"/>
                          </a:ext>
                        </a:extLst>
                      </p:cNvPr>
                      <p:cNvPicPr>
                        <a:picLocks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8358188" y="4286250"/>
                        <a:ext cx="22701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61" name="Text Box 53">
            <a:extLst>
              <a:ext uri="{FF2B5EF4-FFF2-40B4-BE49-F238E27FC236}">
                <a16:creationId xmlns:a16="http://schemas.microsoft.com/office/drawing/2014/main" id="{1CB56B4B-69D4-48C7-BFE1-FF16E77B6D03}"/>
              </a:ext>
            </a:extLst>
          </p:cNvPr>
          <p:cNvSpPr txBox="1">
            <a:spLocks noChangeArrowheads="1"/>
          </p:cNvSpPr>
          <p:nvPr/>
        </p:nvSpPr>
        <p:spPr bwMode="auto">
          <a:xfrm>
            <a:off x="428625" y="5876925"/>
            <a:ext cx="33575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dirty="0">
                <a:solidFill>
                  <a:srgbClr val="FFFF00"/>
                </a:solidFill>
              </a:rPr>
              <a:t>n </a:t>
            </a:r>
            <a:r>
              <a:rPr lang="zh-CN" altLang="en-US" dirty="0">
                <a:solidFill>
                  <a:schemeClr val="bg1"/>
                </a:solidFill>
                <a:latin typeface="宋体" panose="02010600030101010101" pitchFamily="2" charset="-122"/>
              </a:rPr>
              <a:t>容纳电子的最大数目</a:t>
            </a:r>
          </a:p>
        </p:txBody>
      </p:sp>
      <p:graphicFrame>
        <p:nvGraphicFramePr>
          <p:cNvPr id="17462" name="Object 18">
            <a:extLst>
              <a:ext uri="{FF2B5EF4-FFF2-40B4-BE49-F238E27FC236}">
                <a16:creationId xmlns:a16="http://schemas.microsoft.com/office/drawing/2014/main" id="{AF417387-75F0-449C-9DBE-31A9765254E0}"/>
              </a:ext>
            </a:extLst>
          </p:cNvPr>
          <p:cNvGraphicFramePr>
            <a:graphicFrameLocks/>
          </p:cNvGraphicFramePr>
          <p:nvPr/>
        </p:nvGraphicFramePr>
        <p:xfrm>
          <a:off x="5314950" y="5862638"/>
          <a:ext cx="1143000" cy="458787"/>
        </p:xfrm>
        <a:graphic>
          <a:graphicData uri="http://schemas.openxmlformats.org/presentationml/2006/ole">
            <mc:AlternateContent xmlns:mc="http://schemas.openxmlformats.org/markup-compatibility/2006">
              <mc:Choice xmlns:v="urn:schemas-microsoft-com:vml" Requires="v">
                <p:oleObj spid="_x0000_s558823" r:id="rId35" imgW="404037" imgH="152290" progId="Equation.3">
                  <p:embed/>
                </p:oleObj>
              </mc:Choice>
              <mc:Fallback>
                <p:oleObj r:id="rId35" imgW="404037" imgH="152290" progId="Equation.3">
                  <p:embed/>
                  <p:pic>
                    <p:nvPicPr>
                      <p:cNvPr id="17462" name="Object 18">
                        <a:extLst>
                          <a:ext uri="{FF2B5EF4-FFF2-40B4-BE49-F238E27FC236}">
                            <a16:creationId xmlns:a16="http://schemas.microsoft.com/office/drawing/2014/main" id="{AF417387-75F0-449C-9DBE-31A9765254E0}"/>
                          </a:ext>
                        </a:extLst>
                      </p:cNvPr>
                      <p:cNvPicPr>
                        <a:picLocks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5314950" y="5862638"/>
                        <a:ext cx="11430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63" name="Object 19">
            <a:extLst>
              <a:ext uri="{FF2B5EF4-FFF2-40B4-BE49-F238E27FC236}">
                <a16:creationId xmlns:a16="http://schemas.microsoft.com/office/drawing/2014/main" id="{0F560AF7-F579-43DF-AE57-080CD388F737}"/>
              </a:ext>
            </a:extLst>
          </p:cNvPr>
          <p:cNvGraphicFramePr>
            <a:graphicFrameLocks/>
          </p:cNvGraphicFramePr>
          <p:nvPr/>
        </p:nvGraphicFramePr>
        <p:xfrm>
          <a:off x="5010150" y="5862638"/>
          <a:ext cx="317500" cy="373062"/>
        </p:xfrm>
        <a:graphic>
          <a:graphicData uri="http://schemas.openxmlformats.org/presentationml/2006/ole">
            <mc:AlternateContent xmlns:mc="http://schemas.openxmlformats.org/markup-compatibility/2006">
              <mc:Choice xmlns:v="urn:schemas-microsoft-com:vml" Requires="v">
                <p:oleObj spid="_x0000_s558824" r:id="rId37" imgW="76129" imgH="114111" progId="Equation.3">
                  <p:embed/>
                </p:oleObj>
              </mc:Choice>
              <mc:Fallback>
                <p:oleObj r:id="rId37" imgW="76129" imgH="114111" progId="Equation.3">
                  <p:embed/>
                  <p:pic>
                    <p:nvPicPr>
                      <p:cNvPr id="17463" name="Object 19">
                        <a:extLst>
                          <a:ext uri="{FF2B5EF4-FFF2-40B4-BE49-F238E27FC236}">
                            <a16:creationId xmlns:a16="http://schemas.microsoft.com/office/drawing/2014/main" id="{0F560AF7-F579-43DF-AE57-080CD388F737}"/>
                          </a:ext>
                        </a:extLst>
                      </p:cNvPr>
                      <p:cNvPicPr>
                        <a:picLocks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5010150" y="5862638"/>
                        <a:ext cx="317500"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64" name="Object 20">
            <a:extLst>
              <a:ext uri="{FF2B5EF4-FFF2-40B4-BE49-F238E27FC236}">
                <a16:creationId xmlns:a16="http://schemas.microsoft.com/office/drawing/2014/main" id="{11EB0004-77A9-4B58-90BC-4C8E121800EF}"/>
              </a:ext>
            </a:extLst>
          </p:cNvPr>
          <p:cNvGraphicFramePr>
            <a:graphicFrameLocks/>
          </p:cNvGraphicFramePr>
          <p:nvPr/>
        </p:nvGraphicFramePr>
        <p:xfrm>
          <a:off x="4552950" y="5557838"/>
          <a:ext cx="730250" cy="974725"/>
        </p:xfrm>
        <a:graphic>
          <a:graphicData uri="http://schemas.openxmlformats.org/presentationml/2006/ole">
            <mc:AlternateContent xmlns:mc="http://schemas.openxmlformats.org/markup-compatibility/2006">
              <mc:Choice xmlns:v="urn:schemas-microsoft-com:vml" Requires="v">
                <p:oleObj spid="_x0000_s558825" r:id="rId39" imgW="236043" imgH="380937" progId="Equation.3">
                  <p:embed/>
                </p:oleObj>
              </mc:Choice>
              <mc:Fallback>
                <p:oleObj r:id="rId39" imgW="236043" imgH="380937" progId="Equation.3">
                  <p:embed/>
                  <p:pic>
                    <p:nvPicPr>
                      <p:cNvPr id="17464" name="Object 20">
                        <a:extLst>
                          <a:ext uri="{FF2B5EF4-FFF2-40B4-BE49-F238E27FC236}">
                            <a16:creationId xmlns:a16="http://schemas.microsoft.com/office/drawing/2014/main" id="{11EB0004-77A9-4B58-90BC-4C8E121800EF}"/>
                          </a:ext>
                        </a:extLst>
                      </p:cNvPr>
                      <p:cNvPicPr>
                        <a:picLocks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552950" y="5557838"/>
                        <a:ext cx="730250"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65" name="Object 21">
            <a:extLst>
              <a:ext uri="{FF2B5EF4-FFF2-40B4-BE49-F238E27FC236}">
                <a16:creationId xmlns:a16="http://schemas.microsoft.com/office/drawing/2014/main" id="{84A356F6-AA66-46B1-A6D4-C0E19AC0A1D6}"/>
              </a:ext>
            </a:extLst>
          </p:cNvPr>
          <p:cNvGraphicFramePr>
            <a:graphicFrameLocks/>
          </p:cNvGraphicFramePr>
          <p:nvPr/>
        </p:nvGraphicFramePr>
        <p:xfrm>
          <a:off x="3714750" y="5786438"/>
          <a:ext cx="857250" cy="515937"/>
        </p:xfrm>
        <a:graphic>
          <a:graphicData uri="http://schemas.openxmlformats.org/presentationml/2006/ole">
            <mc:AlternateContent xmlns:mc="http://schemas.openxmlformats.org/markup-compatibility/2006">
              <mc:Choice xmlns:v="urn:schemas-microsoft-com:vml" Requires="v">
                <p:oleObj spid="_x0000_s558826" r:id="rId41" imgW="289631" imgH="175197" progId="Equation.3">
                  <p:embed/>
                </p:oleObj>
              </mc:Choice>
              <mc:Fallback>
                <p:oleObj r:id="rId41" imgW="289631" imgH="175197" progId="Equation.3">
                  <p:embed/>
                  <p:pic>
                    <p:nvPicPr>
                      <p:cNvPr id="17465" name="Object 21">
                        <a:extLst>
                          <a:ext uri="{FF2B5EF4-FFF2-40B4-BE49-F238E27FC236}">
                            <a16:creationId xmlns:a16="http://schemas.microsoft.com/office/drawing/2014/main" id="{84A356F6-AA66-46B1-A6D4-C0E19AC0A1D6}"/>
                          </a:ext>
                        </a:extLst>
                      </p:cNvPr>
                      <p:cNvPicPr>
                        <a:picLocks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3714750" y="5786438"/>
                        <a:ext cx="857250"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66" name="Object 22">
            <a:extLst>
              <a:ext uri="{FF2B5EF4-FFF2-40B4-BE49-F238E27FC236}">
                <a16:creationId xmlns:a16="http://schemas.microsoft.com/office/drawing/2014/main" id="{81B8AA13-DC80-4AA1-ACF2-B45EE39A767C}"/>
              </a:ext>
            </a:extLst>
          </p:cNvPr>
          <p:cNvGraphicFramePr>
            <a:graphicFrameLocks/>
          </p:cNvGraphicFramePr>
          <p:nvPr/>
        </p:nvGraphicFramePr>
        <p:xfrm>
          <a:off x="6457950" y="5786438"/>
          <a:ext cx="952500" cy="458787"/>
        </p:xfrm>
        <a:graphic>
          <a:graphicData uri="http://schemas.openxmlformats.org/presentationml/2006/ole">
            <mc:AlternateContent xmlns:mc="http://schemas.openxmlformats.org/markup-compatibility/2006">
              <mc:Choice xmlns:v="urn:schemas-microsoft-com:vml" Requires="v">
                <p:oleObj spid="_x0000_s558827" r:id="rId43" imgW="327483" imgH="152290" progId="Equation.3">
                  <p:embed/>
                </p:oleObj>
              </mc:Choice>
              <mc:Fallback>
                <p:oleObj r:id="rId43" imgW="327483" imgH="152290" progId="Equation.3">
                  <p:embed/>
                  <p:pic>
                    <p:nvPicPr>
                      <p:cNvPr id="17466" name="Object 22">
                        <a:extLst>
                          <a:ext uri="{FF2B5EF4-FFF2-40B4-BE49-F238E27FC236}">
                            <a16:creationId xmlns:a16="http://schemas.microsoft.com/office/drawing/2014/main" id="{81B8AA13-DC80-4AA1-ACF2-B45EE39A767C}"/>
                          </a:ext>
                        </a:extLst>
                      </p:cNvPr>
                      <p:cNvPicPr>
                        <a:picLocks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6457950" y="5786438"/>
                        <a:ext cx="9525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68" name="Object 23">
            <a:extLst>
              <a:ext uri="{FF2B5EF4-FFF2-40B4-BE49-F238E27FC236}">
                <a16:creationId xmlns:a16="http://schemas.microsoft.com/office/drawing/2014/main" id="{CEE67D8F-FD46-4A2B-8472-FCC744D1F4EB}"/>
              </a:ext>
            </a:extLst>
          </p:cNvPr>
          <p:cNvGraphicFramePr>
            <a:graphicFrameLocks/>
          </p:cNvGraphicFramePr>
          <p:nvPr/>
        </p:nvGraphicFramePr>
        <p:xfrm>
          <a:off x="6929438" y="2928938"/>
          <a:ext cx="1498600" cy="431800"/>
        </p:xfrm>
        <a:graphic>
          <a:graphicData uri="http://schemas.openxmlformats.org/presentationml/2006/ole">
            <mc:AlternateContent xmlns:mc="http://schemas.openxmlformats.org/markup-compatibility/2006">
              <mc:Choice xmlns:v="urn:schemas-microsoft-com:vml" Requires="v">
                <p:oleObj spid="_x0000_s558828" r:id="rId45" imgW="693243" imgH="159926" progId="Equation.3">
                  <p:embed/>
                </p:oleObj>
              </mc:Choice>
              <mc:Fallback>
                <p:oleObj r:id="rId45" imgW="693243" imgH="159926" progId="Equation.3">
                  <p:embed/>
                  <p:pic>
                    <p:nvPicPr>
                      <p:cNvPr id="17468" name="Object 23">
                        <a:extLst>
                          <a:ext uri="{FF2B5EF4-FFF2-40B4-BE49-F238E27FC236}">
                            <a16:creationId xmlns:a16="http://schemas.microsoft.com/office/drawing/2014/main" id="{CEE67D8F-FD46-4A2B-8472-FCC744D1F4EB}"/>
                          </a:ext>
                        </a:extLst>
                      </p:cNvPr>
                      <p:cNvPicPr>
                        <a:picLocks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6929438" y="2928938"/>
                        <a:ext cx="1498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69" name="Object 24">
            <a:extLst>
              <a:ext uri="{FF2B5EF4-FFF2-40B4-BE49-F238E27FC236}">
                <a16:creationId xmlns:a16="http://schemas.microsoft.com/office/drawing/2014/main" id="{DD869C56-CB15-4342-89DA-1EBD9080E10A}"/>
              </a:ext>
            </a:extLst>
          </p:cNvPr>
          <p:cNvGraphicFramePr>
            <a:graphicFrameLocks/>
          </p:cNvGraphicFramePr>
          <p:nvPr/>
        </p:nvGraphicFramePr>
        <p:xfrm>
          <a:off x="7000875" y="2425700"/>
          <a:ext cx="1320800" cy="431800"/>
        </p:xfrm>
        <a:graphic>
          <a:graphicData uri="http://schemas.openxmlformats.org/presentationml/2006/ole">
            <mc:AlternateContent xmlns:mc="http://schemas.openxmlformats.org/markup-compatibility/2006">
              <mc:Choice xmlns:v="urn:schemas-microsoft-com:vml" Requires="v">
                <p:oleObj spid="_x0000_s558829" r:id="rId47" imgW="609458" imgH="159926" progId="Equation.3">
                  <p:embed/>
                </p:oleObj>
              </mc:Choice>
              <mc:Fallback>
                <p:oleObj r:id="rId47" imgW="609458" imgH="159926" progId="Equation.3">
                  <p:embed/>
                  <p:pic>
                    <p:nvPicPr>
                      <p:cNvPr id="17469" name="Object 24">
                        <a:extLst>
                          <a:ext uri="{FF2B5EF4-FFF2-40B4-BE49-F238E27FC236}">
                            <a16:creationId xmlns:a16="http://schemas.microsoft.com/office/drawing/2014/main" id="{DD869C56-CB15-4342-89DA-1EBD9080E10A}"/>
                          </a:ext>
                        </a:extLst>
                      </p:cNvPr>
                      <p:cNvPicPr>
                        <a:picLocks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7000875" y="2425700"/>
                        <a:ext cx="1320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 name="AutoShape 30">
            <a:extLst>
              <a:ext uri="{FF2B5EF4-FFF2-40B4-BE49-F238E27FC236}">
                <a16:creationId xmlns:a16="http://schemas.microsoft.com/office/drawing/2014/main" id="{5AABD66A-98C0-4B8B-AD9D-4F5B277D456F}"/>
              </a:ext>
            </a:extLst>
          </p:cNvPr>
          <p:cNvSpPr>
            <a:spLocks noChangeArrowheads="1"/>
          </p:cNvSpPr>
          <p:nvPr/>
        </p:nvSpPr>
        <p:spPr bwMode="auto">
          <a:xfrm>
            <a:off x="2857500" y="3571875"/>
            <a:ext cx="565150" cy="457200"/>
          </a:xfrm>
          <a:prstGeom prst="rightArrow">
            <a:avLst>
              <a:gd name="adj1" fmla="val 50000"/>
              <a:gd name="adj2" fmla="val 37495"/>
            </a:avLst>
          </a:prstGeom>
          <a:noFill/>
          <a:ln w="19050">
            <a:solidFill>
              <a:srgbClr val="FF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graphicFrame>
        <p:nvGraphicFramePr>
          <p:cNvPr id="2" name="Object 41">
            <a:extLst>
              <a:ext uri="{FF2B5EF4-FFF2-40B4-BE49-F238E27FC236}">
                <a16:creationId xmlns:a16="http://schemas.microsoft.com/office/drawing/2014/main" id="{0F69BD8B-A491-4AEF-8541-090CE668BA24}"/>
              </a:ext>
            </a:extLst>
          </p:cNvPr>
          <p:cNvGraphicFramePr>
            <a:graphicFrameLocks/>
          </p:cNvGraphicFramePr>
          <p:nvPr/>
        </p:nvGraphicFramePr>
        <p:xfrm>
          <a:off x="7597775" y="3556000"/>
          <a:ext cx="331788" cy="373063"/>
        </p:xfrm>
        <a:graphic>
          <a:graphicData uri="http://schemas.openxmlformats.org/presentationml/2006/ole">
            <mc:AlternateContent xmlns:mc="http://schemas.openxmlformats.org/markup-compatibility/2006">
              <mc:Choice xmlns:v="urn:schemas-microsoft-com:vml" Requires="v">
                <p:oleObj spid="_x0000_s558830" r:id="rId49" imgW="76129" imgH="114111" progId="Equation.3">
                  <p:embed/>
                </p:oleObj>
              </mc:Choice>
              <mc:Fallback>
                <p:oleObj r:id="rId49" imgW="76129" imgH="114111" progId="Equation.3">
                  <p:embed/>
                  <p:pic>
                    <p:nvPicPr>
                      <p:cNvPr id="2" name="Object 41">
                        <a:extLst>
                          <a:ext uri="{FF2B5EF4-FFF2-40B4-BE49-F238E27FC236}">
                            <a16:creationId xmlns:a16="http://schemas.microsoft.com/office/drawing/2014/main" id="{0F69BD8B-A491-4AEF-8541-090CE668BA24}"/>
                          </a:ext>
                        </a:extLst>
                      </p:cNvPr>
                      <p:cNvPicPr>
                        <a:picLocks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7597775" y="3556000"/>
                        <a:ext cx="331788"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 name="Object 42">
            <a:extLst>
              <a:ext uri="{FF2B5EF4-FFF2-40B4-BE49-F238E27FC236}">
                <a16:creationId xmlns:a16="http://schemas.microsoft.com/office/drawing/2014/main" id="{FA43071C-3D5F-4DCD-BA10-EE4720F5F557}"/>
              </a:ext>
            </a:extLst>
          </p:cNvPr>
          <p:cNvGraphicFramePr>
            <a:graphicFrameLocks/>
          </p:cNvGraphicFramePr>
          <p:nvPr/>
        </p:nvGraphicFramePr>
        <p:xfrm>
          <a:off x="7597775" y="4598988"/>
          <a:ext cx="331788" cy="401637"/>
        </p:xfrm>
        <a:graphic>
          <a:graphicData uri="http://schemas.openxmlformats.org/presentationml/2006/ole">
            <mc:AlternateContent xmlns:mc="http://schemas.openxmlformats.org/markup-compatibility/2006">
              <mc:Choice xmlns:v="urn:schemas-microsoft-com:vml" Requires="v">
                <p:oleObj spid="_x0000_s558831" r:id="rId51" imgW="76129" imgH="121747" progId="Equation.3">
                  <p:embed/>
                </p:oleObj>
              </mc:Choice>
              <mc:Fallback>
                <p:oleObj r:id="rId51" imgW="76129" imgH="121747" progId="Equation.3">
                  <p:embed/>
                  <p:pic>
                    <p:nvPicPr>
                      <p:cNvPr id="3" name="Object 42">
                        <a:extLst>
                          <a:ext uri="{FF2B5EF4-FFF2-40B4-BE49-F238E27FC236}">
                            <a16:creationId xmlns:a16="http://schemas.microsoft.com/office/drawing/2014/main" id="{FA43071C-3D5F-4DCD-BA10-EE4720F5F557}"/>
                          </a:ext>
                        </a:extLst>
                      </p:cNvPr>
                      <p:cNvPicPr>
                        <a:picLocks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7597775" y="4598988"/>
                        <a:ext cx="331788"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36" name="灯片编号占位符 1">
            <a:extLst>
              <a:ext uri="{FF2B5EF4-FFF2-40B4-BE49-F238E27FC236}">
                <a16:creationId xmlns:a16="http://schemas.microsoft.com/office/drawing/2014/main" id="{0FF0E0B2-4D69-4A76-9187-951899CF7F78}"/>
              </a:ext>
            </a:extLst>
          </p:cNvPr>
          <p:cNvSpPr txBox="1">
            <a:spLocks noChangeArrowheads="1"/>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92ED33CD-A56E-47D1-AC32-82257D2E52C6}" type="slidenum">
              <a:rPr lang="en-US" altLang="zh-CN" b="0">
                <a:solidFill>
                  <a:srgbClr val="FF00FF"/>
                </a:solidFill>
              </a:rPr>
              <a:pPr eaLnBrk="1" hangingPunct="1"/>
              <a:t>13</a:t>
            </a:fld>
            <a:r>
              <a:rPr lang="en-US" altLang="zh-CN" b="0">
                <a:solidFill>
                  <a:srgbClr val="FF00FF"/>
                </a:solidFill>
              </a:rPr>
              <a:t>/22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433"/>
                                        </p:tgtEl>
                                        <p:attrNameLst>
                                          <p:attrName>style.visibility</p:attrName>
                                        </p:attrNameLst>
                                      </p:cBhvr>
                                      <p:to>
                                        <p:strVal val="visible"/>
                                      </p:to>
                                    </p:set>
                                    <p:animEffect transition="in" filter="blinds(horizontal)">
                                      <p:cBhvr>
                                        <p:cTn id="7" dur="500"/>
                                        <p:tgtEl>
                                          <p:spTgt spid="17433"/>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431"/>
                                        </p:tgtEl>
                                        <p:attrNameLst>
                                          <p:attrName>style.visibility</p:attrName>
                                        </p:attrNameLst>
                                      </p:cBhvr>
                                      <p:to>
                                        <p:strVal val="visible"/>
                                      </p:to>
                                    </p:set>
                                    <p:animEffect transition="in" filter="wipe(left)">
                                      <p:cBhvr>
                                        <p:cTn id="11" dur="1000"/>
                                        <p:tgtEl>
                                          <p:spTgt spid="1743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7432"/>
                                        </p:tgtEl>
                                        <p:attrNameLst>
                                          <p:attrName>style.visibility</p:attrName>
                                        </p:attrNameLst>
                                      </p:cBhvr>
                                      <p:to>
                                        <p:strVal val="visible"/>
                                      </p:to>
                                    </p:set>
                                    <p:animEffect transition="in" filter="wipe(left)">
                                      <p:cBhvr>
                                        <p:cTn id="16" dur="500"/>
                                        <p:tgtEl>
                                          <p:spTgt spid="1743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7434"/>
                                        </p:tgtEl>
                                        <p:attrNameLst>
                                          <p:attrName>style.visibility</p:attrName>
                                        </p:attrNameLst>
                                      </p:cBhvr>
                                      <p:to>
                                        <p:strVal val="visible"/>
                                      </p:to>
                                    </p:set>
                                    <p:animEffect transition="in" filter="dissolve">
                                      <p:cBhvr>
                                        <p:cTn id="21" dur="500"/>
                                        <p:tgtEl>
                                          <p:spTgt spid="1743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3" presetClass="entr" presetSubtype="16" fill="hold" nodeType="clickEffect">
                                  <p:stCondLst>
                                    <p:cond delay="0"/>
                                  </p:stCondLst>
                                  <p:childTnLst>
                                    <p:set>
                                      <p:cBhvr>
                                        <p:cTn id="25" dur="1" fill="hold">
                                          <p:stCondLst>
                                            <p:cond delay="0"/>
                                          </p:stCondLst>
                                        </p:cTn>
                                        <p:tgtEl>
                                          <p:spTgt spid="17435"/>
                                        </p:tgtEl>
                                        <p:attrNameLst>
                                          <p:attrName>style.visibility</p:attrName>
                                        </p:attrNameLst>
                                      </p:cBhvr>
                                      <p:to>
                                        <p:strVal val="visible"/>
                                      </p:to>
                                    </p:set>
                                    <p:anim calcmode="lin" valueType="num">
                                      <p:cBhvr>
                                        <p:cTn id="26" dur="500" fill="hold"/>
                                        <p:tgtEl>
                                          <p:spTgt spid="17435"/>
                                        </p:tgtEl>
                                        <p:attrNameLst>
                                          <p:attrName>ppt_w</p:attrName>
                                        </p:attrNameLst>
                                      </p:cBhvr>
                                      <p:tavLst>
                                        <p:tav tm="0">
                                          <p:val>
                                            <p:fltVal val="0"/>
                                          </p:val>
                                        </p:tav>
                                        <p:tav tm="100000">
                                          <p:val>
                                            <p:strVal val="#ppt_w"/>
                                          </p:val>
                                        </p:tav>
                                      </p:tavLst>
                                    </p:anim>
                                    <p:anim calcmode="lin" valueType="num">
                                      <p:cBhvr>
                                        <p:cTn id="27" dur="500" fill="hold"/>
                                        <p:tgtEl>
                                          <p:spTgt spid="17435"/>
                                        </p:tgtEl>
                                        <p:attrNameLst>
                                          <p:attrName>ppt_h</p:attrName>
                                        </p:attrNameLst>
                                      </p:cBhvr>
                                      <p:tavLst>
                                        <p:tav tm="0">
                                          <p:val>
                                            <p:fltVal val="0"/>
                                          </p:val>
                                        </p:tav>
                                        <p:tav tm="100000">
                                          <p:val>
                                            <p:strVal val="#ppt_h"/>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437"/>
                                        </p:tgtEl>
                                        <p:attrNameLst>
                                          <p:attrName>style.visibility</p:attrName>
                                        </p:attrNameLst>
                                      </p:cBhvr>
                                      <p:to>
                                        <p:strVal val="visible"/>
                                      </p:to>
                                    </p:set>
                                    <p:animEffect transition="in" filter="wipe(left)">
                                      <p:cBhvr>
                                        <p:cTn id="32" dur="500"/>
                                        <p:tgtEl>
                                          <p:spTgt spid="17437"/>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17436"/>
                                        </p:tgtEl>
                                        <p:attrNameLst>
                                          <p:attrName>style.visibility</p:attrName>
                                        </p:attrNameLst>
                                      </p:cBhvr>
                                      <p:to>
                                        <p:strVal val="visible"/>
                                      </p:to>
                                    </p:set>
                                    <p:animEffect transition="in" filter="wipe(left)">
                                      <p:cBhvr>
                                        <p:cTn id="36" dur="500"/>
                                        <p:tgtEl>
                                          <p:spTgt spid="1743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7438"/>
                                        </p:tgtEl>
                                        <p:attrNameLst>
                                          <p:attrName>style.visibility</p:attrName>
                                        </p:attrNameLst>
                                      </p:cBhvr>
                                      <p:to>
                                        <p:strVal val="visible"/>
                                      </p:to>
                                    </p:set>
                                    <p:animEffect transition="in" filter="wipe(left)">
                                      <p:cBhvr>
                                        <p:cTn id="41" dur="500"/>
                                        <p:tgtEl>
                                          <p:spTgt spid="17438"/>
                                        </p:tgtEl>
                                      </p:cBhvr>
                                    </p:animEffect>
                                  </p:childTnLst>
                                </p:cTn>
                              </p:par>
                            </p:childTnLst>
                          </p:cTn>
                        </p:par>
                        <p:par>
                          <p:cTn id="42" fill="hold" nodeType="afterGroup">
                            <p:stCondLst>
                              <p:cond delay="500"/>
                            </p:stCondLst>
                            <p:childTnLst>
                              <p:par>
                                <p:cTn id="43" presetID="22" presetClass="entr" presetSubtype="8" fill="hold" nodeType="afterEffect">
                                  <p:stCondLst>
                                    <p:cond delay="0"/>
                                  </p:stCondLst>
                                  <p:childTnLst>
                                    <p:set>
                                      <p:cBhvr>
                                        <p:cTn id="44" dur="1" fill="hold">
                                          <p:stCondLst>
                                            <p:cond delay="0"/>
                                          </p:stCondLst>
                                        </p:cTn>
                                        <p:tgtEl>
                                          <p:spTgt spid="17439"/>
                                        </p:tgtEl>
                                        <p:attrNameLst>
                                          <p:attrName>style.visibility</p:attrName>
                                        </p:attrNameLst>
                                      </p:cBhvr>
                                      <p:to>
                                        <p:strVal val="visible"/>
                                      </p:to>
                                    </p:set>
                                    <p:animEffect transition="in" filter="wipe(left)">
                                      <p:cBhvr>
                                        <p:cTn id="45" dur="500"/>
                                        <p:tgtEl>
                                          <p:spTgt spid="17439"/>
                                        </p:tgtEl>
                                      </p:cBhvr>
                                    </p:animEffect>
                                  </p:childTnLst>
                                </p:cTn>
                              </p:par>
                            </p:childTnLst>
                          </p:cTn>
                        </p:par>
                        <p:par>
                          <p:cTn id="46" fill="hold" nodeType="afterGroup">
                            <p:stCondLst>
                              <p:cond delay="1000"/>
                            </p:stCondLst>
                            <p:childTnLst>
                              <p:par>
                                <p:cTn id="47" presetID="22" presetClass="entr" presetSubtype="8" fill="hold" grpId="0" nodeType="afterEffect">
                                  <p:stCondLst>
                                    <p:cond delay="0"/>
                                  </p:stCondLst>
                                  <p:childTnLst>
                                    <p:set>
                                      <p:cBhvr>
                                        <p:cTn id="48" dur="1" fill="hold">
                                          <p:stCondLst>
                                            <p:cond delay="0"/>
                                          </p:stCondLst>
                                        </p:cTn>
                                        <p:tgtEl>
                                          <p:spTgt spid="17452"/>
                                        </p:tgtEl>
                                        <p:attrNameLst>
                                          <p:attrName>style.visibility</p:attrName>
                                        </p:attrNameLst>
                                      </p:cBhvr>
                                      <p:to>
                                        <p:strVal val="visible"/>
                                      </p:to>
                                    </p:set>
                                    <p:animEffect transition="in" filter="wipe(left)">
                                      <p:cBhvr>
                                        <p:cTn id="49" dur="500"/>
                                        <p:tgtEl>
                                          <p:spTgt spid="1745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17440"/>
                                        </p:tgtEl>
                                        <p:attrNameLst>
                                          <p:attrName>style.visibility</p:attrName>
                                        </p:attrNameLst>
                                      </p:cBhvr>
                                      <p:to>
                                        <p:strVal val="visible"/>
                                      </p:to>
                                    </p:set>
                                    <p:animEffect transition="in" filter="wipe(left)">
                                      <p:cBhvr>
                                        <p:cTn id="54" dur="500"/>
                                        <p:tgtEl>
                                          <p:spTgt spid="17440"/>
                                        </p:tgtEl>
                                      </p:cBhvr>
                                    </p:animEffect>
                                  </p:childTnLst>
                                </p:cTn>
                              </p:par>
                            </p:childTnLst>
                          </p:cTn>
                        </p:par>
                        <p:par>
                          <p:cTn id="55" fill="hold" nodeType="afterGroup">
                            <p:stCondLst>
                              <p:cond delay="500"/>
                            </p:stCondLst>
                            <p:childTnLst>
                              <p:par>
                                <p:cTn id="56" presetID="22" presetClass="entr" presetSubtype="8" fill="hold" nodeType="afterEffect">
                                  <p:stCondLst>
                                    <p:cond delay="0"/>
                                  </p:stCondLst>
                                  <p:childTnLst>
                                    <p:set>
                                      <p:cBhvr>
                                        <p:cTn id="57" dur="1" fill="hold">
                                          <p:stCondLst>
                                            <p:cond delay="0"/>
                                          </p:stCondLst>
                                        </p:cTn>
                                        <p:tgtEl>
                                          <p:spTgt spid="17441"/>
                                        </p:tgtEl>
                                        <p:attrNameLst>
                                          <p:attrName>style.visibility</p:attrName>
                                        </p:attrNameLst>
                                      </p:cBhvr>
                                      <p:to>
                                        <p:strVal val="visible"/>
                                      </p:to>
                                    </p:set>
                                    <p:animEffect transition="in" filter="wipe(left)">
                                      <p:cBhvr>
                                        <p:cTn id="58" dur="500"/>
                                        <p:tgtEl>
                                          <p:spTgt spid="17441"/>
                                        </p:tgtEl>
                                      </p:cBhvr>
                                    </p:animEffect>
                                  </p:childTnLst>
                                </p:cTn>
                              </p:par>
                            </p:childTnLst>
                          </p:cTn>
                        </p:par>
                        <p:par>
                          <p:cTn id="59" fill="hold" nodeType="afterGroup">
                            <p:stCondLst>
                              <p:cond delay="1000"/>
                            </p:stCondLst>
                            <p:childTnLst>
                              <p:par>
                                <p:cTn id="60" presetID="22" presetClass="entr" presetSubtype="8" fill="hold" grpId="0" nodeType="afterEffect">
                                  <p:stCondLst>
                                    <p:cond delay="0"/>
                                  </p:stCondLst>
                                  <p:childTnLst>
                                    <p:set>
                                      <p:cBhvr>
                                        <p:cTn id="61" dur="1" fill="hold">
                                          <p:stCondLst>
                                            <p:cond delay="0"/>
                                          </p:stCondLst>
                                        </p:cTn>
                                        <p:tgtEl>
                                          <p:spTgt spid="17458"/>
                                        </p:tgtEl>
                                        <p:attrNameLst>
                                          <p:attrName>style.visibility</p:attrName>
                                        </p:attrNameLst>
                                      </p:cBhvr>
                                      <p:to>
                                        <p:strVal val="visible"/>
                                      </p:to>
                                    </p:set>
                                    <p:animEffect transition="in" filter="wipe(left)">
                                      <p:cBhvr>
                                        <p:cTn id="62" dur="500"/>
                                        <p:tgtEl>
                                          <p:spTgt spid="1745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nodeType="clickEffect">
                                  <p:stCondLst>
                                    <p:cond delay="0"/>
                                  </p:stCondLst>
                                  <p:childTnLst>
                                    <p:set>
                                      <p:cBhvr>
                                        <p:cTn id="66" dur="1" fill="hold">
                                          <p:stCondLst>
                                            <p:cond delay="0"/>
                                          </p:stCondLst>
                                        </p:cTn>
                                        <p:tgtEl>
                                          <p:spTgt spid="17459"/>
                                        </p:tgtEl>
                                        <p:attrNameLst>
                                          <p:attrName>style.visibility</p:attrName>
                                        </p:attrNameLst>
                                      </p:cBhvr>
                                      <p:to>
                                        <p:strVal val="visible"/>
                                      </p:to>
                                    </p:set>
                                    <p:animEffect transition="in" filter="wipe(up)">
                                      <p:cBhvr>
                                        <p:cTn id="67" dur="500"/>
                                        <p:tgtEl>
                                          <p:spTgt spid="1745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nodeType="clickEffect">
                                  <p:stCondLst>
                                    <p:cond delay="0"/>
                                  </p:stCondLst>
                                  <p:childTnLst>
                                    <p:set>
                                      <p:cBhvr>
                                        <p:cTn id="71" dur="1" fill="hold">
                                          <p:stCondLst>
                                            <p:cond delay="0"/>
                                          </p:stCondLst>
                                        </p:cTn>
                                        <p:tgtEl>
                                          <p:spTgt spid="17469"/>
                                        </p:tgtEl>
                                        <p:attrNameLst>
                                          <p:attrName>style.visibility</p:attrName>
                                        </p:attrNameLst>
                                      </p:cBhvr>
                                      <p:to>
                                        <p:strVal val="visible"/>
                                      </p:to>
                                    </p:set>
                                    <p:animEffect transition="in" filter="dissolve">
                                      <p:cBhvr>
                                        <p:cTn id="72" dur="500"/>
                                        <p:tgtEl>
                                          <p:spTgt spid="17469"/>
                                        </p:tgtEl>
                                      </p:cBhvr>
                                    </p:animEffect>
                                  </p:childTnLst>
                                </p:cTn>
                              </p:par>
                            </p:childTnLst>
                          </p:cTn>
                        </p:par>
                        <p:par>
                          <p:cTn id="73" fill="hold" nodeType="afterGroup">
                            <p:stCondLst>
                              <p:cond delay="500"/>
                            </p:stCondLst>
                            <p:childTnLst>
                              <p:par>
                                <p:cTn id="74" presetID="9" presetClass="entr" presetSubtype="0" fill="hold" nodeType="afterEffect">
                                  <p:stCondLst>
                                    <p:cond delay="0"/>
                                  </p:stCondLst>
                                  <p:childTnLst>
                                    <p:set>
                                      <p:cBhvr>
                                        <p:cTn id="75" dur="1" fill="hold">
                                          <p:stCondLst>
                                            <p:cond delay="0"/>
                                          </p:stCondLst>
                                        </p:cTn>
                                        <p:tgtEl>
                                          <p:spTgt spid="17468"/>
                                        </p:tgtEl>
                                        <p:attrNameLst>
                                          <p:attrName>style.visibility</p:attrName>
                                        </p:attrNameLst>
                                      </p:cBhvr>
                                      <p:to>
                                        <p:strVal val="visible"/>
                                      </p:to>
                                    </p:set>
                                    <p:animEffect transition="in" filter="dissolve">
                                      <p:cBhvr>
                                        <p:cTn id="76" dur="500"/>
                                        <p:tgtEl>
                                          <p:spTgt spid="17468"/>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3" presetClass="entr" presetSubtype="16" fill="hold" nodeType="clickEffect">
                                  <p:stCondLst>
                                    <p:cond delay="0"/>
                                  </p:stCondLst>
                                  <p:childTnLst>
                                    <p:set>
                                      <p:cBhvr>
                                        <p:cTn id="80" dur="1" fill="hold">
                                          <p:stCondLst>
                                            <p:cond delay="0"/>
                                          </p:stCondLst>
                                        </p:cTn>
                                        <p:tgtEl>
                                          <p:spTgt spid="17442"/>
                                        </p:tgtEl>
                                        <p:attrNameLst>
                                          <p:attrName>style.visibility</p:attrName>
                                        </p:attrNameLst>
                                      </p:cBhvr>
                                      <p:to>
                                        <p:strVal val="visible"/>
                                      </p:to>
                                    </p:set>
                                    <p:anim calcmode="lin" valueType="num">
                                      <p:cBhvr>
                                        <p:cTn id="81" dur="500" fill="hold"/>
                                        <p:tgtEl>
                                          <p:spTgt spid="17442"/>
                                        </p:tgtEl>
                                        <p:attrNameLst>
                                          <p:attrName>ppt_w</p:attrName>
                                        </p:attrNameLst>
                                      </p:cBhvr>
                                      <p:tavLst>
                                        <p:tav tm="0">
                                          <p:val>
                                            <p:fltVal val="0"/>
                                          </p:val>
                                        </p:tav>
                                        <p:tav tm="100000">
                                          <p:val>
                                            <p:strVal val="#ppt_w"/>
                                          </p:val>
                                        </p:tav>
                                      </p:tavLst>
                                    </p:anim>
                                    <p:anim calcmode="lin" valueType="num">
                                      <p:cBhvr>
                                        <p:cTn id="82" dur="500" fill="hold"/>
                                        <p:tgtEl>
                                          <p:spTgt spid="17442"/>
                                        </p:tgtEl>
                                        <p:attrNameLst>
                                          <p:attrName>ppt_h</p:attrName>
                                        </p:attrNameLst>
                                      </p:cBhvr>
                                      <p:tavLst>
                                        <p:tav tm="0">
                                          <p:val>
                                            <p:fltVal val="0"/>
                                          </p:val>
                                        </p:tav>
                                        <p:tav tm="100000">
                                          <p:val>
                                            <p:strVal val="#ppt_h"/>
                                          </p:val>
                                        </p:tav>
                                      </p:tavLst>
                                    </p:anim>
                                  </p:childTnLst>
                                </p:cTn>
                              </p:par>
                            </p:childTnLst>
                          </p:cTn>
                        </p:par>
                        <p:par>
                          <p:cTn id="83" fill="hold" nodeType="afterGroup">
                            <p:stCondLst>
                              <p:cond delay="500"/>
                            </p:stCondLst>
                            <p:childTnLst>
                              <p:par>
                                <p:cTn id="84" presetID="16" presetClass="entr" presetSubtype="42" fill="hold" grpId="0" nodeType="afterEffect">
                                  <p:stCondLst>
                                    <p:cond delay="0"/>
                                  </p:stCondLst>
                                  <p:childTnLst>
                                    <p:set>
                                      <p:cBhvr>
                                        <p:cTn id="85" dur="1" fill="hold">
                                          <p:stCondLst>
                                            <p:cond delay="0"/>
                                          </p:stCondLst>
                                        </p:cTn>
                                        <p:tgtEl>
                                          <p:spTgt spid="17443"/>
                                        </p:tgtEl>
                                        <p:attrNameLst>
                                          <p:attrName>style.visibility</p:attrName>
                                        </p:attrNameLst>
                                      </p:cBhvr>
                                      <p:to>
                                        <p:strVal val="visible"/>
                                      </p:to>
                                    </p:set>
                                    <p:animEffect transition="in" filter="barn(outHorizontal)">
                                      <p:cBhvr>
                                        <p:cTn id="86" dur="500"/>
                                        <p:tgtEl>
                                          <p:spTgt spid="17443"/>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17444"/>
                                        </p:tgtEl>
                                        <p:attrNameLst>
                                          <p:attrName>style.visibility</p:attrName>
                                        </p:attrNameLst>
                                      </p:cBhvr>
                                      <p:to>
                                        <p:strVal val="visible"/>
                                      </p:to>
                                    </p:set>
                                    <p:animEffect transition="in" filter="wipe(left)">
                                      <p:cBhvr>
                                        <p:cTn id="91" dur="500"/>
                                        <p:tgtEl>
                                          <p:spTgt spid="17444"/>
                                        </p:tgtEl>
                                      </p:cBhvr>
                                    </p:animEffect>
                                  </p:childTnLst>
                                </p:cTn>
                              </p:par>
                            </p:childTnLst>
                          </p:cTn>
                        </p:par>
                        <p:par>
                          <p:cTn id="92" fill="hold" nodeType="afterGroup">
                            <p:stCondLst>
                              <p:cond delay="500"/>
                            </p:stCondLst>
                            <p:childTnLst>
                              <p:par>
                                <p:cTn id="93" presetID="22" presetClass="entr" presetSubtype="8" fill="hold" nodeType="afterEffect">
                                  <p:stCondLst>
                                    <p:cond delay="0"/>
                                  </p:stCondLst>
                                  <p:childTnLst>
                                    <p:set>
                                      <p:cBhvr>
                                        <p:cTn id="94" dur="1" fill="hold">
                                          <p:stCondLst>
                                            <p:cond delay="0"/>
                                          </p:stCondLst>
                                        </p:cTn>
                                        <p:tgtEl>
                                          <p:spTgt spid="17445"/>
                                        </p:tgtEl>
                                        <p:attrNameLst>
                                          <p:attrName>style.visibility</p:attrName>
                                        </p:attrNameLst>
                                      </p:cBhvr>
                                      <p:to>
                                        <p:strVal val="visible"/>
                                      </p:to>
                                    </p:set>
                                    <p:animEffect transition="in" filter="wipe(left)">
                                      <p:cBhvr>
                                        <p:cTn id="95" dur="500"/>
                                        <p:tgtEl>
                                          <p:spTgt spid="17445"/>
                                        </p:tgtEl>
                                      </p:cBhvr>
                                    </p:animEffect>
                                  </p:childTnLst>
                                </p:cTn>
                              </p:par>
                            </p:childTnLst>
                          </p:cTn>
                        </p:par>
                        <p:par>
                          <p:cTn id="96" fill="hold" nodeType="afterGroup">
                            <p:stCondLst>
                              <p:cond delay="1000"/>
                            </p:stCondLst>
                            <p:childTnLst>
                              <p:par>
                                <p:cTn id="97" presetID="22" presetClass="entr" presetSubtype="8" fill="hold" grpId="0" nodeType="afterEffect">
                                  <p:stCondLst>
                                    <p:cond delay="0"/>
                                  </p:stCondLst>
                                  <p:childTnLst>
                                    <p:set>
                                      <p:cBhvr>
                                        <p:cTn id="98" dur="1" fill="hold">
                                          <p:stCondLst>
                                            <p:cond delay="0"/>
                                          </p:stCondLst>
                                        </p:cTn>
                                        <p:tgtEl>
                                          <p:spTgt spid="41"/>
                                        </p:tgtEl>
                                        <p:attrNameLst>
                                          <p:attrName>style.visibility</p:attrName>
                                        </p:attrNameLst>
                                      </p:cBhvr>
                                      <p:to>
                                        <p:strVal val="visible"/>
                                      </p:to>
                                    </p:set>
                                    <p:animEffect transition="in" filter="wipe(left)">
                                      <p:cBhvr>
                                        <p:cTn id="99" dur="500"/>
                                        <p:tgtEl>
                                          <p:spTgt spid="41"/>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nodeType="clickEffect">
                                  <p:stCondLst>
                                    <p:cond delay="0"/>
                                  </p:stCondLst>
                                  <p:childTnLst>
                                    <p:set>
                                      <p:cBhvr>
                                        <p:cTn id="103" dur="1" fill="hold">
                                          <p:stCondLst>
                                            <p:cond delay="0"/>
                                          </p:stCondLst>
                                        </p:cTn>
                                        <p:tgtEl>
                                          <p:spTgt spid="17446"/>
                                        </p:tgtEl>
                                        <p:attrNameLst>
                                          <p:attrName>style.visibility</p:attrName>
                                        </p:attrNameLst>
                                      </p:cBhvr>
                                      <p:to>
                                        <p:strVal val="visible"/>
                                      </p:to>
                                    </p:set>
                                    <p:animEffect transition="in" filter="wipe(left)">
                                      <p:cBhvr>
                                        <p:cTn id="104" dur="500"/>
                                        <p:tgtEl>
                                          <p:spTgt spid="17446"/>
                                        </p:tgtEl>
                                      </p:cBhvr>
                                    </p:animEffect>
                                  </p:childTnLst>
                                </p:cTn>
                              </p:par>
                            </p:childTnLst>
                          </p:cTn>
                        </p:par>
                        <p:par>
                          <p:cTn id="105" fill="hold" nodeType="afterGroup">
                            <p:stCondLst>
                              <p:cond delay="500"/>
                            </p:stCondLst>
                            <p:childTnLst>
                              <p:par>
                                <p:cTn id="106" presetID="22" presetClass="entr" presetSubtype="8" fill="hold" grpId="0" nodeType="afterEffect">
                                  <p:stCondLst>
                                    <p:cond delay="0"/>
                                  </p:stCondLst>
                                  <p:childTnLst>
                                    <p:set>
                                      <p:cBhvr>
                                        <p:cTn id="107" dur="1" fill="hold">
                                          <p:stCondLst>
                                            <p:cond delay="0"/>
                                          </p:stCondLst>
                                        </p:cTn>
                                        <p:tgtEl>
                                          <p:spTgt spid="17451"/>
                                        </p:tgtEl>
                                        <p:attrNameLst>
                                          <p:attrName>style.visibility</p:attrName>
                                        </p:attrNameLst>
                                      </p:cBhvr>
                                      <p:to>
                                        <p:strVal val="visible"/>
                                      </p:to>
                                    </p:set>
                                    <p:animEffect transition="in" filter="wipe(left)">
                                      <p:cBhvr>
                                        <p:cTn id="108" dur="500"/>
                                        <p:tgtEl>
                                          <p:spTgt spid="17451"/>
                                        </p:tgtEl>
                                      </p:cBhvr>
                                    </p:animEffect>
                                  </p:childTnLst>
                                </p:cTn>
                              </p:par>
                            </p:childTnLst>
                          </p:cTn>
                        </p:par>
                        <p:par>
                          <p:cTn id="109" fill="hold" nodeType="afterGroup">
                            <p:stCondLst>
                              <p:cond delay="1000"/>
                            </p:stCondLst>
                            <p:childTnLst>
                              <p:par>
                                <p:cTn id="110" presetID="22" presetClass="entr" presetSubtype="8" fill="hold" nodeType="afterEffect">
                                  <p:stCondLst>
                                    <p:cond delay="0"/>
                                  </p:stCondLst>
                                  <p:childTnLst>
                                    <p:set>
                                      <p:cBhvr>
                                        <p:cTn id="111" dur="1" fill="hold">
                                          <p:stCondLst>
                                            <p:cond delay="0"/>
                                          </p:stCondLst>
                                        </p:cTn>
                                        <p:tgtEl>
                                          <p:spTgt spid="17453"/>
                                        </p:tgtEl>
                                        <p:attrNameLst>
                                          <p:attrName>style.visibility</p:attrName>
                                        </p:attrNameLst>
                                      </p:cBhvr>
                                      <p:to>
                                        <p:strVal val="visible"/>
                                      </p:to>
                                    </p:set>
                                    <p:animEffect transition="in" filter="wipe(left)">
                                      <p:cBhvr>
                                        <p:cTn id="112" dur="500"/>
                                        <p:tgtEl>
                                          <p:spTgt spid="17453"/>
                                        </p:tgtEl>
                                      </p:cBhvr>
                                    </p:animEffect>
                                  </p:childTnLst>
                                </p:cTn>
                              </p:par>
                            </p:childTnLst>
                          </p:cTn>
                        </p:par>
                        <p:par>
                          <p:cTn id="113" fill="hold" nodeType="afterGroup">
                            <p:stCondLst>
                              <p:cond delay="1500"/>
                            </p:stCondLst>
                            <p:childTnLst>
                              <p:par>
                                <p:cTn id="114" presetID="22" presetClass="entr" presetSubtype="8" fill="hold" nodeType="afterEffect">
                                  <p:stCondLst>
                                    <p:cond delay="0"/>
                                  </p:stCondLst>
                                  <p:childTnLst>
                                    <p:set>
                                      <p:cBhvr>
                                        <p:cTn id="115" dur="1" fill="hold">
                                          <p:stCondLst>
                                            <p:cond delay="0"/>
                                          </p:stCondLst>
                                        </p:cTn>
                                        <p:tgtEl>
                                          <p:spTgt spid="2"/>
                                        </p:tgtEl>
                                        <p:attrNameLst>
                                          <p:attrName>style.visibility</p:attrName>
                                        </p:attrNameLst>
                                      </p:cBhvr>
                                      <p:to>
                                        <p:strVal val="visible"/>
                                      </p:to>
                                    </p:set>
                                    <p:animEffect transition="in" filter="wipe(left)">
                                      <p:cBhvr>
                                        <p:cTn id="116" dur="500"/>
                                        <p:tgtEl>
                                          <p:spTgt spid="2"/>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6" presetClass="entr" presetSubtype="42" fill="hold" nodeType="clickEffect">
                                  <p:stCondLst>
                                    <p:cond delay="0"/>
                                  </p:stCondLst>
                                  <p:childTnLst>
                                    <p:set>
                                      <p:cBhvr>
                                        <p:cTn id="120" dur="1" fill="hold">
                                          <p:stCondLst>
                                            <p:cond delay="0"/>
                                          </p:stCondLst>
                                        </p:cTn>
                                        <p:tgtEl>
                                          <p:spTgt spid="17450"/>
                                        </p:tgtEl>
                                        <p:attrNameLst>
                                          <p:attrName>style.visibility</p:attrName>
                                        </p:attrNameLst>
                                      </p:cBhvr>
                                      <p:to>
                                        <p:strVal val="visible"/>
                                      </p:to>
                                    </p:set>
                                    <p:animEffect transition="in" filter="barn(outHorizontal)">
                                      <p:cBhvr>
                                        <p:cTn id="121" dur="500"/>
                                        <p:tgtEl>
                                          <p:spTgt spid="17450"/>
                                        </p:tgtEl>
                                      </p:cBhvr>
                                    </p:animEffect>
                                  </p:childTnLst>
                                </p:cTn>
                              </p:par>
                            </p:childTnLst>
                          </p:cTn>
                        </p:par>
                        <p:par>
                          <p:cTn id="122" fill="hold" nodeType="afterGroup">
                            <p:stCondLst>
                              <p:cond delay="500"/>
                            </p:stCondLst>
                            <p:childTnLst>
                              <p:par>
                                <p:cTn id="123" presetID="22" presetClass="entr" presetSubtype="8" fill="hold" nodeType="afterEffect">
                                  <p:stCondLst>
                                    <p:cond delay="0"/>
                                  </p:stCondLst>
                                  <p:childTnLst>
                                    <p:set>
                                      <p:cBhvr>
                                        <p:cTn id="124" dur="1" fill="hold">
                                          <p:stCondLst>
                                            <p:cond delay="0"/>
                                          </p:stCondLst>
                                        </p:cTn>
                                        <p:tgtEl>
                                          <p:spTgt spid="17448"/>
                                        </p:tgtEl>
                                        <p:attrNameLst>
                                          <p:attrName>style.visibility</p:attrName>
                                        </p:attrNameLst>
                                      </p:cBhvr>
                                      <p:to>
                                        <p:strVal val="visible"/>
                                      </p:to>
                                    </p:set>
                                    <p:animEffect transition="in" filter="wipe(left)">
                                      <p:cBhvr>
                                        <p:cTn id="125" dur="500"/>
                                        <p:tgtEl>
                                          <p:spTgt spid="17448"/>
                                        </p:tgtEl>
                                      </p:cBhvr>
                                    </p:animEffect>
                                  </p:childTnLst>
                                </p:cTn>
                              </p:par>
                            </p:childTnLst>
                          </p:cTn>
                        </p:par>
                        <p:par>
                          <p:cTn id="126" fill="hold" nodeType="afterGroup">
                            <p:stCondLst>
                              <p:cond delay="1000"/>
                            </p:stCondLst>
                            <p:childTnLst>
                              <p:par>
                                <p:cTn id="127" presetID="22" presetClass="entr" presetSubtype="8" fill="hold" nodeType="afterEffect">
                                  <p:stCondLst>
                                    <p:cond delay="0"/>
                                  </p:stCondLst>
                                  <p:childTnLst>
                                    <p:set>
                                      <p:cBhvr>
                                        <p:cTn id="128" dur="1" fill="hold">
                                          <p:stCondLst>
                                            <p:cond delay="0"/>
                                          </p:stCondLst>
                                        </p:cTn>
                                        <p:tgtEl>
                                          <p:spTgt spid="17447"/>
                                        </p:tgtEl>
                                        <p:attrNameLst>
                                          <p:attrName>style.visibility</p:attrName>
                                        </p:attrNameLst>
                                      </p:cBhvr>
                                      <p:to>
                                        <p:strVal val="visible"/>
                                      </p:to>
                                    </p:set>
                                    <p:animEffect transition="in" filter="wipe(left)">
                                      <p:cBhvr>
                                        <p:cTn id="129" dur="500"/>
                                        <p:tgtEl>
                                          <p:spTgt spid="17447"/>
                                        </p:tgtEl>
                                      </p:cBhvr>
                                    </p:animEffect>
                                  </p:childTnLst>
                                </p:cTn>
                              </p:par>
                            </p:childTnLst>
                          </p:cTn>
                        </p:par>
                        <p:par>
                          <p:cTn id="130" fill="hold" nodeType="afterGroup">
                            <p:stCondLst>
                              <p:cond delay="1500"/>
                            </p:stCondLst>
                            <p:childTnLst>
                              <p:par>
                                <p:cTn id="131" presetID="22" presetClass="entr" presetSubtype="8" fill="hold" nodeType="afterEffect">
                                  <p:stCondLst>
                                    <p:cond delay="0"/>
                                  </p:stCondLst>
                                  <p:childTnLst>
                                    <p:set>
                                      <p:cBhvr>
                                        <p:cTn id="132" dur="1" fill="hold">
                                          <p:stCondLst>
                                            <p:cond delay="0"/>
                                          </p:stCondLst>
                                        </p:cTn>
                                        <p:tgtEl>
                                          <p:spTgt spid="17449"/>
                                        </p:tgtEl>
                                        <p:attrNameLst>
                                          <p:attrName>style.visibility</p:attrName>
                                        </p:attrNameLst>
                                      </p:cBhvr>
                                      <p:to>
                                        <p:strVal val="visible"/>
                                      </p:to>
                                    </p:set>
                                    <p:animEffect transition="in" filter="wipe(left)">
                                      <p:cBhvr>
                                        <p:cTn id="133" dur="500"/>
                                        <p:tgtEl>
                                          <p:spTgt spid="17449"/>
                                        </p:tgtEl>
                                      </p:cBhvr>
                                    </p:animEffect>
                                  </p:childTnLst>
                                </p:cTn>
                              </p:par>
                            </p:childTnLst>
                          </p:cTn>
                        </p:par>
                        <p:par>
                          <p:cTn id="134" fill="hold" nodeType="afterGroup">
                            <p:stCondLst>
                              <p:cond delay="2000"/>
                            </p:stCondLst>
                            <p:childTnLst>
                              <p:par>
                                <p:cTn id="135" presetID="22" presetClass="entr" presetSubtype="8" fill="hold" grpId="0" nodeType="afterEffect">
                                  <p:stCondLst>
                                    <p:cond delay="0"/>
                                  </p:stCondLst>
                                  <p:childTnLst>
                                    <p:set>
                                      <p:cBhvr>
                                        <p:cTn id="136" dur="1" fill="hold">
                                          <p:stCondLst>
                                            <p:cond delay="0"/>
                                          </p:stCondLst>
                                        </p:cTn>
                                        <p:tgtEl>
                                          <p:spTgt spid="17454"/>
                                        </p:tgtEl>
                                        <p:attrNameLst>
                                          <p:attrName>style.visibility</p:attrName>
                                        </p:attrNameLst>
                                      </p:cBhvr>
                                      <p:to>
                                        <p:strVal val="visible"/>
                                      </p:to>
                                    </p:set>
                                    <p:animEffect transition="in" filter="wipe(left)">
                                      <p:cBhvr>
                                        <p:cTn id="137" dur="500"/>
                                        <p:tgtEl>
                                          <p:spTgt spid="17454"/>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17456"/>
                                        </p:tgtEl>
                                        <p:attrNameLst>
                                          <p:attrName>style.visibility</p:attrName>
                                        </p:attrNameLst>
                                      </p:cBhvr>
                                      <p:to>
                                        <p:strVal val="visible"/>
                                      </p:to>
                                    </p:set>
                                    <p:animEffect transition="in" filter="wipe(left)">
                                      <p:cBhvr>
                                        <p:cTn id="142" dur="500"/>
                                        <p:tgtEl>
                                          <p:spTgt spid="17456"/>
                                        </p:tgtEl>
                                      </p:cBhvr>
                                    </p:animEffect>
                                  </p:childTnLst>
                                </p:cTn>
                              </p:par>
                            </p:childTnLst>
                          </p:cTn>
                        </p:par>
                        <p:par>
                          <p:cTn id="143" fill="hold" nodeType="afterGroup">
                            <p:stCondLst>
                              <p:cond delay="500"/>
                            </p:stCondLst>
                            <p:childTnLst>
                              <p:par>
                                <p:cTn id="144" presetID="22" presetClass="entr" presetSubtype="8" fill="hold" nodeType="afterEffect">
                                  <p:stCondLst>
                                    <p:cond delay="0"/>
                                  </p:stCondLst>
                                  <p:childTnLst>
                                    <p:set>
                                      <p:cBhvr>
                                        <p:cTn id="145" dur="1" fill="hold">
                                          <p:stCondLst>
                                            <p:cond delay="0"/>
                                          </p:stCondLst>
                                        </p:cTn>
                                        <p:tgtEl>
                                          <p:spTgt spid="17455"/>
                                        </p:tgtEl>
                                        <p:attrNameLst>
                                          <p:attrName>style.visibility</p:attrName>
                                        </p:attrNameLst>
                                      </p:cBhvr>
                                      <p:to>
                                        <p:strVal val="visible"/>
                                      </p:to>
                                    </p:set>
                                    <p:animEffect transition="in" filter="wipe(left)">
                                      <p:cBhvr>
                                        <p:cTn id="146" dur="500"/>
                                        <p:tgtEl>
                                          <p:spTgt spid="17455"/>
                                        </p:tgtEl>
                                      </p:cBhvr>
                                    </p:animEffect>
                                  </p:childTnLst>
                                </p:cTn>
                              </p:par>
                            </p:childTnLst>
                          </p:cTn>
                        </p:par>
                        <p:par>
                          <p:cTn id="147" fill="hold" nodeType="afterGroup">
                            <p:stCondLst>
                              <p:cond delay="1000"/>
                            </p:stCondLst>
                            <p:childTnLst>
                              <p:par>
                                <p:cTn id="148" presetID="22" presetClass="entr" presetSubtype="8" fill="hold" nodeType="afterEffect">
                                  <p:stCondLst>
                                    <p:cond delay="0"/>
                                  </p:stCondLst>
                                  <p:childTnLst>
                                    <p:set>
                                      <p:cBhvr>
                                        <p:cTn id="149" dur="1" fill="hold">
                                          <p:stCondLst>
                                            <p:cond delay="0"/>
                                          </p:stCondLst>
                                        </p:cTn>
                                        <p:tgtEl>
                                          <p:spTgt spid="3"/>
                                        </p:tgtEl>
                                        <p:attrNameLst>
                                          <p:attrName>style.visibility</p:attrName>
                                        </p:attrNameLst>
                                      </p:cBhvr>
                                      <p:to>
                                        <p:strVal val="visible"/>
                                      </p:to>
                                    </p:set>
                                    <p:animEffect transition="in" filter="wipe(left)">
                                      <p:cBhvr>
                                        <p:cTn id="150" dur="500"/>
                                        <p:tgtEl>
                                          <p:spTgt spid="3"/>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2" presetClass="entr" presetSubtype="8" fill="hold" grpId="0" nodeType="clickEffect">
                                  <p:stCondLst>
                                    <p:cond delay="0"/>
                                  </p:stCondLst>
                                  <p:childTnLst>
                                    <p:set>
                                      <p:cBhvr>
                                        <p:cTn id="154" dur="1" fill="hold">
                                          <p:stCondLst>
                                            <p:cond delay="0"/>
                                          </p:stCondLst>
                                        </p:cTn>
                                        <p:tgtEl>
                                          <p:spTgt spid="17457"/>
                                        </p:tgtEl>
                                        <p:attrNameLst>
                                          <p:attrName>style.visibility</p:attrName>
                                        </p:attrNameLst>
                                      </p:cBhvr>
                                      <p:to>
                                        <p:strVal val="visible"/>
                                      </p:to>
                                    </p:set>
                                    <p:animEffect transition="in" filter="wipe(left)">
                                      <p:cBhvr>
                                        <p:cTn id="155" dur="500"/>
                                        <p:tgtEl>
                                          <p:spTgt spid="17457"/>
                                        </p:tgtEl>
                                      </p:cBhvr>
                                    </p:animEffect>
                                  </p:childTnLst>
                                </p:cTn>
                              </p:par>
                            </p:childTnLst>
                          </p:cTn>
                        </p:par>
                        <p:par>
                          <p:cTn id="156" fill="hold" nodeType="afterGroup">
                            <p:stCondLst>
                              <p:cond delay="500"/>
                            </p:stCondLst>
                            <p:childTnLst>
                              <p:par>
                                <p:cTn id="157" presetID="22" presetClass="entr" presetSubtype="8" fill="hold" nodeType="afterEffect">
                                  <p:stCondLst>
                                    <p:cond delay="0"/>
                                  </p:stCondLst>
                                  <p:childTnLst>
                                    <p:set>
                                      <p:cBhvr>
                                        <p:cTn id="158" dur="1" fill="hold">
                                          <p:stCondLst>
                                            <p:cond delay="0"/>
                                          </p:stCondLst>
                                        </p:cTn>
                                        <p:tgtEl>
                                          <p:spTgt spid="17460"/>
                                        </p:tgtEl>
                                        <p:attrNameLst>
                                          <p:attrName>style.visibility</p:attrName>
                                        </p:attrNameLst>
                                      </p:cBhvr>
                                      <p:to>
                                        <p:strVal val="visible"/>
                                      </p:to>
                                    </p:set>
                                    <p:animEffect transition="in" filter="wipe(left)">
                                      <p:cBhvr>
                                        <p:cTn id="159" dur="500"/>
                                        <p:tgtEl>
                                          <p:spTgt spid="17460"/>
                                        </p:tgtEl>
                                      </p:cBhvr>
                                    </p:animEffect>
                                  </p:childTnLst>
                                </p:cTn>
                              </p:par>
                            </p:childTnLst>
                          </p:cTn>
                        </p:par>
                      </p:childTnLst>
                    </p:cTn>
                  </p:par>
                  <p:par>
                    <p:cTn id="160" fill="hold" nodeType="clickPar">
                      <p:stCondLst>
                        <p:cond delay="indefinite"/>
                      </p:stCondLst>
                      <p:childTnLst>
                        <p:par>
                          <p:cTn id="161" fill="hold" nodeType="withGroup">
                            <p:stCondLst>
                              <p:cond delay="0"/>
                            </p:stCondLst>
                            <p:childTnLst>
                              <p:par>
                                <p:cTn id="162" presetID="22" presetClass="entr" presetSubtype="8" fill="hold" grpId="0" nodeType="clickEffect">
                                  <p:stCondLst>
                                    <p:cond delay="0"/>
                                  </p:stCondLst>
                                  <p:childTnLst>
                                    <p:set>
                                      <p:cBhvr>
                                        <p:cTn id="163" dur="1" fill="hold">
                                          <p:stCondLst>
                                            <p:cond delay="0"/>
                                          </p:stCondLst>
                                        </p:cTn>
                                        <p:tgtEl>
                                          <p:spTgt spid="17461"/>
                                        </p:tgtEl>
                                        <p:attrNameLst>
                                          <p:attrName>style.visibility</p:attrName>
                                        </p:attrNameLst>
                                      </p:cBhvr>
                                      <p:to>
                                        <p:strVal val="visible"/>
                                      </p:to>
                                    </p:set>
                                    <p:animEffect transition="in" filter="wipe(left)">
                                      <p:cBhvr>
                                        <p:cTn id="164" dur="500"/>
                                        <p:tgtEl>
                                          <p:spTgt spid="17461"/>
                                        </p:tgtEl>
                                      </p:cBhvr>
                                    </p:animEffect>
                                  </p:childTnLst>
                                </p:cTn>
                              </p:par>
                            </p:childTnLst>
                          </p:cTn>
                        </p:par>
                      </p:childTnLst>
                    </p:cTn>
                  </p:par>
                  <p:par>
                    <p:cTn id="165" fill="hold">
                      <p:stCondLst>
                        <p:cond delay="indefinite"/>
                      </p:stCondLst>
                      <p:childTnLst>
                        <p:par>
                          <p:cTn id="166" fill="hold" nodeType="afterGroup">
                            <p:stCondLst>
                              <p:cond delay="0"/>
                            </p:stCondLst>
                            <p:childTnLst>
                              <p:par>
                                <p:cTn id="167" presetID="9" presetClass="entr" presetSubtype="0" fill="hold" nodeType="clickEffect">
                                  <p:stCondLst>
                                    <p:cond delay="0"/>
                                  </p:stCondLst>
                                  <p:childTnLst>
                                    <p:set>
                                      <p:cBhvr>
                                        <p:cTn id="168" dur="1" fill="hold">
                                          <p:stCondLst>
                                            <p:cond delay="0"/>
                                          </p:stCondLst>
                                        </p:cTn>
                                        <p:tgtEl>
                                          <p:spTgt spid="17462"/>
                                        </p:tgtEl>
                                        <p:attrNameLst>
                                          <p:attrName>style.visibility</p:attrName>
                                        </p:attrNameLst>
                                      </p:cBhvr>
                                      <p:to>
                                        <p:strVal val="visible"/>
                                      </p:to>
                                    </p:set>
                                    <p:animEffect transition="in" filter="dissolve">
                                      <p:cBhvr>
                                        <p:cTn id="169" dur="500"/>
                                        <p:tgtEl>
                                          <p:spTgt spid="17462"/>
                                        </p:tgtEl>
                                      </p:cBhvr>
                                    </p:animEffect>
                                  </p:childTnLst>
                                </p:cTn>
                              </p:par>
                              <p:par>
                                <p:cTn id="170" presetID="9" presetClass="entr" presetSubtype="0" fill="hold" nodeType="withEffect">
                                  <p:stCondLst>
                                    <p:cond delay="0"/>
                                  </p:stCondLst>
                                  <p:childTnLst>
                                    <p:set>
                                      <p:cBhvr>
                                        <p:cTn id="171" dur="1" fill="hold">
                                          <p:stCondLst>
                                            <p:cond delay="0"/>
                                          </p:stCondLst>
                                        </p:cTn>
                                        <p:tgtEl>
                                          <p:spTgt spid="17463"/>
                                        </p:tgtEl>
                                        <p:attrNameLst>
                                          <p:attrName>style.visibility</p:attrName>
                                        </p:attrNameLst>
                                      </p:cBhvr>
                                      <p:to>
                                        <p:strVal val="visible"/>
                                      </p:to>
                                    </p:set>
                                    <p:animEffect transition="in" filter="dissolve">
                                      <p:cBhvr>
                                        <p:cTn id="172" dur="500"/>
                                        <p:tgtEl>
                                          <p:spTgt spid="17463"/>
                                        </p:tgtEl>
                                      </p:cBhvr>
                                    </p:animEffect>
                                  </p:childTnLst>
                                </p:cTn>
                              </p:par>
                              <p:par>
                                <p:cTn id="173" presetID="9" presetClass="entr" presetSubtype="0" fill="hold" nodeType="withEffect">
                                  <p:stCondLst>
                                    <p:cond delay="0"/>
                                  </p:stCondLst>
                                  <p:childTnLst>
                                    <p:set>
                                      <p:cBhvr>
                                        <p:cTn id="174" dur="1" fill="hold">
                                          <p:stCondLst>
                                            <p:cond delay="0"/>
                                          </p:stCondLst>
                                        </p:cTn>
                                        <p:tgtEl>
                                          <p:spTgt spid="17464"/>
                                        </p:tgtEl>
                                        <p:attrNameLst>
                                          <p:attrName>style.visibility</p:attrName>
                                        </p:attrNameLst>
                                      </p:cBhvr>
                                      <p:to>
                                        <p:strVal val="visible"/>
                                      </p:to>
                                    </p:set>
                                    <p:animEffect transition="in" filter="dissolve">
                                      <p:cBhvr>
                                        <p:cTn id="175" dur="500"/>
                                        <p:tgtEl>
                                          <p:spTgt spid="17464"/>
                                        </p:tgtEl>
                                      </p:cBhvr>
                                    </p:animEffect>
                                  </p:childTnLst>
                                </p:cTn>
                              </p:par>
                              <p:par>
                                <p:cTn id="176" presetID="9" presetClass="entr" presetSubtype="0" fill="hold" nodeType="withEffect">
                                  <p:stCondLst>
                                    <p:cond delay="0"/>
                                  </p:stCondLst>
                                  <p:childTnLst>
                                    <p:set>
                                      <p:cBhvr>
                                        <p:cTn id="177" dur="1" fill="hold">
                                          <p:stCondLst>
                                            <p:cond delay="0"/>
                                          </p:stCondLst>
                                        </p:cTn>
                                        <p:tgtEl>
                                          <p:spTgt spid="17465"/>
                                        </p:tgtEl>
                                        <p:attrNameLst>
                                          <p:attrName>style.visibility</p:attrName>
                                        </p:attrNameLst>
                                      </p:cBhvr>
                                      <p:to>
                                        <p:strVal val="visible"/>
                                      </p:to>
                                    </p:set>
                                    <p:animEffect transition="in" filter="dissolve">
                                      <p:cBhvr>
                                        <p:cTn id="178" dur="500"/>
                                        <p:tgtEl>
                                          <p:spTgt spid="17465"/>
                                        </p:tgtEl>
                                      </p:cBhvr>
                                    </p:animEffect>
                                  </p:childTnLst>
                                </p:cTn>
                              </p:par>
                            </p:childTnLst>
                          </p:cTn>
                        </p:par>
                      </p:childTnLst>
                    </p:cTn>
                  </p:par>
                  <p:par>
                    <p:cTn id="179" fill="hold" nodeType="clickPar">
                      <p:stCondLst>
                        <p:cond delay="indefinite"/>
                      </p:stCondLst>
                      <p:childTnLst>
                        <p:par>
                          <p:cTn id="180" fill="hold" nodeType="withGroup">
                            <p:stCondLst>
                              <p:cond delay="0"/>
                            </p:stCondLst>
                            <p:childTnLst>
                              <p:par>
                                <p:cTn id="181" presetID="9" presetClass="entr" presetSubtype="0" fill="hold" nodeType="clickEffect">
                                  <p:stCondLst>
                                    <p:cond delay="0"/>
                                  </p:stCondLst>
                                  <p:childTnLst>
                                    <p:set>
                                      <p:cBhvr>
                                        <p:cTn id="182" dur="1" fill="hold">
                                          <p:stCondLst>
                                            <p:cond delay="0"/>
                                          </p:stCondLst>
                                        </p:cTn>
                                        <p:tgtEl>
                                          <p:spTgt spid="17466"/>
                                        </p:tgtEl>
                                        <p:attrNameLst>
                                          <p:attrName>style.visibility</p:attrName>
                                        </p:attrNameLst>
                                      </p:cBhvr>
                                      <p:to>
                                        <p:strVal val="visible"/>
                                      </p:to>
                                    </p:set>
                                    <p:animEffect transition="in" filter="dissolve">
                                      <p:cBhvr>
                                        <p:cTn id="183" dur="500"/>
                                        <p:tgtEl>
                                          <p:spTgt spid="17466"/>
                                        </p:tgtEl>
                                      </p:cBhvr>
                                    </p:animEffect>
                                  </p:childTnLst>
                                </p:cTn>
                              </p:par>
                            </p:childTnLst>
                          </p:cTn>
                        </p:par>
                        <p:par>
                          <p:cTn id="184" fill="hold">
                            <p:stCondLst>
                              <p:cond delay="500"/>
                            </p:stCondLst>
                            <p:childTnLst>
                              <p:par>
                                <p:cTn id="185" presetID="9" presetClass="entr" presetSubtype="0" fill="hold" grpId="0" nodeType="afterEffect">
                                  <p:stCondLst>
                                    <p:cond delay="0"/>
                                  </p:stCondLst>
                                  <p:childTnLst>
                                    <p:set>
                                      <p:cBhvr>
                                        <p:cTn id="186" dur="1" fill="hold">
                                          <p:stCondLst>
                                            <p:cond delay="0"/>
                                          </p:stCondLst>
                                        </p:cTn>
                                        <p:tgtEl>
                                          <p:spTgt spid="17467"/>
                                        </p:tgtEl>
                                        <p:attrNameLst>
                                          <p:attrName>style.visibility</p:attrName>
                                        </p:attrNameLst>
                                      </p:cBhvr>
                                      <p:to>
                                        <p:strVal val="visible"/>
                                      </p:to>
                                    </p:set>
                                    <p:animEffect transition="in" filter="dissolve">
                                      <p:cBhvr>
                                        <p:cTn id="187" dur="500"/>
                                        <p:tgtEl>
                                          <p:spTgt spid="17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67" grpId="0" animBg="1"/>
      <p:bldP spid="17431" grpId="0"/>
      <p:bldP spid="17432" grpId="0"/>
      <p:bldP spid="17433" grpId="0"/>
      <p:bldP spid="17434" grpId="0"/>
      <p:bldP spid="17437" grpId="0" animBg="1"/>
      <p:bldP spid="17438" grpId="0" animBg="1"/>
      <p:bldP spid="17443" grpId="0" animBg="1"/>
      <p:bldP spid="17451" grpId="0" animBg="1"/>
      <p:bldP spid="17452" grpId="0" animBg="1"/>
      <p:bldP spid="17454" grpId="0" animBg="1"/>
      <p:bldP spid="17456" grpId="0"/>
      <p:bldP spid="17457" grpId="0" animBg="1"/>
      <p:bldP spid="17458" grpId="0" animBg="1"/>
      <p:bldP spid="17461" grpId="0"/>
      <p:bldP spid="4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140" name="Object 2">
            <a:extLst>
              <a:ext uri="{FF2B5EF4-FFF2-40B4-BE49-F238E27FC236}">
                <a16:creationId xmlns:a16="http://schemas.microsoft.com/office/drawing/2014/main" id="{496D89D1-F636-46CF-AC5D-E1A096786715}"/>
              </a:ext>
            </a:extLst>
          </p:cNvPr>
          <p:cNvGraphicFramePr>
            <a:graphicFrameLocks/>
          </p:cNvGraphicFramePr>
          <p:nvPr/>
        </p:nvGraphicFramePr>
        <p:xfrm>
          <a:off x="214313" y="509588"/>
          <a:ext cx="4071937" cy="406400"/>
        </p:xfrm>
        <a:graphic>
          <a:graphicData uri="http://schemas.openxmlformats.org/presentationml/2006/ole">
            <mc:AlternateContent xmlns:mc="http://schemas.openxmlformats.org/markup-compatibility/2006">
              <mc:Choice xmlns:v="urn:schemas-microsoft-com:vml" Requires="v">
                <p:oleObj spid="_x0000_s559214" r:id="rId3" imgW="1074314" imgH="152290" progId="Equation.3">
                  <p:embed/>
                </p:oleObj>
              </mc:Choice>
              <mc:Fallback>
                <p:oleObj r:id="rId3" imgW="1074314" imgH="152290" progId="Equation.3">
                  <p:embed/>
                  <p:pic>
                    <p:nvPicPr>
                      <p:cNvPr id="44140" name="Object 2">
                        <a:extLst>
                          <a:ext uri="{FF2B5EF4-FFF2-40B4-BE49-F238E27FC236}">
                            <a16:creationId xmlns:a16="http://schemas.microsoft.com/office/drawing/2014/main" id="{496D89D1-F636-46CF-AC5D-E1A09678671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3" y="509588"/>
                        <a:ext cx="407193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4141" name="Object 3">
            <a:extLst>
              <a:ext uri="{FF2B5EF4-FFF2-40B4-BE49-F238E27FC236}">
                <a16:creationId xmlns:a16="http://schemas.microsoft.com/office/drawing/2014/main" id="{BE48D392-98AB-49C2-A130-F0F335C09998}"/>
              </a:ext>
            </a:extLst>
          </p:cNvPr>
          <p:cNvGraphicFramePr>
            <a:graphicFrameLocks/>
          </p:cNvGraphicFramePr>
          <p:nvPr/>
        </p:nvGraphicFramePr>
        <p:xfrm>
          <a:off x="4552950" y="520700"/>
          <a:ext cx="4090988" cy="406400"/>
        </p:xfrm>
        <a:graphic>
          <a:graphicData uri="http://schemas.openxmlformats.org/presentationml/2006/ole">
            <mc:AlternateContent xmlns:mc="http://schemas.openxmlformats.org/markup-compatibility/2006">
              <mc:Choice xmlns:v="urn:schemas-microsoft-com:vml" Requires="v">
                <p:oleObj spid="_x0000_s559215" r:id="rId5" imgW="1036462" imgH="152290" progId="Equation.3">
                  <p:embed/>
                </p:oleObj>
              </mc:Choice>
              <mc:Fallback>
                <p:oleObj r:id="rId5" imgW="1036462" imgH="152290" progId="Equation.3">
                  <p:embed/>
                  <p:pic>
                    <p:nvPicPr>
                      <p:cNvPr id="44141" name="Object 3">
                        <a:extLst>
                          <a:ext uri="{FF2B5EF4-FFF2-40B4-BE49-F238E27FC236}">
                            <a16:creationId xmlns:a16="http://schemas.microsoft.com/office/drawing/2014/main" id="{BE48D392-98AB-49C2-A130-F0F335C09998}"/>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52950" y="520700"/>
                        <a:ext cx="409098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110">
            <a:extLst>
              <a:ext uri="{FF2B5EF4-FFF2-40B4-BE49-F238E27FC236}">
                <a16:creationId xmlns:a16="http://schemas.microsoft.com/office/drawing/2014/main" id="{9330A70C-0B2F-4AA6-8B05-2C53F523A217}"/>
              </a:ext>
            </a:extLst>
          </p:cNvPr>
          <p:cNvGrpSpPr>
            <a:grpSpLocks noChangeAspect="1"/>
          </p:cNvGrpSpPr>
          <p:nvPr/>
        </p:nvGrpSpPr>
        <p:grpSpPr bwMode="auto">
          <a:xfrm>
            <a:off x="885825" y="906463"/>
            <a:ext cx="3524250" cy="965200"/>
            <a:chOff x="1430" y="484"/>
            <a:chExt cx="3154" cy="697"/>
          </a:xfrm>
        </p:grpSpPr>
        <p:graphicFrame>
          <p:nvGraphicFramePr>
            <p:cNvPr id="9233" name="Object 5">
              <a:extLst>
                <a:ext uri="{FF2B5EF4-FFF2-40B4-BE49-F238E27FC236}">
                  <a16:creationId xmlns:a16="http://schemas.microsoft.com/office/drawing/2014/main" id="{A56E3D18-0CA1-4794-9897-FA66458C44CF}"/>
                </a:ext>
              </a:extLst>
            </p:cNvPr>
            <p:cNvGraphicFramePr>
              <a:graphicFrameLocks noChangeAspect="1"/>
            </p:cNvGraphicFramePr>
            <p:nvPr/>
          </p:nvGraphicFramePr>
          <p:xfrm>
            <a:off x="1430" y="853"/>
            <a:ext cx="3154" cy="328"/>
          </p:xfrm>
          <a:graphic>
            <a:graphicData uri="http://schemas.openxmlformats.org/presentationml/2006/ole">
              <mc:AlternateContent xmlns:mc="http://schemas.openxmlformats.org/markup-compatibility/2006">
                <mc:Choice xmlns:v="urn:schemas-microsoft-com:vml" Requires="v">
                  <p:oleObj spid="_x0000_s559216" r:id="rId7" imgW="1188720" imgH="152290" progId="Equation.3">
                    <p:embed/>
                  </p:oleObj>
                </mc:Choice>
                <mc:Fallback>
                  <p:oleObj r:id="rId7" imgW="1188720" imgH="152290" progId="Equation.3">
                    <p:embed/>
                    <p:pic>
                      <p:nvPicPr>
                        <p:cNvPr id="9233" name="Object 5">
                          <a:extLst>
                            <a:ext uri="{FF2B5EF4-FFF2-40B4-BE49-F238E27FC236}">
                              <a16:creationId xmlns:a16="http://schemas.microsoft.com/office/drawing/2014/main" id="{A56E3D18-0CA1-4794-9897-FA66458C44C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30" y="853"/>
                          <a:ext cx="3154"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234" name="Line 112">
              <a:extLst>
                <a:ext uri="{FF2B5EF4-FFF2-40B4-BE49-F238E27FC236}">
                  <a16:creationId xmlns:a16="http://schemas.microsoft.com/office/drawing/2014/main" id="{6324A1A6-9D5D-4921-A531-7FE92976A054}"/>
                </a:ext>
              </a:extLst>
            </p:cNvPr>
            <p:cNvSpPr>
              <a:spLocks noChangeAspect="1" noChangeShapeType="1"/>
            </p:cNvSpPr>
            <p:nvPr/>
          </p:nvSpPr>
          <p:spPr bwMode="auto">
            <a:xfrm>
              <a:off x="1728" y="484"/>
              <a:ext cx="0" cy="329"/>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5" name="Line 113">
              <a:extLst>
                <a:ext uri="{FF2B5EF4-FFF2-40B4-BE49-F238E27FC236}">
                  <a16:creationId xmlns:a16="http://schemas.microsoft.com/office/drawing/2014/main" id="{FAA3DB8C-C55A-4B79-8FE9-9840719E1100}"/>
                </a:ext>
              </a:extLst>
            </p:cNvPr>
            <p:cNvSpPr>
              <a:spLocks noChangeAspect="1" noChangeShapeType="1"/>
            </p:cNvSpPr>
            <p:nvPr/>
          </p:nvSpPr>
          <p:spPr bwMode="auto">
            <a:xfrm>
              <a:off x="2236" y="484"/>
              <a:ext cx="0" cy="329"/>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6" name="Line 114">
              <a:extLst>
                <a:ext uri="{FF2B5EF4-FFF2-40B4-BE49-F238E27FC236}">
                  <a16:creationId xmlns:a16="http://schemas.microsoft.com/office/drawing/2014/main" id="{008FCA0F-A737-4A7B-BEAA-723D24D3CC86}"/>
                </a:ext>
              </a:extLst>
            </p:cNvPr>
            <p:cNvSpPr>
              <a:spLocks noChangeAspect="1" noChangeShapeType="1"/>
            </p:cNvSpPr>
            <p:nvPr/>
          </p:nvSpPr>
          <p:spPr bwMode="auto">
            <a:xfrm>
              <a:off x="2790" y="484"/>
              <a:ext cx="0" cy="329"/>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7" name="Line 115">
              <a:extLst>
                <a:ext uri="{FF2B5EF4-FFF2-40B4-BE49-F238E27FC236}">
                  <a16:creationId xmlns:a16="http://schemas.microsoft.com/office/drawing/2014/main" id="{3E455AF6-E8A5-435B-A528-05B4AA186050}"/>
                </a:ext>
              </a:extLst>
            </p:cNvPr>
            <p:cNvSpPr>
              <a:spLocks noChangeAspect="1" noChangeShapeType="1"/>
            </p:cNvSpPr>
            <p:nvPr/>
          </p:nvSpPr>
          <p:spPr bwMode="auto">
            <a:xfrm>
              <a:off x="3298" y="484"/>
              <a:ext cx="0" cy="329"/>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8" name="Line 116">
              <a:extLst>
                <a:ext uri="{FF2B5EF4-FFF2-40B4-BE49-F238E27FC236}">
                  <a16:creationId xmlns:a16="http://schemas.microsoft.com/office/drawing/2014/main" id="{36851C17-5ABD-4AD5-A56D-D0E174B9BCFA}"/>
                </a:ext>
              </a:extLst>
            </p:cNvPr>
            <p:cNvSpPr>
              <a:spLocks noChangeAspect="1" noChangeShapeType="1"/>
            </p:cNvSpPr>
            <p:nvPr/>
          </p:nvSpPr>
          <p:spPr bwMode="auto">
            <a:xfrm>
              <a:off x="3838" y="484"/>
              <a:ext cx="0" cy="329"/>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9" name="Line 117">
              <a:extLst>
                <a:ext uri="{FF2B5EF4-FFF2-40B4-BE49-F238E27FC236}">
                  <a16:creationId xmlns:a16="http://schemas.microsoft.com/office/drawing/2014/main" id="{89D043F7-CD64-4FCD-8E02-178AD2E69A2D}"/>
                </a:ext>
              </a:extLst>
            </p:cNvPr>
            <p:cNvSpPr>
              <a:spLocks noChangeAspect="1" noChangeShapeType="1"/>
            </p:cNvSpPr>
            <p:nvPr/>
          </p:nvSpPr>
          <p:spPr bwMode="auto">
            <a:xfrm>
              <a:off x="4346" y="484"/>
              <a:ext cx="0" cy="329"/>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18">
            <a:extLst>
              <a:ext uri="{FF2B5EF4-FFF2-40B4-BE49-F238E27FC236}">
                <a16:creationId xmlns:a16="http://schemas.microsoft.com/office/drawing/2014/main" id="{87D03B35-B742-43D3-BE96-86721241EE4B}"/>
              </a:ext>
            </a:extLst>
          </p:cNvPr>
          <p:cNvGrpSpPr>
            <a:grpSpLocks/>
          </p:cNvGrpSpPr>
          <p:nvPr/>
        </p:nvGrpSpPr>
        <p:grpSpPr bwMode="auto">
          <a:xfrm>
            <a:off x="5332413" y="947738"/>
            <a:ext cx="3444875" cy="965200"/>
            <a:chOff x="1539" y="1602"/>
            <a:chExt cx="3051" cy="675"/>
          </a:xfrm>
        </p:grpSpPr>
        <p:graphicFrame>
          <p:nvGraphicFramePr>
            <p:cNvPr id="9226" name="Object 4">
              <a:extLst>
                <a:ext uri="{FF2B5EF4-FFF2-40B4-BE49-F238E27FC236}">
                  <a16:creationId xmlns:a16="http://schemas.microsoft.com/office/drawing/2014/main" id="{E256E791-0267-4022-9716-A560DD640097}"/>
                </a:ext>
              </a:extLst>
            </p:cNvPr>
            <p:cNvGraphicFramePr>
              <a:graphicFrameLocks/>
            </p:cNvGraphicFramePr>
            <p:nvPr/>
          </p:nvGraphicFramePr>
          <p:xfrm>
            <a:off x="1539" y="1914"/>
            <a:ext cx="3051" cy="363"/>
          </p:xfrm>
          <a:graphic>
            <a:graphicData uri="http://schemas.openxmlformats.org/presentationml/2006/ole">
              <mc:AlternateContent xmlns:mc="http://schemas.openxmlformats.org/markup-compatibility/2006">
                <mc:Choice xmlns:v="urn:schemas-microsoft-com:vml" Requires="v">
                  <p:oleObj spid="_x0000_s559217" r:id="rId9" imgW="952677" imgH="152290" progId="Equation.3">
                    <p:embed/>
                  </p:oleObj>
                </mc:Choice>
                <mc:Fallback>
                  <p:oleObj r:id="rId9" imgW="952677" imgH="152290" progId="Equation.3">
                    <p:embed/>
                    <p:pic>
                      <p:nvPicPr>
                        <p:cNvPr id="9226" name="Object 4">
                          <a:extLst>
                            <a:ext uri="{FF2B5EF4-FFF2-40B4-BE49-F238E27FC236}">
                              <a16:creationId xmlns:a16="http://schemas.microsoft.com/office/drawing/2014/main" id="{E256E791-0267-4022-9716-A560DD640097}"/>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39" y="1914"/>
                          <a:ext cx="305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227" name="Line 120">
              <a:extLst>
                <a:ext uri="{FF2B5EF4-FFF2-40B4-BE49-F238E27FC236}">
                  <a16:creationId xmlns:a16="http://schemas.microsoft.com/office/drawing/2014/main" id="{4AF2EEC8-5DEA-4EA8-81DE-783F7C2F1BBE}"/>
                </a:ext>
              </a:extLst>
            </p:cNvPr>
            <p:cNvSpPr>
              <a:spLocks noChangeShapeType="1"/>
            </p:cNvSpPr>
            <p:nvPr/>
          </p:nvSpPr>
          <p:spPr bwMode="auto">
            <a:xfrm>
              <a:off x="1698" y="1602"/>
              <a:ext cx="0" cy="329"/>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8" name="Line 121">
              <a:extLst>
                <a:ext uri="{FF2B5EF4-FFF2-40B4-BE49-F238E27FC236}">
                  <a16:creationId xmlns:a16="http://schemas.microsoft.com/office/drawing/2014/main" id="{EAFF29D6-5C9E-4B83-B970-2A6B49F8D991}"/>
                </a:ext>
              </a:extLst>
            </p:cNvPr>
            <p:cNvSpPr>
              <a:spLocks noChangeShapeType="1"/>
            </p:cNvSpPr>
            <p:nvPr/>
          </p:nvSpPr>
          <p:spPr bwMode="auto">
            <a:xfrm>
              <a:off x="2206" y="1602"/>
              <a:ext cx="0" cy="329"/>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9" name="Line 122">
              <a:extLst>
                <a:ext uri="{FF2B5EF4-FFF2-40B4-BE49-F238E27FC236}">
                  <a16:creationId xmlns:a16="http://schemas.microsoft.com/office/drawing/2014/main" id="{83901046-12A7-4FC2-930B-A212D94D7128}"/>
                </a:ext>
              </a:extLst>
            </p:cNvPr>
            <p:cNvSpPr>
              <a:spLocks noChangeShapeType="1"/>
            </p:cNvSpPr>
            <p:nvPr/>
          </p:nvSpPr>
          <p:spPr bwMode="auto">
            <a:xfrm>
              <a:off x="2760" y="1602"/>
              <a:ext cx="0" cy="329"/>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0" name="Line 123">
              <a:extLst>
                <a:ext uri="{FF2B5EF4-FFF2-40B4-BE49-F238E27FC236}">
                  <a16:creationId xmlns:a16="http://schemas.microsoft.com/office/drawing/2014/main" id="{8AA8FAE2-EE66-4056-845C-1C5F40269417}"/>
                </a:ext>
              </a:extLst>
            </p:cNvPr>
            <p:cNvSpPr>
              <a:spLocks noChangeShapeType="1"/>
            </p:cNvSpPr>
            <p:nvPr/>
          </p:nvSpPr>
          <p:spPr bwMode="auto">
            <a:xfrm>
              <a:off x="3268" y="1602"/>
              <a:ext cx="0" cy="329"/>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1" name="Line 124">
              <a:extLst>
                <a:ext uri="{FF2B5EF4-FFF2-40B4-BE49-F238E27FC236}">
                  <a16:creationId xmlns:a16="http://schemas.microsoft.com/office/drawing/2014/main" id="{75836C62-6DA8-45BE-B025-749C1E762F8F}"/>
                </a:ext>
              </a:extLst>
            </p:cNvPr>
            <p:cNvSpPr>
              <a:spLocks noChangeShapeType="1"/>
            </p:cNvSpPr>
            <p:nvPr/>
          </p:nvSpPr>
          <p:spPr bwMode="auto">
            <a:xfrm>
              <a:off x="3808" y="1602"/>
              <a:ext cx="0" cy="329"/>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32" name="Line 125">
              <a:extLst>
                <a:ext uri="{FF2B5EF4-FFF2-40B4-BE49-F238E27FC236}">
                  <a16:creationId xmlns:a16="http://schemas.microsoft.com/office/drawing/2014/main" id="{5A4FA640-F521-4C64-BD2B-3D7A9EF6B0A0}"/>
                </a:ext>
              </a:extLst>
            </p:cNvPr>
            <p:cNvSpPr>
              <a:spLocks noChangeShapeType="1"/>
            </p:cNvSpPr>
            <p:nvPr/>
          </p:nvSpPr>
          <p:spPr bwMode="auto">
            <a:xfrm>
              <a:off x="4316" y="1602"/>
              <a:ext cx="0" cy="329"/>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pic>
        <p:nvPicPr>
          <p:cNvPr id="44158" name="Picture 126" descr="45pauli">
            <a:extLst>
              <a:ext uri="{FF2B5EF4-FFF2-40B4-BE49-F238E27FC236}">
                <a16:creationId xmlns:a16="http://schemas.microsoft.com/office/drawing/2014/main" id="{064CA8BE-4190-4B0B-98AA-A7B58335823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4800" y="2230438"/>
            <a:ext cx="2909888"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159" name="Rectangle 127">
            <a:extLst>
              <a:ext uri="{FF2B5EF4-FFF2-40B4-BE49-F238E27FC236}">
                <a16:creationId xmlns:a16="http://schemas.microsoft.com/office/drawing/2014/main" id="{9E1B6925-FAED-4255-A654-4B49CA3AD459}"/>
              </a:ext>
            </a:extLst>
          </p:cNvPr>
          <p:cNvSpPr>
            <a:spLocks noChangeArrowheads="1"/>
          </p:cNvSpPr>
          <p:nvPr/>
        </p:nvSpPr>
        <p:spPr bwMode="auto">
          <a:xfrm>
            <a:off x="3276600" y="2928938"/>
            <a:ext cx="5638800" cy="347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solidFill>
                  <a:srgbClr val="FFFF00"/>
                </a:solidFill>
                <a:latin typeface="Arial" panose="020B0604020202020204" pitchFamily="34" charset="0"/>
                <a:ea typeface="楷体_GB2312" pitchFamily="49" charset="-122"/>
              </a:rPr>
              <a:t>The Nobel Prize in Physics 1945</a:t>
            </a:r>
          </a:p>
          <a:p>
            <a:pPr eaLnBrk="1" hangingPunct="1">
              <a:spcBef>
                <a:spcPct val="50000"/>
              </a:spcBef>
            </a:pPr>
            <a:r>
              <a:rPr lang="en-US" altLang="zh-CN" sz="2000" dirty="0">
                <a:solidFill>
                  <a:schemeClr val="bg1"/>
                </a:solidFill>
                <a:ea typeface="楷体_GB2312" pitchFamily="49" charset="-122"/>
              </a:rPr>
              <a:t>      </a:t>
            </a:r>
            <a:r>
              <a:rPr lang="en-US" altLang="zh-CN" dirty="0">
                <a:solidFill>
                  <a:schemeClr val="bg1"/>
                </a:solidFill>
                <a:latin typeface="Arial" panose="020B0604020202020204" pitchFamily="34" charset="0"/>
                <a:ea typeface="楷体_GB2312" pitchFamily="49" charset="-122"/>
              </a:rPr>
              <a:t>“for the discovery of the Exclusion Principle, also called the Pauli Principle”  1925</a:t>
            </a:r>
          </a:p>
          <a:p>
            <a:pPr eaLnBrk="1" hangingPunct="1">
              <a:spcBef>
                <a:spcPct val="50000"/>
              </a:spcBef>
            </a:pPr>
            <a:r>
              <a:rPr lang="en-US" altLang="zh-CN" dirty="0">
                <a:solidFill>
                  <a:schemeClr val="bg1"/>
                </a:solidFill>
                <a:latin typeface="Arial" panose="020B0604020202020204" pitchFamily="34" charset="0"/>
                <a:ea typeface="楷体_GB2312" pitchFamily="49" charset="-122"/>
              </a:rPr>
              <a:t>     This principle was needed for the quantum-mechanical explanation of the electronic structure and chemical properties of atoms. </a:t>
            </a:r>
          </a:p>
        </p:txBody>
      </p:sp>
      <p:sp>
        <p:nvSpPr>
          <p:cNvPr id="44160" name="Rectangle 128">
            <a:extLst>
              <a:ext uri="{FF2B5EF4-FFF2-40B4-BE49-F238E27FC236}">
                <a16:creationId xmlns:a16="http://schemas.microsoft.com/office/drawing/2014/main" id="{416F6127-C9A2-479F-B8EE-00D09825A004}"/>
              </a:ext>
            </a:extLst>
          </p:cNvPr>
          <p:cNvSpPr>
            <a:spLocks noChangeArrowheads="1"/>
          </p:cNvSpPr>
          <p:nvPr/>
        </p:nvSpPr>
        <p:spPr bwMode="auto">
          <a:xfrm>
            <a:off x="3295650" y="2206625"/>
            <a:ext cx="2133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rgbClr val="00FFFF"/>
                </a:solidFill>
                <a:ea typeface="楷体_GB2312" pitchFamily="49" charset="-122"/>
              </a:rPr>
              <a:t>W. Pauli</a:t>
            </a:r>
          </a:p>
        </p:txBody>
      </p:sp>
      <p:sp>
        <p:nvSpPr>
          <p:cNvPr id="9225" name="灯片编号占位符 1">
            <a:extLst>
              <a:ext uri="{FF2B5EF4-FFF2-40B4-BE49-F238E27FC236}">
                <a16:creationId xmlns:a16="http://schemas.microsoft.com/office/drawing/2014/main" id="{4DBDB523-6653-4002-93C2-740765B7E42F}"/>
              </a:ext>
            </a:extLst>
          </p:cNvPr>
          <p:cNvSpPr txBox="1">
            <a:spLocks noChangeArrowheads="1"/>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D6975C47-5C59-48B5-9E14-563E8CFAECC8}" type="slidenum">
              <a:rPr lang="en-US" altLang="zh-CN" b="0">
                <a:solidFill>
                  <a:srgbClr val="FF00FF"/>
                </a:solidFill>
              </a:rPr>
              <a:pPr eaLnBrk="1" hangingPunct="1"/>
              <a:t>14</a:t>
            </a:fld>
            <a:r>
              <a:rPr lang="en-US" altLang="zh-CN" b="0">
                <a:solidFill>
                  <a:srgbClr val="FF00FF"/>
                </a:solidFill>
              </a:rPr>
              <a:t>/22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4140"/>
                                        </p:tgtEl>
                                        <p:attrNameLst>
                                          <p:attrName>style.visibility</p:attrName>
                                        </p:attrNameLst>
                                      </p:cBhvr>
                                      <p:to>
                                        <p:strVal val="visible"/>
                                      </p:to>
                                    </p:set>
                                    <p:animEffect transition="in" filter="wipe(up)">
                                      <p:cBhvr>
                                        <p:cTn id="7" dur="500"/>
                                        <p:tgtEl>
                                          <p:spTgt spid="44140"/>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44141"/>
                                        </p:tgtEl>
                                        <p:attrNameLst>
                                          <p:attrName>style.visibility</p:attrName>
                                        </p:attrNameLst>
                                      </p:cBhvr>
                                      <p:to>
                                        <p:strVal val="visible"/>
                                      </p:to>
                                    </p:set>
                                    <p:animEffect transition="in" filter="wipe(up)">
                                      <p:cBhvr>
                                        <p:cTn id="16" dur="500"/>
                                        <p:tgtEl>
                                          <p:spTgt spid="44141"/>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up)">
                                      <p:cBhvr>
                                        <p:cTn id="20" dur="5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nodePh="1">
                                  <p:stCondLst>
                                    <p:cond delay="500"/>
                                  </p:stCondLst>
                                  <p:endCondLst>
                                    <p:cond delay="0"/>
                                  </p:endCondLst>
                                  <p:childTnLst>
                                    <p:set>
                                      <p:cBhvr>
                                        <p:cTn id="24" dur="1" fill="hold">
                                          <p:stCondLst>
                                            <p:cond delay="0"/>
                                          </p:stCondLst>
                                        </p:cTn>
                                        <p:tgtEl>
                                          <p:spTgt spid="44158"/>
                                        </p:tgtEl>
                                        <p:attrNameLst>
                                          <p:attrName>style.visibility</p:attrName>
                                        </p:attrNameLst>
                                      </p:cBhvr>
                                      <p:to>
                                        <p:strVal val="visible"/>
                                      </p:to>
                                    </p:set>
                                    <p:animEffect transition="in" filter="dissolve">
                                      <p:cBhvr>
                                        <p:cTn id="25" dur="500"/>
                                        <p:tgtEl>
                                          <p:spTgt spid="44158"/>
                                        </p:tgtEl>
                                      </p:cBhvr>
                                    </p:animEffect>
                                  </p:childTnLst>
                                </p:cTn>
                              </p:par>
                              <p:par>
                                <p:cTn id="26" presetID="9" presetClass="entr" presetSubtype="0" fill="hold" grpId="0" nodeType="withEffect">
                                  <p:stCondLst>
                                    <p:cond delay="500"/>
                                  </p:stCondLst>
                                  <p:childTnLst>
                                    <p:set>
                                      <p:cBhvr>
                                        <p:cTn id="27" dur="1" fill="hold">
                                          <p:stCondLst>
                                            <p:cond delay="0"/>
                                          </p:stCondLst>
                                        </p:cTn>
                                        <p:tgtEl>
                                          <p:spTgt spid="44160"/>
                                        </p:tgtEl>
                                        <p:attrNameLst>
                                          <p:attrName>style.visibility</p:attrName>
                                        </p:attrNameLst>
                                      </p:cBhvr>
                                      <p:to>
                                        <p:strVal val="visible"/>
                                      </p:to>
                                    </p:set>
                                    <p:animEffect transition="in" filter="dissolve">
                                      <p:cBhvr>
                                        <p:cTn id="28" dur="500"/>
                                        <p:tgtEl>
                                          <p:spTgt spid="44160"/>
                                        </p:tgtEl>
                                      </p:cBhvr>
                                    </p:animEffect>
                                  </p:childTnLst>
                                </p:cTn>
                              </p:par>
                              <p:par>
                                <p:cTn id="29" presetID="9" presetClass="entr" presetSubtype="0" fill="hold" grpId="0" nodeType="withEffect">
                                  <p:stCondLst>
                                    <p:cond delay="500"/>
                                  </p:stCondLst>
                                  <p:childTnLst>
                                    <p:set>
                                      <p:cBhvr>
                                        <p:cTn id="30" dur="1" fill="hold">
                                          <p:stCondLst>
                                            <p:cond delay="0"/>
                                          </p:stCondLst>
                                        </p:cTn>
                                        <p:tgtEl>
                                          <p:spTgt spid="44159"/>
                                        </p:tgtEl>
                                        <p:attrNameLst>
                                          <p:attrName>style.visibility</p:attrName>
                                        </p:attrNameLst>
                                      </p:cBhvr>
                                      <p:to>
                                        <p:strVal val="visible"/>
                                      </p:to>
                                    </p:set>
                                    <p:animEffect transition="in" filter="dissolve">
                                      <p:cBhvr>
                                        <p:cTn id="31" dur="500"/>
                                        <p:tgtEl>
                                          <p:spTgt spid="44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58" grpId="0"/>
      <p:bldP spid="44159" grpId="0"/>
      <p:bldP spid="4416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13" name="Rectangle 33">
            <a:extLst>
              <a:ext uri="{FF2B5EF4-FFF2-40B4-BE49-F238E27FC236}">
                <a16:creationId xmlns:a16="http://schemas.microsoft.com/office/drawing/2014/main" id="{583B07B0-DEC0-462A-B6B1-048AB1289277}"/>
              </a:ext>
            </a:extLst>
          </p:cNvPr>
          <p:cNvSpPr>
            <a:spLocks noChangeArrowheads="1"/>
          </p:cNvSpPr>
          <p:nvPr/>
        </p:nvSpPr>
        <p:spPr bwMode="auto">
          <a:xfrm>
            <a:off x="798513" y="750888"/>
            <a:ext cx="7167562"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sz="2000">
                <a:solidFill>
                  <a:schemeClr val="bg1"/>
                </a:solidFill>
                <a:latin typeface="宋体" panose="02010600030101010101" pitchFamily="2" charset="-122"/>
              </a:rPr>
              <a:t>原子处于正常状态时，每个电子都趋向占据可能的最低能级 </a:t>
            </a:r>
          </a:p>
        </p:txBody>
      </p:sp>
      <p:sp>
        <p:nvSpPr>
          <p:cNvPr id="46114" name="Rectangle 34">
            <a:extLst>
              <a:ext uri="{FF2B5EF4-FFF2-40B4-BE49-F238E27FC236}">
                <a16:creationId xmlns:a16="http://schemas.microsoft.com/office/drawing/2014/main" id="{B9DD5FE4-CDF2-4749-B899-37AD98379188}"/>
              </a:ext>
            </a:extLst>
          </p:cNvPr>
          <p:cNvSpPr>
            <a:spLocks noChangeArrowheads="1"/>
          </p:cNvSpPr>
          <p:nvPr/>
        </p:nvSpPr>
        <p:spPr bwMode="auto">
          <a:xfrm>
            <a:off x="209550" y="230188"/>
            <a:ext cx="34194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FF00"/>
                </a:solidFill>
                <a:latin typeface="宋体" panose="02010600030101010101" pitchFamily="2" charset="-122"/>
              </a:rPr>
              <a:t>二</a:t>
            </a:r>
            <a:r>
              <a:rPr lang="en-US" altLang="zh-CN" sz="2800">
                <a:solidFill>
                  <a:srgbClr val="FFFF00"/>
                </a:solidFill>
                <a:latin typeface="宋体" panose="02010600030101010101" pitchFamily="2" charset="-122"/>
              </a:rPr>
              <a:t>.</a:t>
            </a:r>
            <a:r>
              <a:rPr lang="zh-CN" altLang="en-US" sz="2800">
                <a:solidFill>
                  <a:srgbClr val="FFFF00"/>
                </a:solidFill>
                <a:latin typeface="宋体" panose="02010600030101010101" pitchFamily="2" charset="-122"/>
              </a:rPr>
              <a:t>能量最小原理</a:t>
            </a:r>
            <a:r>
              <a:rPr lang="zh-CN" altLang="en-US" sz="2800">
                <a:solidFill>
                  <a:srgbClr val="FFFF99"/>
                </a:solidFill>
                <a:latin typeface="宋体" panose="02010600030101010101" pitchFamily="2" charset="-122"/>
              </a:rPr>
              <a:t> </a:t>
            </a:r>
          </a:p>
        </p:txBody>
      </p:sp>
      <p:sp>
        <p:nvSpPr>
          <p:cNvPr id="46115" name="Text Box 35">
            <a:extLst>
              <a:ext uri="{FF2B5EF4-FFF2-40B4-BE49-F238E27FC236}">
                <a16:creationId xmlns:a16="http://schemas.microsoft.com/office/drawing/2014/main" id="{B5E34E2E-92E4-415D-AC95-4E4B5A5C0D0C}"/>
              </a:ext>
            </a:extLst>
          </p:cNvPr>
          <p:cNvSpPr txBox="1">
            <a:spLocks noChangeArrowheads="1"/>
          </p:cNvSpPr>
          <p:nvPr/>
        </p:nvSpPr>
        <p:spPr bwMode="auto">
          <a:xfrm>
            <a:off x="3816350" y="1308100"/>
            <a:ext cx="1216025" cy="406400"/>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能级高低</a:t>
            </a:r>
          </a:p>
        </p:txBody>
      </p:sp>
      <p:grpSp>
        <p:nvGrpSpPr>
          <p:cNvPr id="2" name="Group 36">
            <a:extLst>
              <a:ext uri="{FF2B5EF4-FFF2-40B4-BE49-F238E27FC236}">
                <a16:creationId xmlns:a16="http://schemas.microsoft.com/office/drawing/2014/main" id="{FC4748AE-D529-4FA2-B2C7-52BF19DEA4BE}"/>
              </a:ext>
            </a:extLst>
          </p:cNvPr>
          <p:cNvGrpSpPr>
            <a:grpSpLocks/>
          </p:cNvGrpSpPr>
          <p:nvPr/>
        </p:nvGrpSpPr>
        <p:grpSpPr bwMode="auto">
          <a:xfrm>
            <a:off x="928688" y="1139825"/>
            <a:ext cx="2674937" cy="574675"/>
            <a:chOff x="563" y="3524"/>
            <a:chExt cx="1685" cy="362"/>
          </a:xfrm>
        </p:grpSpPr>
        <p:sp>
          <p:nvSpPr>
            <p:cNvPr id="10336" name="Text Box 37">
              <a:extLst>
                <a:ext uri="{FF2B5EF4-FFF2-40B4-BE49-F238E27FC236}">
                  <a16:creationId xmlns:a16="http://schemas.microsoft.com/office/drawing/2014/main" id="{BBC629AE-2857-4B52-825F-B430FAC5B0D5}"/>
                </a:ext>
              </a:extLst>
            </p:cNvPr>
            <p:cNvSpPr txBox="1">
              <a:spLocks noChangeArrowheads="1"/>
            </p:cNvSpPr>
            <p:nvPr/>
          </p:nvSpPr>
          <p:spPr bwMode="auto">
            <a:xfrm>
              <a:off x="563" y="3630"/>
              <a:ext cx="965" cy="256"/>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主量子数 </a:t>
              </a:r>
              <a:r>
                <a:rPr lang="en-US" altLang="zh-CN" sz="2000" i="1">
                  <a:solidFill>
                    <a:srgbClr val="66FFFF"/>
                  </a:solidFill>
                </a:rPr>
                <a:t>n</a:t>
              </a:r>
            </a:p>
          </p:txBody>
        </p:sp>
        <p:sp>
          <p:nvSpPr>
            <p:cNvPr id="10337" name="Line 38">
              <a:extLst>
                <a:ext uri="{FF2B5EF4-FFF2-40B4-BE49-F238E27FC236}">
                  <a16:creationId xmlns:a16="http://schemas.microsoft.com/office/drawing/2014/main" id="{7CC2F656-99EB-43DD-89DC-13FC250DFF16}"/>
                </a:ext>
              </a:extLst>
            </p:cNvPr>
            <p:cNvSpPr>
              <a:spLocks noChangeShapeType="1"/>
            </p:cNvSpPr>
            <p:nvPr/>
          </p:nvSpPr>
          <p:spPr bwMode="auto">
            <a:xfrm>
              <a:off x="1630" y="3791"/>
              <a:ext cx="618" cy="0"/>
            </a:xfrm>
            <a:prstGeom prst="line">
              <a:avLst/>
            </a:prstGeom>
            <a:noFill/>
            <a:ln w="57150">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38" name="Text Box 39">
              <a:extLst>
                <a:ext uri="{FF2B5EF4-FFF2-40B4-BE49-F238E27FC236}">
                  <a16:creationId xmlns:a16="http://schemas.microsoft.com/office/drawing/2014/main" id="{71E6ABE9-3518-4529-9973-62D89B369FF1}"/>
                </a:ext>
              </a:extLst>
            </p:cNvPr>
            <p:cNvSpPr txBox="1">
              <a:spLocks noChangeArrowheads="1"/>
            </p:cNvSpPr>
            <p:nvPr/>
          </p:nvSpPr>
          <p:spPr bwMode="auto">
            <a:xfrm>
              <a:off x="1687" y="3524"/>
              <a:ext cx="4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rgbClr val="66FFFF"/>
                  </a:solidFill>
                </a:rPr>
                <a:t>决定</a:t>
              </a:r>
            </a:p>
          </p:txBody>
        </p:sp>
      </p:grpSp>
      <p:grpSp>
        <p:nvGrpSpPr>
          <p:cNvPr id="3" name="Group 40">
            <a:extLst>
              <a:ext uri="{FF2B5EF4-FFF2-40B4-BE49-F238E27FC236}">
                <a16:creationId xmlns:a16="http://schemas.microsoft.com/office/drawing/2014/main" id="{289430AA-5C0C-451E-826E-313157BD8EEC}"/>
              </a:ext>
            </a:extLst>
          </p:cNvPr>
          <p:cNvGrpSpPr>
            <a:grpSpLocks/>
          </p:cNvGrpSpPr>
          <p:nvPr/>
        </p:nvGrpSpPr>
        <p:grpSpPr bwMode="auto">
          <a:xfrm>
            <a:off x="5175250" y="1138238"/>
            <a:ext cx="2714625" cy="576262"/>
            <a:chOff x="3448" y="3523"/>
            <a:chExt cx="1710" cy="363"/>
          </a:xfrm>
        </p:grpSpPr>
        <p:sp>
          <p:nvSpPr>
            <p:cNvPr id="10333" name="Text Box 41">
              <a:extLst>
                <a:ext uri="{FF2B5EF4-FFF2-40B4-BE49-F238E27FC236}">
                  <a16:creationId xmlns:a16="http://schemas.microsoft.com/office/drawing/2014/main" id="{7521E7E7-E982-4B46-BCF6-6B72B4FE8E3C}"/>
                </a:ext>
              </a:extLst>
            </p:cNvPr>
            <p:cNvSpPr txBox="1">
              <a:spLocks noChangeArrowheads="1"/>
            </p:cNvSpPr>
            <p:nvPr/>
          </p:nvSpPr>
          <p:spPr bwMode="auto">
            <a:xfrm>
              <a:off x="4233" y="3630"/>
              <a:ext cx="925" cy="256"/>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角量子数</a:t>
              </a:r>
              <a:r>
                <a:rPr lang="zh-CN" altLang="en-US" sz="2000">
                  <a:solidFill>
                    <a:srgbClr val="99FFCC"/>
                  </a:solidFill>
                </a:rPr>
                <a:t> </a:t>
              </a:r>
              <a:r>
                <a:rPr lang="en-US" altLang="zh-CN" sz="2000" i="1">
                  <a:solidFill>
                    <a:srgbClr val="66FFFF"/>
                  </a:solidFill>
                </a:rPr>
                <a:t>l</a:t>
              </a:r>
            </a:p>
          </p:txBody>
        </p:sp>
        <p:sp>
          <p:nvSpPr>
            <p:cNvPr id="10334" name="Line 42">
              <a:extLst>
                <a:ext uri="{FF2B5EF4-FFF2-40B4-BE49-F238E27FC236}">
                  <a16:creationId xmlns:a16="http://schemas.microsoft.com/office/drawing/2014/main" id="{BBF6B771-639A-4A35-91F2-57A159A06884}"/>
                </a:ext>
              </a:extLst>
            </p:cNvPr>
            <p:cNvSpPr>
              <a:spLocks noChangeShapeType="1"/>
            </p:cNvSpPr>
            <p:nvPr/>
          </p:nvSpPr>
          <p:spPr bwMode="auto">
            <a:xfrm>
              <a:off x="3448" y="3791"/>
              <a:ext cx="618" cy="0"/>
            </a:xfrm>
            <a:prstGeom prst="line">
              <a:avLst/>
            </a:prstGeom>
            <a:noFill/>
            <a:ln w="57150">
              <a:solidFill>
                <a:srgbClr val="FF99CC"/>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335" name="Text Box 43">
              <a:extLst>
                <a:ext uri="{FF2B5EF4-FFF2-40B4-BE49-F238E27FC236}">
                  <a16:creationId xmlns:a16="http://schemas.microsoft.com/office/drawing/2014/main" id="{8333E81E-3E76-4EE7-91CF-5E8BA032A4E6}"/>
                </a:ext>
              </a:extLst>
            </p:cNvPr>
            <p:cNvSpPr txBox="1">
              <a:spLocks noChangeArrowheads="1"/>
            </p:cNvSpPr>
            <p:nvPr/>
          </p:nvSpPr>
          <p:spPr bwMode="auto">
            <a:xfrm>
              <a:off x="3566" y="3523"/>
              <a:ext cx="4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rgbClr val="66FFFF"/>
                  </a:solidFill>
                </a:rPr>
                <a:t>影响</a:t>
              </a:r>
            </a:p>
          </p:txBody>
        </p:sp>
      </p:grpSp>
      <p:graphicFrame>
        <p:nvGraphicFramePr>
          <p:cNvPr id="34823" name="表格 34822">
            <a:extLst>
              <a:ext uri="{FF2B5EF4-FFF2-40B4-BE49-F238E27FC236}">
                <a16:creationId xmlns:a16="http://schemas.microsoft.com/office/drawing/2014/main" id="{1B74EA8E-4DFA-463F-8E56-89CB3B61BB54}"/>
              </a:ext>
            </a:extLst>
          </p:cNvPr>
          <p:cNvGraphicFramePr>
            <a:graphicFrameLocks noGrp="1"/>
          </p:cNvGraphicFramePr>
          <p:nvPr/>
        </p:nvGraphicFramePr>
        <p:xfrm>
          <a:off x="852488" y="1809750"/>
          <a:ext cx="7158037" cy="4730753"/>
        </p:xfrm>
        <a:graphic>
          <a:graphicData uri="http://schemas.openxmlformats.org/drawingml/2006/table">
            <a:tbl>
              <a:tblPr/>
              <a:tblGrid>
                <a:gridCol w="1190625">
                  <a:extLst>
                    <a:ext uri="{9D8B030D-6E8A-4147-A177-3AD203B41FA5}">
                      <a16:colId xmlns:a16="http://schemas.microsoft.com/office/drawing/2014/main" val="939876618"/>
                    </a:ext>
                  </a:extLst>
                </a:gridCol>
                <a:gridCol w="742950">
                  <a:extLst>
                    <a:ext uri="{9D8B030D-6E8A-4147-A177-3AD203B41FA5}">
                      <a16:colId xmlns:a16="http://schemas.microsoft.com/office/drawing/2014/main" val="2996709489"/>
                    </a:ext>
                  </a:extLst>
                </a:gridCol>
                <a:gridCol w="746125">
                  <a:extLst>
                    <a:ext uri="{9D8B030D-6E8A-4147-A177-3AD203B41FA5}">
                      <a16:colId xmlns:a16="http://schemas.microsoft.com/office/drawing/2014/main" val="3923777335"/>
                    </a:ext>
                  </a:extLst>
                </a:gridCol>
                <a:gridCol w="749300">
                  <a:extLst>
                    <a:ext uri="{9D8B030D-6E8A-4147-A177-3AD203B41FA5}">
                      <a16:colId xmlns:a16="http://schemas.microsoft.com/office/drawing/2014/main" val="1220947324"/>
                    </a:ext>
                  </a:extLst>
                </a:gridCol>
                <a:gridCol w="742950">
                  <a:extLst>
                    <a:ext uri="{9D8B030D-6E8A-4147-A177-3AD203B41FA5}">
                      <a16:colId xmlns:a16="http://schemas.microsoft.com/office/drawing/2014/main" val="723787157"/>
                    </a:ext>
                  </a:extLst>
                </a:gridCol>
                <a:gridCol w="747712">
                  <a:extLst>
                    <a:ext uri="{9D8B030D-6E8A-4147-A177-3AD203B41FA5}">
                      <a16:colId xmlns:a16="http://schemas.microsoft.com/office/drawing/2014/main" val="4197542798"/>
                    </a:ext>
                  </a:extLst>
                </a:gridCol>
                <a:gridCol w="747713">
                  <a:extLst>
                    <a:ext uri="{9D8B030D-6E8A-4147-A177-3AD203B41FA5}">
                      <a16:colId xmlns:a16="http://schemas.microsoft.com/office/drawing/2014/main" val="588737870"/>
                    </a:ext>
                  </a:extLst>
                </a:gridCol>
                <a:gridCol w="742950">
                  <a:extLst>
                    <a:ext uri="{9D8B030D-6E8A-4147-A177-3AD203B41FA5}">
                      <a16:colId xmlns:a16="http://schemas.microsoft.com/office/drawing/2014/main" val="3848057212"/>
                    </a:ext>
                  </a:extLst>
                </a:gridCol>
                <a:gridCol w="747712">
                  <a:extLst>
                    <a:ext uri="{9D8B030D-6E8A-4147-A177-3AD203B41FA5}">
                      <a16:colId xmlns:a16="http://schemas.microsoft.com/office/drawing/2014/main" val="2079078649"/>
                    </a:ext>
                  </a:extLst>
                </a:gridCol>
              </a:tblGrid>
              <a:tr h="471429">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1</a:t>
                      </a:r>
                      <a:r>
                        <a:rPr kumimoji="0" lang="en-US" altLang="zh-CN" sz="2000" b="0" i="1" u="none" strike="noStrike" cap="none" normalizeH="0" baseline="0">
                          <a:ln>
                            <a:noFill/>
                          </a:ln>
                          <a:solidFill>
                            <a:schemeClr val="bg1"/>
                          </a:solidFill>
                          <a:effectLst/>
                          <a:latin typeface="Times New Roman" panose="02020603050405020304" pitchFamily="18" charset="0"/>
                          <a:ea typeface="宋体" panose="02010600030101010101" pitchFamily="2" charset="-122"/>
                        </a:rPr>
                        <a:t>s</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2</a:t>
                      </a:r>
                      <a:r>
                        <a:rPr kumimoji="0" lang="en-US" altLang="zh-CN" sz="2000" b="0" i="1" u="none" strike="noStrike" cap="none" normalizeH="0" baseline="0">
                          <a:ln>
                            <a:noFill/>
                          </a:ln>
                          <a:solidFill>
                            <a:schemeClr val="bg1"/>
                          </a:solidFill>
                          <a:effectLst/>
                          <a:latin typeface="Times New Roman" panose="02020603050405020304" pitchFamily="18" charset="0"/>
                          <a:ea typeface="宋体" panose="02010600030101010101" pitchFamily="2" charset="-122"/>
                        </a:rPr>
                        <a:t>s</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2</a:t>
                      </a:r>
                      <a:r>
                        <a:rPr kumimoji="0" lang="en-US" altLang="zh-CN" sz="2000" b="0" i="1" u="none" strike="noStrike" cap="none" normalizeH="0" baseline="0">
                          <a:ln>
                            <a:noFill/>
                          </a:ln>
                          <a:solidFill>
                            <a:schemeClr val="bg1"/>
                          </a:solidFill>
                          <a:effectLst/>
                          <a:latin typeface="Times New Roman" panose="02020603050405020304" pitchFamily="18" charset="0"/>
                          <a:ea typeface="宋体" panose="02010600030101010101" pitchFamily="2" charset="-122"/>
                        </a:rPr>
                        <a:t>p</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3</a:t>
                      </a:r>
                      <a:r>
                        <a:rPr kumimoji="0" lang="en-US" altLang="zh-CN" sz="2000" b="0" i="1" u="none" strike="noStrike" cap="none" normalizeH="0" baseline="0">
                          <a:ln>
                            <a:noFill/>
                          </a:ln>
                          <a:solidFill>
                            <a:schemeClr val="bg1"/>
                          </a:solidFill>
                          <a:effectLst/>
                          <a:latin typeface="Times New Roman" panose="02020603050405020304" pitchFamily="18" charset="0"/>
                          <a:ea typeface="宋体" panose="02010600030101010101" pitchFamily="2" charset="-122"/>
                        </a:rPr>
                        <a:t>s</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3</a:t>
                      </a:r>
                      <a:r>
                        <a:rPr kumimoji="0" lang="en-US" altLang="zh-CN" sz="2000" b="0" i="1" u="none" strike="noStrike" cap="none" normalizeH="0" baseline="0">
                          <a:ln>
                            <a:noFill/>
                          </a:ln>
                          <a:solidFill>
                            <a:schemeClr val="bg1"/>
                          </a:solidFill>
                          <a:effectLst/>
                          <a:latin typeface="Times New Roman" panose="02020603050405020304" pitchFamily="18" charset="0"/>
                          <a:ea typeface="宋体" panose="02010600030101010101" pitchFamily="2" charset="-122"/>
                        </a:rPr>
                        <a:t>p</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3</a:t>
                      </a:r>
                      <a:r>
                        <a:rPr kumimoji="0" lang="en-US" altLang="zh-CN" sz="2000" b="0" i="1" u="none" strike="noStrike" cap="none" normalizeH="0" baseline="0">
                          <a:ln>
                            <a:noFill/>
                          </a:ln>
                          <a:solidFill>
                            <a:schemeClr val="bg1"/>
                          </a:solidFill>
                          <a:effectLst/>
                          <a:latin typeface="Times New Roman" panose="02020603050405020304" pitchFamily="18" charset="0"/>
                          <a:ea typeface="宋体" panose="02010600030101010101" pitchFamily="2" charset="-122"/>
                        </a:rPr>
                        <a:t>d</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4</a:t>
                      </a:r>
                      <a:r>
                        <a:rPr kumimoji="0" lang="en-US" altLang="zh-CN" sz="2000" b="0" i="1" u="none" strike="noStrike" cap="none" normalizeH="0" baseline="0">
                          <a:ln>
                            <a:noFill/>
                          </a:ln>
                          <a:solidFill>
                            <a:schemeClr val="bg1"/>
                          </a:solidFill>
                          <a:effectLst/>
                          <a:latin typeface="Times New Roman" panose="02020603050405020304" pitchFamily="18" charset="0"/>
                          <a:ea typeface="宋体" panose="02010600030101010101" pitchFamily="2" charset="-122"/>
                        </a:rPr>
                        <a:t>s</a:t>
                      </a:r>
                    </a:p>
                  </a:txBody>
                  <a:tcPr marT="45715" marB="45715"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6666"/>
                    </a:solidFill>
                  </a:tcPr>
                </a:tc>
                <a:extLst>
                  <a:ext uri="{0D108BD9-81ED-4DB2-BD59-A6C34878D82A}">
                    <a16:rowId xmlns:a16="http://schemas.microsoft.com/office/drawing/2014/main" val="1880775163"/>
                  </a:ext>
                </a:extLst>
              </a:tr>
              <a:tr h="640069">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1    </a:t>
                      </a:r>
                      <a:r>
                        <a:rPr kumimoji="0" lang="zh-CN" altLang="en-US"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氢</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2    </a:t>
                      </a:r>
                      <a:r>
                        <a:rPr kumimoji="0" lang="zh-CN" altLang="en-US"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氦</a:t>
                      </a:r>
                    </a:p>
                  </a:txBody>
                  <a:tcPr marT="45715" marB="45715"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002F2F"/>
                        </a:gs>
                        <a:gs pos="100000">
                          <a:srgbClr val="006666"/>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H</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He</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002F2F"/>
                        </a:gs>
                        <a:gs pos="100000">
                          <a:srgbClr val="006666"/>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extLst>
                  <a:ext uri="{0D108BD9-81ED-4DB2-BD59-A6C34878D82A}">
                    <a16:rowId xmlns:a16="http://schemas.microsoft.com/office/drawing/2014/main" val="820141113"/>
                  </a:ext>
                </a:extLst>
              </a:tr>
              <a:tr h="692062">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3    </a:t>
                      </a:r>
                      <a:r>
                        <a:rPr kumimoji="0" lang="zh-CN" altLang="en-US"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锂</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4    </a:t>
                      </a:r>
                      <a:r>
                        <a:rPr kumimoji="0" lang="zh-CN" altLang="en-US"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铍</a:t>
                      </a:r>
                    </a:p>
                  </a:txBody>
                  <a:tcPr marT="45715" marB="45715"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002F2F"/>
                        </a:gs>
                        <a:gs pos="100000">
                          <a:srgbClr val="006666"/>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Li</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Be</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002F2F"/>
                        </a:gs>
                        <a:gs pos="100000">
                          <a:srgbClr val="006666"/>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extLst>
                  <a:ext uri="{0D108BD9-81ED-4DB2-BD59-A6C34878D82A}">
                    <a16:rowId xmlns:a16="http://schemas.microsoft.com/office/drawing/2014/main" val="4033380984"/>
                  </a:ext>
                </a:extLst>
              </a:tr>
              <a:tr h="914389">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5    </a:t>
                      </a:r>
                      <a:r>
                        <a:rPr kumimoji="0" lang="zh-CN" altLang="en-US"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硼</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6    </a:t>
                      </a:r>
                      <a:r>
                        <a:rPr kumimoji="0" lang="zh-CN" altLang="en-US"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碳</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10   </a:t>
                      </a:r>
                      <a:r>
                        <a:rPr kumimoji="0" lang="zh-CN" altLang="en-US"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氖</a:t>
                      </a:r>
                    </a:p>
                  </a:txBody>
                  <a:tcPr marT="45715" marB="45715"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002F2F"/>
                        </a:gs>
                        <a:gs pos="100000">
                          <a:srgbClr val="006666"/>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B</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C</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Ne</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002F2F"/>
                        </a:gs>
                        <a:gs pos="100000">
                          <a:srgbClr val="006666"/>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extLst>
                  <a:ext uri="{0D108BD9-81ED-4DB2-BD59-A6C34878D82A}">
                    <a16:rowId xmlns:a16="http://schemas.microsoft.com/office/drawing/2014/main" val="3224870804"/>
                  </a:ext>
                </a:extLst>
              </a:tr>
              <a:tr h="914389">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13   </a:t>
                      </a:r>
                      <a:r>
                        <a:rPr kumimoji="0" lang="zh-CN" altLang="en-US"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铝</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14   </a:t>
                      </a:r>
                      <a:r>
                        <a:rPr kumimoji="0" lang="zh-CN" altLang="en-US"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硅</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18   </a:t>
                      </a:r>
                      <a:r>
                        <a:rPr kumimoji="0" lang="zh-CN" altLang="en-US"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氩</a:t>
                      </a:r>
                    </a:p>
                  </a:txBody>
                  <a:tcPr marT="45715" marB="45715"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002F2F"/>
                        </a:gs>
                        <a:gs pos="100000">
                          <a:srgbClr val="006666"/>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Al</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Si</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Ar</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002F2F"/>
                        </a:gs>
                        <a:gs pos="100000">
                          <a:srgbClr val="006666"/>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extLst>
                  <a:ext uri="{0D108BD9-81ED-4DB2-BD59-A6C34878D82A}">
                    <a16:rowId xmlns:a16="http://schemas.microsoft.com/office/drawing/2014/main" val="149688758"/>
                  </a:ext>
                </a:extLst>
              </a:tr>
              <a:tr h="688889">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19   </a:t>
                      </a:r>
                      <a:r>
                        <a:rPr kumimoji="0" lang="zh-CN" altLang="en-US"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钾</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20   </a:t>
                      </a:r>
                      <a:r>
                        <a:rPr kumimoji="0" lang="zh-CN" altLang="en-US"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钙</a:t>
                      </a:r>
                    </a:p>
                  </a:txBody>
                  <a:tcPr marT="45715" marB="45715"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002F2F"/>
                        </a:gs>
                        <a:gs pos="100000">
                          <a:srgbClr val="006666"/>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K</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Ca</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002F2F"/>
                        </a:gs>
                        <a:gs pos="100000">
                          <a:srgbClr val="006666"/>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45715" marB="45715"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extLst>
                  <a:ext uri="{0D108BD9-81ED-4DB2-BD59-A6C34878D82A}">
                    <a16:rowId xmlns:a16="http://schemas.microsoft.com/office/drawing/2014/main" val="2017110464"/>
                  </a:ext>
                </a:extLst>
              </a:tr>
              <a:tr h="409523">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21   </a:t>
                      </a:r>
                      <a:r>
                        <a:rPr kumimoji="0" lang="zh-CN" altLang="en-US"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钪</a:t>
                      </a:r>
                    </a:p>
                  </a:txBody>
                  <a:tcPr marT="45715" marB="45715"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gradFill rotWithShape="0">
                      <a:gsLst>
                        <a:gs pos="0">
                          <a:srgbClr val="002F2F"/>
                        </a:gs>
                        <a:gs pos="100000">
                          <a:srgbClr val="006666"/>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Sc</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gradFill rotWithShape="0">
                      <a:gsLst>
                        <a:gs pos="0">
                          <a:srgbClr val="002F2F"/>
                        </a:gs>
                        <a:gs pos="100000">
                          <a:srgbClr val="006666"/>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tc>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45715" marB="45715"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gradFill rotWithShape="0">
                      <a:gsLst>
                        <a:gs pos="0">
                          <a:schemeClr val="accent1"/>
                        </a:gs>
                        <a:gs pos="100000">
                          <a:srgbClr val="005E47"/>
                        </a:gs>
                      </a:gsLst>
                      <a:lin ang="2700000" scaled="1"/>
                    </a:gradFill>
                  </a:tcPr>
                </a:tc>
                <a:extLst>
                  <a:ext uri="{0D108BD9-81ED-4DB2-BD59-A6C34878D82A}">
                    <a16:rowId xmlns:a16="http://schemas.microsoft.com/office/drawing/2014/main" val="3433436268"/>
                  </a:ext>
                </a:extLst>
              </a:tr>
            </a:tbl>
          </a:graphicData>
        </a:graphic>
      </p:graphicFrame>
      <p:sp>
        <p:nvSpPr>
          <p:cNvPr id="46206" name="AutoShape 126">
            <a:extLst>
              <a:ext uri="{FF2B5EF4-FFF2-40B4-BE49-F238E27FC236}">
                <a16:creationId xmlns:a16="http://schemas.microsoft.com/office/drawing/2014/main" id="{CADEF696-2D6E-4938-B714-2DB132B7B08A}"/>
              </a:ext>
            </a:extLst>
          </p:cNvPr>
          <p:cNvSpPr>
            <a:spLocks noChangeArrowheads="1"/>
          </p:cNvSpPr>
          <p:nvPr/>
        </p:nvSpPr>
        <p:spPr bwMode="auto">
          <a:xfrm>
            <a:off x="6421438" y="3861048"/>
            <a:ext cx="1374775" cy="1239837"/>
          </a:xfrm>
          <a:prstGeom prst="wedgeRoundRectCallout">
            <a:avLst>
              <a:gd name="adj1" fmla="val 40257"/>
              <a:gd name="adj2" fmla="val 87124"/>
              <a:gd name="adj3" fmla="val 16667"/>
            </a:avLst>
          </a:prstGeom>
          <a:solidFill>
            <a:srgbClr val="003366"/>
          </a:solidFill>
          <a:ln w="9525">
            <a:solidFill>
              <a:schemeClr val="hlink"/>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chemeClr val="bg1"/>
                </a:solidFill>
              </a:rPr>
              <a:t>4</a:t>
            </a:r>
            <a:r>
              <a:rPr lang="en-US" altLang="zh-CN" i="1" dirty="0">
                <a:solidFill>
                  <a:schemeClr val="bg1"/>
                </a:solidFill>
              </a:rPr>
              <a:t>s </a:t>
            </a:r>
            <a:r>
              <a:rPr lang="zh-CN" altLang="en-US" dirty="0">
                <a:solidFill>
                  <a:schemeClr val="bg1"/>
                </a:solidFill>
                <a:ea typeface="楷体_GB2312" pitchFamily="49" charset="-122"/>
              </a:rPr>
              <a:t>能级</a:t>
            </a:r>
          </a:p>
          <a:p>
            <a:pPr eaLnBrk="1" hangingPunct="1"/>
            <a:r>
              <a:rPr lang="zh-CN" altLang="en-US" dirty="0">
                <a:solidFill>
                  <a:schemeClr val="bg1"/>
                </a:solidFill>
                <a:ea typeface="楷体_GB2312" pitchFamily="49" charset="-122"/>
              </a:rPr>
              <a:t>低于</a:t>
            </a:r>
          </a:p>
          <a:p>
            <a:pPr eaLnBrk="1" hangingPunct="1"/>
            <a:r>
              <a:rPr lang="en-US" altLang="zh-CN" dirty="0">
                <a:solidFill>
                  <a:schemeClr val="bg1"/>
                </a:solidFill>
              </a:rPr>
              <a:t>3</a:t>
            </a:r>
            <a:r>
              <a:rPr lang="en-US" altLang="zh-CN" i="1" dirty="0">
                <a:solidFill>
                  <a:schemeClr val="bg1"/>
                </a:solidFill>
              </a:rPr>
              <a:t>d </a:t>
            </a:r>
            <a:r>
              <a:rPr lang="zh-CN" altLang="en-US" dirty="0">
                <a:solidFill>
                  <a:schemeClr val="bg1"/>
                </a:solidFill>
                <a:ea typeface="楷体_GB2312" pitchFamily="49" charset="-122"/>
              </a:rPr>
              <a:t>能级</a:t>
            </a:r>
          </a:p>
        </p:txBody>
      </p:sp>
      <p:sp>
        <p:nvSpPr>
          <p:cNvPr id="46207" name="Text Box 127">
            <a:extLst>
              <a:ext uri="{FF2B5EF4-FFF2-40B4-BE49-F238E27FC236}">
                <a16:creationId xmlns:a16="http://schemas.microsoft.com/office/drawing/2014/main" id="{B5D38190-F1FE-4B65-89B6-A7D6D8AF9897}"/>
              </a:ext>
            </a:extLst>
          </p:cNvPr>
          <p:cNvSpPr txBox="1">
            <a:spLocks noChangeArrowheads="1"/>
          </p:cNvSpPr>
          <p:nvPr/>
        </p:nvSpPr>
        <p:spPr bwMode="auto">
          <a:xfrm>
            <a:off x="5175250" y="2949575"/>
            <a:ext cx="2297113" cy="5191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i="1">
                <a:solidFill>
                  <a:srgbClr val="FFCC66"/>
                </a:solidFill>
              </a:rPr>
              <a:t>D </a:t>
            </a:r>
            <a:r>
              <a:rPr lang="en-US" altLang="zh-CN" sz="2800">
                <a:solidFill>
                  <a:srgbClr val="FFCC66"/>
                </a:solidFill>
              </a:rPr>
              <a:t>= </a:t>
            </a:r>
            <a:r>
              <a:rPr lang="en-US" altLang="zh-CN" sz="2800" i="1">
                <a:solidFill>
                  <a:srgbClr val="FFCC66"/>
                </a:solidFill>
              </a:rPr>
              <a:t>n </a:t>
            </a:r>
            <a:r>
              <a:rPr lang="en-US" altLang="zh-CN" sz="2800">
                <a:solidFill>
                  <a:srgbClr val="FFCC66"/>
                </a:solidFill>
              </a:rPr>
              <a:t>+ 0.7 </a:t>
            </a:r>
            <a:r>
              <a:rPr lang="en-US" altLang="zh-CN" sz="2800" i="1">
                <a:solidFill>
                  <a:srgbClr val="FFCC66"/>
                </a:solidFill>
              </a:rPr>
              <a:t>l</a:t>
            </a:r>
          </a:p>
        </p:txBody>
      </p:sp>
      <p:sp>
        <p:nvSpPr>
          <p:cNvPr id="43105" name="Text Box 128">
            <a:extLst>
              <a:ext uri="{FF2B5EF4-FFF2-40B4-BE49-F238E27FC236}">
                <a16:creationId xmlns:a16="http://schemas.microsoft.com/office/drawing/2014/main" id="{868E4891-0E36-47DF-8882-EB297D33B476}"/>
              </a:ext>
            </a:extLst>
          </p:cNvPr>
          <p:cNvSpPr txBox="1">
            <a:spLocks noChangeArrowheads="1"/>
          </p:cNvSpPr>
          <p:nvPr/>
        </p:nvSpPr>
        <p:spPr bwMode="auto">
          <a:xfrm>
            <a:off x="8001000" y="2874963"/>
            <a:ext cx="492125" cy="269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ea typeface="楷体_GB2312" pitchFamily="49" charset="-122"/>
              </a:rPr>
              <a:t>部分原子的电子排列</a:t>
            </a:r>
          </a:p>
        </p:txBody>
      </p:sp>
      <p:sp>
        <p:nvSpPr>
          <p:cNvPr id="10332" name="灯片编号占位符 1">
            <a:extLst>
              <a:ext uri="{FF2B5EF4-FFF2-40B4-BE49-F238E27FC236}">
                <a16:creationId xmlns:a16="http://schemas.microsoft.com/office/drawing/2014/main" id="{507E5718-FCFA-4D92-BA51-60B8194DCAFC}"/>
              </a:ext>
            </a:extLst>
          </p:cNvPr>
          <p:cNvSpPr txBox="1">
            <a:spLocks noChangeArrowheads="1"/>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C77A28E0-70DE-497C-9B58-371CDAE1EAEA}" type="slidenum">
              <a:rPr lang="en-US" altLang="zh-CN" b="0">
                <a:solidFill>
                  <a:srgbClr val="FF00FF"/>
                </a:solidFill>
              </a:rPr>
              <a:pPr eaLnBrk="1" hangingPunct="1"/>
              <a:t>15</a:t>
            </a:fld>
            <a:r>
              <a:rPr lang="en-US" altLang="zh-CN" b="0">
                <a:solidFill>
                  <a:srgbClr val="FF00FF"/>
                </a:solidFill>
              </a:rPr>
              <a:t>/22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6114"/>
                                        </p:tgtEl>
                                        <p:attrNameLst>
                                          <p:attrName>style.visibility</p:attrName>
                                        </p:attrNameLst>
                                      </p:cBhvr>
                                      <p:to>
                                        <p:strVal val="visible"/>
                                      </p:to>
                                    </p:set>
                                    <p:animEffect transition="in" filter="blinds(horizontal)">
                                      <p:cBhvr>
                                        <p:cTn id="7" dur="500"/>
                                        <p:tgtEl>
                                          <p:spTgt spid="461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113"/>
                                        </p:tgtEl>
                                        <p:attrNameLst>
                                          <p:attrName>style.visibility</p:attrName>
                                        </p:attrNameLst>
                                      </p:cBhvr>
                                      <p:to>
                                        <p:strVal val="visible"/>
                                      </p:to>
                                    </p:set>
                                    <p:animEffect transition="in" filter="wipe(left)">
                                      <p:cBhvr>
                                        <p:cTn id="12" dur="500"/>
                                        <p:tgtEl>
                                          <p:spTgt spid="461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46115"/>
                                        </p:tgtEl>
                                        <p:attrNameLst>
                                          <p:attrName>style.visibility</p:attrName>
                                        </p:attrNameLst>
                                      </p:cBhvr>
                                      <p:to>
                                        <p:strVal val="visible"/>
                                      </p:to>
                                    </p:set>
                                    <p:anim calcmode="lin" valueType="num">
                                      <p:cBhvr>
                                        <p:cTn id="17" dur="500" fill="hold"/>
                                        <p:tgtEl>
                                          <p:spTgt spid="46115"/>
                                        </p:tgtEl>
                                        <p:attrNameLst>
                                          <p:attrName>ppt_w</p:attrName>
                                        </p:attrNameLst>
                                      </p:cBhvr>
                                      <p:tavLst>
                                        <p:tav tm="0">
                                          <p:val>
                                            <p:fltVal val="0"/>
                                          </p:val>
                                        </p:tav>
                                        <p:tav tm="100000">
                                          <p:val>
                                            <p:strVal val="#ppt_w"/>
                                          </p:val>
                                        </p:tav>
                                      </p:tavLst>
                                    </p:anim>
                                    <p:anim calcmode="lin" valueType="num">
                                      <p:cBhvr>
                                        <p:cTn id="18" dur="500" fill="hold"/>
                                        <p:tgtEl>
                                          <p:spTgt spid="46115"/>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slide(fromLeft)">
                                      <p:cBhvr>
                                        <p:cTn id="23" dur="500"/>
                                        <p:tgtEl>
                                          <p:spTgt spid="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2"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slide(fromRight)">
                                      <p:cBhvr>
                                        <p:cTn id="28" dur="500"/>
                                        <p:tgtEl>
                                          <p:spTgt spid="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34823"/>
                                        </p:tgtEl>
                                        <p:attrNameLst>
                                          <p:attrName>style.visibility</p:attrName>
                                        </p:attrNameLst>
                                      </p:cBhvr>
                                      <p:to>
                                        <p:strVal val="visible"/>
                                      </p:to>
                                    </p:set>
                                    <p:animEffect transition="in" filter="dissolve">
                                      <p:cBhvr>
                                        <p:cTn id="33" dur="500"/>
                                        <p:tgtEl>
                                          <p:spTgt spid="34823"/>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43105"/>
                                        </p:tgtEl>
                                        <p:attrNameLst>
                                          <p:attrName>style.visibility</p:attrName>
                                        </p:attrNameLst>
                                      </p:cBhvr>
                                      <p:to>
                                        <p:strVal val="visible"/>
                                      </p:to>
                                    </p:set>
                                    <p:animEffect transition="in" filter="dissolve">
                                      <p:cBhvr>
                                        <p:cTn id="36" dur="500"/>
                                        <p:tgtEl>
                                          <p:spTgt spid="4310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46206"/>
                                        </p:tgtEl>
                                        <p:attrNameLst>
                                          <p:attrName>style.visibility</p:attrName>
                                        </p:attrNameLst>
                                      </p:cBhvr>
                                      <p:to>
                                        <p:strVal val="visible"/>
                                      </p:to>
                                    </p:set>
                                    <p:animEffect transition="in" filter="dissolve">
                                      <p:cBhvr>
                                        <p:cTn id="41" dur="500"/>
                                        <p:tgtEl>
                                          <p:spTgt spid="4620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3" presetClass="entr" presetSubtype="528" fill="hold" grpId="0" nodeType="clickEffect">
                                  <p:stCondLst>
                                    <p:cond delay="0"/>
                                  </p:stCondLst>
                                  <p:childTnLst>
                                    <p:set>
                                      <p:cBhvr>
                                        <p:cTn id="45" dur="1" fill="hold">
                                          <p:stCondLst>
                                            <p:cond delay="0"/>
                                          </p:stCondLst>
                                        </p:cTn>
                                        <p:tgtEl>
                                          <p:spTgt spid="46207"/>
                                        </p:tgtEl>
                                        <p:attrNameLst>
                                          <p:attrName>style.visibility</p:attrName>
                                        </p:attrNameLst>
                                      </p:cBhvr>
                                      <p:to>
                                        <p:strVal val="visible"/>
                                      </p:to>
                                    </p:set>
                                    <p:anim calcmode="lin" valueType="num">
                                      <p:cBhvr>
                                        <p:cTn id="46" dur="500" fill="hold"/>
                                        <p:tgtEl>
                                          <p:spTgt spid="46207"/>
                                        </p:tgtEl>
                                        <p:attrNameLst>
                                          <p:attrName>ppt_w</p:attrName>
                                        </p:attrNameLst>
                                      </p:cBhvr>
                                      <p:tavLst>
                                        <p:tav tm="0">
                                          <p:val>
                                            <p:fltVal val="0"/>
                                          </p:val>
                                        </p:tav>
                                        <p:tav tm="100000">
                                          <p:val>
                                            <p:strVal val="#ppt_w"/>
                                          </p:val>
                                        </p:tav>
                                      </p:tavLst>
                                    </p:anim>
                                    <p:anim calcmode="lin" valueType="num">
                                      <p:cBhvr>
                                        <p:cTn id="47" dur="500" fill="hold"/>
                                        <p:tgtEl>
                                          <p:spTgt spid="46207"/>
                                        </p:tgtEl>
                                        <p:attrNameLst>
                                          <p:attrName>ppt_h</p:attrName>
                                        </p:attrNameLst>
                                      </p:cBhvr>
                                      <p:tavLst>
                                        <p:tav tm="0">
                                          <p:val>
                                            <p:fltVal val="0"/>
                                          </p:val>
                                        </p:tav>
                                        <p:tav tm="100000">
                                          <p:val>
                                            <p:strVal val="#ppt_h"/>
                                          </p:val>
                                        </p:tav>
                                      </p:tavLst>
                                    </p:anim>
                                    <p:anim calcmode="lin" valueType="num">
                                      <p:cBhvr>
                                        <p:cTn id="48" dur="500" fill="hold"/>
                                        <p:tgtEl>
                                          <p:spTgt spid="46207"/>
                                        </p:tgtEl>
                                        <p:attrNameLst>
                                          <p:attrName>ppt_x</p:attrName>
                                        </p:attrNameLst>
                                      </p:cBhvr>
                                      <p:tavLst>
                                        <p:tav tm="0">
                                          <p:val>
                                            <p:fltVal val="0.5"/>
                                          </p:val>
                                        </p:tav>
                                        <p:tav tm="100000">
                                          <p:val>
                                            <p:strVal val="#ppt_x"/>
                                          </p:val>
                                        </p:tav>
                                      </p:tavLst>
                                    </p:anim>
                                    <p:anim calcmode="lin" valueType="num">
                                      <p:cBhvr>
                                        <p:cTn id="49" dur="500" fill="hold"/>
                                        <p:tgtEl>
                                          <p:spTgt spid="46207"/>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13" grpId="0"/>
      <p:bldP spid="46114" grpId="0"/>
      <p:bldP spid="46115" grpId="0" animBg="1"/>
      <p:bldP spid="46206" grpId="0" animBg="1"/>
      <p:bldP spid="46207" grpId="0" animBg="1"/>
      <p:bldP spid="4310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4">
            <a:extLst>
              <a:ext uri="{FF2B5EF4-FFF2-40B4-BE49-F238E27FC236}">
                <a16:creationId xmlns:a16="http://schemas.microsoft.com/office/drawing/2014/main" id="{B0892E97-1821-4BC0-A097-998EC19221A7}"/>
              </a:ext>
            </a:extLst>
          </p:cNvPr>
          <p:cNvSpPr>
            <a:spLocks noChangeArrowheads="1"/>
          </p:cNvSpPr>
          <p:nvPr/>
        </p:nvSpPr>
        <p:spPr bwMode="auto">
          <a:xfrm>
            <a:off x="306388" y="379413"/>
            <a:ext cx="5794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latin typeface="Arial" panose="020B0604020202020204" pitchFamily="34" charset="0"/>
              </a:rPr>
              <a:t>例 </a:t>
            </a:r>
          </a:p>
        </p:txBody>
      </p:sp>
      <p:sp>
        <p:nvSpPr>
          <p:cNvPr id="55301" name="Rectangle 5">
            <a:extLst>
              <a:ext uri="{FF2B5EF4-FFF2-40B4-BE49-F238E27FC236}">
                <a16:creationId xmlns:a16="http://schemas.microsoft.com/office/drawing/2014/main" id="{BF52A900-411E-4A8C-B8C3-1C5E07345B78}"/>
              </a:ext>
            </a:extLst>
          </p:cNvPr>
          <p:cNvSpPr>
            <a:spLocks noChangeArrowheads="1"/>
          </p:cNvSpPr>
          <p:nvPr/>
        </p:nvSpPr>
        <p:spPr bwMode="auto">
          <a:xfrm>
            <a:off x="284163" y="1722438"/>
            <a:ext cx="576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latin typeface="Arial" panose="020B0604020202020204" pitchFamily="34" charset="0"/>
              </a:rPr>
              <a:t>解 </a:t>
            </a:r>
          </a:p>
        </p:txBody>
      </p:sp>
      <p:sp>
        <p:nvSpPr>
          <p:cNvPr id="55302" name="Text Box 6">
            <a:extLst>
              <a:ext uri="{FF2B5EF4-FFF2-40B4-BE49-F238E27FC236}">
                <a16:creationId xmlns:a16="http://schemas.microsoft.com/office/drawing/2014/main" id="{34E1CC23-BFC0-44E9-8B9E-8C480DD37C32}"/>
              </a:ext>
            </a:extLst>
          </p:cNvPr>
          <p:cNvSpPr txBox="1">
            <a:spLocks noChangeArrowheads="1"/>
          </p:cNvSpPr>
          <p:nvPr/>
        </p:nvSpPr>
        <p:spPr bwMode="auto">
          <a:xfrm>
            <a:off x="755650" y="285750"/>
            <a:ext cx="8066088"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latin typeface="宋体" panose="02010600030101010101" pitchFamily="2" charset="-122"/>
              </a:rPr>
              <a:t>一维无限深势阱中有</a:t>
            </a:r>
            <a:r>
              <a:rPr lang="zh-CN" altLang="en-US">
                <a:solidFill>
                  <a:srgbClr val="00FFFF"/>
                </a:solidFill>
              </a:rPr>
              <a:t> </a:t>
            </a:r>
            <a:r>
              <a:rPr lang="en-US" altLang="zh-CN">
                <a:solidFill>
                  <a:srgbClr val="00FFFF"/>
                </a:solidFill>
              </a:rPr>
              <a:t>10</a:t>
            </a:r>
            <a:r>
              <a:rPr lang="en-US" altLang="zh-CN" i="1">
                <a:solidFill>
                  <a:schemeClr val="bg1"/>
                </a:solidFill>
              </a:rPr>
              <a:t> </a:t>
            </a:r>
            <a:r>
              <a:rPr lang="zh-CN" altLang="en-US">
                <a:solidFill>
                  <a:schemeClr val="bg1"/>
                </a:solidFill>
                <a:latin typeface="宋体" panose="02010600030101010101" pitchFamily="2" charset="-122"/>
              </a:rPr>
              <a:t>个电子，电子质量为</a:t>
            </a:r>
            <a:r>
              <a:rPr lang="zh-CN" altLang="en-US">
                <a:solidFill>
                  <a:schemeClr val="bg1"/>
                </a:solidFill>
              </a:rPr>
              <a:t> </a:t>
            </a:r>
            <a:r>
              <a:rPr lang="en-US" altLang="zh-CN" i="1">
                <a:solidFill>
                  <a:srgbClr val="00FFFF"/>
                </a:solidFill>
              </a:rPr>
              <a:t>m</a:t>
            </a:r>
            <a:r>
              <a:rPr lang="zh-CN" altLang="en-US">
                <a:solidFill>
                  <a:schemeClr val="bg1"/>
                </a:solidFill>
              </a:rPr>
              <a:t>，</a:t>
            </a:r>
            <a:r>
              <a:rPr lang="zh-CN" altLang="en-US">
                <a:solidFill>
                  <a:schemeClr val="bg1"/>
                </a:solidFill>
                <a:latin typeface="宋体" panose="02010600030101010101" pitchFamily="2" charset="-122"/>
              </a:rPr>
              <a:t>势阱宽度为</a:t>
            </a:r>
            <a:r>
              <a:rPr lang="zh-CN" altLang="en-US">
                <a:solidFill>
                  <a:schemeClr val="bg1"/>
                </a:solidFill>
              </a:rPr>
              <a:t> </a:t>
            </a:r>
            <a:r>
              <a:rPr lang="en-US" altLang="zh-CN" i="1">
                <a:solidFill>
                  <a:srgbClr val="00FFFF"/>
                </a:solidFill>
              </a:rPr>
              <a:t>l</a:t>
            </a:r>
            <a:r>
              <a:rPr lang="zh-CN" altLang="en-US">
                <a:solidFill>
                  <a:schemeClr val="bg1"/>
                </a:solidFill>
                <a:latin typeface="宋体" panose="02010600030101010101" pitchFamily="2" charset="-122"/>
              </a:rPr>
              <a:t>。忽略电子间的相互作用，</a:t>
            </a:r>
            <a:r>
              <a:rPr lang="zh-CN" altLang="en-US">
                <a:solidFill>
                  <a:srgbClr val="FFFF00"/>
                </a:solidFill>
                <a:latin typeface="宋体" panose="02010600030101010101" pitchFamily="2" charset="-122"/>
              </a:rPr>
              <a:t>求</a:t>
            </a:r>
            <a:r>
              <a:rPr lang="zh-CN" altLang="en-US">
                <a:solidFill>
                  <a:schemeClr val="bg1"/>
                </a:solidFill>
                <a:latin typeface="宋体" panose="02010600030101010101" pitchFamily="2" charset="-122"/>
              </a:rPr>
              <a:t>系统处于最低能量时，势阱中电子的最大能量。</a:t>
            </a:r>
          </a:p>
        </p:txBody>
      </p:sp>
      <p:sp>
        <p:nvSpPr>
          <p:cNvPr id="55308" name="Text Box 12">
            <a:extLst>
              <a:ext uri="{FF2B5EF4-FFF2-40B4-BE49-F238E27FC236}">
                <a16:creationId xmlns:a16="http://schemas.microsoft.com/office/drawing/2014/main" id="{8561CE56-F591-42BB-B82E-AB3109A9147B}"/>
              </a:ext>
            </a:extLst>
          </p:cNvPr>
          <p:cNvSpPr txBox="1">
            <a:spLocks noChangeArrowheads="1"/>
          </p:cNvSpPr>
          <p:nvPr/>
        </p:nvSpPr>
        <p:spPr bwMode="auto">
          <a:xfrm>
            <a:off x="714375" y="1681163"/>
            <a:ext cx="48863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latin typeface="宋体" panose="02010600030101010101" pitchFamily="2" charset="-122"/>
              </a:rPr>
              <a:t>电子无限深势阱中形成驻波，波长满足</a:t>
            </a:r>
          </a:p>
        </p:txBody>
      </p:sp>
      <p:graphicFrame>
        <p:nvGraphicFramePr>
          <p:cNvPr id="55309" name="Object 2">
            <a:extLst>
              <a:ext uri="{FF2B5EF4-FFF2-40B4-BE49-F238E27FC236}">
                <a16:creationId xmlns:a16="http://schemas.microsoft.com/office/drawing/2014/main" id="{91E28452-2518-4BA7-A4C7-FC020FC2A5C6}"/>
              </a:ext>
            </a:extLst>
          </p:cNvPr>
          <p:cNvGraphicFramePr>
            <a:graphicFrameLocks/>
          </p:cNvGraphicFramePr>
          <p:nvPr/>
        </p:nvGraphicFramePr>
        <p:xfrm>
          <a:off x="2000250" y="2214563"/>
          <a:ext cx="2419350" cy="661987"/>
        </p:xfrm>
        <a:graphic>
          <a:graphicData uri="http://schemas.openxmlformats.org/presentationml/2006/ole">
            <mc:AlternateContent xmlns:mc="http://schemas.openxmlformats.org/markup-compatibility/2006">
              <mc:Choice xmlns:v="urn:schemas-microsoft-com:vml" Requires="v">
                <p:oleObj spid="_x0000_s560427" r:id="rId3" imgW="2972013" imgH="769510" progId="Equation.3">
                  <p:embed/>
                </p:oleObj>
              </mc:Choice>
              <mc:Fallback>
                <p:oleObj r:id="rId3" imgW="2972013" imgH="769510" progId="Equation.3">
                  <p:embed/>
                  <p:pic>
                    <p:nvPicPr>
                      <p:cNvPr id="55309" name="Object 2">
                        <a:extLst>
                          <a:ext uri="{FF2B5EF4-FFF2-40B4-BE49-F238E27FC236}">
                            <a16:creationId xmlns:a16="http://schemas.microsoft.com/office/drawing/2014/main" id="{91E28452-2518-4BA7-A4C7-FC020FC2A5C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0250" y="2214563"/>
                        <a:ext cx="2419350"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5310" name="Object 3">
            <a:extLst>
              <a:ext uri="{FF2B5EF4-FFF2-40B4-BE49-F238E27FC236}">
                <a16:creationId xmlns:a16="http://schemas.microsoft.com/office/drawing/2014/main" id="{FA166FD3-567A-433D-BB48-5103B07EFB87}"/>
              </a:ext>
            </a:extLst>
          </p:cNvPr>
          <p:cNvGraphicFramePr>
            <a:graphicFrameLocks/>
          </p:cNvGraphicFramePr>
          <p:nvPr/>
        </p:nvGraphicFramePr>
        <p:xfrm>
          <a:off x="2425700" y="3000375"/>
          <a:ext cx="1503363" cy="661988"/>
        </p:xfrm>
        <a:graphic>
          <a:graphicData uri="http://schemas.openxmlformats.org/presentationml/2006/ole">
            <mc:AlternateContent xmlns:mc="http://schemas.openxmlformats.org/markup-compatibility/2006">
              <mc:Choice xmlns:v="urn:schemas-microsoft-com:vml" Requires="v">
                <p:oleObj spid="_x0000_s560428" r:id="rId5" imgW="1828800" imgH="769510" progId="Equation.3">
                  <p:embed/>
                </p:oleObj>
              </mc:Choice>
              <mc:Fallback>
                <p:oleObj r:id="rId5" imgW="1828800" imgH="769510" progId="Equation.3">
                  <p:embed/>
                  <p:pic>
                    <p:nvPicPr>
                      <p:cNvPr id="55310" name="Object 3">
                        <a:extLst>
                          <a:ext uri="{FF2B5EF4-FFF2-40B4-BE49-F238E27FC236}">
                            <a16:creationId xmlns:a16="http://schemas.microsoft.com/office/drawing/2014/main" id="{FA166FD3-567A-433D-BB48-5103B07EFB87}"/>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5700" y="3000375"/>
                        <a:ext cx="1503363"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5311" name="Object 4">
            <a:extLst>
              <a:ext uri="{FF2B5EF4-FFF2-40B4-BE49-F238E27FC236}">
                <a16:creationId xmlns:a16="http://schemas.microsoft.com/office/drawing/2014/main" id="{CC70C663-4F59-4689-BD01-22E37456617C}"/>
              </a:ext>
            </a:extLst>
          </p:cNvPr>
          <p:cNvGraphicFramePr>
            <a:graphicFrameLocks/>
          </p:cNvGraphicFramePr>
          <p:nvPr/>
        </p:nvGraphicFramePr>
        <p:xfrm>
          <a:off x="3287713" y="3805238"/>
          <a:ext cx="2051050" cy="692150"/>
        </p:xfrm>
        <a:graphic>
          <a:graphicData uri="http://schemas.openxmlformats.org/presentationml/2006/ole">
            <mc:AlternateContent xmlns:mc="http://schemas.openxmlformats.org/markup-compatibility/2006">
              <mc:Choice xmlns:v="urn:schemas-microsoft-com:vml" Requires="v">
                <p:oleObj spid="_x0000_s560429" r:id="rId7" imgW="2514813" imgH="807689" progId="Equation.3">
                  <p:embed/>
                </p:oleObj>
              </mc:Choice>
              <mc:Fallback>
                <p:oleObj r:id="rId7" imgW="2514813" imgH="807689" progId="Equation.3">
                  <p:embed/>
                  <p:pic>
                    <p:nvPicPr>
                      <p:cNvPr id="55311" name="Object 4">
                        <a:extLst>
                          <a:ext uri="{FF2B5EF4-FFF2-40B4-BE49-F238E27FC236}">
                            <a16:creationId xmlns:a16="http://schemas.microsoft.com/office/drawing/2014/main" id="{CC70C663-4F59-4689-BD01-22E37456617C}"/>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87713" y="3805238"/>
                        <a:ext cx="205105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5312" name="Object 5">
            <a:extLst>
              <a:ext uri="{FF2B5EF4-FFF2-40B4-BE49-F238E27FC236}">
                <a16:creationId xmlns:a16="http://schemas.microsoft.com/office/drawing/2014/main" id="{5A79F313-7C33-4A45-8B99-2F07CA67F2D9}"/>
              </a:ext>
            </a:extLst>
          </p:cNvPr>
          <p:cNvGraphicFramePr>
            <a:graphicFrameLocks/>
          </p:cNvGraphicFramePr>
          <p:nvPr/>
        </p:nvGraphicFramePr>
        <p:xfrm>
          <a:off x="3979863" y="5429250"/>
          <a:ext cx="2163762" cy="692150"/>
        </p:xfrm>
        <a:graphic>
          <a:graphicData uri="http://schemas.openxmlformats.org/presentationml/2006/ole">
            <mc:AlternateContent xmlns:mc="http://schemas.openxmlformats.org/markup-compatibility/2006">
              <mc:Choice xmlns:v="urn:schemas-microsoft-com:vml" Requires="v">
                <p:oleObj spid="_x0000_s560430" r:id="rId9" imgW="2651760" imgH="807689" progId="Equation.3">
                  <p:embed/>
                </p:oleObj>
              </mc:Choice>
              <mc:Fallback>
                <p:oleObj r:id="rId9" imgW="2651760" imgH="807689" progId="Equation.3">
                  <p:embed/>
                  <p:pic>
                    <p:nvPicPr>
                      <p:cNvPr id="55312" name="Object 5">
                        <a:extLst>
                          <a:ext uri="{FF2B5EF4-FFF2-40B4-BE49-F238E27FC236}">
                            <a16:creationId xmlns:a16="http://schemas.microsoft.com/office/drawing/2014/main" id="{5A79F313-7C33-4A45-8B99-2F07CA67F2D9}"/>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79863" y="5429250"/>
                        <a:ext cx="2163762"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20">
            <a:extLst>
              <a:ext uri="{FF2B5EF4-FFF2-40B4-BE49-F238E27FC236}">
                <a16:creationId xmlns:a16="http://schemas.microsoft.com/office/drawing/2014/main" id="{FCC85B76-59C4-418C-8932-FA360CDE3BC4}"/>
              </a:ext>
            </a:extLst>
          </p:cNvPr>
          <p:cNvGrpSpPr>
            <a:grpSpLocks/>
          </p:cNvGrpSpPr>
          <p:nvPr/>
        </p:nvGrpSpPr>
        <p:grpSpPr bwMode="auto">
          <a:xfrm>
            <a:off x="6575425" y="2133600"/>
            <a:ext cx="1417638" cy="3198813"/>
            <a:chOff x="4142" y="1577"/>
            <a:chExt cx="893" cy="1782"/>
          </a:xfrm>
        </p:grpSpPr>
        <p:sp>
          <p:nvSpPr>
            <p:cNvPr id="11322" name="Line 17">
              <a:extLst>
                <a:ext uri="{FF2B5EF4-FFF2-40B4-BE49-F238E27FC236}">
                  <a16:creationId xmlns:a16="http://schemas.microsoft.com/office/drawing/2014/main" id="{2895C0B7-C8E1-46AA-8B53-A63ECDB52879}"/>
                </a:ext>
              </a:extLst>
            </p:cNvPr>
            <p:cNvSpPr>
              <a:spLocks noChangeShapeType="1"/>
            </p:cNvSpPr>
            <p:nvPr/>
          </p:nvSpPr>
          <p:spPr bwMode="auto">
            <a:xfrm>
              <a:off x="4142" y="1577"/>
              <a:ext cx="0" cy="1756"/>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23" name="Line 18">
              <a:extLst>
                <a:ext uri="{FF2B5EF4-FFF2-40B4-BE49-F238E27FC236}">
                  <a16:creationId xmlns:a16="http://schemas.microsoft.com/office/drawing/2014/main" id="{D24A74CE-EC1F-4C4D-87B6-5065212158B9}"/>
                </a:ext>
              </a:extLst>
            </p:cNvPr>
            <p:cNvSpPr>
              <a:spLocks noChangeShapeType="1"/>
            </p:cNvSpPr>
            <p:nvPr/>
          </p:nvSpPr>
          <p:spPr bwMode="auto">
            <a:xfrm>
              <a:off x="5035" y="1603"/>
              <a:ext cx="0" cy="1756"/>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24" name="Line 19">
              <a:extLst>
                <a:ext uri="{FF2B5EF4-FFF2-40B4-BE49-F238E27FC236}">
                  <a16:creationId xmlns:a16="http://schemas.microsoft.com/office/drawing/2014/main" id="{AD432F74-27F5-48E9-B483-CD87E024F61A}"/>
                </a:ext>
              </a:extLst>
            </p:cNvPr>
            <p:cNvSpPr>
              <a:spLocks noChangeShapeType="1"/>
            </p:cNvSpPr>
            <p:nvPr/>
          </p:nvSpPr>
          <p:spPr bwMode="auto">
            <a:xfrm>
              <a:off x="4142" y="3333"/>
              <a:ext cx="891" cy="13"/>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317" name="Line 21">
            <a:extLst>
              <a:ext uri="{FF2B5EF4-FFF2-40B4-BE49-F238E27FC236}">
                <a16:creationId xmlns:a16="http://schemas.microsoft.com/office/drawing/2014/main" id="{D35E97F1-1747-463E-8FEB-BDFB38A7EB85}"/>
              </a:ext>
            </a:extLst>
          </p:cNvPr>
          <p:cNvSpPr>
            <a:spLocks noChangeShapeType="1"/>
          </p:cNvSpPr>
          <p:nvPr/>
        </p:nvSpPr>
        <p:spPr bwMode="auto">
          <a:xfrm>
            <a:off x="6575425" y="5116513"/>
            <a:ext cx="1414463"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9" name="Line 23">
            <a:extLst>
              <a:ext uri="{FF2B5EF4-FFF2-40B4-BE49-F238E27FC236}">
                <a16:creationId xmlns:a16="http://schemas.microsoft.com/office/drawing/2014/main" id="{39DB455A-F77C-48F8-BF00-B28A3FF71D2D}"/>
              </a:ext>
            </a:extLst>
          </p:cNvPr>
          <p:cNvSpPr>
            <a:spLocks noChangeShapeType="1"/>
          </p:cNvSpPr>
          <p:nvPr/>
        </p:nvSpPr>
        <p:spPr bwMode="auto">
          <a:xfrm>
            <a:off x="6569075" y="4710113"/>
            <a:ext cx="1420813"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0" name="Line 24">
            <a:extLst>
              <a:ext uri="{FF2B5EF4-FFF2-40B4-BE49-F238E27FC236}">
                <a16:creationId xmlns:a16="http://schemas.microsoft.com/office/drawing/2014/main" id="{B3ED3E30-7FE5-48F1-909C-A793B780587E}"/>
              </a:ext>
            </a:extLst>
          </p:cNvPr>
          <p:cNvSpPr>
            <a:spLocks noChangeShapeType="1"/>
          </p:cNvSpPr>
          <p:nvPr/>
        </p:nvSpPr>
        <p:spPr bwMode="auto">
          <a:xfrm>
            <a:off x="6565900" y="4110038"/>
            <a:ext cx="1439863"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1" name="Line 25">
            <a:extLst>
              <a:ext uri="{FF2B5EF4-FFF2-40B4-BE49-F238E27FC236}">
                <a16:creationId xmlns:a16="http://schemas.microsoft.com/office/drawing/2014/main" id="{0887003D-E9E4-4E23-823F-2CBE53843259}"/>
              </a:ext>
            </a:extLst>
          </p:cNvPr>
          <p:cNvSpPr>
            <a:spLocks noChangeShapeType="1"/>
          </p:cNvSpPr>
          <p:nvPr/>
        </p:nvSpPr>
        <p:spPr bwMode="auto">
          <a:xfrm>
            <a:off x="6584950" y="3287713"/>
            <a:ext cx="1420813"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2" name="Line 26">
            <a:extLst>
              <a:ext uri="{FF2B5EF4-FFF2-40B4-BE49-F238E27FC236}">
                <a16:creationId xmlns:a16="http://schemas.microsoft.com/office/drawing/2014/main" id="{708ECA79-A376-4498-912B-3AE984A3E423}"/>
              </a:ext>
            </a:extLst>
          </p:cNvPr>
          <p:cNvSpPr>
            <a:spLocks noChangeShapeType="1"/>
          </p:cNvSpPr>
          <p:nvPr/>
        </p:nvSpPr>
        <p:spPr bwMode="auto">
          <a:xfrm>
            <a:off x="6567488" y="2390775"/>
            <a:ext cx="1420812"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3" name="Text Box 27">
            <a:extLst>
              <a:ext uri="{FF2B5EF4-FFF2-40B4-BE49-F238E27FC236}">
                <a16:creationId xmlns:a16="http://schemas.microsoft.com/office/drawing/2014/main" id="{99ACB10C-0190-4C16-802B-018AE9CB6200}"/>
              </a:ext>
            </a:extLst>
          </p:cNvPr>
          <p:cNvSpPr txBox="1">
            <a:spLocks noChangeArrowheads="1"/>
          </p:cNvSpPr>
          <p:nvPr/>
        </p:nvSpPr>
        <p:spPr bwMode="auto">
          <a:xfrm>
            <a:off x="822325" y="3079750"/>
            <a:ext cx="192881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latin typeface="宋体" panose="02010600030101010101" pitchFamily="2" charset="-122"/>
              </a:rPr>
              <a:t>电子动量</a:t>
            </a:r>
          </a:p>
        </p:txBody>
      </p:sp>
      <p:sp>
        <p:nvSpPr>
          <p:cNvPr id="55325" name="Rectangle 29">
            <a:extLst>
              <a:ext uri="{FF2B5EF4-FFF2-40B4-BE49-F238E27FC236}">
                <a16:creationId xmlns:a16="http://schemas.microsoft.com/office/drawing/2014/main" id="{73409ED7-1040-4EC9-9D94-3EEDC701A272}"/>
              </a:ext>
            </a:extLst>
          </p:cNvPr>
          <p:cNvSpPr>
            <a:spLocks noChangeArrowheads="1"/>
          </p:cNvSpPr>
          <p:nvPr/>
        </p:nvSpPr>
        <p:spPr bwMode="auto">
          <a:xfrm>
            <a:off x="828675" y="3929063"/>
            <a:ext cx="23510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势阱中电子能量</a:t>
            </a:r>
          </a:p>
        </p:txBody>
      </p:sp>
      <p:sp>
        <p:nvSpPr>
          <p:cNvPr id="55326" name="Rectangle 30">
            <a:extLst>
              <a:ext uri="{FF2B5EF4-FFF2-40B4-BE49-F238E27FC236}">
                <a16:creationId xmlns:a16="http://schemas.microsoft.com/office/drawing/2014/main" id="{F15CA303-4CB0-49E3-92F5-6A69407758F7}"/>
              </a:ext>
            </a:extLst>
          </p:cNvPr>
          <p:cNvSpPr>
            <a:spLocks noChangeArrowheads="1"/>
          </p:cNvSpPr>
          <p:nvPr/>
        </p:nvSpPr>
        <p:spPr bwMode="auto">
          <a:xfrm>
            <a:off x="798513" y="4786313"/>
            <a:ext cx="56308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势阱中电子排布如图，满足不相容原理</a:t>
            </a:r>
          </a:p>
        </p:txBody>
      </p:sp>
      <p:sp>
        <p:nvSpPr>
          <p:cNvPr id="55327" name="Rectangle 31">
            <a:extLst>
              <a:ext uri="{FF2B5EF4-FFF2-40B4-BE49-F238E27FC236}">
                <a16:creationId xmlns:a16="http://schemas.microsoft.com/office/drawing/2014/main" id="{53381FAE-35AE-4398-9D35-F65BEE4D0A1B}"/>
              </a:ext>
            </a:extLst>
          </p:cNvPr>
          <p:cNvSpPr>
            <a:spLocks noChangeArrowheads="1"/>
          </p:cNvSpPr>
          <p:nvPr/>
        </p:nvSpPr>
        <p:spPr bwMode="auto">
          <a:xfrm>
            <a:off x="785813" y="5538788"/>
            <a:ext cx="3394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势阱中电子最大能量</a:t>
            </a:r>
          </a:p>
        </p:txBody>
      </p:sp>
      <p:grpSp>
        <p:nvGrpSpPr>
          <p:cNvPr id="3" name="Group 34">
            <a:extLst>
              <a:ext uri="{FF2B5EF4-FFF2-40B4-BE49-F238E27FC236}">
                <a16:creationId xmlns:a16="http://schemas.microsoft.com/office/drawing/2014/main" id="{C4BDD07C-A2D3-4D1B-A407-7B6571C4CF73}"/>
              </a:ext>
            </a:extLst>
          </p:cNvPr>
          <p:cNvGrpSpPr>
            <a:grpSpLocks/>
          </p:cNvGrpSpPr>
          <p:nvPr/>
        </p:nvGrpSpPr>
        <p:grpSpPr bwMode="auto">
          <a:xfrm>
            <a:off x="7427913" y="4946650"/>
            <a:ext cx="369887" cy="282575"/>
            <a:chOff x="4567" y="3648"/>
            <a:chExt cx="233" cy="178"/>
          </a:xfrm>
        </p:grpSpPr>
        <p:sp>
          <p:nvSpPr>
            <p:cNvPr id="11320" name="Oval 32">
              <a:extLst>
                <a:ext uri="{FF2B5EF4-FFF2-40B4-BE49-F238E27FC236}">
                  <a16:creationId xmlns:a16="http://schemas.microsoft.com/office/drawing/2014/main" id="{C6FE2EF2-F2E8-42A0-99BB-93B042F97CEF}"/>
                </a:ext>
              </a:extLst>
            </p:cNvPr>
            <p:cNvSpPr>
              <a:spLocks noChangeAspect="1" noChangeArrowheads="1"/>
            </p:cNvSpPr>
            <p:nvPr/>
          </p:nvSpPr>
          <p:spPr bwMode="auto">
            <a:xfrm>
              <a:off x="4608" y="3717"/>
              <a:ext cx="86" cy="8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sp>
          <p:nvSpPr>
            <p:cNvPr id="11321" name="Line 33">
              <a:extLst>
                <a:ext uri="{FF2B5EF4-FFF2-40B4-BE49-F238E27FC236}">
                  <a16:creationId xmlns:a16="http://schemas.microsoft.com/office/drawing/2014/main" id="{A3B42952-9A7A-4306-B45D-8EA827EA0DF5}"/>
                </a:ext>
              </a:extLst>
            </p:cNvPr>
            <p:cNvSpPr>
              <a:spLocks noChangeShapeType="1"/>
            </p:cNvSpPr>
            <p:nvPr/>
          </p:nvSpPr>
          <p:spPr bwMode="auto">
            <a:xfrm flipV="1">
              <a:off x="4567" y="3648"/>
              <a:ext cx="233" cy="178"/>
            </a:xfrm>
            <a:prstGeom prst="line">
              <a:avLst/>
            </a:prstGeom>
            <a:noFill/>
            <a:ln w="19050">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35">
            <a:extLst>
              <a:ext uri="{FF2B5EF4-FFF2-40B4-BE49-F238E27FC236}">
                <a16:creationId xmlns:a16="http://schemas.microsoft.com/office/drawing/2014/main" id="{742DC028-9D1F-450E-9D18-4EDCCF8DD3AA}"/>
              </a:ext>
            </a:extLst>
          </p:cNvPr>
          <p:cNvGrpSpPr>
            <a:grpSpLocks/>
          </p:cNvGrpSpPr>
          <p:nvPr/>
        </p:nvGrpSpPr>
        <p:grpSpPr bwMode="auto">
          <a:xfrm>
            <a:off x="7404100" y="4552950"/>
            <a:ext cx="369888" cy="282575"/>
            <a:chOff x="4567" y="3648"/>
            <a:chExt cx="233" cy="178"/>
          </a:xfrm>
        </p:grpSpPr>
        <p:sp>
          <p:nvSpPr>
            <p:cNvPr id="11318" name="Oval 36">
              <a:extLst>
                <a:ext uri="{FF2B5EF4-FFF2-40B4-BE49-F238E27FC236}">
                  <a16:creationId xmlns:a16="http://schemas.microsoft.com/office/drawing/2014/main" id="{D36D14ED-55DA-4F9A-8324-4BD401044814}"/>
                </a:ext>
              </a:extLst>
            </p:cNvPr>
            <p:cNvSpPr>
              <a:spLocks noChangeAspect="1" noChangeArrowheads="1"/>
            </p:cNvSpPr>
            <p:nvPr/>
          </p:nvSpPr>
          <p:spPr bwMode="auto">
            <a:xfrm>
              <a:off x="4608" y="3717"/>
              <a:ext cx="86" cy="8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sp>
          <p:nvSpPr>
            <p:cNvPr id="11319" name="Line 37">
              <a:extLst>
                <a:ext uri="{FF2B5EF4-FFF2-40B4-BE49-F238E27FC236}">
                  <a16:creationId xmlns:a16="http://schemas.microsoft.com/office/drawing/2014/main" id="{162DF365-BDD2-4384-9DF1-B22B05DFE575}"/>
                </a:ext>
              </a:extLst>
            </p:cNvPr>
            <p:cNvSpPr>
              <a:spLocks noChangeShapeType="1"/>
            </p:cNvSpPr>
            <p:nvPr/>
          </p:nvSpPr>
          <p:spPr bwMode="auto">
            <a:xfrm flipV="1">
              <a:off x="4567" y="3648"/>
              <a:ext cx="233" cy="178"/>
            </a:xfrm>
            <a:prstGeom prst="line">
              <a:avLst/>
            </a:prstGeom>
            <a:noFill/>
            <a:ln w="19050">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38">
            <a:extLst>
              <a:ext uri="{FF2B5EF4-FFF2-40B4-BE49-F238E27FC236}">
                <a16:creationId xmlns:a16="http://schemas.microsoft.com/office/drawing/2014/main" id="{50914356-CDC3-49A5-9A48-11F2ECB2E2AC}"/>
              </a:ext>
            </a:extLst>
          </p:cNvPr>
          <p:cNvGrpSpPr>
            <a:grpSpLocks/>
          </p:cNvGrpSpPr>
          <p:nvPr/>
        </p:nvGrpSpPr>
        <p:grpSpPr bwMode="auto">
          <a:xfrm>
            <a:off x="7448550" y="3943350"/>
            <a:ext cx="369888" cy="282575"/>
            <a:chOff x="4567" y="3648"/>
            <a:chExt cx="233" cy="178"/>
          </a:xfrm>
        </p:grpSpPr>
        <p:sp>
          <p:nvSpPr>
            <p:cNvPr id="11316" name="Oval 39">
              <a:extLst>
                <a:ext uri="{FF2B5EF4-FFF2-40B4-BE49-F238E27FC236}">
                  <a16:creationId xmlns:a16="http://schemas.microsoft.com/office/drawing/2014/main" id="{9332E230-EC9F-4A38-B2D4-5D51F63F8267}"/>
                </a:ext>
              </a:extLst>
            </p:cNvPr>
            <p:cNvSpPr>
              <a:spLocks noChangeAspect="1" noChangeArrowheads="1"/>
            </p:cNvSpPr>
            <p:nvPr/>
          </p:nvSpPr>
          <p:spPr bwMode="auto">
            <a:xfrm>
              <a:off x="4608" y="3717"/>
              <a:ext cx="86" cy="8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sp>
          <p:nvSpPr>
            <p:cNvPr id="11317" name="Line 40">
              <a:extLst>
                <a:ext uri="{FF2B5EF4-FFF2-40B4-BE49-F238E27FC236}">
                  <a16:creationId xmlns:a16="http://schemas.microsoft.com/office/drawing/2014/main" id="{0E7BEEE8-7BAA-439F-B32A-CBC32F48A86E}"/>
                </a:ext>
              </a:extLst>
            </p:cNvPr>
            <p:cNvSpPr>
              <a:spLocks noChangeShapeType="1"/>
            </p:cNvSpPr>
            <p:nvPr/>
          </p:nvSpPr>
          <p:spPr bwMode="auto">
            <a:xfrm flipV="1">
              <a:off x="4567" y="3648"/>
              <a:ext cx="233" cy="178"/>
            </a:xfrm>
            <a:prstGeom prst="line">
              <a:avLst/>
            </a:prstGeom>
            <a:noFill/>
            <a:ln w="19050">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41">
            <a:extLst>
              <a:ext uri="{FF2B5EF4-FFF2-40B4-BE49-F238E27FC236}">
                <a16:creationId xmlns:a16="http://schemas.microsoft.com/office/drawing/2014/main" id="{13DA32A2-FAE3-4A59-9533-B3B9C9B577FA}"/>
              </a:ext>
            </a:extLst>
          </p:cNvPr>
          <p:cNvGrpSpPr>
            <a:grpSpLocks/>
          </p:cNvGrpSpPr>
          <p:nvPr/>
        </p:nvGrpSpPr>
        <p:grpSpPr bwMode="auto">
          <a:xfrm>
            <a:off x="7469188" y="3121025"/>
            <a:ext cx="369887" cy="282575"/>
            <a:chOff x="4567" y="3648"/>
            <a:chExt cx="233" cy="178"/>
          </a:xfrm>
        </p:grpSpPr>
        <p:sp>
          <p:nvSpPr>
            <p:cNvPr id="11314" name="Oval 42">
              <a:extLst>
                <a:ext uri="{FF2B5EF4-FFF2-40B4-BE49-F238E27FC236}">
                  <a16:creationId xmlns:a16="http://schemas.microsoft.com/office/drawing/2014/main" id="{53C91922-5946-4895-AF44-7A785E96771E}"/>
                </a:ext>
              </a:extLst>
            </p:cNvPr>
            <p:cNvSpPr>
              <a:spLocks noChangeAspect="1" noChangeArrowheads="1"/>
            </p:cNvSpPr>
            <p:nvPr/>
          </p:nvSpPr>
          <p:spPr bwMode="auto">
            <a:xfrm>
              <a:off x="4608" y="3717"/>
              <a:ext cx="86" cy="8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sp>
          <p:nvSpPr>
            <p:cNvPr id="11315" name="Line 43">
              <a:extLst>
                <a:ext uri="{FF2B5EF4-FFF2-40B4-BE49-F238E27FC236}">
                  <a16:creationId xmlns:a16="http://schemas.microsoft.com/office/drawing/2014/main" id="{70AA8CFA-7065-4FB2-9B7E-C4B61E8DAC11}"/>
                </a:ext>
              </a:extLst>
            </p:cNvPr>
            <p:cNvSpPr>
              <a:spLocks noChangeShapeType="1"/>
            </p:cNvSpPr>
            <p:nvPr/>
          </p:nvSpPr>
          <p:spPr bwMode="auto">
            <a:xfrm flipV="1">
              <a:off x="4567" y="3648"/>
              <a:ext cx="233" cy="178"/>
            </a:xfrm>
            <a:prstGeom prst="line">
              <a:avLst/>
            </a:prstGeom>
            <a:noFill/>
            <a:ln w="19050">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 name="Group 44">
            <a:extLst>
              <a:ext uri="{FF2B5EF4-FFF2-40B4-BE49-F238E27FC236}">
                <a16:creationId xmlns:a16="http://schemas.microsoft.com/office/drawing/2014/main" id="{4650B958-6AD7-440F-93C4-42F6E0DC38CC}"/>
              </a:ext>
            </a:extLst>
          </p:cNvPr>
          <p:cNvGrpSpPr>
            <a:grpSpLocks/>
          </p:cNvGrpSpPr>
          <p:nvPr/>
        </p:nvGrpSpPr>
        <p:grpSpPr bwMode="auto">
          <a:xfrm>
            <a:off x="7426325" y="2200275"/>
            <a:ext cx="369888" cy="282575"/>
            <a:chOff x="4567" y="3648"/>
            <a:chExt cx="233" cy="178"/>
          </a:xfrm>
        </p:grpSpPr>
        <p:sp>
          <p:nvSpPr>
            <p:cNvPr id="11312" name="Oval 45">
              <a:extLst>
                <a:ext uri="{FF2B5EF4-FFF2-40B4-BE49-F238E27FC236}">
                  <a16:creationId xmlns:a16="http://schemas.microsoft.com/office/drawing/2014/main" id="{EF2F1BB5-EC27-43BE-98E7-CA8336F5D8E9}"/>
                </a:ext>
              </a:extLst>
            </p:cNvPr>
            <p:cNvSpPr>
              <a:spLocks noChangeAspect="1" noChangeArrowheads="1"/>
            </p:cNvSpPr>
            <p:nvPr/>
          </p:nvSpPr>
          <p:spPr bwMode="auto">
            <a:xfrm>
              <a:off x="4608" y="3717"/>
              <a:ext cx="86" cy="8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sp>
          <p:nvSpPr>
            <p:cNvPr id="11313" name="Line 46">
              <a:extLst>
                <a:ext uri="{FF2B5EF4-FFF2-40B4-BE49-F238E27FC236}">
                  <a16:creationId xmlns:a16="http://schemas.microsoft.com/office/drawing/2014/main" id="{CCADE8EA-6E60-4643-88F0-A86E560BF407}"/>
                </a:ext>
              </a:extLst>
            </p:cNvPr>
            <p:cNvSpPr>
              <a:spLocks noChangeShapeType="1"/>
            </p:cNvSpPr>
            <p:nvPr/>
          </p:nvSpPr>
          <p:spPr bwMode="auto">
            <a:xfrm flipV="1">
              <a:off x="4567" y="3648"/>
              <a:ext cx="233" cy="178"/>
            </a:xfrm>
            <a:prstGeom prst="line">
              <a:avLst/>
            </a:prstGeom>
            <a:noFill/>
            <a:ln w="19050">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50">
            <a:extLst>
              <a:ext uri="{FF2B5EF4-FFF2-40B4-BE49-F238E27FC236}">
                <a16:creationId xmlns:a16="http://schemas.microsoft.com/office/drawing/2014/main" id="{89C069BA-1DD0-4819-B7C8-8EACBDB44C1E}"/>
              </a:ext>
            </a:extLst>
          </p:cNvPr>
          <p:cNvGrpSpPr>
            <a:grpSpLocks/>
          </p:cNvGrpSpPr>
          <p:nvPr/>
        </p:nvGrpSpPr>
        <p:grpSpPr bwMode="auto">
          <a:xfrm>
            <a:off x="6692900" y="4989513"/>
            <a:ext cx="369888" cy="282575"/>
            <a:chOff x="4430" y="3678"/>
            <a:chExt cx="233" cy="178"/>
          </a:xfrm>
        </p:grpSpPr>
        <p:sp>
          <p:nvSpPr>
            <p:cNvPr id="11310" name="Oval 48">
              <a:extLst>
                <a:ext uri="{FF2B5EF4-FFF2-40B4-BE49-F238E27FC236}">
                  <a16:creationId xmlns:a16="http://schemas.microsoft.com/office/drawing/2014/main" id="{0C80160F-FD75-4567-A06D-7F04E8162716}"/>
                </a:ext>
              </a:extLst>
            </p:cNvPr>
            <p:cNvSpPr>
              <a:spLocks noChangeAspect="1" noChangeArrowheads="1"/>
            </p:cNvSpPr>
            <p:nvPr/>
          </p:nvSpPr>
          <p:spPr bwMode="auto">
            <a:xfrm>
              <a:off x="4527" y="3705"/>
              <a:ext cx="86" cy="86"/>
            </a:xfrm>
            <a:prstGeom prst="ellipse">
              <a:avLst/>
            </a:prstGeom>
            <a:solidFill>
              <a:srgbClr val="FFFF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sp>
          <p:nvSpPr>
            <p:cNvPr id="11311" name="Line 49">
              <a:extLst>
                <a:ext uri="{FF2B5EF4-FFF2-40B4-BE49-F238E27FC236}">
                  <a16:creationId xmlns:a16="http://schemas.microsoft.com/office/drawing/2014/main" id="{928B41D5-8801-423E-85FD-6FE15E44D45F}"/>
                </a:ext>
              </a:extLst>
            </p:cNvPr>
            <p:cNvSpPr>
              <a:spLocks noChangeShapeType="1"/>
            </p:cNvSpPr>
            <p:nvPr/>
          </p:nvSpPr>
          <p:spPr bwMode="auto">
            <a:xfrm flipH="1">
              <a:off x="4430" y="3678"/>
              <a:ext cx="233" cy="178"/>
            </a:xfrm>
            <a:prstGeom prst="line">
              <a:avLst/>
            </a:prstGeom>
            <a:noFill/>
            <a:ln w="19050">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9" name="Group 51">
            <a:extLst>
              <a:ext uri="{FF2B5EF4-FFF2-40B4-BE49-F238E27FC236}">
                <a16:creationId xmlns:a16="http://schemas.microsoft.com/office/drawing/2014/main" id="{BDAA3F45-5A52-4450-9A4F-2FFCE4660E89}"/>
              </a:ext>
            </a:extLst>
          </p:cNvPr>
          <p:cNvGrpSpPr>
            <a:grpSpLocks/>
          </p:cNvGrpSpPr>
          <p:nvPr/>
        </p:nvGrpSpPr>
        <p:grpSpPr bwMode="auto">
          <a:xfrm>
            <a:off x="6726238" y="4572000"/>
            <a:ext cx="369887" cy="282575"/>
            <a:chOff x="4430" y="3678"/>
            <a:chExt cx="233" cy="178"/>
          </a:xfrm>
        </p:grpSpPr>
        <p:sp>
          <p:nvSpPr>
            <p:cNvPr id="11308" name="Oval 52">
              <a:extLst>
                <a:ext uri="{FF2B5EF4-FFF2-40B4-BE49-F238E27FC236}">
                  <a16:creationId xmlns:a16="http://schemas.microsoft.com/office/drawing/2014/main" id="{87F938C3-AA86-4641-BC6B-51F02CB1028E}"/>
                </a:ext>
              </a:extLst>
            </p:cNvPr>
            <p:cNvSpPr>
              <a:spLocks noChangeAspect="1" noChangeArrowheads="1"/>
            </p:cNvSpPr>
            <p:nvPr/>
          </p:nvSpPr>
          <p:spPr bwMode="auto">
            <a:xfrm>
              <a:off x="4527" y="3705"/>
              <a:ext cx="86" cy="86"/>
            </a:xfrm>
            <a:prstGeom prst="ellipse">
              <a:avLst/>
            </a:prstGeom>
            <a:solidFill>
              <a:srgbClr val="FFFF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sp>
          <p:nvSpPr>
            <p:cNvPr id="11309" name="Line 53">
              <a:extLst>
                <a:ext uri="{FF2B5EF4-FFF2-40B4-BE49-F238E27FC236}">
                  <a16:creationId xmlns:a16="http://schemas.microsoft.com/office/drawing/2014/main" id="{25B8410C-ADED-4851-B7AE-ECEEE9A8403D}"/>
                </a:ext>
              </a:extLst>
            </p:cNvPr>
            <p:cNvSpPr>
              <a:spLocks noChangeShapeType="1"/>
            </p:cNvSpPr>
            <p:nvPr/>
          </p:nvSpPr>
          <p:spPr bwMode="auto">
            <a:xfrm flipH="1">
              <a:off x="4430" y="3678"/>
              <a:ext cx="233" cy="178"/>
            </a:xfrm>
            <a:prstGeom prst="line">
              <a:avLst/>
            </a:prstGeom>
            <a:noFill/>
            <a:ln w="19050">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54">
            <a:extLst>
              <a:ext uri="{FF2B5EF4-FFF2-40B4-BE49-F238E27FC236}">
                <a16:creationId xmlns:a16="http://schemas.microsoft.com/office/drawing/2014/main" id="{C1A31687-27D3-43CE-A546-9530C09DFCAB}"/>
              </a:ext>
            </a:extLst>
          </p:cNvPr>
          <p:cNvGrpSpPr>
            <a:grpSpLocks/>
          </p:cNvGrpSpPr>
          <p:nvPr/>
        </p:nvGrpSpPr>
        <p:grpSpPr bwMode="auto">
          <a:xfrm>
            <a:off x="6731000" y="4000500"/>
            <a:ext cx="369888" cy="282575"/>
            <a:chOff x="4430" y="3678"/>
            <a:chExt cx="233" cy="178"/>
          </a:xfrm>
        </p:grpSpPr>
        <p:sp>
          <p:nvSpPr>
            <p:cNvPr id="11306" name="Oval 55">
              <a:extLst>
                <a:ext uri="{FF2B5EF4-FFF2-40B4-BE49-F238E27FC236}">
                  <a16:creationId xmlns:a16="http://schemas.microsoft.com/office/drawing/2014/main" id="{3A522162-D8AD-4CD2-ABBA-734BCBDDC94A}"/>
                </a:ext>
              </a:extLst>
            </p:cNvPr>
            <p:cNvSpPr>
              <a:spLocks noChangeAspect="1" noChangeArrowheads="1"/>
            </p:cNvSpPr>
            <p:nvPr/>
          </p:nvSpPr>
          <p:spPr bwMode="auto">
            <a:xfrm>
              <a:off x="4527" y="3705"/>
              <a:ext cx="86" cy="86"/>
            </a:xfrm>
            <a:prstGeom prst="ellipse">
              <a:avLst/>
            </a:prstGeom>
            <a:solidFill>
              <a:srgbClr val="FFFF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sp>
          <p:nvSpPr>
            <p:cNvPr id="11307" name="Line 56">
              <a:extLst>
                <a:ext uri="{FF2B5EF4-FFF2-40B4-BE49-F238E27FC236}">
                  <a16:creationId xmlns:a16="http://schemas.microsoft.com/office/drawing/2014/main" id="{C31FC4A3-7FEE-48BA-AA36-BDD9B417C8B1}"/>
                </a:ext>
              </a:extLst>
            </p:cNvPr>
            <p:cNvSpPr>
              <a:spLocks noChangeShapeType="1"/>
            </p:cNvSpPr>
            <p:nvPr/>
          </p:nvSpPr>
          <p:spPr bwMode="auto">
            <a:xfrm flipH="1">
              <a:off x="4430" y="3678"/>
              <a:ext cx="233" cy="178"/>
            </a:xfrm>
            <a:prstGeom prst="line">
              <a:avLst/>
            </a:prstGeom>
            <a:noFill/>
            <a:ln w="19050">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1" name="Group 57">
            <a:extLst>
              <a:ext uri="{FF2B5EF4-FFF2-40B4-BE49-F238E27FC236}">
                <a16:creationId xmlns:a16="http://schemas.microsoft.com/office/drawing/2014/main" id="{ABF7179F-7467-45E2-85AA-53155801EFBD}"/>
              </a:ext>
            </a:extLst>
          </p:cNvPr>
          <p:cNvGrpSpPr>
            <a:grpSpLocks/>
          </p:cNvGrpSpPr>
          <p:nvPr/>
        </p:nvGrpSpPr>
        <p:grpSpPr bwMode="auto">
          <a:xfrm>
            <a:off x="6775450" y="3159125"/>
            <a:ext cx="369888" cy="282575"/>
            <a:chOff x="4430" y="3678"/>
            <a:chExt cx="233" cy="178"/>
          </a:xfrm>
        </p:grpSpPr>
        <p:sp>
          <p:nvSpPr>
            <p:cNvPr id="11304" name="Oval 58">
              <a:extLst>
                <a:ext uri="{FF2B5EF4-FFF2-40B4-BE49-F238E27FC236}">
                  <a16:creationId xmlns:a16="http://schemas.microsoft.com/office/drawing/2014/main" id="{159C55DC-C273-4DBD-B6CE-C4FFAE67E03F}"/>
                </a:ext>
              </a:extLst>
            </p:cNvPr>
            <p:cNvSpPr>
              <a:spLocks noChangeAspect="1" noChangeArrowheads="1"/>
            </p:cNvSpPr>
            <p:nvPr/>
          </p:nvSpPr>
          <p:spPr bwMode="auto">
            <a:xfrm>
              <a:off x="4527" y="3705"/>
              <a:ext cx="86" cy="86"/>
            </a:xfrm>
            <a:prstGeom prst="ellipse">
              <a:avLst/>
            </a:prstGeom>
            <a:solidFill>
              <a:srgbClr val="FFFF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sp>
          <p:nvSpPr>
            <p:cNvPr id="11305" name="Line 59">
              <a:extLst>
                <a:ext uri="{FF2B5EF4-FFF2-40B4-BE49-F238E27FC236}">
                  <a16:creationId xmlns:a16="http://schemas.microsoft.com/office/drawing/2014/main" id="{B2B79248-3907-4388-B310-8FCF14A36535}"/>
                </a:ext>
              </a:extLst>
            </p:cNvPr>
            <p:cNvSpPr>
              <a:spLocks noChangeShapeType="1"/>
            </p:cNvSpPr>
            <p:nvPr/>
          </p:nvSpPr>
          <p:spPr bwMode="auto">
            <a:xfrm flipH="1">
              <a:off x="4430" y="3678"/>
              <a:ext cx="233" cy="178"/>
            </a:xfrm>
            <a:prstGeom prst="line">
              <a:avLst/>
            </a:prstGeom>
            <a:noFill/>
            <a:ln w="19050">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2" name="Group 60">
            <a:extLst>
              <a:ext uri="{FF2B5EF4-FFF2-40B4-BE49-F238E27FC236}">
                <a16:creationId xmlns:a16="http://schemas.microsoft.com/office/drawing/2014/main" id="{F90D77D4-1318-42EA-9CD3-D62ACE3EABC7}"/>
              </a:ext>
            </a:extLst>
          </p:cNvPr>
          <p:cNvGrpSpPr>
            <a:grpSpLocks/>
          </p:cNvGrpSpPr>
          <p:nvPr/>
        </p:nvGrpSpPr>
        <p:grpSpPr bwMode="auto">
          <a:xfrm>
            <a:off x="6770688" y="2286000"/>
            <a:ext cx="369887" cy="282575"/>
            <a:chOff x="4430" y="3678"/>
            <a:chExt cx="233" cy="178"/>
          </a:xfrm>
        </p:grpSpPr>
        <p:sp>
          <p:nvSpPr>
            <p:cNvPr id="11302" name="Oval 61">
              <a:extLst>
                <a:ext uri="{FF2B5EF4-FFF2-40B4-BE49-F238E27FC236}">
                  <a16:creationId xmlns:a16="http://schemas.microsoft.com/office/drawing/2014/main" id="{07E9F343-7384-462B-A6F3-4288E1732FFD}"/>
                </a:ext>
              </a:extLst>
            </p:cNvPr>
            <p:cNvSpPr>
              <a:spLocks noChangeAspect="1" noChangeArrowheads="1"/>
            </p:cNvSpPr>
            <p:nvPr/>
          </p:nvSpPr>
          <p:spPr bwMode="auto">
            <a:xfrm>
              <a:off x="4527" y="3705"/>
              <a:ext cx="86" cy="86"/>
            </a:xfrm>
            <a:prstGeom prst="ellipse">
              <a:avLst/>
            </a:prstGeom>
            <a:solidFill>
              <a:srgbClr val="FFFF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sp>
          <p:nvSpPr>
            <p:cNvPr id="11303" name="Line 62">
              <a:extLst>
                <a:ext uri="{FF2B5EF4-FFF2-40B4-BE49-F238E27FC236}">
                  <a16:creationId xmlns:a16="http://schemas.microsoft.com/office/drawing/2014/main" id="{F4186AE5-FCFA-459E-86E4-289C3397FC90}"/>
                </a:ext>
              </a:extLst>
            </p:cNvPr>
            <p:cNvSpPr>
              <a:spLocks noChangeShapeType="1"/>
            </p:cNvSpPr>
            <p:nvPr/>
          </p:nvSpPr>
          <p:spPr bwMode="auto">
            <a:xfrm flipH="1">
              <a:off x="4430" y="3678"/>
              <a:ext cx="233" cy="178"/>
            </a:xfrm>
            <a:prstGeom prst="line">
              <a:avLst/>
            </a:prstGeom>
            <a:noFill/>
            <a:ln w="19050">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55359" name="Object 6">
            <a:extLst>
              <a:ext uri="{FF2B5EF4-FFF2-40B4-BE49-F238E27FC236}">
                <a16:creationId xmlns:a16="http://schemas.microsoft.com/office/drawing/2014/main" id="{AE70C8CA-1D4F-46AB-A6CC-90BE1DFD76CA}"/>
              </a:ext>
            </a:extLst>
          </p:cNvPr>
          <p:cNvGraphicFramePr>
            <a:graphicFrameLocks/>
          </p:cNvGraphicFramePr>
          <p:nvPr/>
        </p:nvGraphicFramePr>
        <p:xfrm>
          <a:off x="8078788" y="4935538"/>
          <a:ext cx="508000" cy="336550"/>
        </p:xfrm>
        <a:graphic>
          <a:graphicData uri="http://schemas.openxmlformats.org/presentationml/2006/ole">
            <mc:AlternateContent xmlns:mc="http://schemas.openxmlformats.org/markup-compatibility/2006">
              <mc:Choice xmlns:v="urn:schemas-microsoft-com:vml" Requires="v">
                <p:oleObj spid="_x0000_s560431" r:id="rId11" imgW="579262" imgH="365666" progId="Equation.3">
                  <p:embed/>
                </p:oleObj>
              </mc:Choice>
              <mc:Fallback>
                <p:oleObj r:id="rId11" imgW="579262" imgH="365666" progId="Equation.3">
                  <p:embed/>
                  <p:pic>
                    <p:nvPicPr>
                      <p:cNvPr id="55359" name="Object 6">
                        <a:extLst>
                          <a:ext uri="{FF2B5EF4-FFF2-40B4-BE49-F238E27FC236}">
                            <a16:creationId xmlns:a16="http://schemas.microsoft.com/office/drawing/2014/main" id="{AE70C8CA-1D4F-46AB-A6CC-90BE1DFD76CA}"/>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78788" y="4935538"/>
                        <a:ext cx="508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5360" name="Object 7">
            <a:extLst>
              <a:ext uri="{FF2B5EF4-FFF2-40B4-BE49-F238E27FC236}">
                <a16:creationId xmlns:a16="http://schemas.microsoft.com/office/drawing/2014/main" id="{E52037F0-2248-4F5E-82E2-224690D454ED}"/>
              </a:ext>
            </a:extLst>
          </p:cNvPr>
          <p:cNvGraphicFramePr>
            <a:graphicFrameLocks/>
          </p:cNvGraphicFramePr>
          <p:nvPr/>
        </p:nvGraphicFramePr>
        <p:xfrm>
          <a:off x="8048625" y="4530725"/>
          <a:ext cx="295275" cy="336550"/>
        </p:xfrm>
        <a:graphic>
          <a:graphicData uri="http://schemas.openxmlformats.org/presentationml/2006/ole">
            <mc:AlternateContent xmlns:mc="http://schemas.openxmlformats.org/markup-compatibility/2006">
              <mc:Choice xmlns:v="urn:schemas-microsoft-com:vml" Requires="v">
                <p:oleObj spid="_x0000_s560432" r:id="rId13" imgW="312597" imgH="365666" progId="Equation.3">
                  <p:embed/>
                </p:oleObj>
              </mc:Choice>
              <mc:Fallback>
                <p:oleObj r:id="rId13" imgW="312597" imgH="365666" progId="Equation.3">
                  <p:embed/>
                  <p:pic>
                    <p:nvPicPr>
                      <p:cNvPr id="55360" name="Object 7">
                        <a:extLst>
                          <a:ext uri="{FF2B5EF4-FFF2-40B4-BE49-F238E27FC236}">
                            <a16:creationId xmlns:a16="http://schemas.microsoft.com/office/drawing/2014/main" id="{E52037F0-2248-4F5E-82E2-224690D454ED}"/>
                          </a:ext>
                        </a:extLst>
                      </p:cNvPr>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48625" y="4530725"/>
                        <a:ext cx="295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5361" name="Object 8">
            <a:extLst>
              <a:ext uri="{FF2B5EF4-FFF2-40B4-BE49-F238E27FC236}">
                <a16:creationId xmlns:a16="http://schemas.microsoft.com/office/drawing/2014/main" id="{10F88814-8B69-4D0F-B787-17AE2F28BCA1}"/>
              </a:ext>
            </a:extLst>
          </p:cNvPr>
          <p:cNvGraphicFramePr>
            <a:graphicFrameLocks/>
          </p:cNvGraphicFramePr>
          <p:nvPr/>
        </p:nvGraphicFramePr>
        <p:xfrm>
          <a:off x="8072438" y="3903663"/>
          <a:ext cx="285750" cy="346075"/>
        </p:xfrm>
        <a:graphic>
          <a:graphicData uri="http://schemas.openxmlformats.org/presentationml/2006/ole">
            <mc:AlternateContent xmlns:mc="http://schemas.openxmlformats.org/markup-compatibility/2006">
              <mc:Choice xmlns:v="urn:schemas-microsoft-com:vml" Requires="v">
                <p:oleObj spid="_x0000_s560433" r:id="rId15" imgW="304942" imgH="380937" progId="Equation.3">
                  <p:embed/>
                </p:oleObj>
              </mc:Choice>
              <mc:Fallback>
                <p:oleObj r:id="rId15" imgW="304942" imgH="380937" progId="Equation.3">
                  <p:embed/>
                  <p:pic>
                    <p:nvPicPr>
                      <p:cNvPr id="55361" name="Object 8">
                        <a:extLst>
                          <a:ext uri="{FF2B5EF4-FFF2-40B4-BE49-F238E27FC236}">
                            <a16:creationId xmlns:a16="http://schemas.microsoft.com/office/drawing/2014/main" id="{10F88814-8B69-4D0F-B787-17AE2F28BCA1}"/>
                          </a:ext>
                        </a:extLst>
                      </p:cNvPr>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072438" y="3903663"/>
                        <a:ext cx="2857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5362" name="Object 9">
            <a:extLst>
              <a:ext uri="{FF2B5EF4-FFF2-40B4-BE49-F238E27FC236}">
                <a16:creationId xmlns:a16="http://schemas.microsoft.com/office/drawing/2014/main" id="{906BA1AE-0456-43F2-89E0-CEC7B9C3D6E6}"/>
              </a:ext>
            </a:extLst>
          </p:cNvPr>
          <p:cNvGraphicFramePr>
            <a:graphicFrameLocks/>
          </p:cNvGraphicFramePr>
          <p:nvPr/>
        </p:nvGraphicFramePr>
        <p:xfrm>
          <a:off x="8075613" y="3103563"/>
          <a:ext cx="295275" cy="336550"/>
        </p:xfrm>
        <a:graphic>
          <a:graphicData uri="http://schemas.openxmlformats.org/presentationml/2006/ole">
            <mc:AlternateContent xmlns:mc="http://schemas.openxmlformats.org/markup-compatibility/2006">
              <mc:Choice xmlns:v="urn:schemas-microsoft-com:vml" Requires="v">
                <p:oleObj spid="_x0000_s560434" r:id="rId17" imgW="312597" imgH="365666" progId="Equation.3">
                  <p:embed/>
                </p:oleObj>
              </mc:Choice>
              <mc:Fallback>
                <p:oleObj r:id="rId17" imgW="312597" imgH="365666" progId="Equation.3">
                  <p:embed/>
                  <p:pic>
                    <p:nvPicPr>
                      <p:cNvPr id="55362" name="Object 9">
                        <a:extLst>
                          <a:ext uri="{FF2B5EF4-FFF2-40B4-BE49-F238E27FC236}">
                            <a16:creationId xmlns:a16="http://schemas.microsoft.com/office/drawing/2014/main" id="{906BA1AE-0456-43F2-89E0-CEC7B9C3D6E6}"/>
                          </a:ext>
                        </a:extLst>
                      </p:cNvPr>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075613" y="3103563"/>
                        <a:ext cx="295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5363" name="Object 10">
            <a:extLst>
              <a:ext uri="{FF2B5EF4-FFF2-40B4-BE49-F238E27FC236}">
                <a16:creationId xmlns:a16="http://schemas.microsoft.com/office/drawing/2014/main" id="{411C3BB5-4E6C-4451-9702-62A5AFA4CCF6}"/>
              </a:ext>
            </a:extLst>
          </p:cNvPr>
          <p:cNvGraphicFramePr>
            <a:graphicFrameLocks/>
          </p:cNvGraphicFramePr>
          <p:nvPr/>
        </p:nvGraphicFramePr>
        <p:xfrm>
          <a:off x="8072438" y="2214563"/>
          <a:ext cx="295275" cy="347662"/>
        </p:xfrm>
        <a:graphic>
          <a:graphicData uri="http://schemas.openxmlformats.org/presentationml/2006/ole">
            <mc:AlternateContent xmlns:mc="http://schemas.openxmlformats.org/markup-compatibility/2006">
              <mc:Choice xmlns:v="urn:schemas-microsoft-com:vml" Requires="v">
                <p:oleObj spid="_x0000_s560435" r:id="rId19" imgW="312597" imgH="380937" progId="Equation.3">
                  <p:embed/>
                </p:oleObj>
              </mc:Choice>
              <mc:Fallback>
                <p:oleObj r:id="rId19" imgW="312597" imgH="380937" progId="Equation.3">
                  <p:embed/>
                  <p:pic>
                    <p:nvPicPr>
                      <p:cNvPr id="55363" name="Object 10">
                        <a:extLst>
                          <a:ext uri="{FF2B5EF4-FFF2-40B4-BE49-F238E27FC236}">
                            <a16:creationId xmlns:a16="http://schemas.microsoft.com/office/drawing/2014/main" id="{411C3BB5-4E6C-4451-9702-62A5AFA4CCF6}"/>
                          </a:ext>
                        </a:extLst>
                      </p:cNvPr>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072438" y="2214563"/>
                        <a:ext cx="29527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Object 11">
            <a:extLst>
              <a:ext uri="{FF2B5EF4-FFF2-40B4-BE49-F238E27FC236}">
                <a16:creationId xmlns:a16="http://schemas.microsoft.com/office/drawing/2014/main" id="{F09D0D9F-A667-44E8-9685-6E1AAD470AA6}"/>
              </a:ext>
            </a:extLst>
          </p:cNvPr>
          <p:cNvGraphicFramePr>
            <a:graphicFrameLocks/>
          </p:cNvGraphicFramePr>
          <p:nvPr/>
        </p:nvGraphicFramePr>
        <p:xfrm>
          <a:off x="6459538" y="5357813"/>
          <a:ext cx="255587" cy="360362"/>
        </p:xfrm>
        <a:graphic>
          <a:graphicData uri="http://schemas.openxmlformats.org/presentationml/2006/ole">
            <mc:AlternateContent xmlns:mc="http://schemas.openxmlformats.org/markup-compatibility/2006">
              <mc:Choice xmlns:v="urn:schemas-microsoft-com:vml" Requires="v">
                <p:oleObj spid="_x0000_s560436" r:id="rId21" imgW="76129" imgH="121747" progId="Equation.3">
                  <p:embed/>
                </p:oleObj>
              </mc:Choice>
              <mc:Fallback>
                <p:oleObj r:id="rId21" imgW="76129" imgH="121747" progId="Equation.3">
                  <p:embed/>
                  <p:pic>
                    <p:nvPicPr>
                      <p:cNvPr id="13" name="Object 11">
                        <a:extLst>
                          <a:ext uri="{FF2B5EF4-FFF2-40B4-BE49-F238E27FC236}">
                            <a16:creationId xmlns:a16="http://schemas.microsoft.com/office/drawing/2014/main" id="{F09D0D9F-A667-44E8-9685-6E1AAD470AA6}"/>
                          </a:ext>
                        </a:extLst>
                      </p:cNvPr>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459538" y="5357813"/>
                        <a:ext cx="255587"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Object 12">
            <a:extLst>
              <a:ext uri="{FF2B5EF4-FFF2-40B4-BE49-F238E27FC236}">
                <a16:creationId xmlns:a16="http://schemas.microsoft.com/office/drawing/2014/main" id="{C255B007-F8B4-44A9-95B6-13D1DF7E00F3}"/>
              </a:ext>
            </a:extLst>
          </p:cNvPr>
          <p:cNvGraphicFramePr>
            <a:graphicFrameLocks/>
          </p:cNvGraphicFramePr>
          <p:nvPr/>
        </p:nvGraphicFramePr>
        <p:xfrm>
          <a:off x="6408738" y="1812925"/>
          <a:ext cx="306387" cy="258763"/>
        </p:xfrm>
        <a:graphic>
          <a:graphicData uri="http://schemas.openxmlformats.org/presentationml/2006/ole">
            <mc:AlternateContent xmlns:mc="http://schemas.openxmlformats.org/markup-compatibility/2006">
              <mc:Choice xmlns:v="urn:schemas-microsoft-com:vml" Requires="v">
                <p:oleObj spid="_x0000_s560437" r:id="rId23" imgW="99095" imgH="76357" progId="Equation.3">
                  <p:embed/>
                </p:oleObj>
              </mc:Choice>
              <mc:Fallback>
                <p:oleObj r:id="rId23" imgW="99095" imgH="76357" progId="Equation.3">
                  <p:embed/>
                  <p:pic>
                    <p:nvPicPr>
                      <p:cNvPr id="14" name="Object 12">
                        <a:extLst>
                          <a:ext uri="{FF2B5EF4-FFF2-40B4-BE49-F238E27FC236}">
                            <a16:creationId xmlns:a16="http://schemas.microsoft.com/office/drawing/2014/main" id="{C255B007-F8B4-44A9-95B6-13D1DF7E00F3}"/>
                          </a:ext>
                        </a:extLst>
                      </p:cNvPr>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408738" y="1812925"/>
                        <a:ext cx="306387"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301" name="灯片编号占位符 1">
            <a:extLst>
              <a:ext uri="{FF2B5EF4-FFF2-40B4-BE49-F238E27FC236}">
                <a16:creationId xmlns:a16="http://schemas.microsoft.com/office/drawing/2014/main" id="{016986B0-C200-4A21-9DD6-0D964C1986AB}"/>
              </a:ext>
            </a:extLst>
          </p:cNvPr>
          <p:cNvSpPr txBox="1">
            <a:spLocks noChangeArrowheads="1"/>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5E9CD3BF-0098-4BFC-A17E-EC094AC50B28}" type="slidenum">
              <a:rPr lang="en-US" altLang="zh-CN" b="0">
                <a:solidFill>
                  <a:srgbClr val="FF00FF"/>
                </a:solidFill>
              </a:rPr>
              <a:pPr eaLnBrk="1" hangingPunct="1"/>
              <a:t>16</a:t>
            </a:fld>
            <a:r>
              <a:rPr lang="en-US" altLang="zh-CN" b="0">
                <a:solidFill>
                  <a:srgbClr val="FF00FF"/>
                </a:solidFill>
              </a:rPr>
              <a:t>/22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5300"/>
                                        </p:tgtEl>
                                        <p:attrNameLst>
                                          <p:attrName>style.visibility</p:attrName>
                                        </p:attrNameLst>
                                      </p:cBhvr>
                                      <p:to>
                                        <p:strVal val="visible"/>
                                      </p:to>
                                    </p:set>
                                    <p:animEffect transition="in" filter="blinds(horizontal)">
                                      <p:cBhvr>
                                        <p:cTn id="7" dur="500"/>
                                        <p:tgtEl>
                                          <p:spTgt spid="55300"/>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55302"/>
                                        </p:tgtEl>
                                        <p:attrNameLst>
                                          <p:attrName>style.visibility</p:attrName>
                                        </p:attrNameLst>
                                      </p:cBhvr>
                                      <p:to>
                                        <p:strVal val="visible"/>
                                      </p:to>
                                    </p:set>
                                    <p:animEffect transition="in" filter="blinds(horizontal)">
                                      <p:cBhvr>
                                        <p:cTn id="11" dur="500"/>
                                        <p:tgtEl>
                                          <p:spTgt spid="55302"/>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dissolve">
                                      <p:cBhvr>
                                        <p:cTn id="15" dur="500"/>
                                        <p:tgtEl>
                                          <p:spTgt spid="2"/>
                                        </p:tgtEl>
                                      </p:cBhvr>
                                    </p:animEffect>
                                  </p:childTnLst>
                                </p:cTn>
                              </p:par>
                              <p:par>
                                <p:cTn id="16" presetID="9"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dissolve">
                                      <p:cBhvr>
                                        <p:cTn id="18" dur="500"/>
                                        <p:tgtEl>
                                          <p:spTgt spid="13"/>
                                        </p:tgtEl>
                                      </p:cBhvr>
                                    </p:animEffect>
                                  </p:childTnLst>
                                </p:cTn>
                              </p:par>
                              <p:par>
                                <p:cTn id="19" presetID="9"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dissolve">
                                      <p:cBhvr>
                                        <p:cTn id="21" dur="500"/>
                                        <p:tgtEl>
                                          <p:spTgt spid="1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5301"/>
                                        </p:tgtEl>
                                        <p:attrNameLst>
                                          <p:attrName>style.visibility</p:attrName>
                                        </p:attrNameLst>
                                      </p:cBhvr>
                                      <p:to>
                                        <p:strVal val="visible"/>
                                      </p:to>
                                    </p:set>
                                    <p:animEffect transition="in" filter="wipe(left)">
                                      <p:cBhvr>
                                        <p:cTn id="26" dur="1000"/>
                                        <p:tgtEl>
                                          <p:spTgt spid="5530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55308"/>
                                        </p:tgtEl>
                                        <p:attrNameLst>
                                          <p:attrName>style.visibility</p:attrName>
                                        </p:attrNameLst>
                                      </p:cBhvr>
                                      <p:to>
                                        <p:strVal val="visible"/>
                                      </p:to>
                                    </p:set>
                                    <p:animEffect transition="in" filter="blinds(horizontal)">
                                      <p:cBhvr>
                                        <p:cTn id="31" dur="500"/>
                                        <p:tgtEl>
                                          <p:spTgt spid="55308"/>
                                        </p:tgtEl>
                                      </p:cBhvr>
                                    </p:animEffect>
                                  </p:childTnLst>
                                </p:cTn>
                              </p:par>
                            </p:childTnLst>
                          </p:cTn>
                        </p:par>
                        <p:par>
                          <p:cTn id="32" fill="hold" nodeType="afterGroup">
                            <p:stCondLst>
                              <p:cond delay="500"/>
                            </p:stCondLst>
                            <p:childTnLst>
                              <p:par>
                                <p:cTn id="33" presetID="22" presetClass="entr" presetSubtype="8" fill="hold" nodeType="afterEffect">
                                  <p:stCondLst>
                                    <p:cond delay="0"/>
                                  </p:stCondLst>
                                  <p:childTnLst>
                                    <p:set>
                                      <p:cBhvr>
                                        <p:cTn id="34" dur="1" fill="hold">
                                          <p:stCondLst>
                                            <p:cond delay="0"/>
                                          </p:stCondLst>
                                        </p:cTn>
                                        <p:tgtEl>
                                          <p:spTgt spid="55309"/>
                                        </p:tgtEl>
                                        <p:attrNameLst>
                                          <p:attrName>style.visibility</p:attrName>
                                        </p:attrNameLst>
                                      </p:cBhvr>
                                      <p:to>
                                        <p:strVal val="visible"/>
                                      </p:to>
                                    </p:set>
                                    <p:animEffect transition="in" filter="wipe(left)">
                                      <p:cBhvr>
                                        <p:cTn id="35" dur="500"/>
                                        <p:tgtEl>
                                          <p:spTgt spid="5530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5323"/>
                                        </p:tgtEl>
                                        <p:attrNameLst>
                                          <p:attrName>style.visibility</p:attrName>
                                        </p:attrNameLst>
                                      </p:cBhvr>
                                      <p:to>
                                        <p:strVal val="visible"/>
                                      </p:to>
                                    </p:set>
                                    <p:animEffect transition="in" filter="wipe(left)">
                                      <p:cBhvr>
                                        <p:cTn id="40" dur="1000"/>
                                        <p:tgtEl>
                                          <p:spTgt spid="55323"/>
                                        </p:tgtEl>
                                      </p:cBhvr>
                                    </p:animEffect>
                                  </p:childTnLst>
                                </p:cTn>
                              </p:par>
                            </p:childTnLst>
                          </p:cTn>
                        </p:par>
                        <p:par>
                          <p:cTn id="41" fill="hold" nodeType="afterGroup">
                            <p:stCondLst>
                              <p:cond delay="1000"/>
                            </p:stCondLst>
                            <p:childTnLst>
                              <p:par>
                                <p:cTn id="42" presetID="22" presetClass="entr" presetSubtype="8" fill="hold" nodeType="afterEffect">
                                  <p:stCondLst>
                                    <p:cond delay="0"/>
                                  </p:stCondLst>
                                  <p:childTnLst>
                                    <p:set>
                                      <p:cBhvr>
                                        <p:cTn id="43" dur="1" fill="hold">
                                          <p:stCondLst>
                                            <p:cond delay="0"/>
                                          </p:stCondLst>
                                        </p:cTn>
                                        <p:tgtEl>
                                          <p:spTgt spid="55310"/>
                                        </p:tgtEl>
                                        <p:attrNameLst>
                                          <p:attrName>style.visibility</p:attrName>
                                        </p:attrNameLst>
                                      </p:cBhvr>
                                      <p:to>
                                        <p:strVal val="visible"/>
                                      </p:to>
                                    </p:set>
                                    <p:animEffect transition="in" filter="wipe(left)">
                                      <p:cBhvr>
                                        <p:cTn id="44" dur="500"/>
                                        <p:tgtEl>
                                          <p:spTgt spid="55310"/>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5325"/>
                                        </p:tgtEl>
                                        <p:attrNameLst>
                                          <p:attrName>style.visibility</p:attrName>
                                        </p:attrNameLst>
                                      </p:cBhvr>
                                      <p:to>
                                        <p:strVal val="visible"/>
                                      </p:to>
                                    </p:set>
                                    <p:animEffect transition="in" filter="wipe(left)">
                                      <p:cBhvr>
                                        <p:cTn id="49" dur="1000"/>
                                        <p:tgtEl>
                                          <p:spTgt spid="55325"/>
                                        </p:tgtEl>
                                      </p:cBhvr>
                                    </p:animEffect>
                                  </p:childTnLst>
                                </p:cTn>
                              </p:par>
                            </p:childTnLst>
                          </p:cTn>
                        </p:par>
                        <p:par>
                          <p:cTn id="50" fill="hold" nodeType="afterGroup">
                            <p:stCondLst>
                              <p:cond delay="1000"/>
                            </p:stCondLst>
                            <p:childTnLst>
                              <p:par>
                                <p:cTn id="51" presetID="22" presetClass="entr" presetSubtype="8" fill="hold" nodeType="afterEffect">
                                  <p:stCondLst>
                                    <p:cond delay="0"/>
                                  </p:stCondLst>
                                  <p:childTnLst>
                                    <p:set>
                                      <p:cBhvr>
                                        <p:cTn id="52" dur="1" fill="hold">
                                          <p:stCondLst>
                                            <p:cond delay="0"/>
                                          </p:stCondLst>
                                        </p:cTn>
                                        <p:tgtEl>
                                          <p:spTgt spid="55311"/>
                                        </p:tgtEl>
                                        <p:attrNameLst>
                                          <p:attrName>style.visibility</p:attrName>
                                        </p:attrNameLst>
                                      </p:cBhvr>
                                      <p:to>
                                        <p:strVal val="visible"/>
                                      </p:to>
                                    </p:set>
                                    <p:animEffect transition="in" filter="wipe(left)">
                                      <p:cBhvr>
                                        <p:cTn id="53" dur="500"/>
                                        <p:tgtEl>
                                          <p:spTgt spid="55311"/>
                                        </p:tgtEl>
                                      </p:cBhvr>
                                    </p:animEffect>
                                  </p:childTnLst>
                                </p:cTn>
                              </p:par>
                            </p:childTnLst>
                          </p:cTn>
                        </p:par>
                      </p:childTnLst>
                    </p:cTn>
                  </p:par>
                  <p:par>
                    <p:cTn id="54" fill="hold">
                      <p:stCondLst>
                        <p:cond delay="indefinite"/>
                      </p:stCondLst>
                      <p:childTnLst>
                        <p:par>
                          <p:cTn id="55" fill="hold" nodeType="after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55317"/>
                                        </p:tgtEl>
                                        <p:attrNameLst>
                                          <p:attrName>style.visibility</p:attrName>
                                        </p:attrNameLst>
                                      </p:cBhvr>
                                      <p:to>
                                        <p:strVal val="visible"/>
                                      </p:to>
                                    </p:set>
                                    <p:animEffect transition="in" filter="wipe(left)">
                                      <p:cBhvr>
                                        <p:cTn id="58" dur="500"/>
                                        <p:tgtEl>
                                          <p:spTgt spid="55317"/>
                                        </p:tgtEl>
                                      </p:cBhvr>
                                    </p:animEffect>
                                  </p:childTnLst>
                                </p:cTn>
                              </p:par>
                            </p:childTnLst>
                          </p:cTn>
                        </p:par>
                        <p:par>
                          <p:cTn id="59" fill="hold" nodeType="afterGroup">
                            <p:stCondLst>
                              <p:cond delay="500"/>
                            </p:stCondLst>
                            <p:childTnLst>
                              <p:par>
                                <p:cTn id="60" presetID="22" presetClass="entr" presetSubtype="8" fill="hold" nodeType="afterEffect">
                                  <p:stCondLst>
                                    <p:cond delay="0"/>
                                  </p:stCondLst>
                                  <p:childTnLst>
                                    <p:set>
                                      <p:cBhvr>
                                        <p:cTn id="61" dur="1" fill="hold">
                                          <p:stCondLst>
                                            <p:cond delay="0"/>
                                          </p:stCondLst>
                                        </p:cTn>
                                        <p:tgtEl>
                                          <p:spTgt spid="55359"/>
                                        </p:tgtEl>
                                        <p:attrNameLst>
                                          <p:attrName>style.visibility</p:attrName>
                                        </p:attrNameLst>
                                      </p:cBhvr>
                                      <p:to>
                                        <p:strVal val="visible"/>
                                      </p:to>
                                    </p:set>
                                    <p:animEffect transition="in" filter="wipe(left)">
                                      <p:cBhvr>
                                        <p:cTn id="62" dur="500"/>
                                        <p:tgtEl>
                                          <p:spTgt spid="55359"/>
                                        </p:tgtEl>
                                      </p:cBhvr>
                                    </p:animEffect>
                                  </p:childTnLst>
                                </p:cTn>
                              </p:par>
                            </p:childTnLst>
                          </p:cTn>
                        </p:par>
                        <p:par>
                          <p:cTn id="63" fill="hold" nodeType="afterGroup">
                            <p:stCondLst>
                              <p:cond delay="1000"/>
                            </p:stCondLst>
                            <p:childTnLst>
                              <p:par>
                                <p:cTn id="64" presetID="22" presetClass="entr" presetSubtype="8" fill="hold" nodeType="afterEffect">
                                  <p:stCondLst>
                                    <p:cond delay="0"/>
                                  </p:stCondLst>
                                  <p:childTnLst>
                                    <p:set>
                                      <p:cBhvr>
                                        <p:cTn id="65" dur="1" fill="hold">
                                          <p:stCondLst>
                                            <p:cond delay="0"/>
                                          </p:stCondLst>
                                        </p:cTn>
                                        <p:tgtEl>
                                          <p:spTgt spid="55319"/>
                                        </p:tgtEl>
                                        <p:attrNameLst>
                                          <p:attrName>style.visibility</p:attrName>
                                        </p:attrNameLst>
                                      </p:cBhvr>
                                      <p:to>
                                        <p:strVal val="visible"/>
                                      </p:to>
                                    </p:set>
                                    <p:animEffect transition="in" filter="wipe(left)">
                                      <p:cBhvr>
                                        <p:cTn id="66" dur="500"/>
                                        <p:tgtEl>
                                          <p:spTgt spid="55319"/>
                                        </p:tgtEl>
                                      </p:cBhvr>
                                    </p:animEffect>
                                  </p:childTnLst>
                                </p:cTn>
                              </p:par>
                            </p:childTnLst>
                          </p:cTn>
                        </p:par>
                        <p:par>
                          <p:cTn id="67" fill="hold" nodeType="afterGroup">
                            <p:stCondLst>
                              <p:cond delay="1500"/>
                            </p:stCondLst>
                            <p:childTnLst>
                              <p:par>
                                <p:cTn id="68" presetID="22" presetClass="entr" presetSubtype="8" fill="hold" nodeType="afterEffect">
                                  <p:stCondLst>
                                    <p:cond delay="0"/>
                                  </p:stCondLst>
                                  <p:childTnLst>
                                    <p:set>
                                      <p:cBhvr>
                                        <p:cTn id="69" dur="1" fill="hold">
                                          <p:stCondLst>
                                            <p:cond delay="0"/>
                                          </p:stCondLst>
                                        </p:cTn>
                                        <p:tgtEl>
                                          <p:spTgt spid="55360"/>
                                        </p:tgtEl>
                                        <p:attrNameLst>
                                          <p:attrName>style.visibility</p:attrName>
                                        </p:attrNameLst>
                                      </p:cBhvr>
                                      <p:to>
                                        <p:strVal val="visible"/>
                                      </p:to>
                                    </p:set>
                                    <p:animEffect transition="in" filter="wipe(left)">
                                      <p:cBhvr>
                                        <p:cTn id="70" dur="500"/>
                                        <p:tgtEl>
                                          <p:spTgt spid="55360"/>
                                        </p:tgtEl>
                                      </p:cBhvr>
                                    </p:animEffect>
                                  </p:childTnLst>
                                </p:cTn>
                              </p:par>
                            </p:childTnLst>
                          </p:cTn>
                        </p:par>
                        <p:par>
                          <p:cTn id="71" fill="hold" nodeType="afterGroup">
                            <p:stCondLst>
                              <p:cond delay="2000"/>
                            </p:stCondLst>
                            <p:childTnLst>
                              <p:par>
                                <p:cTn id="72" presetID="22" presetClass="entr" presetSubtype="8" fill="hold" nodeType="afterEffect">
                                  <p:stCondLst>
                                    <p:cond delay="0"/>
                                  </p:stCondLst>
                                  <p:childTnLst>
                                    <p:set>
                                      <p:cBhvr>
                                        <p:cTn id="73" dur="1" fill="hold">
                                          <p:stCondLst>
                                            <p:cond delay="0"/>
                                          </p:stCondLst>
                                        </p:cTn>
                                        <p:tgtEl>
                                          <p:spTgt spid="55320"/>
                                        </p:tgtEl>
                                        <p:attrNameLst>
                                          <p:attrName>style.visibility</p:attrName>
                                        </p:attrNameLst>
                                      </p:cBhvr>
                                      <p:to>
                                        <p:strVal val="visible"/>
                                      </p:to>
                                    </p:set>
                                    <p:animEffect transition="in" filter="wipe(left)">
                                      <p:cBhvr>
                                        <p:cTn id="74" dur="500"/>
                                        <p:tgtEl>
                                          <p:spTgt spid="55320"/>
                                        </p:tgtEl>
                                      </p:cBhvr>
                                    </p:animEffect>
                                  </p:childTnLst>
                                </p:cTn>
                              </p:par>
                            </p:childTnLst>
                          </p:cTn>
                        </p:par>
                        <p:par>
                          <p:cTn id="75" fill="hold" nodeType="afterGroup">
                            <p:stCondLst>
                              <p:cond delay="2500"/>
                            </p:stCondLst>
                            <p:childTnLst>
                              <p:par>
                                <p:cTn id="76" presetID="22" presetClass="entr" presetSubtype="8" fill="hold" nodeType="afterEffect">
                                  <p:stCondLst>
                                    <p:cond delay="0"/>
                                  </p:stCondLst>
                                  <p:childTnLst>
                                    <p:set>
                                      <p:cBhvr>
                                        <p:cTn id="77" dur="1" fill="hold">
                                          <p:stCondLst>
                                            <p:cond delay="0"/>
                                          </p:stCondLst>
                                        </p:cTn>
                                        <p:tgtEl>
                                          <p:spTgt spid="55361"/>
                                        </p:tgtEl>
                                        <p:attrNameLst>
                                          <p:attrName>style.visibility</p:attrName>
                                        </p:attrNameLst>
                                      </p:cBhvr>
                                      <p:to>
                                        <p:strVal val="visible"/>
                                      </p:to>
                                    </p:set>
                                    <p:animEffect transition="in" filter="wipe(left)">
                                      <p:cBhvr>
                                        <p:cTn id="78" dur="500"/>
                                        <p:tgtEl>
                                          <p:spTgt spid="55361"/>
                                        </p:tgtEl>
                                      </p:cBhvr>
                                    </p:animEffect>
                                  </p:childTnLst>
                                </p:cTn>
                              </p:par>
                            </p:childTnLst>
                          </p:cTn>
                        </p:par>
                        <p:par>
                          <p:cTn id="79" fill="hold" nodeType="afterGroup">
                            <p:stCondLst>
                              <p:cond delay="3000"/>
                            </p:stCondLst>
                            <p:childTnLst>
                              <p:par>
                                <p:cTn id="80" presetID="22" presetClass="entr" presetSubtype="8" fill="hold" nodeType="afterEffect">
                                  <p:stCondLst>
                                    <p:cond delay="0"/>
                                  </p:stCondLst>
                                  <p:childTnLst>
                                    <p:set>
                                      <p:cBhvr>
                                        <p:cTn id="81" dur="1" fill="hold">
                                          <p:stCondLst>
                                            <p:cond delay="0"/>
                                          </p:stCondLst>
                                        </p:cTn>
                                        <p:tgtEl>
                                          <p:spTgt spid="55321"/>
                                        </p:tgtEl>
                                        <p:attrNameLst>
                                          <p:attrName>style.visibility</p:attrName>
                                        </p:attrNameLst>
                                      </p:cBhvr>
                                      <p:to>
                                        <p:strVal val="visible"/>
                                      </p:to>
                                    </p:set>
                                    <p:animEffect transition="in" filter="wipe(left)">
                                      <p:cBhvr>
                                        <p:cTn id="82" dur="500"/>
                                        <p:tgtEl>
                                          <p:spTgt spid="55321"/>
                                        </p:tgtEl>
                                      </p:cBhvr>
                                    </p:animEffect>
                                  </p:childTnLst>
                                </p:cTn>
                              </p:par>
                            </p:childTnLst>
                          </p:cTn>
                        </p:par>
                        <p:par>
                          <p:cTn id="83" fill="hold" nodeType="afterGroup">
                            <p:stCondLst>
                              <p:cond delay="3500"/>
                            </p:stCondLst>
                            <p:childTnLst>
                              <p:par>
                                <p:cTn id="84" presetID="22" presetClass="entr" presetSubtype="8" fill="hold" nodeType="afterEffect">
                                  <p:stCondLst>
                                    <p:cond delay="0"/>
                                  </p:stCondLst>
                                  <p:childTnLst>
                                    <p:set>
                                      <p:cBhvr>
                                        <p:cTn id="85" dur="1" fill="hold">
                                          <p:stCondLst>
                                            <p:cond delay="0"/>
                                          </p:stCondLst>
                                        </p:cTn>
                                        <p:tgtEl>
                                          <p:spTgt spid="55362"/>
                                        </p:tgtEl>
                                        <p:attrNameLst>
                                          <p:attrName>style.visibility</p:attrName>
                                        </p:attrNameLst>
                                      </p:cBhvr>
                                      <p:to>
                                        <p:strVal val="visible"/>
                                      </p:to>
                                    </p:set>
                                    <p:animEffect transition="in" filter="wipe(left)">
                                      <p:cBhvr>
                                        <p:cTn id="86" dur="500"/>
                                        <p:tgtEl>
                                          <p:spTgt spid="55362"/>
                                        </p:tgtEl>
                                      </p:cBhvr>
                                    </p:animEffect>
                                  </p:childTnLst>
                                </p:cTn>
                              </p:par>
                            </p:childTnLst>
                          </p:cTn>
                        </p:par>
                        <p:par>
                          <p:cTn id="87" fill="hold" nodeType="afterGroup">
                            <p:stCondLst>
                              <p:cond delay="4000"/>
                            </p:stCondLst>
                            <p:childTnLst>
                              <p:par>
                                <p:cTn id="88" presetID="22" presetClass="entr" presetSubtype="8" fill="hold" nodeType="afterEffect">
                                  <p:stCondLst>
                                    <p:cond delay="0"/>
                                  </p:stCondLst>
                                  <p:childTnLst>
                                    <p:set>
                                      <p:cBhvr>
                                        <p:cTn id="89" dur="1" fill="hold">
                                          <p:stCondLst>
                                            <p:cond delay="0"/>
                                          </p:stCondLst>
                                        </p:cTn>
                                        <p:tgtEl>
                                          <p:spTgt spid="55322"/>
                                        </p:tgtEl>
                                        <p:attrNameLst>
                                          <p:attrName>style.visibility</p:attrName>
                                        </p:attrNameLst>
                                      </p:cBhvr>
                                      <p:to>
                                        <p:strVal val="visible"/>
                                      </p:to>
                                    </p:set>
                                    <p:animEffect transition="in" filter="wipe(left)">
                                      <p:cBhvr>
                                        <p:cTn id="90" dur="500"/>
                                        <p:tgtEl>
                                          <p:spTgt spid="55322"/>
                                        </p:tgtEl>
                                      </p:cBhvr>
                                    </p:animEffect>
                                  </p:childTnLst>
                                </p:cTn>
                              </p:par>
                            </p:childTnLst>
                          </p:cTn>
                        </p:par>
                        <p:par>
                          <p:cTn id="91" fill="hold" nodeType="afterGroup">
                            <p:stCondLst>
                              <p:cond delay="4500"/>
                            </p:stCondLst>
                            <p:childTnLst>
                              <p:par>
                                <p:cTn id="92" presetID="22" presetClass="entr" presetSubtype="8" fill="hold" nodeType="afterEffect">
                                  <p:stCondLst>
                                    <p:cond delay="0"/>
                                  </p:stCondLst>
                                  <p:childTnLst>
                                    <p:set>
                                      <p:cBhvr>
                                        <p:cTn id="93" dur="1" fill="hold">
                                          <p:stCondLst>
                                            <p:cond delay="0"/>
                                          </p:stCondLst>
                                        </p:cTn>
                                        <p:tgtEl>
                                          <p:spTgt spid="55363"/>
                                        </p:tgtEl>
                                        <p:attrNameLst>
                                          <p:attrName>style.visibility</p:attrName>
                                        </p:attrNameLst>
                                      </p:cBhvr>
                                      <p:to>
                                        <p:strVal val="visible"/>
                                      </p:to>
                                    </p:set>
                                    <p:animEffect transition="in" filter="wipe(left)">
                                      <p:cBhvr>
                                        <p:cTn id="94" dur="500"/>
                                        <p:tgtEl>
                                          <p:spTgt spid="55363"/>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55326"/>
                                        </p:tgtEl>
                                        <p:attrNameLst>
                                          <p:attrName>style.visibility</p:attrName>
                                        </p:attrNameLst>
                                      </p:cBhvr>
                                      <p:to>
                                        <p:strVal val="visible"/>
                                      </p:to>
                                    </p:set>
                                    <p:animEffect transition="in" filter="wipe(left)">
                                      <p:cBhvr>
                                        <p:cTn id="99" dur="1000"/>
                                        <p:tgtEl>
                                          <p:spTgt spid="55326"/>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nodeType="clickEffect">
                                  <p:stCondLst>
                                    <p:cond delay="0"/>
                                  </p:stCondLst>
                                  <p:childTnLst>
                                    <p:set>
                                      <p:cBhvr>
                                        <p:cTn id="103" dur="1" fill="hold">
                                          <p:stCondLst>
                                            <p:cond delay="0"/>
                                          </p:stCondLst>
                                        </p:cTn>
                                        <p:tgtEl>
                                          <p:spTgt spid="3"/>
                                        </p:tgtEl>
                                        <p:attrNameLst>
                                          <p:attrName>style.visibility</p:attrName>
                                        </p:attrNameLst>
                                      </p:cBhvr>
                                      <p:to>
                                        <p:strVal val="visible"/>
                                      </p:to>
                                    </p:set>
                                    <p:animEffect transition="in" filter="wipe(left)">
                                      <p:cBhvr>
                                        <p:cTn id="104" dur="500"/>
                                        <p:tgtEl>
                                          <p:spTgt spid="3"/>
                                        </p:tgtEl>
                                      </p:cBhvr>
                                    </p:animEffect>
                                  </p:childTnLst>
                                </p:cTn>
                              </p:par>
                            </p:childTnLst>
                          </p:cTn>
                        </p:par>
                        <p:par>
                          <p:cTn id="105" fill="hold" nodeType="afterGroup">
                            <p:stCondLst>
                              <p:cond delay="500"/>
                            </p:stCondLst>
                            <p:childTnLst>
                              <p:par>
                                <p:cTn id="106" presetID="22" presetClass="entr" presetSubtype="8" fill="hold" nodeType="afterEffect">
                                  <p:stCondLst>
                                    <p:cond delay="0"/>
                                  </p:stCondLst>
                                  <p:childTnLst>
                                    <p:set>
                                      <p:cBhvr>
                                        <p:cTn id="107" dur="1" fill="hold">
                                          <p:stCondLst>
                                            <p:cond delay="0"/>
                                          </p:stCondLst>
                                        </p:cTn>
                                        <p:tgtEl>
                                          <p:spTgt spid="8"/>
                                        </p:tgtEl>
                                        <p:attrNameLst>
                                          <p:attrName>style.visibility</p:attrName>
                                        </p:attrNameLst>
                                      </p:cBhvr>
                                      <p:to>
                                        <p:strVal val="visible"/>
                                      </p:to>
                                    </p:set>
                                    <p:animEffect transition="in" filter="wipe(left)">
                                      <p:cBhvr>
                                        <p:cTn id="108" dur="500"/>
                                        <p:tgtEl>
                                          <p:spTgt spid="8"/>
                                        </p:tgtEl>
                                      </p:cBhvr>
                                    </p:animEffect>
                                  </p:childTnLst>
                                </p:cTn>
                              </p:par>
                            </p:childTnLst>
                          </p:cTn>
                        </p:par>
                      </p:childTnLst>
                    </p:cTn>
                  </p:par>
                  <p:par>
                    <p:cTn id="109" fill="hold">
                      <p:stCondLst>
                        <p:cond delay="indefinite"/>
                      </p:stCondLst>
                      <p:childTnLst>
                        <p:par>
                          <p:cTn id="110" fill="hold" nodeType="afterGroup">
                            <p:stCondLst>
                              <p:cond delay="0"/>
                            </p:stCondLst>
                            <p:childTnLst>
                              <p:par>
                                <p:cTn id="111" presetID="22" presetClass="entr" presetSubtype="8" fill="hold" nodeType="clickEffect">
                                  <p:stCondLst>
                                    <p:cond delay="0"/>
                                  </p:stCondLst>
                                  <p:childTnLst>
                                    <p:set>
                                      <p:cBhvr>
                                        <p:cTn id="112" dur="1" fill="hold">
                                          <p:stCondLst>
                                            <p:cond delay="0"/>
                                          </p:stCondLst>
                                        </p:cTn>
                                        <p:tgtEl>
                                          <p:spTgt spid="4"/>
                                        </p:tgtEl>
                                        <p:attrNameLst>
                                          <p:attrName>style.visibility</p:attrName>
                                        </p:attrNameLst>
                                      </p:cBhvr>
                                      <p:to>
                                        <p:strVal val="visible"/>
                                      </p:to>
                                    </p:set>
                                    <p:animEffect transition="in" filter="wipe(left)">
                                      <p:cBhvr>
                                        <p:cTn id="113" dur="500"/>
                                        <p:tgtEl>
                                          <p:spTgt spid="4"/>
                                        </p:tgtEl>
                                      </p:cBhvr>
                                    </p:animEffect>
                                  </p:childTnLst>
                                </p:cTn>
                              </p:par>
                            </p:childTnLst>
                          </p:cTn>
                        </p:par>
                        <p:par>
                          <p:cTn id="114" fill="hold" nodeType="afterGroup">
                            <p:stCondLst>
                              <p:cond delay="500"/>
                            </p:stCondLst>
                            <p:childTnLst>
                              <p:par>
                                <p:cTn id="115" presetID="22" presetClass="entr" presetSubtype="8" fill="hold" nodeType="afterEffect">
                                  <p:stCondLst>
                                    <p:cond delay="0"/>
                                  </p:stCondLst>
                                  <p:childTnLst>
                                    <p:set>
                                      <p:cBhvr>
                                        <p:cTn id="116" dur="1" fill="hold">
                                          <p:stCondLst>
                                            <p:cond delay="0"/>
                                          </p:stCondLst>
                                        </p:cTn>
                                        <p:tgtEl>
                                          <p:spTgt spid="9"/>
                                        </p:tgtEl>
                                        <p:attrNameLst>
                                          <p:attrName>style.visibility</p:attrName>
                                        </p:attrNameLst>
                                      </p:cBhvr>
                                      <p:to>
                                        <p:strVal val="visible"/>
                                      </p:to>
                                    </p:set>
                                    <p:animEffect transition="in" filter="wipe(left)">
                                      <p:cBhvr>
                                        <p:cTn id="117" dur="500"/>
                                        <p:tgtEl>
                                          <p:spTgt spid="9"/>
                                        </p:tgtEl>
                                      </p:cBhvr>
                                    </p:animEffect>
                                  </p:childTnLst>
                                </p:cTn>
                              </p:par>
                            </p:childTnLst>
                          </p:cTn>
                        </p:par>
                        <p:par>
                          <p:cTn id="118" fill="hold" nodeType="afterGroup">
                            <p:stCondLst>
                              <p:cond delay="1000"/>
                            </p:stCondLst>
                            <p:childTnLst>
                              <p:par>
                                <p:cTn id="119" presetID="22" presetClass="entr" presetSubtype="8" fill="hold" nodeType="afterEffect">
                                  <p:stCondLst>
                                    <p:cond delay="0"/>
                                  </p:stCondLst>
                                  <p:childTnLst>
                                    <p:set>
                                      <p:cBhvr>
                                        <p:cTn id="120" dur="1" fill="hold">
                                          <p:stCondLst>
                                            <p:cond delay="0"/>
                                          </p:stCondLst>
                                        </p:cTn>
                                        <p:tgtEl>
                                          <p:spTgt spid="5"/>
                                        </p:tgtEl>
                                        <p:attrNameLst>
                                          <p:attrName>style.visibility</p:attrName>
                                        </p:attrNameLst>
                                      </p:cBhvr>
                                      <p:to>
                                        <p:strVal val="visible"/>
                                      </p:to>
                                    </p:set>
                                    <p:animEffect transition="in" filter="wipe(left)">
                                      <p:cBhvr>
                                        <p:cTn id="121" dur="500"/>
                                        <p:tgtEl>
                                          <p:spTgt spid="5"/>
                                        </p:tgtEl>
                                      </p:cBhvr>
                                    </p:animEffect>
                                  </p:childTnLst>
                                </p:cTn>
                              </p:par>
                            </p:childTnLst>
                          </p:cTn>
                        </p:par>
                        <p:par>
                          <p:cTn id="122" fill="hold" nodeType="afterGroup">
                            <p:stCondLst>
                              <p:cond delay="1500"/>
                            </p:stCondLst>
                            <p:childTnLst>
                              <p:par>
                                <p:cTn id="123" presetID="22" presetClass="entr" presetSubtype="8" fill="hold" nodeType="afterEffect">
                                  <p:stCondLst>
                                    <p:cond delay="0"/>
                                  </p:stCondLst>
                                  <p:childTnLst>
                                    <p:set>
                                      <p:cBhvr>
                                        <p:cTn id="124" dur="1" fill="hold">
                                          <p:stCondLst>
                                            <p:cond delay="0"/>
                                          </p:stCondLst>
                                        </p:cTn>
                                        <p:tgtEl>
                                          <p:spTgt spid="10"/>
                                        </p:tgtEl>
                                        <p:attrNameLst>
                                          <p:attrName>style.visibility</p:attrName>
                                        </p:attrNameLst>
                                      </p:cBhvr>
                                      <p:to>
                                        <p:strVal val="visible"/>
                                      </p:to>
                                    </p:set>
                                    <p:animEffect transition="in" filter="wipe(left)">
                                      <p:cBhvr>
                                        <p:cTn id="125" dur="500"/>
                                        <p:tgtEl>
                                          <p:spTgt spid="10"/>
                                        </p:tgtEl>
                                      </p:cBhvr>
                                    </p:animEffect>
                                  </p:childTnLst>
                                </p:cTn>
                              </p:par>
                            </p:childTnLst>
                          </p:cTn>
                        </p:par>
                        <p:par>
                          <p:cTn id="126" fill="hold" nodeType="afterGroup">
                            <p:stCondLst>
                              <p:cond delay="2000"/>
                            </p:stCondLst>
                            <p:childTnLst>
                              <p:par>
                                <p:cTn id="127" presetID="22" presetClass="entr" presetSubtype="8" fill="hold" nodeType="afterEffect">
                                  <p:stCondLst>
                                    <p:cond delay="0"/>
                                  </p:stCondLst>
                                  <p:childTnLst>
                                    <p:set>
                                      <p:cBhvr>
                                        <p:cTn id="128" dur="1" fill="hold">
                                          <p:stCondLst>
                                            <p:cond delay="0"/>
                                          </p:stCondLst>
                                        </p:cTn>
                                        <p:tgtEl>
                                          <p:spTgt spid="6"/>
                                        </p:tgtEl>
                                        <p:attrNameLst>
                                          <p:attrName>style.visibility</p:attrName>
                                        </p:attrNameLst>
                                      </p:cBhvr>
                                      <p:to>
                                        <p:strVal val="visible"/>
                                      </p:to>
                                    </p:set>
                                    <p:animEffect transition="in" filter="wipe(left)">
                                      <p:cBhvr>
                                        <p:cTn id="129" dur="500"/>
                                        <p:tgtEl>
                                          <p:spTgt spid="6"/>
                                        </p:tgtEl>
                                      </p:cBhvr>
                                    </p:animEffect>
                                  </p:childTnLst>
                                </p:cTn>
                              </p:par>
                            </p:childTnLst>
                          </p:cTn>
                        </p:par>
                        <p:par>
                          <p:cTn id="130" fill="hold" nodeType="afterGroup">
                            <p:stCondLst>
                              <p:cond delay="2500"/>
                            </p:stCondLst>
                            <p:childTnLst>
                              <p:par>
                                <p:cTn id="131" presetID="22" presetClass="entr" presetSubtype="8" fill="hold" nodeType="afterEffect">
                                  <p:stCondLst>
                                    <p:cond delay="0"/>
                                  </p:stCondLst>
                                  <p:childTnLst>
                                    <p:set>
                                      <p:cBhvr>
                                        <p:cTn id="132" dur="1" fill="hold">
                                          <p:stCondLst>
                                            <p:cond delay="0"/>
                                          </p:stCondLst>
                                        </p:cTn>
                                        <p:tgtEl>
                                          <p:spTgt spid="11"/>
                                        </p:tgtEl>
                                        <p:attrNameLst>
                                          <p:attrName>style.visibility</p:attrName>
                                        </p:attrNameLst>
                                      </p:cBhvr>
                                      <p:to>
                                        <p:strVal val="visible"/>
                                      </p:to>
                                    </p:set>
                                    <p:animEffect transition="in" filter="wipe(left)">
                                      <p:cBhvr>
                                        <p:cTn id="133" dur="500"/>
                                        <p:tgtEl>
                                          <p:spTgt spid="11"/>
                                        </p:tgtEl>
                                      </p:cBhvr>
                                    </p:animEffect>
                                  </p:childTnLst>
                                </p:cTn>
                              </p:par>
                            </p:childTnLst>
                          </p:cTn>
                        </p:par>
                        <p:par>
                          <p:cTn id="134" fill="hold" nodeType="afterGroup">
                            <p:stCondLst>
                              <p:cond delay="3000"/>
                            </p:stCondLst>
                            <p:childTnLst>
                              <p:par>
                                <p:cTn id="135" presetID="22" presetClass="entr" presetSubtype="8" fill="hold" nodeType="afterEffect">
                                  <p:stCondLst>
                                    <p:cond delay="0"/>
                                  </p:stCondLst>
                                  <p:childTnLst>
                                    <p:set>
                                      <p:cBhvr>
                                        <p:cTn id="136" dur="1" fill="hold">
                                          <p:stCondLst>
                                            <p:cond delay="0"/>
                                          </p:stCondLst>
                                        </p:cTn>
                                        <p:tgtEl>
                                          <p:spTgt spid="7"/>
                                        </p:tgtEl>
                                        <p:attrNameLst>
                                          <p:attrName>style.visibility</p:attrName>
                                        </p:attrNameLst>
                                      </p:cBhvr>
                                      <p:to>
                                        <p:strVal val="visible"/>
                                      </p:to>
                                    </p:set>
                                    <p:animEffect transition="in" filter="wipe(left)">
                                      <p:cBhvr>
                                        <p:cTn id="137" dur="500"/>
                                        <p:tgtEl>
                                          <p:spTgt spid="7"/>
                                        </p:tgtEl>
                                      </p:cBhvr>
                                    </p:animEffect>
                                  </p:childTnLst>
                                </p:cTn>
                              </p:par>
                            </p:childTnLst>
                          </p:cTn>
                        </p:par>
                        <p:par>
                          <p:cTn id="138" fill="hold" nodeType="afterGroup">
                            <p:stCondLst>
                              <p:cond delay="3500"/>
                            </p:stCondLst>
                            <p:childTnLst>
                              <p:par>
                                <p:cTn id="139" presetID="22" presetClass="entr" presetSubtype="8" fill="hold" nodeType="afterEffect">
                                  <p:stCondLst>
                                    <p:cond delay="0"/>
                                  </p:stCondLst>
                                  <p:childTnLst>
                                    <p:set>
                                      <p:cBhvr>
                                        <p:cTn id="140" dur="1" fill="hold">
                                          <p:stCondLst>
                                            <p:cond delay="0"/>
                                          </p:stCondLst>
                                        </p:cTn>
                                        <p:tgtEl>
                                          <p:spTgt spid="12"/>
                                        </p:tgtEl>
                                        <p:attrNameLst>
                                          <p:attrName>style.visibility</p:attrName>
                                        </p:attrNameLst>
                                      </p:cBhvr>
                                      <p:to>
                                        <p:strVal val="visible"/>
                                      </p:to>
                                    </p:set>
                                    <p:animEffect transition="in" filter="wipe(left)">
                                      <p:cBhvr>
                                        <p:cTn id="141" dur="500"/>
                                        <p:tgtEl>
                                          <p:spTgt spid="12"/>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55327"/>
                                        </p:tgtEl>
                                        <p:attrNameLst>
                                          <p:attrName>style.visibility</p:attrName>
                                        </p:attrNameLst>
                                      </p:cBhvr>
                                      <p:to>
                                        <p:strVal val="visible"/>
                                      </p:to>
                                    </p:set>
                                    <p:animEffect transition="in" filter="wipe(left)">
                                      <p:cBhvr>
                                        <p:cTn id="146" dur="1000"/>
                                        <p:tgtEl>
                                          <p:spTgt spid="55327"/>
                                        </p:tgtEl>
                                      </p:cBhvr>
                                    </p:animEffect>
                                  </p:childTnLst>
                                </p:cTn>
                              </p:par>
                            </p:childTnLst>
                          </p:cTn>
                        </p:par>
                        <p:par>
                          <p:cTn id="147" fill="hold" nodeType="afterGroup">
                            <p:stCondLst>
                              <p:cond delay="1000"/>
                            </p:stCondLst>
                            <p:childTnLst>
                              <p:par>
                                <p:cTn id="148" presetID="22" presetClass="entr" presetSubtype="8" fill="hold" nodeType="afterEffect">
                                  <p:stCondLst>
                                    <p:cond delay="0"/>
                                  </p:stCondLst>
                                  <p:childTnLst>
                                    <p:set>
                                      <p:cBhvr>
                                        <p:cTn id="149" dur="1" fill="hold">
                                          <p:stCondLst>
                                            <p:cond delay="0"/>
                                          </p:stCondLst>
                                        </p:cTn>
                                        <p:tgtEl>
                                          <p:spTgt spid="55312"/>
                                        </p:tgtEl>
                                        <p:attrNameLst>
                                          <p:attrName>style.visibility</p:attrName>
                                        </p:attrNameLst>
                                      </p:cBhvr>
                                      <p:to>
                                        <p:strVal val="visible"/>
                                      </p:to>
                                    </p:set>
                                    <p:animEffect transition="in" filter="wipe(left)">
                                      <p:cBhvr>
                                        <p:cTn id="150" dur="500"/>
                                        <p:tgtEl>
                                          <p:spTgt spid="55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 grpId="0"/>
      <p:bldP spid="55301" grpId="0"/>
      <p:bldP spid="55302" grpId="0"/>
      <p:bldP spid="55308" grpId="0"/>
      <p:bldP spid="55323" grpId="0"/>
      <p:bldP spid="55325" grpId="0"/>
      <p:bldP spid="55326" grpId="0"/>
      <p:bldP spid="553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4"/>
          <p:cNvSpPr txBox="1"/>
          <p:nvPr/>
        </p:nvSpPr>
        <p:spPr>
          <a:xfrm>
            <a:off x="485775" y="1785938"/>
            <a:ext cx="4876800" cy="457200"/>
          </a:xfrm>
          <a:prstGeom prst="rect">
            <a:avLst/>
          </a:prstGeom>
          <a:noFill/>
          <a:ln w="9525">
            <a:noFill/>
          </a:ln>
        </p:spPr>
        <p:txBody>
          <a:bodyPr>
            <a:spAutoFit/>
          </a:bodyPr>
          <a:lstStyle/>
          <a:p>
            <a:pPr eaLnBrk="1" hangingPunct="1"/>
            <a:r>
              <a:rPr lang="zh-CN" altLang="en-US" dirty="0">
                <a:solidFill>
                  <a:schemeClr val="bg1"/>
                </a:solidFill>
                <a:latin typeface="楷体_GB2312" pitchFamily="49" charset="-122"/>
                <a:ea typeface="楷体_GB2312" pitchFamily="49" charset="-122"/>
              </a:rPr>
              <a:t>斯特藩</a:t>
            </a:r>
            <a:r>
              <a:rPr lang="en-US" altLang="zh-CN" dirty="0">
                <a:solidFill>
                  <a:schemeClr val="bg1"/>
                </a:solidFill>
                <a:latin typeface="Times New Roman" panose="02020603050405020304" pitchFamily="18" charset="0"/>
                <a:ea typeface="楷体_GB2312" pitchFamily="49" charset="-122"/>
              </a:rPr>
              <a:t>——</a:t>
            </a:r>
            <a:r>
              <a:rPr lang="zh-CN" altLang="en-US" dirty="0">
                <a:solidFill>
                  <a:schemeClr val="bg1"/>
                </a:solidFill>
                <a:latin typeface="楷体_GB2312" pitchFamily="49" charset="-122"/>
                <a:ea typeface="楷体_GB2312" pitchFamily="49" charset="-122"/>
              </a:rPr>
              <a:t>玻耳兹曼定律</a:t>
            </a:r>
          </a:p>
        </p:txBody>
      </p:sp>
      <p:graphicFrame>
        <p:nvGraphicFramePr>
          <p:cNvPr id="12291" name="Object 2"/>
          <p:cNvGraphicFramePr/>
          <p:nvPr/>
        </p:nvGraphicFramePr>
        <p:xfrm>
          <a:off x="4143375" y="1785938"/>
          <a:ext cx="1927225" cy="530225"/>
        </p:xfrm>
        <a:graphic>
          <a:graphicData uri="http://schemas.openxmlformats.org/presentationml/2006/ole">
            <mc:AlternateContent xmlns:mc="http://schemas.openxmlformats.org/markup-compatibility/2006">
              <mc:Choice xmlns:v="urn:schemas-microsoft-com:vml" Requires="v">
                <p:oleObj spid="_x0000_s573442" r:id="rId3" imgW="701675" imgH="167640" progId="Equation.DSMT4">
                  <p:embed/>
                </p:oleObj>
              </mc:Choice>
              <mc:Fallback>
                <p:oleObj r:id="rId3" imgW="701675" imgH="167640" progId="Equation.DSMT4">
                  <p:embed/>
                  <p:pic>
                    <p:nvPicPr>
                      <p:cNvPr id="12291" name="Object 2"/>
                      <p:cNvPicPr/>
                      <p:nvPr/>
                    </p:nvPicPr>
                    <p:blipFill>
                      <a:blip r:embed="rId4">
                        <a:clrChange>
                          <a:clrFrom>
                            <a:srgbClr val="000000"/>
                          </a:clrFrom>
                          <a:clrTo>
                            <a:srgbClr val="FFCC00"/>
                          </a:clrTo>
                        </a:clrChange>
                      </a:blip>
                      <a:stretch>
                        <a:fillRect/>
                      </a:stretch>
                    </p:blipFill>
                    <p:spPr>
                      <a:xfrm>
                        <a:off x="4143375" y="1785938"/>
                        <a:ext cx="1927225" cy="530225"/>
                      </a:xfrm>
                      <a:prstGeom prst="rect">
                        <a:avLst/>
                      </a:prstGeom>
                      <a:noFill/>
                      <a:ln w="38100">
                        <a:noFill/>
                        <a:miter/>
                      </a:ln>
                    </p:spPr>
                  </p:pic>
                </p:oleObj>
              </mc:Fallback>
            </mc:AlternateContent>
          </a:graphicData>
        </a:graphic>
      </p:graphicFrame>
      <p:sp>
        <p:nvSpPr>
          <p:cNvPr id="12292" name="Rectangle 7"/>
          <p:cNvSpPr/>
          <p:nvPr/>
        </p:nvSpPr>
        <p:spPr>
          <a:xfrm>
            <a:off x="485775" y="1138238"/>
            <a:ext cx="3886200" cy="457200"/>
          </a:xfrm>
          <a:prstGeom prst="rect">
            <a:avLst/>
          </a:prstGeom>
          <a:noFill/>
          <a:ln w="9525">
            <a:noFill/>
          </a:ln>
        </p:spPr>
        <p:txBody>
          <a:bodyPr>
            <a:spAutoFit/>
          </a:bodyPr>
          <a:lstStyle/>
          <a:p>
            <a:pPr eaLnBrk="1" hangingPunct="1">
              <a:spcBef>
                <a:spcPct val="50000"/>
              </a:spcBef>
            </a:pPr>
            <a:r>
              <a:rPr lang="zh-CN" altLang="en-US" dirty="0">
                <a:solidFill>
                  <a:schemeClr val="bg1"/>
                </a:solidFill>
                <a:latin typeface="Times New Roman" panose="02020603050405020304" pitchFamily="18" charset="0"/>
                <a:ea typeface="楷体_GB2312" pitchFamily="49" charset="-122"/>
              </a:rPr>
              <a:t>维恩位移定律</a:t>
            </a:r>
          </a:p>
        </p:txBody>
      </p:sp>
      <p:graphicFrame>
        <p:nvGraphicFramePr>
          <p:cNvPr id="12293" name="Object 4"/>
          <p:cNvGraphicFramePr/>
          <p:nvPr/>
        </p:nvGraphicFramePr>
        <p:xfrm>
          <a:off x="2719388" y="1096963"/>
          <a:ext cx="1144587" cy="474662"/>
        </p:xfrm>
        <a:graphic>
          <a:graphicData uri="http://schemas.openxmlformats.org/presentationml/2006/ole">
            <mc:AlternateContent xmlns:mc="http://schemas.openxmlformats.org/markup-compatibility/2006">
              <mc:Choice xmlns:v="urn:schemas-microsoft-com:vml" Requires="v">
                <p:oleObj spid="_x0000_s573443" r:id="rId5" imgW="399415" imgH="141605" progId="Equation.3">
                  <p:embed/>
                </p:oleObj>
              </mc:Choice>
              <mc:Fallback>
                <p:oleObj r:id="rId5" imgW="399415" imgH="141605" progId="Equation.3">
                  <p:embed/>
                  <p:pic>
                    <p:nvPicPr>
                      <p:cNvPr id="12293" name="Object 4"/>
                      <p:cNvPicPr/>
                      <p:nvPr/>
                    </p:nvPicPr>
                    <p:blipFill>
                      <a:blip r:embed="rId6">
                        <a:clrChange>
                          <a:clrFrom>
                            <a:srgbClr val="000000"/>
                          </a:clrFrom>
                          <a:clrTo>
                            <a:srgbClr val="00FF00"/>
                          </a:clrTo>
                        </a:clrChange>
                      </a:blip>
                      <a:stretch>
                        <a:fillRect/>
                      </a:stretch>
                    </p:blipFill>
                    <p:spPr>
                      <a:xfrm>
                        <a:off x="2719388" y="1096963"/>
                        <a:ext cx="1144587" cy="474662"/>
                      </a:xfrm>
                      <a:prstGeom prst="rect">
                        <a:avLst/>
                      </a:prstGeom>
                      <a:noFill/>
                      <a:ln w="38100">
                        <a:noFill/>
                        <a:miter/>
                      </a:ln>
                    </p:spPr>
                  </p:pic>
                </p:oleObj>
              </mc:Fallback>
            </mc:AlternateContent>
          </a:graphicData>
        </a:graphic>
      </p:graphicFrame>
      <p:sp>
        <p:nvSpPr>
          <p:cNvPr id="12294" name="Text Box 10"/>
          <p:cNvSpPr txBox="1"/>
          <p:nvPr/>
        </p:nvSpPr>
        <p:spPr>
          <a:xfrm>
            <a:off x="485775" y="2468563"/>
            <a:ext cx="3886200" cy="457200"/>
          </a:xfrm>
          <a:prstGeom prst="rect">
            <a:avLst/>
          </a:prstGeom>
          <a:noFill/>
          <a:ln w="9525">
            <a:noFill/>
          </a:ln>
        </p:spPr>
        <p:txBody>
          <a:bodyPr>
            <a:spAutoFit/>
          </a:bodyPr>
          <a:lstStyle/>
          <a:p>
            <a:pPr eaLnBrk="1" hangingPunct="1"/>
            <a:r>
              <a:rPr lang="zh-CN" altLang="en-US" dirty="0">
                <a:solidFill>
                  <a:schemeClr val="bg1"/>
                </a:solidFill>
                <a:latin typeface="楷体_GB2312" pitchFamily="49" charset="-122"/>
                <a:ea typeface="楷体_GB2312" pitchFamily="49" charset="-122"/>
              </a:rPr>
              <a:t>普朗克的量子假设：</a:t>
            </a:r>
          </a:p>
        </p:txBody>
      </p:sp>
      <p:graphicFrame>
        <p:nvGraphicFramePr>
          <p:cNvPr id="12295" name="Object 6"/>
          <p:cNvGraphicFramePr/>
          <p:nvPr/>
        </p:nvGraphicFramePr>
        <p:xfrm>
          <a:off x="3381375" y="2498725"/>
          <a:ext cx="1117600" cy="390525"/>
        </p:xfrm>
        <a:graphic>
          <a:graphicData uri="http://schemas.openxmlformats.org/presentationml/2006/ole">
            <mc:AlternateContent xmlns:mc="http://schemas.openxmlformats.org/markup-compatibility/2006">
              <mc:Choice xmlns:v="urn:schemas-microsoft-com:vml" Requires="v">
                <p:oleObj spid="_x0000_s573444" r:id="rId7" imgW="393065" imgH="109220" progId="Equation.DSMT4">
                  <p:embed/>
                </p:oleObj>
              </mc:Choice>
              <mc:Fallback>
                <p:oleObj r:id="rId7" imgW="393065" imgH="109220" progId="Equation.DSMT4">
                  <p:embed/>
                  <p:pic>
                    <p:nvPicPr>
                      <p:cNvPr id="12295" name="Object 6"/>
                      <p:cNvPicPr/>
                      <p:nvPr/>
                    </p:nvPicPr>
                    <p:blipFill>
                      <a:blip r:embed="rId8">
                        <a:clrChange>
                          <a:clrFrom>
                            <a:srgbClr val="000000"/>
                          </a:clrFrom>
                          <a:clrTo>
                            <a:srgbClr val="FFFF00"/>
                          </a:clrTo>
                        </a:clrChange>
                      </a:blip>
                      <a:stretch>
                        <a:fillRect/>
                      </a:stretch>
                    </p:blipFill>
                    <p:spPr>
                      <a:xfrm>
                        <a:off x="3381375" y="2498725"/>
                        <a:ext cx="1117600" cy="390525"/>
                      </a:xfrm>
                      <a:prstGeom prst="rect">
                        <a:avLst/>
                      </a:prstGeom>
                      <a:noFill/>
                      <a:ln w="38100">
                        <a:noFill/>
                        <a:miter/>
                      </a:ln>
                    </p:spPr>
                  </p:pic>
                </p:oleObj>
              </mc:Fallback>
            </mc:AlternateContent>
          </a:graphicData>
        </a:graphic>
      </p:graphicFrame>
      <p:graphicFrame>
        <p:nvGraphicFramePr>
          <p:cNvPr id="12296" name="Object 7"/>
          <p:cNvGraphicFramePr/>
          <p:nvPr/>
        </p:nvGraphicFramePr>
        <p:xfrm>
          <a:off x="5286375" y="2468563"/>
          <a:ext cx="1674813" cy="446087"/>
        </p:xfrm>
        <a:graphic>
          <a:graphicData uri="http://schemas.openxmlformats.org/presentationml/2006/ole">
            <mc:AlternateContent xmlns:mc="http://schemas.openxmlformats.org/markup-compatibility/2006">
              <mc:Choice xmlns:v="urn:schemas-microsoft-com:vml" Requires="v">
                <p:oleObj spid="_x0000_s573445" r:id="rId9" imgW="605155" imgH="135255" progId="Equation.DSMT4">
                  <p:embed/>
                </p:oleObj>
              </mc:Choice>
              <mc:Fallback>
                <p:oleObj r:id="rId9" imgW="605155" imgH="135255" progId="Equation.DSMT4">
                  <p:embed/>
                  <p:pic>
                    <p:nvPicPr>
                      <p:cNvPr id="12296" name="Object 7"/>
                      <p:cNvPicPr/>
                      <p:nvPr/>
                    </p:nvPicPr>
                    <p:blipFill>
                      <a:blip r:embed="rId10">
                        <a:clrChange>
                          <a:clrFrom>
                            <a:srgbClr val="000000"/>
                          </a:clrFrom>
                          <a:clrTo>
                            <a:srgbClr val="FFFF00"/>
                          </a:clrTo>
                        </a:clrChange>
                      </a:blip>
                      <a:stretch>
                        <a:fillRect/>
                      </a:stretch>
                    </p:blipFill>
                    <p:spPr>
                      <a:xfrm>
                        <a:off x="5286375" y="2468563"/>
                        <a:ext cx="1674813" cy="446087"/>
                      </a:xfrm>
                      <a:prstGeom prst="rect">
                        <a:avLst/>
                      </a:prstGeom>
                      <a:noFill/>
                      <a:ln w="38100">
                        <a:noFill/>
                        <a:miter/>
                      </a:ln>
                    </p:spPr>
                  </p:pic>
                </p:oleObj>
              </mc:Fallback>
            </mc:AlternateContent>
          </a:graphicData>
        </a:graphic>
      </p:graphicFrame>
      <p:sp>
        <p:nvSpPr>
          <p:cNvPr id="12297" name="Text Box 13"/>
          <p:cNvSpPr txBox="1"/>
          <p:nvPr/>
        </p:nvSpPr>
        <p:spPr>
          <a:xfrm>
            <a:off x="485775" y="3222625"/>
            <a:ext cx="5067300" cy="457200"/>
          </a:xfrm>
          <a:prstGeom prst="rect">
            <a:avLst/>
          </a:prstGeom>
          <a:noFill/>
          <a:ln w="9525">
            <a:noFill/>
          </a:ln>
        </p:spPr>
        <p:txBody>
          <a:bodyPr>
            <a:spAutoFit/>
          </a:bodyPr>
          <a:lstStyle/>
          <a:p>
            <a:pPr eaLnBrk="1" hangingPunct="1"/>
            <a:r>
              <a:rPr lang="zh-CN" altLang="en-US" dirty="0">
                <a:solidFill>
                  <a:schemeClr val="bg1"/>
                </a:solidFill>
                <a:latin typeface="楷体_GB2312" pitchFamily="49" charset="-122"/>
                <a:ea typeface="楷体_GB2312" pitchFamily="49" charset="-122"/>
              </a:rPr>
              <a:t>普朗克公式：</a:t>
            </a:r>
          </a:p>
        </p:txBody>
      </p:sp>
      <p:graphicFrame>
        <p:nvGraphicFramePr>
          <p:cNvPr id="12298" name="Object 8"/>
          <p:cNvGraphicFramePr/>
          <p:nvPr/>
        </p:nvGraphicFramePr>
        <p:xfrm>
          <a:off x="2466975" y="2994025"/>
          <a:ext cx="3351213" cy="922338"/>
        </p:xfrm>
        <a:graphic>
          <a:graphicData uri="http://schemas.openxmlformats.org/presentationml/2006/ole">
            <mc:AlternateContent xmlns:mc="http://schemas.openxmlformats.org/markup-compatibility/2006">
              <mc:Choice xmlns:v="urn:schemas-microsoft-com:vml" Requires="v">
                <p:oleObj spid="_x0000_s573446" r:id="rId11" imgW="1249045" imgH="315595" progId="Equation.3">
                  <p:embed/>
                </p:oleObj>
              </mc:Choice>
              <mc:Fallback>
                <p:oleObj r:id="rId11" imgW="1249045" imgH="315595" progId="Equation.3">
                  <p:embed/>
                  <p:pic>
                    <p:nvPicPr>
                      <p:cNvPr id="12298" name="Object 8"/>
                      <p:cNvPicPr/>
                      <p:nvPr/>
                    </p:nvPicPr>
                    <p:blipFill>
                      <a:blip r:embed="rId12">
                        <a:clrChange>
                          <a:clrFrom>
                            <a:srgbClr val="000000"/>
                          </a:clrFrom>
                          <a:clrTo>
                            <a:srgbClr val="FFCC00"/>
                          </a:clrTo>
                        </a:clrChange>
                      </a:blip>
                      <a:stretch>
                        <a:fillRect/>
                      </a:stretch>
                    </p:blipFill>
                    <p:spPr>
                      <a:xfrm>
                        <a:off x="2466975" y="2994025"/>
                        <a:ext cx="3351213" cy="922338"/>
                      </a:xfrm>
                      <a:prstGeom prst="rect">
                        <a:avLst/>
                      </a:prstGeom>
                      <a:noFill/>
                      <a:ln w="38100">
                        <a:noFill/>
                        <a:miter/>
                      </a:ln>
                    </p:spPr>
                  </p:pic>
                </p:oleObj>
              </mc:Fallback>
            </mc:AlternateContent>
          </a:graphicData>
        </a:graphic>
      </p:graphicFrame>
      <p:graphicFrame>
        <p:nvGraphicFramePr>
          <p:cNvPr id="12299" name="Object 9"/>
          <p:cNvGraphicFramePr/>
          <p:nvPr/>
        </p:nvGraphicFramePr>
        <p:xfrm>
          <a:off x="6000750" y="3214688"/>
          <a:ext cx="2820988" cy="503237"/>
        </p:xfrm>
        <a:graphic>
          <a:graphicData uri="http://schemas.openxmlformats.org/presentationml/2006/ole">
            <mc:AlternateContent xmlns:mc="http://schemas.openxmlformats.org/markup-compatibility/2006">
              <mc:Choice xmlns:v="urn:schemas-microsoft-com:vml" Requires="v">
                <p:oleObj spid="_x0000_s573447" r:id="rId13" imgW="1043305" imgH="154305" progId="Equation.3">
                  <p:embed/>
                </p:oleObj>
              </mc:Choice>
              <mc:Fallback>
                <p:oleObj r:id="rId13" imgW="1043305" imgH="154305" progId="Equation.3">
                  <p:embed/>
                  <p:pic>
                    <p:nvPicPr>
                      <p:cNvPr id="12299" name="Object 9"/>
                      <p:cNvPicPr/>
                      <p:nvPr/>
                    </p:nvPicPr>
                    <p:blipFill>
                      <a:blip r:embed="rId14">
                        <a:clrChange>
                          <a:clrFrom>
                            <a:srgbClr val="000000"/>
                          </a:clrFrom>
                          <a:clrTo>
                            <a:srgbClr val="00FF00"/>
                          </a:clrTo>
                        </a:clrChange>
                      </a:blip>
                      <a:stretch>
                        <a:fillRect/>
                      </a:stretch>
                    </p:blipFill>
                    <p:spPr>
                      <a:xfrm>
                        <a:off x="6000750" y="3214688"/>
                        <a:ext cx="2820988" cy="503237"/>
                      </a:xfrm>
                      <a:prstGeom prst="rect">
                        <a:avLst/>
                      </a:prstGeom>
                      <a:noFill/>
                      <a:ln w="38100">
                        <a:noFill/>
                        <a:miter/>
                      </a:ln>
                    </p:spPr>
                  </p:pic>
                </p:oleObj>
              </mc:Fallback>
            </mc:AlternateContent>
          </a:graphicData>
        </a:graphic>
      </p:graphicFrame>
      <p:sp>
        <p:nvSpPr>
          <p:cNvPr id="12300" name="Rectangle 16"/>
          <p:cNvSpPr/>
          <p:nvPr/>
        </p:nvSpPr>
        <p:spPr>
          <a:xfrm>
            <a:off x="200025" y="3924300"/>
            <a:ext cx="6858000" cy="457200"/>
          </a:xfrm>
          <a:prstGeom prst="rect">
            <a:avLst/>
          </a:prstGeom>
          <a:noFill/>
          <a:ln w="9525">
            <a:noFill/>
          </a:ln>
        </p:spPr>
        <p:txBody>
          <a:bodyPr>
            <a:spAutoFit/>
          </a:bodyPr>
          <a:lstStyle/>
          <a:p>
            <a:pPr eaLnBrk="1" hangingPunct="1"/>
            <a:r>
              <a:rPr lang="en-US" altLang="zh-CN" dirty="0">
                <a:solidFill>
                  <a:srgbClr val="FFFF00"/>
                </a:solidFill>
                <a:latin typeface="Times New Roman" panose="02020603050405020304" pitchFamily="18" charset="0"/>
                <a:ea typeface="楷体_GB2312" pitchFamily="49" charset="-122"/>
              </a:rPr>
              <a:t>2. </a:t>
            </a:r>
            <a:r>
              <a:rPr lang="zh-CN" altLang="en-US" dirty="0">
                <a:solidFill>
                  <a:srgbClr val="FFFF00"/>
                </a:solidFill>
                <a:latin typeface="Times New Roman" panose="02020603050405020304" pitchFamily="18" charset="0"/>
                <a:ea typeface="楷体_GB2312" pitchFamily="49" charset="-122"/>
              </a:rPr>
              <a:t>光电效应和光的</a:t>
            </a:r>
            <a:r>
              <a:rPr lang="zh-CN" altLang="en-US" dirty="0">
                <a:solidFill>
                  <a:srgbClr val="FFFF00"/>
                </a:solidFill>
                <a:ea typeface="楷体_GB2312" pitchFamily="49" charset="-122"/>
              </a:rPr>
              <a:t>波粒</a:t>
            </a:r>
            <a:r>
              <a:rPr lang="zh-CN" altLang="en-US" dirty="0">
                <a:solidFill>
                  <a:srgbClr val="FFFF00"/>
                </a:solidFill>
                <a:latin typeface="Times New Roman" panose="02020603050405020304" pitchFamily="18" charset="0"/>
                <a:ea typeface="楷体_GB2312" pitchFamily="49" charset="-122"/>
              </a:rPr>
              <a:t>二象性</a:t>
            </a:r>
          </a:p>
        </p:txBody>
      </p:sp>
      <p:graphicFrame>
        <p:nvGraphicFramePr>
          <p:cNvPr id="12301" name="Object 10"/>
          <p:cNvGraphicFramePr/>
          <p:nvPr/>
        </p:nvGraphicFramePr>
        <p:xfrm>
          <a:off x="3000375" y="4286250"/>
          <a:ext cx="2233613" cy="865188"/>
        </p:xfrm>
        <a:graphic>
          <a:graphicData uri="http://schemas.openxmlformats.org/presentationml/2006/ole">
            <mc:AlternateContent xmlns:mc="http://schemas.openxmlformats.org/markup-compatibility/2006">
              <mc:Choice xmlns:v="urn:schemas-microsoft-com:vml" Requires="v">
                <p:oleObj spid="_x0000_s573448" r:id="rId15" imgW="817880" imgH="295910" progId="Equation.3">
                  <p:embed/>
                </p:oleObj>
              </mc:Choice>
              <mc:Fallback>
                <p:oleObj r:id="rId15" imgW="817880" imgH="295910" progId="Equation.3">
                  <p:embed/>
                  <p:pic>
                    <p:nvPicPr>
                      <p:cNvPr id="12301" name="Object 10"/>
                      <p:cNvPicPr/>
                      <p:nvPr/>
                    </p:nvPicPr>
                    <p:blipFill>
                      <a:blip r:embed="rId16">
                        <a:clrChange>
                          <a:clrFrom>
                            <a:srgbClr val="000000"/>
                          </a:clrFrom>
                          <a:clrTo>
                            <a:srgbClr val="00FFFF"/>
                          </a:clrTo>
                        </a:clrChange>
                      </a:blip>
                      <a:stretch>
                        <a:fillRect/>
                      </a:stretch>
                    </p:blipFill>
                    <p:spPr>
                      <a:xfrm>
                        <a:off x="3000375" y="4286250"/>
                        <a:ext cx="2233613" cy="865188"/>
                      </a:xfrm>
                      <a:prstGeom prst="rect">
                        <a:avLst/>
                      </a:prstGeom>
                      <a:noFill/>
                      <a:ln w="38100">
                        <a:noFill/>
                        <a:miter/>
                      </a:ln>
                    </p:spPr>
                  </p:pic>
                </p:oleObj>
              </mc:Fallback>
            </mc:AlternateContent>
          </a:graphicData>
        </a:graphic>
      </p:graphicFrame>
      <p:sp>
        <p:nvSpPr>
          <p:cNvPr id="12302" name="Rectangle 18"/>
          <p:cNvSpPr/>
          <p:nvPr/>
        </p:nvSpPr>
        <p:spPr>
          <a:xfrm>
            <a:off x="6000750" y="4471988"/>
            <a:ext cx="2590800" cy="457200"/>
          </a:xfrm>
          <a:prstGeom prst="rect">
            <a:avLst/>
          </a:prstGeom>
          <a:noFill/>
          <a:ln w="22225">
            <a:noFill/>
          </a:ln>
        </p:spPr>
        <p:txBody>
          <a:bodyPr>
            <a:spAutoFit/>
          </a:bodyPr>
          <a:lstStyle/>
          <a:p>
            <a:pPr eaLnBrk="1" hangingPunct="1"/>
            <a:r>
              <a:rPr lang="en-US" altLang="zh-CN" dirty="0">
                <a:solidFill>
                  <a:schemeClr val="bg1"/>
                </a:solidFill>
                <a:latin typeface="Times New Roman" panose="02020603050405020304" pitchFamily="18" charset="0"/>
                <a:ea typeface="楷体_GB2312" pitchFamily="49" charset="-122"/>
                <a:sym typeface="Symbol" panose="05050102010706020507" pitchFamily="18" charset="2"/>
              </a:rPr>
              <a:t>—— </a:t>
            </a:r>
            <a:r>
              <a:rPr lang="zh-CN" altLang="en-US" dirty="0">
                <a:solidFill>
                  <a:schemeClr val="bg1"/>
                </a:solidFill>
                <a:latin typeface="Times New Roman" panose="02020603050405020304" pitchFamily="18" charset="0"/>
                <a:ea typeface="楷体_GB2312" pitchFamily="49" charset="-122"/>
                <a:sym typeface="Symbol" panose="05050102010706020507" pitchFamily="18" charset="2"/>
              </a:rPr>
              <a:t>逸出功</a:t>
            </a:r>
          </a:p>
        </p:txBody>
      </p:sp>
      <p:sp>
        <p:nvSpPr>
          <p:cNvPr id="12303" name="Rectangle 19"/>
          <p:cNvSpPr/>
          <p:nvPr/>
        </p:nvSpPr>
        <p:spPr>
          <a:xfrm>
            <a:off x="357188" y="4500563"/>
            <a:ext cx="2895600" cy="530225"/>
          </a:xfrm>
          <a:prstGeom prst="rect">
            <a:avLst/>
          </a:prstGeom>
          <a:noFill/>
          <a:ln w="22225">
            <a:noFill/>
          </a:ln>
        </p:spPr>
        <p:txBody>
          <a:bodyPr>
            <a:spAutoFit/>
          </a:bodyPr>
          <a:lstStyle/>
          <a:p>
            <a:pPr eaLnBrk="1" hangingPunct="1">
              <a:lnSpc>
                <a:spcPct val="120000"/>
              </a:lnSpc>
            </a:pPr>
            <a:r>
              <a:rPr lang="zh-CN" altLang="en-US" dirty="0">
                <a:solidFill>
                  <a:schemeClr val="bg1"/>
                </a:solidFill>
                <a:latin typeface="Times New Roman" panose="02020603050405020304" pitchFamily="18" charset="0"/>
                <a:ea typeface="楷体_GB2312" pitchFamily="49" charset="-122"/>
              </a:rPr>
              <a:t>光电效应方 程</a:t>
            </a:r>
          </a:p>
        </p:txBody>
      </p:sp>
      <p:graphicFrame>
        <p:nvGraphicFramePr>
          <p:cNvPr id="12304" name="Object 11"/>
          <p:cNvGraphicFramePr/>
          <p:nvPr/>
        </p:nvGraphicFramePr>
        <p:xfrm>
          <a:off x="5619750" y="4559300"/>
          <a:ext cx="334963" cy="361950"/>
        </p:xfrm>
        <a:graphic>
          <a:graphicData uri="http://schemas.openxmlformats.org/presentationml/2006/ole">
            <mc:AlternateContent xmlns:mc="http://schemas.openxmlformats.org/markup-compatibility/2006">
              <mc:Choice xmlns:v="urn:schemas-microsoft-com:vml" Requires="v">
                <p:oleObj spid="_x0000_s573449" r:id="rId17" imgW="90170" imgH="102870" progId="Equation.3">
                  <p:embed/>
                </p:oleObj>
              </mc:Choice>
              <mc:Fallback>
                <p:oleObj r:id="rId17" imgW="90170" imgH="102870" progId="Equation.3">
                  <p:embed/>
                  <p:pic>
                    <p:nvPicPr>
                      <p:cNvPr id="12304" name="Object 11"/>
                      <p:cNvPicPr/>
                      <p:nvPr/>
                    </p:nvPicPr>
                    <p:blipFill>
                      <a:blip r:embed="rId18">
                        <a:clrChange>
                          <a:clrFrom>
                            <a:srgbClr val="000000"/>
                          </a:clrFrom>
                          <a:clrTo>
                            <a:srgbClr val="FFCC00"/>
                          </a:clrTo>
                        </a:clrChange>
                      </a:blip>
                      <a:stretch>
                        <a:fillRect/>
                      </a:stretch>
                    </p:blipFill>
                    <p:spPr>
                      <a:xfrm>
                        <a:off x="5619750" y="4559300"/>
                        <a:ext cx="334963" cy="361950"/>
                      </a:xfrm>
                      <a:prstGeom prst="rect">
                        <a:avLst/>
                      </a:prstGeom>
                      <a:noFill/>
                      <a:ln w="38100">
                        <a:noFill/>
                        <a:miter/>
                      </a:ln>
                    </p:spPr>
                  </p:pic>
                </p:oleObj>
              </mc:Fallback>
            </mc:AlternateContent>
          </a:graphicData>
        </a:graphic>
      </p:graphicFrame>
      <p:graphicFrame>
        <p:nvGraphicFramePr>
          <p:cNvPr id="12305" name="Object 12"/>
          <p:cNvGraphicFramePr/>
          <p:nvPr/>
        </p:nvGraphicFramePr>
        <p:xfrm>
          <a:off x="2071688" y="5064125"/>
          <a:ext cx="2932112" cy="865188"/>
        </p:xfrm>
        <a:graphic>
          <a:graphicData uri="http://schemas.openxmlformats.org/presentationml/2006/ole">
            <mc:AlternateContent xmlns:mc="http://schemas.openxmlformats.org/markup-compatibility/2006">
              <mc:Choice xmlns:v="urn:schemas-microsoft-com:vml" Requires="v">
                <p:oleObj spid="_x0000_s573450" r:id="rId19" imgW="1088390" imgH="295910" progId="Equation.DSMT4">
                  <p:embed/>
                </p:oleObj>
              </mc:Choice>
              <mc:Fallback>
                <p:oleObj r:id="rId19" imgW="1088390" imgH="295910" progId="Equation.DSMT4">
                  <p:embed/>
                  <p:pic>
                    <p:nvPicPr>
                      <p:cNvPr id="12305" name="Object 12"/>
                      <p:cNvPicPr/>
                      <p:nvPr/>
                    </p:nvPicPr>
                    <p:blipFill>
                      <a:blip r:embed="rId20">
                        <a:clrChange>
                          <a:clrFrom>
                            <a:srgbClr val="000000"/>
                          </a:clrFrom>
                          <a:clrTo>
                            <a:srgbClr val="FFFF00"/>
                          </a:clrTo>
                        </a:clrChange>
                      </a:blip>
                      <a:stretch>
                        <a:fillRect/>
                      </a:stretch>
                    </p:blipFill>
                    <p:spPr>
                      <a:xfrm>
                        <a:off x="2071688" y="5064125"/>
                        <a:ext cx="2932112" cy="865188"/>
                      </a:xfrm>
                      <a:prstGeom prst="rect">
                        <a:avLst/>
                      </a:prstGeom>
                      <a:noFill/>
                      <a:ln w="38100">
                        <a:noFill/>
                        <a:miter/>
                      </a:ln>
                    </p:spPr>
                  </p:pic>
                </p:oleObj>
              </mc:Fallback>
            </mc:AlternateContent>
          </a:graphicData>
        </a:graphic>
      </p:graphicFrame>
      <p:sp>
        <p:nvSpPr>
          <p:cNvPr id="12306" name="Rectangle 22"/>
          <p:cNvSpPr/>
          <p:nvPr/>
        </p:nvSpPr>
        <p:spPr>
          <a:xfrm>
            <a:off x="500063" y="5286375"/>
            <a:ext cx="4665662" cy="457200"/>
          </a:xfrm>
          <a:prstGeom prst="rect">
            <a:avLst/>
          </a:prstGeom>
          <a:noFill/>
          <a:ln w="22225">
            <a:noFill/>
          </a:ln>
        </p:spPr>
        <p:txBody>
          <a:bodyPr>
            <a:spAutoFit/>
          </a:bodyPr>
          <a:lstStyle/>
          <a:p>
            <a:pPr eaLnBrk="1" hangingPunct="1"/>
            <a:r>
              <a:rPr lang="zh-CN" altLang="en-US" dirty="0">
                <a:solidFill>
                  <a:schemeClr val="bg1"/>
                </a:solidFill>
                <a:latin typeface="楷体_GB2312" pitchFamily="49" charset="-122"/>
                <a:ea typeface="楷体_GB2312" pitchFamily="49" charset="-122"/>
              </a:rPr>
              <a:t>遏止电压</a:t>
            </a:r>
          </a:p>
        </p:txBody>
      </p:sp>
      <p:graphicFrame>
        <p:nvGraphicFramePr>
          <p:cNvPr id="12307" name="Object 13"/>
          <p:cNvGraphicFramePr/>
          <p:nvPr/>
        </p:nvGraphicFramePr>
        <p:xfrm>
          <a:off x="6281738" y="4991100"/>
          <a:ext cx="1033462" cy="865188"/>
        </p:xfrm>
        <a:graphic>
          <a:graphicData uri="http://schemas.openxmlformats.org/presentationml/2006/ole">
            <mc:AlternateContent xmlns:mc="http://schemas.openxmlformats.org/markup-compatibility/2006">
              <mc:Choice xmlns:v="urn:schemas-microsoft-com:vml" Requires="v">
                <p:oleObj spid="_x0000_s573451" r:id="rId21" imgW="360680" imgH="295910" progId="Equation.3">
                  <p:embed/>
                </p:oleObj>
              </mc:Choice>
              <mc:Fallback>
                <p:oleObj r:id="rId21" imgW="360680" imgH="295910" progId="Equation.3">
                  <p:embed/>
                  <p:pic>
                    <p:nvPicPr>
                      <p:cNvPr id="12307" name="Object 13"/>
                      <p:cNvPicPr/>
                      <p:nvPr/>
                    </p:nvPicPr>
                    <p:blipFill>
                      <a:blip r:embed="rId22">
                        <a:clrChange>
                          <a:clrFrom>
                            <a:srgbClr val="000000"/>
                          </a:clrFrom>
                          <a:clrTo>
                            <a:srgbClr val="FFFF00"/>
                          </a:clrTo>
                        </a:clrChange>
                      </a:blip>
                      <a:stretch>
                        <a:fillRect/>
                      </a:stretch>
                    </p:blipFill>
                    <p:spPr>
                      <a:xfrm>
                        <a:off x="6281738" y="4991100"/>
                        <a:ext cx="1033462" cy="865188"/>
                      </a:xfrm>
                      <a:prstGeom prst="rect">
                        <a:avLst/>
                      </a:prstGeom>
                      <a:noFill/>
                      <a:ln w="38100">
                        <a:noFill/>
                        <a:miter/>
                      </a:ln>
                    </p:spPr>
                  </p:pic>
                </p:oleObj>
              </mc:Fallback>
            </mc:AlternateContent>
          </a:graphicData>
        </a:graphic>
      </p:graphicFrame>
      <p:sp>
        <p:nvSpPr>
          <p:cNvPr id="12308" name="Rectangle 24"/>
          <p:cNvSpPr/>
          <p:nvPr/>
        </p:nvSpPr>
        <p:spPr>
          <a:xfrm>
            <a:off x="5310188" y="5214938"/>
            <a:ext cx="1619250" cy="457200"/>
          </a:xfrm>
          <a:prstGeom prst="rect">
            <a:avLst/>
          </a:prstGeom>
          <a:noFill/>
          <a:ln w="22225">
            <a:noFill/>
          </a:ln>
        </p:spPr>
        <p:txBody>
          <a:bodyPr>
            <a:spAutoFit/>
          </a:bodyPr>
          <a:lstStyle/>
          <a:p>
            <a:pPr eaLnBrk="1" hangingPunct="1"/>
            <a:r>
              <a:rPr lang="zh-CN" altLang="en-US" dirty="0">
                <a:solidFill>
                  <a:schemeClr val="bg1"/>
                </a:solidFill>
                <a:latin typeface="楷体_GB2312" pitchFamily="49" charset="-122"/>
                <a:ea typeface="楷体_GB2312" pitchFamily="49" charset="-122"/>
              </a:rPr>
              <a:t>红限</a:t>
            </a:r>
          </a:p>
        </p:txBody>
      </p:sp>
      <p:sp>
        <p:nvSpPr>
          <p:cNvPr id="12309" name="Rectangle 25"/>
          <p:cNvSpPr/>
          <p:nvPr/>
        </p:nvSpPr>
        <p:spPr>
          <a:xfrm>
            <a:off x="381000" y="6051550"/>
            <a:ext cx="2209800" cy="457200"/>
          </a:xfrm>
          <a:prstGeom prst="rect">
            <a:avLst/>
          </a:prstGeom>
          <a:noFill/>
          <a:ln w="9525">
            <a:noFill/>
          </a:ln>
        </p:spPr>
        <p:txBody>
          <a:bodyPr>
            <a:spAutoFit/>
          </a:bodyPr>
          <a:lstStyle/>
          <a:p>
            <a:pPr eaLnBrk="1" hangingPunct="1"/>
            <a:r>
              <a:rPr lang="zh-CN" altLang="en-US" dirty="0">
                <a:solidFill>
                  <a:schemeClr val="bg1"/>
                </a:solidFill>
                <a:latin typeface="楷体_GB2312" pitchFamily="49" charset="-122"/>
                <a:ea typeface="楷体_GB2312" pitchFamily="49" charset="-122"/>
              </a:rPr>
              <a:t>光子质量</a:t>
            </a:r>
          </a:p>
        </p:txBody>
      </p:sp>
      <p:graphicFrame>
        <p:nvGraphicFramePr>
          <p:cNvPr id="12310" name="Object 14"/>
          <p:cNvGraphicFramePr/>
          <p:nvPr/>
        </p:nvGraphicFramePr>
        <p:xfrm>
          <a:off x="1981200" y="5822950"/>
          <a:ext cx="1871663" cy="865188"/>
        </p:xfrm>
        <a:graphic>
          <a:graphicData uri="http://schemas.openxmlformats.org/presentationml/2006/ole">
            <mc:AlternateContent xmlns:mc="http://schemas.openxmlformats.org/markup-compatibility/2006">
              <mc:Choice xmlns:v="urn:schemas-microsoft-com:vml" Requires="v">
                <p:oleObj spid="_x0000_s573452" r:id="rId23" imgW="682625" imgH="295910" progId="Equation.3">
                  <p:embed/>
                </p:oleObj>
              </mc:Choice>
              <mc:Fallback>
                <p:oleObj r:id="rId23" imgW="682625" imgH="295910" progId="Equation.3">
                  <p:embed/>
                  <p:pic>
                    <p:nvPicPr>
                      <p:cNvPr id="12310" name="Object 14"/>
                      <p:cNvPicPr/>
                      <p:nvPr/>
                    </p:nvPicPr>
                    <p:blipFill>
                      <a:blip r:embed="rId24">
                        <a:clrChange>
                          <a:clrFrom>
                            <a:srgbClr val="000000"/>
                          </a:clrFrom>
                          <a:clrTo>
                            <a:srgbClr val="00FFFF"/>
                          </a:clrTo>
                        </a:clrChange>
                      </a:blip>
                      <a:stretch>
                        <a:fillRect/>
                      </a:stretch>
                    </p:blipFill>
                    <p:spPr>
                      <a:xfrm>
                        <a:off x="1981200" y="5822950"/>
                        <a:ext cx="1871663" cy="865188"/>
                      </a:xfrm>
                      <a:prstGeom prst="rect">
                        <a:avLst/>
                      </a:prstGeom>
                      <a:noFill/>
                      <a:ln w="38100">
                        <a:noFill/>
                        <a:miter/>
                      </a:ln>
                    </p:spPr>
                  </p:pic>
                </p:oleObj>
              </mc:Fallback>
            </mc:AlternateContent>
          </a:graphicData>
        </a:graphic>
      </p:graphicFrame>
      <p:sp>
        <p:nvSpPr>
          <p:cNvPr id="12311" name="Rectangle 27"/>
          <p:cNvSpPr/>
          <p:nvPr/>
        </p:nvSpPr>
        <p:spPr>
          <a:xfrm>
            <a:off x="4191000" y="6051550"/>
            <a:ext cx="2895600" cy="457200"/>
          </a:xfrm>
          <a:prstGeom prst="rect">
            <a:avLst/>
          </a:prstGeom>
          <a:noFill/>
          <a:ln w="22225">
            <a:noFill/>
          </a:ln>
        </p:spPr>
        <p:txBody>
          <a:bodyPr>
            <a:spAutoFit/>
          </a:bodyPr>
          <a:lstStyle/>
          <a:p>
            <a:pPr eaLnBrk="1" hangingPunct="1"/>
            <a:r>
              <a:rPr lang="zh-CN" altLang="en-US" dirty="0">
                <a:solidFill>
                  <a:schemeClr val="bg1"/>
                </a:solidFill>
                <a:latin typeface="楷体_GB2312" pitchFamily="49" charset="-122"/>
                <a:ea typeface="楷体_GB2312" pitchFamily="49" charset="-122"/>
              </a:rPr>
              <a:t>光子动量</a:t>
            </a:r>
          </a:p>
        </p:txBody>
      </p:sp>
      <p:graphicFrame>
        <p:nvGraphicFramePr>
          <p:cNvPr id="12312" name="Object 15"/>
          <p:cNvGraphicFramePr/>
          <p:nvPr/>
        </p:nvGraphicFramePr>
        <p:xfrm>
          <a:off x="5638800" y="5840413"/>
          <a:ext cx="2430463" cy="865187"/>
        </p:xfrm>
        <a:graphic>
          <a:graphicData uri="http://schemas.openxmlformats.org/presentationml/2006/ole">
            <mc:AlternateContent xmlns:mc="http://schemas.openxmlformats.org/markup-compatibility/2006">
              <mc:Choice xmlns:v="urn:schemas-microsoft-com:vml" Requires="v">
                <p:oleObj spid="_x0000_s573453" r:id="rId25" imgW="895350" imgH="295910" progId="Equation.3">
                  <p:embed/>
                </p:oleObj>
              </mc:Choice>
              <mc:Fallback>
                <p:oleObj r:id="rId25" imgW="895350" imgH="295910" progId="Equation.3">
                  <p:embed/>
                  <p:pic>
                    <p:nvPicPr>
                      <p:cNvPr id="12312" name="Object 15"/>
                      <p:cNvPicPr/>
                      <p:nvPr/>
                    </p:nvPicPr>
                    <p:blipFill>
                      <a:blip r:embed="rId26">
                        <a:clrChange>
                          <a:clrFrom>
                            <a:srgbClr val="000000"/>
                          </a:clrFrom>
                          <a:clrTo>
                            <a:srgbClr val="00FFFF"/>
                          </a:clrTo>
                        </a:clrChange>
                      </a:blip>
                      <a:stretch>
                        <a:fillRect/>
                      </a:stretch>
                    </p:blipFill>
                    <p:spPr>
                      <a:xfrm>
                        <a:off x="5638800" y="5840413"/>
                        <a:ext cx="2430463" cy="865187"/>
                      </a:xfrm>
                      <a:prstGeom prst="rect">
                        <a:avLst/>
                      </a:prstGeom>
                      <a:noFill/>
                      <a:ln w="38100">
                        <a:noFill/>
                        <a:miter/>
                      </a:ln>
                    </p:spPr>
                  </p:pic>
                </p:oleObj>
              </mc:Fallback>
            </mc:AlternateContent>
          </a:graphicData>
        </a:graphic>
      </p:graphicFrame>
      <p:sp>
        <p:nvSpPr>
          <p:cNvPr id="12313" name="Text Box 17"/>
          <p:cNvSpPr txBox="1"/>
          <p:nvPr/>
        </p:nvSpPr>
        <p:spPr>
          <a:xfrm>
            <a:off x="266700" y="676275"/>
            <a:ext cx="3352800" cy="457200"/>
          </a:xfrm>
          <a:prstGeom prst="rect">
            <a:avLst/>
          </a:prstGeom>
          <a:noFill/>
          <a:ln w="9525">
            <a:noFill/>
          </a:ln>
        </p:spPr>
        <p:txBody>
          <a:bodyPr>
            <a:spAutoFit/>
          </a:bodyPr>
          <a:lstStyle/>
          <a:p>
            <a:pPr eaLnBrk="1" hangingPunct="1"/>
            <a:r>
              <a:rPr lang="en-US" altLang="zh-CN" dirty="0">
                <a:solidFill>
                  <a:srgbClr val="FFFF00"/>
                </a:solidFill>
                <a:latin typeface="Times New Roman" panose="02020603050405020304" pitchFamily="18" charset="0"/>
                <a:ea typeface="楷体_GB2312" pitchFamily="49" charset="-122"/>
              </a:rPr>
              <a:t>1. </a:t>
            </a:r>
            <a:r>
              <a:rPr lang="zh-CN" altLang="en-US" dirty="0">
                <a:solidFill>
                  <a:srgbClr val="FFFF00"/>
                </a:solidFill>
                <a:latin typeface="Times New Roman" panose="02020603050405020304" pitchFamily="18" charset="0"/>
                <a:ea typeface="楷体_GB2312" pitchFamily="49" charset="-122"/>
              </a:rPr>
              <a:t>普朗克公式</a:t>
            </a:r>
          </a:p>
        </p:txBody>
      </p:sp>
      <p:sp>
        <p:nvSpPr>
          <p:cNvPr id="12314" name="Text Box 18"/>
          <p:cNvSpPr txBox="1"/>
          <p:nvPr/>
        </p:nvSpPr>
        <p:spPr>
          <a:xfrm>
            <a:off x="2714625" y="190500"/>
            <a:ext cx="4214813" cy="523875"/>
          </a:xfrm>
          <a:prstGeom prst="rect">
            <a:avLst/>
          </a:prstGeom>
          <a:noFill/>
          <a:ln w="9525">
            <a:noFill/>
          </a:ln>
        </p:spPr>
        <p:txBody>
          <a:bodyPr>
            <a:spAutoFit/>
          </a:bodyPr>
          <a:lstStyle/>
          <a:p>
            <a:pPr eaLnBrk="1" hangingPunct="1"/>
            <a:r>
              <a:rPr lang="zh-CN" altLang="en-US" sz="2800" dirty="0">
                <a:solidFill>
                  <a:srgbClr val="00FFFF"/>
                </a:solidFill>
                <a:latin typeface="Times New Roman" panose="02020603050405020304" pitchFamily="18" charset="0"/>
                <a:ea typeface="楷体_GB2312" pitchFamily="49" charset="-122"/>
              </a:rPr>
              <a:t>小结：量子物理基础</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p:nvPr/>
        </p:nvSpPr>
        <p:spPr>
          <a:xfrm>
            <a:off x="457200" y="404813"/>
            <a:ext cx="4191000" cy="457200"/>
          </a:xfrm>
          <a:prstGeom prst="rect">
            <a:avLst/>
          </a:prstGeom>
          <a:noFill/>
          <a:ln w="9525">
            <a:noFill/>
          </a:ln>
        </p:spPr>
        <p:txBody>
          <a:bodyPr anchor="ctr" anchorCtr="0"/>
          <a:lstStyle/>
          <a:p>
            <a:pPr eaLnBrk="1" hangingPunct="1"/>
            <a:r>
              <a:rPr lang="en-US" altLang="zh-CN" dirty="0">
                <a:solidFill>
                  <a:srgbClr val="FFFF00"/>
                </a:solidFill>
                <a:latin typeface="Times New Roman" panose="02020603050405020304" pitchFamily="18" charset="0"/>
                <a:ea typeface="楷体_GB2312" pitchFamily="49" charset="-122"/>
              </a:rPr>
              <a:t>3. </a:t>
            </a:r>
            <a:r>
              <a:rPr lang="zh-CN" altLang="en-US" dirty="0">
                <a:solidFill>
                  <a:srgbClr val="FFFF00"/>
                </a:solidFill>
                <a:latin typeface="Times New Roman" panose="02020603050405020304" pitchFamily="18" charset="0"/>
                <a:ea typeface="楷体_GB2312" pitchFamily="49" charset="-122"/>
              </a:rPr>
              <a:t>康普顿效应</a:t>
            </a:r>
            <a:r>
              <a:rPr lang="zh-CN" altLang="en-US" dirty="0">
                <a:solidFill>
                  <a:srgbClr val="EDFE4A"/>
                </a:solidFill>
                <a:latin typeface="Times New Roman" panose="02020603050405020304" pitchFamily="18" charset="0"/>
                <a:ea typeface="楷体_GB2312" pitchFamily="49" charset="-122"/>
              </a:rPr>
              <a:t> </a:t>
            </a:r>
            <a:r>
              <a:rPr lang="zh-CN" altLang="en-US" dirty="0">
                <a:solidFill>
                  <a:srgbClr val="000099"/>
                </a:solidFill>
                <a:latin typeface="Times New Roman" panose="02020603050405020304" pitchFamily="18" charset="0"/>
                <a:ea typeface="楷体_GB2312" pitchFamily="49" charset="-122"/>
              </a:rPr>
              <a:t> </a:t>
            </a:r>
          </a:p>
        </p:txBody>
      </p:sp>
      <p:graphicFrame>
        <p:nvGraphicFramePr>
          <p:cNvPr id="13315" name="Object 2"/>
          <p:cNvGraphicFramePr/>
          <p:nvPr/>
        </p:nvGraphicFramePr>
        <p:xfrm>
          <a:off x="914400" y="981075"/>
          <a:ext cx="3505200" cy="879475"/>
        </p:xfrm>
        <a:graphic>
          <a:graphicData uri="http://schemas.openxmlformats.org/presentationml/2006/ole">
            <mc:AlternateContent xmlns:mc="http://schemas.openxmlformats.org/markup-compatibility/2006">
              <mc:Choice xmlns:v="urn:schemas-microsoft-com:vml" Requires="v">
                <p:oleObj spid="_x0000_s574466" r:id="rId3" imgW="1075690" imgH="295910" progId="Equation.DSMT4">
                  <p:embed/>
                </p:oleObj>
              </mc:Choice>
              <mc:Fallback>
                <p:oleObj r:id="rId3" imgW="1075690" imgH="295910" progId="Equation.DSMT4">
                  <p:embed/>
                  <p:pic>
                    <p:nvPicPr>
                      <p:cNvPr id="13315" name="Object 2"/>
                      <p:cNvPicPr/>
                      <p:nvPr/>
                    </p:nvPicPr>
                    <p:blipFill>
                      <a:blip r:embed="rId4">
                        <a:clrChange>
                          <a:clrFrom>
                            <a:srgbClr val="000000"/>
                          </a:clrFrom>
                          <a:clrTo>
                            <a:srgbClr val="000000"/>
                          </a:clrTo>
                        </a:clrChange>
                      </a:blip>
                      <a:stretch>
                        <a:fillRect/>
                      </a:stretch>
                    </p:blipFill>
                    <p:spPr>
                      <a:xfrm>
                        <a:off x="914400" y="981075"/>
                        <a:ext cx="3505200" cy="879475"/>
                      </a:xfrm>
                      <a:prstGeom prst="rect">
                        <a:avLst/>
                      </a:prstGeom>
                      <a:solidFill>
                        <a:schemeClr val="accent1"/>
                      </a:solidFill>
                      <a:ln w="38100">
                        <a:noFill/>
                        <a:miter/>
                      </a:ln>
                    </p:spPr>
                  </p:pic>
                </p:oleObj>
              </mc:Fallback>
            </mc:AlternateContent>
          </a:graphicData>
        </a:graphic>
      </p:graphicFrame>
      <p:graphicFrame>
        <p:nvGraphicFramePr>
          <p:cNvPr id="13316" name="Object 3"/>
          <p:cNvGraphicFramePr/>
          <p:nvPr/>
        </p:nvGraphicFramePr>
        <p:xfrm>
          <a:off x="4876800" y="990600"/>
          <a:ext cx="1524000" cy="874713"/>
        </p:xfrm>
        <a:graphic>
          <a:graphicData uri="http://schemas.openxmlformats.org/presentationml/2006/ole">
            <mc:AlternateContent xmlns:mc="http://schemas.openxmlformats.org/markup-compatibility/2006">
              <mc:Choice xmlns:v="urn:schemas-microsoft-com:vml" Requires="v">
                <p:oleObj spid="_x0000_s574467" r:id="rId5" imgW="463550" imgH="328295" progId="Equation.3">
                  <p:embed/>
                </p:oleObj>
              </mc:Choice>
              <mc:Fallback>
                <p:oleObj r:id="rId5" imgW="463550" imgH="328295" progId="Equation.3">
                  <p:embed/>
                  <p:pic>
                    <p:nvPicPr>
                      <p:cNvPr id="13316" name="Object 3"/>
                      <p:cNvPicPr/>
                      <p:nvPr/>
                    </p:nvPicPr>
                    <p:blipFill>
                      <a:blip r:embed="rId6">
                        <a:clrChange>
                          <a:clrFrom>
                            <a:srgbClr val="000000"/>
                          </a:clrFrom>
                          <a:clrTo>
                            <a:srgbClr val="000000"/>
                          </a:clrTo>
                        </a:clrChange>
                      </a:blip>
                      <a:stretch>
                        <a:fillRect/>
                      </a:stretch>
                    </p:blipFill>
                    <p:spPr>
                      <a:xfrm>
                        <a:off x="4876800" y="990600"/>
                        <a:ext cx="1524000" cy="874713"/>
                      </a:xfrm>
                      <a:prstGeom prst="rect">
                        <a:avLst/>
                      </a:prstGeom>
                      <a:solidFill>
                        <a:schemeClr val="accent1"/>
                      </a:solidFill>
                      <a:ln w="38100">
                        <a:noFill/>
                        <a:miter/>
                      </a:ln>
                    </p:spPr>
                  </p:pic>
                </p:oleObj>
              </mc:Fallback>
            </mc:AlternateContent>
          </a:graphicData>
        </a:graphic>
      </p:graphicFrame>
      <p:sp>
        <p:nvSpPr>
          <p:cNvPr id="13317" name="Rectangle 7"/>
          <p:cNvSpPr/>
          <p:nvPr/>
        </p:nvSpPr>
        <p:spPr>
          <a:xfrm>
            <a:off x="6629400" y="1219200"/>
            <a:ext cx="2286000" cy="457200"/>
          </a:xfrm>
          <a:prstGeom prst="rect">
            <a:avLst/>
          </a:prstGeom>
          <a:noFill/>
          <a:ln w="22225">
            <a:noFill/>
          </a:ln>
        </p:spPr>
        <p:txBody>
          <a:bodyPr>
            <a:spAutoFit/>
          </a:bodyPr>
          <a:lstStyle/>
          <a:p>
            <a:pPr eaLnBrk="1" hangingPunct="1"/>
            <a:r>
              <a:rPr lang="en-US" altLang="zh-CN" dirty="0">
                <a:solidFill>
                  <a:srgbClr val="FFCC66"/>
                </a:solidFill>
                <a:latin typeface="楷体_GB2312" pitchFamily="49" charset="-122"/>
                <a:ea typeface="楷体_GB2312" pitchFamily="49" charset="-122"/>
              </a:rPr>
              <a:t> </a:t>
            </a:r>
            <a:r>
              <a:rPr lang="zh-CN" altLang="en-US" dirty="0">
                <a:solidFill>
                  <a:srgbClr val="FFFF00"/>
                </a:solidFill>
                <a:latin typeface="楷体_GB2312" pitchFamily="49" charset="-122"/>
                <a:ea typeface="楷体_GB2312" pitchFamily="49" charset="-122"/>
              </a:rPr>
              <a:t>康普顿波长</a:t>
            </a:r>
          </a:p>
        </p:txBody>
      </p:sp>
      <p:sp>
        <p:nvSpPr>
          <p:cNvPr id="13318" name="Rectangle 8"/>
          <p:cNvSpPr/>
          <p:nvPr/>
        </p:nvSpPr>
        <p:spPr>
          <a:xfrm>
            <a:off x="457200" y="1828800"/>
            <a:ext cx="7772400" cy="685800"/>
          </a:xfrm>
          <a:prstGeom prst="rect">
            <a:avLst/>
          </a:prstGeom>
          <a:noFill/>
          <a:ln w="9525">
            <a:noFill/>
          </a:ln>
        </p:spPr>
        <p:txBody>
          <a:bodyPr anchor="ctr" anchorCtr="0"/>
          <a:lstStyle/>
          <a:p>
            <a:pPr eaLnBrk="1" hangingPunct="1"/>
            <a:r>
              <a:rPr lang="en-US" altLang="zh-CN" dirty="0">
                <a:solidFill>
                  <a:srgbClr val="FFFF00"/>
                </a:solidFill>
                <a:latin typeface="Times New Roman" panose="02020603050405020304" pitchFamily="18" charset="0"/>
                <a:ea typeface="楷体_GB2312" pitchFamily="49" charset="-122"/>
              </a:rPr>
              <a:t>4. </a:t>
            </a:r>
            <a:r>
              <a:rPr lang="zh-CN" altLang="en-US" dirty="0">
                <a:solidFill>
                  <a:srgbClr val="FFFF00"/>
                </a:solidFill>
                <a:latin typeface="Times New Roman" panose="02020603050405020304" pitchFamily="18" charset="0"/>
                <a:ea typeface="楷体_GB2312" pitchFamily="49" charset="-122"/>
              </a:rPr>
              <a:t>氢原子光谱</a:t>
            </a:r>
          </a:p>
        </p:txBody>
      </p:sp>
      <p:sp>
        <p:nvSpPr>
          <p:cNvPr id="13319" name="Rectangle 9"/>
          <p:cNvSpPr/>
          <p:nvPr/>
        </p:nvSpPr>
        <p:spPr>
          <a:xfrm>
            <a:off x="2057400" y="3352800"/>
            <a:ext cx="4038600" cy="457200"/>
          </a:xfrm>
          <a:prstGeom prst="rect">
            <a:avLst/>
          </a:prstGeom>
          <a:noFill/>
          <a:ln w="9525">
            <a:noFill/>
          </a:ln>
        </p:spPr>
        <p:txBody>
          <a:bodyPr>
            <a:spAutoFit/>
          </a:bodyPr>
          <a:lstStyle/>
          <a:p>
            <a:pPr eaLnBrk="1" hangingPunct="1"/>
            <a:r>
              <a:rPr lang="zh-CN" altLang="en-US" dirty="0">
                <a:solidFill>
                  <a:srgbClr val="FFFFFF"/>
                </a:solidFill>
                <a:latin typeface="楷体_GB2312" pitchFamily="49" charset="-122"/>
                <a:ea typeface="楷体_GB2312" pitchFamily="49" charset="-122"/>
              </a:rPr>
              <a:t>里德伯常量 </a:t>
            </a:r>
          </a:p>
        </p:txBody>
      </p:sp>
      <p:graphicFrame>
        <p:nvGraphicFramePr>
          <p:cNvPr id="13320" name="Object 4"/>
          <p:cNvGraphicFramePr/>
          <p:nvPr/>
        </p:nvGraphicFramePr>
        <p:xfrm>
          <a:off x="3886200" y="3352800"/>
          <a:ext cx="3657600" cy="533400"/>
        </p:xfrm>
        <a:graphic>
          <a:graphicData uri="http://schemas.openxmlformats.org/presentationml/2006/ole">
            <mc:AlternateContent xmlns:mc="http://schemas.openxmlformats.org/markup-compatibility/2006">
              <mc:Choice xmlns:v="urn:schemas-microsoft-com:vml" Requires="v">
                <p:oleObj spid="_x0000_s574468" r:id="rId7" imgW="1075690" imgH="154305" progId="Equation.DSMT4">
                  <p:embed/>
                </p:oleObj>
              </mc:Choice>
              <mc:Fallback>
                <p:oleObj r:id="rId7" imgW="1075690" imgH="154305" progId="Equation.DSMT4">
                  <p:embed/>
                  <p:pic>
                    <p:nvPicPr>
                      <p:cNvPr id="13320" name="Object 4"/>
                      <p:cNvPicPr/>
                      <p:nvPr/>
                    </p:nvPicPr>
                    <p:blipFill>
                      <a:blip r:embed="rId8">
                        <a:clrChange>
                          <a:clrFrom>
                            <a:srgbClr val="000000"/>
                          </a:clrFrom>
                          <a:clrTo>
                            <a:srgbClr val="00FF99"/>
                          </a:clrTo>
                        </a:clrChange>
                      </a:blip>
                      <a:stretch>
                        <a:fillRect/>
                      </a:stretch>
                    </p:blipFill>
                    <p:spPr>
                      <a:xfrm>
                        <a:off x="3886200" y="3352800"/>
                        <a:ext cx="3657600" cy="533400"/>
                      </a:xfrm>
                      <a:prstGeom prst="rect">
                        <a:avLst/>
                      </a:prstGeom>
                      <a:noFill/>
                      <a:ln w="38100">
                        <a:noFill/>
                        <a:miter/>
                      </a:ln>
                    </p:spPr>
                  </p:pic>
                </p:oleObj>
              </mc:Fallback>
            </mc:AlternateContent>
          </a:graphicData>
        </a:graphic>
      </p:graphicFrame>
      <p:sp>
        <p:nvSpPr>
          <p:cNvPr id="13321" name="Rectangle 12"/>
          <p:cNvSpPr/>
          <p:nvPr/>
        </p:nvSpPr>
        <p:spPr>
          <a:xfrm>
            <a:off x="785813" y="2571750"/>
            <a:ext cx="2667000" cy="457200"/>
          </a:xfrm>
          <a:prstGeom prst="rect">
            <a:avLst/>
          </a:prstGeom>
          <a:noFill/>
          <a:ln w="22225">
            <a:noFill/>
          </a:ln>
        </p:spPr>
        <p:txBody>
          <a:bodyPr>
            <a:spAutoFit/>
          </a:bodyPr>
          <a:lstStyle/>
          <a:p>
            <a:pPr eaLnBrk="1" hangingPunct="1"/>
            <a:r>
              <a:rPr lang="zh-CN" altLang="en-US" dirty="0">
                <a:solidFill>
                  <a:schemeClr val="bg1"/>
                </a:solidFill>
                <a:latin typeface="Times New Roman" panose="02020603050405020304" pitchFamily="18" charset="0"/>
                <a:ea typeface="楷体_GB2312" pitchFamily="49" charset="-122"/>
              </a:rPr>
              <a:t>里德伯公式</a:t>
            </a:r>
          </a:p>
        </p:txBody>
      </p:sp>
      <p:sp>
        <p:nvSpPr>
          <p:cNvPr id="13322" name="Rectangle 13"/>
          <p:cNvSpPr/>
          <p:nvPr/>
        </p:nvSpPr>
        <p:spPr>
          <a:xfrm>
            <a:off x="838200" y="4038600"/>
            <a:ext cx="3200400" cy="457200"/>
          </a:xfrm>
          <a:prstGeom prst="rect">
            <a:avLst/>
          </a:prstGeom>
          <a:noFill/>
          <a:ln w="22225">
            <a:noFill/>
          </a:ln>
        </p:spPr>
        <p:txBody>
          <a:bodyPr>
            <a:spAutoFit/>
          </a:bodyPr>
          <a:lstStyle/>
          <a:p>
            <a:pPr eaLnBrk="1" hangingPunct="1"/>
            <a:r>
              <a:rPr lang="zh-CN" altLang="en-US" dirty="0">
                <a:solidFill>
                  <a:srgbClr val="FFFFFF"/>
                </a:solidFill>
                <a:latin typeface="Times New Roman" panose="02020603050405020304" pitchFamily="18" charset="0"/>
                <a:ea typeface="楷体_GB2312" pitchFamily="49" charset="-122"/>
              </a:rPr>
              <a:t>定态轨道半径</a:t>
            </a:r>
          </a:p>
        </p:txBody>
      </p:sp>
      <p:graphicFrame>
        <p:nvGraphicFramePr>
          <p:cNvPr id="13323" name="Object 6"/>
          <p:cNvGraphicFramePr/>
          <p:nvPr/>
        </p:nvGraphicFramePr>
        <p:xfrm>
          <a:off x="1447800" y="4724400"/>
          <a:ext cx="2057400" cy="839788"/>
        </p:xfrm>
        <a:graphic>
          <a:graphicData uri="http://schemas.openxmlformats.org/presentationml/2006/ole">
            <mc:AlternateContent xmlns:mc="http://schemas.openxmlformats.org/markup-compatibility/2006">
              <mc:Choice xmlns:v="urn:schemas-microsoft-com:vml" Requires="v">
                <p:oleObj spid="_x0000_s574469" r:id="rId9" imgW="843280" imgH="315595" progId="Equation.DSMT4">
                  <p:embed/>
                </p:oleObj>
              </mc:Choice>
              <mc:Fallback>
                <p:oleObj r:id="rId9" imgW="843280" imgH="315595" progId="Equation.DSMT4">
                  <p:embed/>
                  <p:pic>
                    <p:nvPicPr>
                      <p:cNvPr id="13323" name="Object 6"/>
                      <p:cNvPicPr/>
                      <p:nvPr/>
                    </p:nvPicPr>
                    <p:blipFill>
                      <a:blip r:embed="rId10">
                        <a:clrChange>
                          <a:clrFrom>
                            <a:srgbClr val="000000"/>
                          </a:clrFrom>
                          <a:clrTo>
                            <a:srgbClr val="FFFF00"/>
                          </a:clrTo>
                        </a:clrChange>
                      </a:blip>
                      <a:stretch>
                        <a:fillRect/>
                      </a:stretch>
                    </p:blipFill>
                    <p:spPr>
                      <a:xfrm>
                        <a:off x="1447800" y="4724400"/>
                        <a:ext cx="2057400" cy="839788"/>
                      </a:xfrm>
                      <a:prstGeom prst="rect">
                        <a:avLst/>
                      </a:prstGeom>
                      <a:noFill/>
                      <a:ln w="38100">
                        <a:noFill/>
                        <a:miter/>
                      </a:ln>
                    </p:spPr>
                  </p:pic>
                </p:oleObj>
              </mc:Fallback>
            </mc:AlternateContent>
          </a:graphicData>
        </a:graphic>
      </p:graphicFrame>
      <p:graphicFrame>
        <p:nvGraphicFramePr>
          <p:cNvPr id="13324" name="Object 7"/>
          <p:cNvGraphicFramePr/>
          <p:nvPr/>
        </p:nvGraphicFramePr>
        <p:xfrm>
          <a:off x="3810000" y="4751388"/>
          <a:ext cx="1689100" cy="830262"/>
        </p:xfrm>
        <a:graphic>
          <a:graphicData uri="http://schemas.openxmlformats.org/presentationml/2006/ole">
            <mc:AlternateContent xmlns:mc="http://schemas.openxmlformats.org/markup-compatibility/2006">
              <mc:Choice xmlns:v="urn:schemas-microsoft-com:vml" Requires="v">
                <p:oleObj spid="_x0000_s574470" r:id="rId11" imgW="476250" imgH="295910" progId="Equation.DSMT4">
                  <p:embed/>
                </p:oleObj>
              </mc:Choice>
              <mc:Fallback>
                <p:oleObj r:id="rId11" imgW="476250" imgH="295910" progId="Equation.DSMT4">
                  <p:embed/>
                  <p:pic>
                    <p:nvPicPr>
                      <p:cNvPr id="13324" name="Object 7"/>
                      <p:cNvPicPr/>
                      <p:nvPr/>
                    </p:nvPicPr>
                    <p:blipFill>
                      <a:blip r:embed="rId12">
                        <a:clrChange>
                          <a:clrFrom>
                            <a:srgbClr val="000000"/>
                          </a:clrFrom>
                          <a:clrTo>
                            <a:srgbClr val="000000"/>
                          </a:clrTo>
                        </a:clrChange>
                      </a:blip>
                      <a:stretch>
                        <a:fillRect/>
                      </a:stretch>
                    </p:blipFill>
                    <p:spPr>
                      <a:xfrm>
                        <a:off x="3810000" y="4751388"/>
                        <a:ext cx="1689100" cy="830262"/>
                      </a:xfrm>
                      <a:prstGeom prst="rect">
                        <a:avLst/>
                      </a:prstGeom>
                      <a:solidFill>
                        <a:schemeClr val="accent1"/>
                      </a:solidFill>
                      <a:ln w="38100">
                        <a:noFill/>
                        <a:miter/>
                      </a:ln>
                    </p:spPr>
                  </p:pic>
                </p:oleObj>
              </mc:Fallback>
            </mc:AlternateContent>
          </a:graphicData>
        </a:graphic>
      </p:graphicFrame>
      <p:graphicFrame>
        <p:nvGraphicFramePr>
          <p:cNvPr id="13325" name="Object 8"/>
          <p:cNvGraphicFramePr/>
          <p:nvPr/>
        </p:nvGraphicFramePr>
        <p:xfrm>
          <a:off x="5943600" y="5029200"/>
          <a:ext cx="2209800" cy="463550"/>
        </p:xfrm>
        <a:graphic>
          <a:graphicData uri="http://schemas.openxmlformats.org/presentationml/2006/ole">
            <mc:AlternateContent xmlns:mc="http://schemas.openxmlformats.org/markup-compatibility/2006">
              <mc:Choice xmlns:v="urn:schemas-microsoft-com:vml" Requires="v">
                <p:oleObj spid="_x0000_s574471" r:id="rId13" imgW="688975" imgH="154305" progId="Equation.3">
                  <p:embed/>
                </p:oleObj>
              </mc:Choice>
              <mc:Fallback>
                <p:oleObj r:id="rId13" imgW="688975" imgH="154305" progId="Equation.3">
                  <p:embed/>
                  <p:pic>
                    <p:nvPicPr>
                      <p:cNvPr id="13325" name="Object 8"/>
                      <p:cNvPicPr/>
                      <p:nvPr/>
                    </p:nvPicPr>
                    <p:blipFill>
                      <a:blip r:embed="rId14">
                        <a:clrChange>
                          <a:clrFrom>
                            <a:srgbClr val="000000"/>
                          </a:clrFrom>
                          <a:clrTo>
                            <a:srgbClr val="FFFF00"/>
                          </a:clrTo>
                        </a:clrChange>
                      </a:blip>
                      <a:stretch>
                        <a:fillRect/>
                      </a:stretch>
                    </p:blipFill>
                    <p:spPr>
                      <a:xfrm>
                        <a:off x="5943600" y="5029200"/>
                        <a:ext cx="2209800" cy="463550"/>
                      </a:xfrm>
                      <a:prstGeom prst="rect">
                        <a:avLst/>
                      </a:prstGeom>
                      <a:noFill/>
                      <a:ln w="38100">
                        <a:noFill/>
                        <a:miter/>
                      </a:ln>
                    </p:spPr>
                  </p:pic>
                </p:oleObj>
              </mc:Fallback>
            </mc:AlternateContent>
          </a:graphicData>
        </a:graphic>
      </p:graphicFrame>
      <p:sp>
        <p:nvSpPr>
          <p:cNvPr id="13326" name="Rectangle 17"/>
          <p:cNvSpPr/>
          <p:nvPr/>
        </p:nvSpPr>
        <p:spPr>
          <a:xfrm>
            <a:off x="1219200" y="5943600"/>
            <a:ext cx="5715000" cy="457200"/>
          </a:xfrm>
          <a:prstGeom prst="rect">
            <a:avLst/>
          </a:prstGeom>
          <a:noFill/>
          <a:ln w="22225">
            <a:noFill/>
          </a:ln>
        </p:spPr>
        <p:txBody>
          <a:bodyPr>
            <a:spAutoFit/>
          </a:bodyPr>
          <a:lstStyle/>
          <a:p>
            <a:pPr eaLnBrk="1" hangingPunct="1"/>
            <a:r>
              <a:rPr lang="zh-CN" altLang="en-US" dirty="0">
                <a:solidFill>
                  <a:srgbClr val="FFFFFF"/>
                </a:solidFill>
                <a:latin typeface="Times New Roman" panose="02020603050405020304" pitchFamily="18" charset="0"/>
                <a:ea typeface="楷体_GB2312" pitchFamily="49" charset="-122"/>
              </a:rPr>
              <a:t>定态能量</a:t>
            </a:r>
          </a:p>
        </p:txBody>
      </p:sp>
      <p:graphicFrame>
        <p:nvGraphicFramePr>
          <p:cNvPr id="13327" name="Object 9"/>
          <p:cNvGraphicFramePr/>
          <p:nvPr/>
        </p:nvGraphicFramePr>
        <p:xfrm>
          <a:off x="2895600" y="5764213"/>
          <a:ext cx="4953000" cy="941387"/>
        </p:xfrm>
        <a:graphic>
          <a:graphicData uri="http://schemas.openxmlformats.org/presentationml/2006/ole">
            <mc:AlternateContent xmlns:mc="http://schemas.openxmlformats.org/markup-compatibility/2006">
              <mc:Choice xmlns:v="urn:schemas-microsoft-com:vml" Requires="v">
                <p:oleObj spid="_x0000_s574472" r:id="rId15" imgW="1861185" imgH="347980" progId="Equation.DSMT4">
                  <p:embed/>
                </p:oleObj>
              </mc:Choice>
              <mc:Fallback>
                <p:oleObj r:id="rId15" imgW="1861185" imgH="347980" progId="Equation.DSMT4">
                  <p:embed/>
                  <p:pic>
                    <p:nvPicPr>
                      <p:cNvPr id="13327" name="Object 9"/>
                      <p:cNvPicPr/>
                      <p:nvPr/>
                    </p:nvPicPr>
                    <p:blipFill>
                      <a:blip r:embed="rId16">
                        <a:clrChange>
                          <a:clrFrom>
                            <a:srgbClr val="000000"/>
                          </a:clrFrom>
                          <a:clrTo>
                            <a:srgbClr val="00FFFF"/>
                          </a:clrTo>
                        </a:clrChange>
                      </a:blip>
                      <a:stretch>
                        <a:fillRect/>
                      </a:stretch>
                    </p:blipFill>
                    <p:spPr>
                      <a:xfrm>
                        <a:off x="2895600" y="5764213"/>
                        <a:ext cx="4953000" cy="941387"/>
                      </a:xfrm>
                      <a:prstGeom prst="rect">
                        <a:avLst/>
                      </a:prstGeom>
                      <a:noFill/>
                      <a:ln w="38100">
                        <a:noFill/>
                        <a:miter/>
                      </a:ln>
                    </p:spPr>
                  </p:pic>
                </p:oleObj>
              </mc:Fallback>
            </mc:AlternateContent>
          </a:graphicData>
        </a:graphic>
      </p:graphicFrame>
      <p:graphicFrame>
        <p:nvGraphicFramePr>
          <p:cNvPr id="13328" name="Object 9"/>
          <p:cNvGraphicFramePr>
            <a:graphicFrameLocks noChangeAspect="1"/>
          </p:cNvGraphicFramePr>
          <p:nvPr/>
        </p:nvGraphicFramePr>
        <p:xfrm>
          <a:off x="2786063" y="2428875"/>
          <a:ext cx="5686425" cy="719138"/>
        </p:xfrm>
        <a:graphic>
          <a:graphicData uri="http://schemas.openxmlformats.org/presentationml/2006/ole">
            <mc:AlternateContent xmlns:mc="http://schemas.openxmlformats.org/markup-compatibility/2006">
              <mc:Choice xmlns:v="urn:schemas-microsoft-com:vml" Requires="v">
                <p:oleObj spid="_x0000_s574473" r:id="rId17" imgW="2343785" imgH="295910" progId="Equation.3">
                  <p:embed/>
                </p:oleObj>
              </mc:Choice>
              <mc:Fallback>
                <p:oleObj r:id="rId17" imgW="2343785" imgH="295910" progId="Equation.3">
                  <p:embed/>
                  <p:pic>
                    <p:nvPicPr>
                      <p:cNvPr id="13328" name="Object 9"/>
                      <p:cNvPicPr/>
                      <p:nvPr/>
                    </p:nvPicPr>
                    <p:blipFill>
                      <a:blip r:embed="rId18">
                        <a:clrChange>
                          <a:clrFrom>
                            <a:srgbClr val="000000"/>
                          </a:clrFrom>
                          <a:clrTo>
                            <a:srgbClr val="FFCC00"/>
                          </a:clrTo>
                        </a:clrChange>
                      </a:blip>
                      <a:stretch>
                        <a:fillRect/>
                      </a:stretch>
                    </p:blipFill>
                    <p:spPr>
                      <a:xfrm>
                        <a:off x="2786063" y="2428875"/>
                        <a:ext cx="5686425" cy="719138"/>
                      </a:xfrm>
                      <a:prstGeom prst="rect">
                        <a:avLst/>
                      </a:prstGeom>
                      <a:noFill/>
                      <a:ln w="38100">
                        <a:noFill/>
                        <a:miter/>
                      </a:ln>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6"/>
          <p:cNvSpPr/>
          <p:nvPr/>
        </p:nvSpPr>
        <p:spPr>
          <a:xfrm>
            <a:off x="285750" y="285750"/>
            <a:ext cx="8229600" cy="457200"/>
          </a:xfrm>
          <a:prstGeom prst="rect">
            <a:avLst/>
          </a:prstGeom>
          <a:noFill/>
          <a:ln w="22225">
            <a:noFill/>
          </a:ln>
        </p:spPr>
        <p:txBody>
          <a:bodyPr>
            <a:spAutoFit/>
          </a:bodyPr>
          <a:lstStyle/>
          <a:p>
            <a:pPr eaLnBrk="1" hangingPunct="1"/>
            <a:r>
              <a:rPr lang="en-US" altLang="zh-CN" dirty="0">
                <a:solidFill>
                  <a:srgbClr val="FFFF00"/>
                </a:solidFill>
                <a:latin typeface="Times New Roman" panose="02020603050405020304" pitchFamily="18" charset="0"/>
                <a:ea typeface="楷体_GB2312" pitchFamily="49" charset="-122"/>
              </a:rPr>
              <a:t>5. </a:t>
            </a:r>
            <a:r>
              <a:rPr lang="zh-CN" altLang="en-US" dirty="0">
                <a:solidFill>
                  <a:srgbClr val="FFFF00"/>
                </a:solidFill>
                <a:latin typeface="Times New Roman" panose="02020603050405020304" pitchFamily="18" charset="0"/>
                <a:ea typeface="楷体_GB2312" pitchFamily="49" charset="-122"/>
              </a:rPr>
              <a:t>微观粒子的波粒二象性</a:t>
            </a:r>
          </a:p>
        </p:txBody>
      </p:sp>
      <p:graphicFrame>
        <p:nvGraphicFramePr>
          <p:cNvPr id="14339" name="Object 6"/>
          <p:cNvGraphicFramePr/>
          <p:nvPr/>
        </p:nvGraphicFramePr>
        <p:xfrm>
          <a:off x="2928938" y="785813"/>
          <a:ext cx="1720850" cy="446087"/>
        </p:xfrm>
        <a:graphic>
          <a:graphicData uri="http://schemas.openxmlformats.org/presentationml/2006/ole">
            <mc:AlternateContent xmlns:mc="http://schemas.openxmlformats.org/markup-compatibility/2006">
              <mc:Choice xmlns:v="urn:schemas-microsoft-com:vml" Requires="v">
                <p:oleObj spid="_x0000_s575490" r:id="rId3" imgW="715010" imgH="135255" progId="Equation.3">
                  <p:embed/>
                </p:oleObj>
              </mc:Choice>
              <mc:Fallback>
                <p:oleObj r:id="rId3" imgW="715010" imgH="135255" progId="Equation.3">
                  <p:embed/>
                  <p:pic>
                    <p:nvPicPr>
                      <p:cNvPr id="14339" name="Object 6"/>
                      <p:cNvPicPr/>
                      <p:nvPr/>
                    </p:nvPicPr>
                    <p:blipFill>
                      <a:blip r:embed="rId4">
                        <a:clrChange>
                          <a:clrFrom>
                            <a:srgbClr val="000000"/>
                          </a:clrFrom>
                          <a:clrTo>
                            <a:srgbClr val="FFFF00"/>
                          </a:clrTo>
                        </a:clrChange>
                      </a:blip>
                      <a:stretch>
                        <a:fillRect/>
                      </a:stretch>
                    </p:blipFill>
                    <p:spPr>
                      <a:xfrm>
                        <a:off x="2928938" y="785813"/>
                        <a:ext cx="1720850" cy="446087"/>
                      </a:xfrm>
                      <a:prstGeom prst="rect">
                        <a:avLst/>
                      </a:prstGeom>
                      <a:noFill/>
                      <a:ln w="38100">
                        <a:noFill/>
                        <a:miter/>
                      </a:ln>
                    </p:spPr>
                  </p:pic>
                </p:oleObj>
              </mc:Fallback>
            </mc:AlternateContent>
          </a:graphicData>
        </a:graphic>
      </p:graphicFrame>
      <p:graphicFrame>
        <p:nvGraphicFramePr>
          <p:cNvPr id="14340" name="Object 7"/>
          <p:cNvGraphicFramePr/>
          <p:nvPr/>
        </p:nvGraphicFramePr>
        <p:xfrm>
          <a:off x="4929188" y="785813"/>
          <a:ext cx="1582737" cy="446087"/>
        </p:xfrm>
        <a:graphic>
          <a:graphicData uri="http://schemas.openxmlformats.org/presentationml/2006/ole">
            <mc:AlternateContent xmlns:mc="http://schemas.openxmlformats.org/markup-compatibility/2006">
              <mc:Choice xmlns:v="urn:schemas-microsoft-com:vml" Requires="v">
                <p:oleObj spid="_x0000_s575491" r:id="rId5" imgW="715010" imgH="135255" progId="Equation.3">
                  <p:embed/>
                </p:oleObj>
              </mc:Choice>
              <mc:Fallback>
                <p:oleObj r:id="rId5" imgW="715010" imgH="135255" progId="Equation.3">
                  <p:embed/>
                  <p:pic>
                    <p:nvPicPr>
                      <p:cNvPr id="14340" name="Object 7"/>
                      <p:cNvPicPr/>
                      <p:nvPr/>
                    </p:nvPicPr>
                    <p:blipFill>
                      <a:blip r:embed="rId6">
                        <a:clrChange>
                          <a:clrFrom>
                            <a:srgbClr val="000000"/>
                          </a:clrFrom>
                          <a:clrTo>
                            <a:srgbClr val="FFFF00"/>
                          </a:clrTo>
                        </a:clrChange>
                      </a:blip>
                      <a:stretch>
                        <a:fillRect/>
                      </a:stretch>
                    </p:blipFill>
                    <p:spPr>
                      <a:xfrm>
                        <a:off x="4929188" y="785813"/>
                        <a:ext cx="1582737" cy="446087"/>
                      </a:xfrm>
                      <a:prstGeom prst="rect">
                        <a:avLst/>
                      </a:prstGeom>
                      <a:noFill/>
                      <a:ln w="38100">
                        <a:noFill/>
                        <a:miter/>
                      </a:ln>
                    </p:spPr>
                  </p:pic>
                </p:oleObj>
              </mc:Fallback>
            </mc:AlternateContent>
          </a:graphicData>
        </a:graphic>
      </p:graphicFrame>
      <p:sp>
        <p:nvSpPr>
          <p:cNvPr id="14341" name="Rectangle 19"/>
          <p:cNvSpPr/>
          <p:nvPr/>
        </p:nvSpPr>
        <p:spPr>
          <a:xfrm>
            <a:off x="666750" y="804863"/>
            <a:ext cx="2743200" cy="549275"/>
          </a:xfrm>
          <a:prstGeom prst="rect">
            <a:avLst/>
          </a:prstGeom>
          <a:noFill/>
          <a:ln w="22225">
            <a:noFill/>
          </a:ln>
        </p:spPr>
        <p:txBody>
          <a:bodyPr>
            <a:spAutoFit/>
          </a:bodyPr>
          <a:lstStyle/>
          <a:p>
            <a:pPr eaLnBrk="1" hangingPunct="1">
              <a:lnSpc>
                <a:spcPct val="125000"/>
              </a:lnSpc>
            </a:pPr>
            <a:r>
              <a:rPr lang="zh-CN" altLang="en-US" dirty="0">
                <a:solidFill>
                  <a:schemeClr val="bg1"/>
                </a:solidFill>
                <a:latin typeface="楷体_GB2312" pitchFamily="49" charset="-122"/>
                <a:ea typeface="楷体_GB2312" pitchFamily="49" charset="-122"/>
              </a:rPr>
              <a:t>德布罗意关系</a:t>
            </a:r>
          </a:p>
        </p:txBody>
      </p:sp>
      <p:sp>
        <p:nvSpPr>
          <p:cNvPr id="14342" name="Rectangle 20"/>
          <p:cNvSpPr/>
          <p:nvPr/>
        </p:nvSpPr>
        <p:spPr>
          <a:xfrm>
            <a:off x="717550" y="1581150"/>
            <a:ext cx="6019800" cy="457200"/>
          </a:xfrm>
          <a:prstGeom prst="rect">
            <a:avLst/>
          </a:prstGeom>
          <a:noFill/>
          <a:ln w="22225">
            <a:noFill/>
          </a:ln>
        </p:spPr>
        <p:txBody>
          <a:bodyPr>
            <a:spAutoFit/>
          </a:bodyPr>
          <a:lstStyle/>
          <a:p>
            <a:pPr eaLnBrk="1" hangingPunct="1"/>
            <a:r>
              <a:rPr lang="zh-CN" altLang="en-US" dirty="0">
                <a:solidFill>
                  <a:schemeClr val="bg1"/>
                </a:solidFill>
                <a:latin typeface="Times New Roman" panose="02020603050405020304" pitchFamily="18" charset="0"/>
                <a:ea typeface="楷体_GB2312" pitchFamily="49" charset="-122"/>
              </a:rPr>
              <a:t>不确定关系</a:t>
            </a:r>
          </a:p>
        </p:txBody>
      </p:sp>
      <p:graphicFrame>
        <p:nvGraphicFramePr>
          <p:cNvPr id="14343" name="Object 8"/>
          <p:cNvGraphicFramePr/>
          <p:nvPr/>
        </p:nvGraphicFramePr>
        <p:xfrm>
          <a:off x="2786063" y="1357313"/>
          <a:ext cx="1508125" cy="865187"/>
        </p:xfrm>
        <a:graphic>
          <a:graphicData uri="http://schemas.openxmlformats.org/presentationml/2006/ole">
            <mc:AlternateContent xmlns:mc="http://schemas.openxmlformats.org/markup-compatibility/2006">
              <mc:Choice xmlns:v="urn:schemas-microsoft-com:vml" Requires="v">
                <p:oleObj spid="_x0000_s575492" r:id="rId7" imgW="541020" imgH="295910" progId="Equation.3">
                  <p:embed/>
                </p:oleObj>
              </mc:Choice>
              <mc:Fallback>
                <p:oleObj r:id="rId7" imgW="541020" imgH="295910" progId="Equation.3">
                  <p:embed/>
                  <p:pic>
                    <p:nvPicPr>
                      <p:cNvPr id="14343" name="Object 8"/>
                      <p:cNvPicPr/>
                      <p:nvPr/>
                    </p:nvPicPr>
                    <p:blipFill>
                      <a:blip r:embed="rId8">
                        <a:clrChange>
                          <a:clrFrom>
                            <a:srgbClr val="000000"/>
                          </a:clrFrom>
                          <a:clrTo>
                            <a:srgbClr val="FFFF00"/>
                          </a:clrTo>
                        </a:clrChange>
                      </a:blip>
                      <a:stretch>
                        <a:fillRect/>
                      </a:stretch>
                    </p:blipFill>
                    <p:spPr>
                      <a:xfrm>
                        <a:off x="2786063" y="1357313"/>
                        <a:ext cx="1508125" cy="865187"/>
                      </a:xfrm>
                      <a:prstGeom prst="rect">
                        <a:avLst/>
                      </a:prstGeom>
                      <a:noFill/>
                      <a:ln w="38100">
                        <a:noFill/>
                        <a:miter/>
                      </a:ln>
                    </p:spPr>
                  </p:pic>
                </p:oleObj>
              </mc:Fallback>
            </mc:AlternateContent>
          </a:graphicData>
        </a:graphic>
      </p:graphicFrame>
      <p:sp>
        <p:nvSpPr>
          <p:cNvPr id="14344" name="Rectangle 22"/>
          <p:cNvSpPr/>
          <p:nvPr/>
        </p:nvSpPr>
        <p:spPr>
          <a:xfrm>
            <a:off x="4714875" y="1571625"/>
            <a:ext cx="4216400" cy="457200"/>
          </a:xfrm>
          <a:prstGeom prst="rect">
            <a:avLst/>
          </a:prstGeom>
          <a:noFill/>
          <a:ln w="22225">
            <a:noFill/>
          </a:ln>
        </p:spPr>
        <p:txBody>
          <a:bodyPr>
            <a:spAutoFit/>
          </a:bodyPr>
          <a:lstStyle/>
          <a:p>
            <a:pPr eaLnBrk="1" hangingPunct="1"/>
            <a:r>
              <a:rPr lang="zh-CN" altLang="en-US" dirty="0">
                <a:solidFill>
                  <a:schemeClr val="bg1"/>
                </a:solidFill>
                <a:latin typeface="Times New Roman" panose="02020603050405020304" pitchFamily="18" charset="0"/>
                <a:ea typeface="楷体_GB2312" pitchFamily="49" charset="-122"/>
              </a:rPr>
              <a:t>微观粒子波粒二象性的表现</a:t>
            </a:r>
          </a:p>
        </p:txBody>
      </p:sp>
      <p:sp>
        <p:nvSpPr>
          <p:cNvPr id="14345" name="Rectangle 23"/>
          <p:cNvSpPr/>
          <p:nvPr/>
        </p:nvSpPr>
        <p:spPr>
          <a:xfrm>
            <a:off x="857250" y="2214563"/>
            <a:ext cx="2971800" cy="457200"/>
          </a:xfrm>
          <a:prstGeom prst="rect">
            <a:avLst/>
          </a:prstGeom>
          <a:noFill/>
          <a:ln w="22225">
            <a:noFill/>
          </a:ln>
        </p:spPr>
        <p:txBody>
          <a:bodyPr>
            <a:spAutoFit/>
          </a:bodyPr>
          <a:lstStyle/>
          <a:p>
            <a:pPr eaLnBrk="1" hangingPunct="1"/>
            <a:r>
              <a:rPr lang="zh-CN" altLang="en-US" dirty="0">
                <a:solidFill>
                  <a:srgbClr val="FFFFFF"/>
                </a:solidFill>
                <a:latin typeface="Times New Roman" panose="02020603050405020304" pitchFamily="18" charset="0"/>
                <a:ea typeface="楷体_GB2312" pitchFamily="49" charset="-122"/>
              </a:rPr>
              <a:t>估计时常用</a:t>
            </a:r>
          </a:p>
        </p:txBody>
      </p:sp>
      <p:graphicFrame>
        <p:nvGraphicFramePr>
          <p:cNvPr id="14346" name="Object 9"/>
          <p:cNvGraphicFramePr/>
          <p:nvPr/>
        </p:nvGraphicFramePr>
        <p:xfrm>
          <a:off x="2838450" y="2235200"/>
          <a:ext cx="1452563" cy="503238"/>
        </p:xfrm>
        <a:graphic>
          <a:graphicData uri="http://schemas.openxmlformats.org/presentationml/2006/ole">
            <mc:AlternateContent xmlns:mc="http://schemas.openxmlformats.org/markup-compatibility/2006">
              <mc:Choice xmlns:v="urn:schemas-microsoft-com:vml" Requires="v">
                <p:oleObj spid="_x0000_s575493" r:id="rId9" imgW="521335" imgH="154305" progId="Equation.3">
                  <p:embed/>
                </p:oleObj>
              </mc:Choice>
              <mc:Fallback>
                <p:oleObj r:id="rId9" imgW="521335" imgH="154305" progId="Equation.3">
                  <p:embed/>
                  <p:pic>
                    <p:nvPicPr>
                      <p:cNvPr id="14346" name="Object 9"/>
                      <p:cNvPicPr/>
                      <p:nvPr/>
                    </p:nvPicPr>
                    <p:blipFill>
                      <a:blip r:embed="rId10">
                        <a:clrChange>
                          <a:clrFrom>
                            <a:srgbClr val="000000"/>
                          </a:clrFrom>
                          <a:clrTo>
                            <a:srgbClr val="000000"/>
                          </a:clrTo>
                        </a:clrChange>
                      </a:blip>
                      <a:stretch>
                        <a:fillRect/>
                      </a:stretch>
                    </p:blipFill>
                    <p:spPr>
                      <a:xfrm>
                        <a:off x="2838450" y="2235200"/>
                        <a:ext cx="1452563" cy="503238"/>
                      </a:xfrm>
                      <a:prstGeom prst="rect">
                        <a:avLst/>
                      </a:prstGeom>
                      <a:solidFill>
                        <a:schemeClr val="accent1"/>
                      </a:solidFill>
                      <a:ln w="38100">
                        <a:noFill/>
                        <a:miter/>
                      </a:ln>
                    </p:spPr>
                  </p:pic>
                </p:oleObj>
              </mc:Fallback>
            </mc:AlternateContent>
          </a:graphicData>
        </a:graphic>
      </p:graphicFrame>
      <p:sp>
        <p:nvSpPr>
          <p:cNvPr id="14347" name="Rectangle 4"/>
          <p:cNvSpPr/>
          <p:nvPr/>
        </p:nvSpPr>
        <p:spPr>
          <a:xfrm>
            <a:off x="214313" y="2684463"/>
            <a:ext cx="6400800" cy="457200"/>
          </a:xfrm>
          <a:prstGeom prst="rect">
            <a:avLst/>
          </a:prstGeom>
          <a:noFill/>
          <a:ln w="22225">
            <a:noFill/>
          </a:ln>
        </p:spPr>
        <p:txBody>
          <a:bodyPr>
            <a:spAutoFit/>
          </a:bodyPr>
          <a:lstStyle/>
          <a:p>
            <a:pPr eaLnBrk="1" hangingPunct="1"/>
            <a:r>
              <a:rPr lang="en-US" altLang="zh-CN" dirty="0">
                <a:solidFill>
                  <a:srgbClr val="FFFF00"/>
                </a:solidFill>
                <a:latin typeface="Times New Roman" panose="02020603050405020304" pitchFamily="18" charset="0"/>
                <a:ea typeface="楷体_GB2312" pitchFamily="49" charset="-122"/>
              </a:rPr>
              <a:t>6. </a:t>
            </a:r>
            <a:r>
              <a:rPr lang="zh-CN" altLang="en-US" dirty="0">
                <a:solidFill>
                  <a:srgbClr val="FFFF00"/>
                </a:solidFill>
                <a:latin typeface="Times New Roman" panose="02020603050405020304" pitchFamily="18" charset="0"/>
                <a:ea typeface="楷体_GB2312" pitchFamily="49" charset="-122"/>
              </a:rPr>
              <a:t>波函数</a:t>
            </a:r>
          </a:p>
        </p:txBody>
      </p:sp>
      <p:graphicFrame>
        <p:nvGraphicFramePr>
          <p:cNvPr id="14348" name="Object 2"/>
          <p:cNvGraphicFramePr/>
          <p:nvPr/>
        </p:nvGraphicFramePr>
        <p:xfrm>
          <a:off x="2357438" y="3500438"/>
          <a:ext cx="4953000" cy="536575"/>
        </p:xfrm>
        <a:graphic>
          <a:graphicData uri="http://schemas.openxmlformats.org/presentationml/2006/ole">
            <mc:AlternateContent xmlns:mc="http://schemas.openxmlformats.org/markup-compatibility/2006">
              <mc:Choice xmlns:v="urn:schemas-microsoft-com:vml" Requires="v">
                <p:oleObj spid="_x0000_s575494" r:id="rId11" imgW="2099310" imgH="199390" progId="Equation.3">
                  <p:embed/>
                </p:oleObj>
              </mc:Choice>
              <mc:Fallback>
                <p:oleObj r:id="rId11" imgW="2099310" imgH="199390" progId="Equation.3">
                  <p:embed/>
                  <p:pic>
                    <p:nvPicPr>
                      <p:cNvPr id="14348" name="Object 2"/>
                      <p:cNvPicPr/>
                      <p:nvPr/>
                    </p:nvPicPr>
                    <p:blipFill>
                      <a:blip r:embed="rId12">
                        <a:clrChange>
                          <a:clrFrom>
                            <a:srgbClr val="000000"/>
                          </a:clrFrom>
                          <a:clrTo>
                            <a:srgbClr val="EDFE4A"/>
                          </a:clrTo>
                        </a:clrChange>
                      </a:blip>
                      <a:stretch>
                        <a:fillRect/>
                      </a:stretch>
                    </p:blipFill>
                    <p:spPr>
                      <a:xfrm>
                        <a:off x="2357438" y="3500438"/>
                        <a:ext cx="4953000" cy="536575"/>
                      </a:xfrm>
                      <a:prstGeom prst="rect">
                        <a:avLst/>
                      </a:prstGeom>
                      <a:noFill/>
                      <a:ln w="38100">
                        <a:noFill/>
                        <a:miter/>
                      </a:ln>
                    </p:spPr>
                  </p:pic>
                </p:oleObj>
              </mc:Fallback>
            </mc:AlternateContent>
          </a:graphicData>
        </a:graphic>
      </p:graphicFrame>
      <p:sp>
        <p:nvSpPr>
          <p:cNvPr id="14349" name="Text Box 6"/>
          <p:cNvSpPr txBox="1"/>
          <p:nvPr/>
        </p:nvSpPr>
        <p:spPr>
          <a:xfrm>
            <a:off x="900113" y="3105150"/>
            <a:ext cx="2971800" cy="457200"/>
          </a:xfrm>
          <a:prstGeom prst="rect">
            <a:avLst/>
          </a:prstGeom>
          <a:noFill/>
          <a:ln w="9525">
            <a:noFill/>
          </a:ln>
        </p:spPr>
        <p:txBody>
          <a:bodyPr>
            <a:spAutoFit/>
          </a:bodyPr>
          <a:lstStyle/>
          <a:p>
            <a:pPr eaLnBrk="1" hangingPunct="1"/>
            <a:r>
              <a:rPr lang="zh-CN" altLang="en-US" dirty="0">
                <a:solidFill>
                  <a:srgbClr val="FFFFFF"/>
                </a:solidFill>
                <a:latin typeface="Times New Roman" panose="02020603050405020304" pitchFamily="18" charset="0"/>
                <a:ea typeface="楷体_GB2312" pitchFamily="49" charset="-122"/>
              </a:rPr>
              <a:t>在 </a:t>
            </a:r>
            <a:r>
              <a:rPr lang="en-US" altLang="zh-CN" i="1" dirty="0">
                <a:solidFill>
                  <a:srgbClr val="EDFE4A"/>
                </a:solidFill>
                <a:latin typeface="Times New Roman" panose="02020603050405020304" pitchFamily="18" charset="0"/>
                <a:ea typeface="楷体_GB2312" pitchFamily="49" charset="-122"/>
              </a:rPr>
              <a:t>t </a:t>
            </a:r>
            <a:r>
              <a:rPr lang="zh-CN" altLang="en-US" dirty="0">
                <a:solidFill>
                  <a:srgbClr val="FFFFFF"/>
                </a:solidFill>
                <a:latin typeface="Times New Roman" panose="02020603050405020304" pitchFamily="18" charset="0"/>
                <a:ea typeface="楷体_GB2312" pitchFamily="49" charset="-122"/>
              </a:rPr>
              <a:t>时刻，</a:t>
            </a:r>
          </a:p>
        </p:txBody>
      </p:sp>
      <p:graphicFrame>
        <p:nvGraphicFramePr>
          <p:cNvPr id="14350" name="Object 3"/>
          <p:cNvGraphicFramePr/>
          <p:nvPr/>
        </p:nvGraphicFramePr>
        <p:xfrm>
          <a:off x="2347913" y="3105150"/>
          <a:ext cx="363537" cy="425450"/>
        </p:xfrm>
        <a:graphic>
          <a:graphicData uri="http://schemas.openxmlformats.org/presentationml/2006/ole">
            <mc:AlternateContent xmlns:mc="http://schemas.openxmlformats.org/markup-compatibility/2006">
              <mc:Choice xmlns:v="urn:schemas-microsoft-com:vml" Requires="v">
                <p:oleObj spid="_x0000_s575495" r:id="rId13" imgW="71120" imgH="102870" progId="Equation.3">
                  <p:embed/>
                </p:oleObj>
              </mc:Choice>
              <mc:Fallback>
                <p:oleObj r:id="rId13" imgW="71120" imgH="102870" progId="Equation.3">
                  <p:embed/>
                  <p:pic>
                    <p:nvPicPr>
                      <p:cNvPr id="14350" name="Object 3"/>
                      <p:cNvPicPr/>
                      <p:nvPr/>
                    </p:nvPicPr>
                    <p:blipFill>
                      <a:blip r:embed="rId14">
                        <a:clrChange>
                          <a:clrFrom>
                            <a:srgbClr val="000000"/>
                          </a:clrFrom>
                          <a:clrTo>
                            <a:srgbClr val="EDFE4A"/>
                          </a:clrTo>
                        </a:clrChange>
                      </a:blip>
                      <a:stretch>
                        <a:fillRect/>
                      </a:stretch>
                    </p:blipFill>
                    <p:spPr>
                      <a:xfrm>
                        <a:off x="2347913" y="3105150"/>
                        <a:ext cx="363537" cy="425450"/>
                      </a:xfrm>
                      <a:prstGeom prst="rect">
                        <a:avLst/>
                      </a:prstGeom>
                      <a:noFill/>
                      <a:ln w="38100">
                        <a:noFill/>
                        <a:miter/>
                      </a:ln>
                    </p:spPr>
                  </p:pic>
                </p:oleObj>
              </mc:Fallback>
            </mc:AlternateContent>
          </a:graphicData>
        </a:graphic>
      </p:graphicFrame>
      <p:sp>
        <p:nvSpPr>
          <p:cNvPr id="14351" name="Text Box 8"/>
          <p:cNvSpPr txBox="1"/>
          <p:nvPr/>
        </p:nvSpPr>
        <p:spPr>
          <a:xfrm>
            <a:off x="2559050" y="3105150"/>
            <a:ext cx="4894263" cy="457200"/>
          </a:xfrm>
          <a:prstGeom prst="rect">
            <a:avLst/>
          </a:prstGeom>
          <a:noFill/>
          <a:ln w="9525">
            <a:noFill/>
          </a:ln>
        </p:spPr>
        <p:txBody>
          <a:bodyPr>
            <a:spAutoFit/>
          </a:bodyPr>
          <a:lstStyle/>
          <a:p>
            <a:pPr eaLnBrk="1" hangingPunct="1"/>
            <a:r>
              <a:rPr lang="zh-CN" altLang="en-US" dirty="0">
                <a:solidFill>
                  <a:srgbClr val="FFFFFF"/>
                </a:solidFill>
                <a:latin typeface="Times New Roman" panose="02020603050405020304" pitchFamily="18" charset="0"/>
                <a:ea typeface="楷体_GB2312" pitchFamily="49" charset="-122"/>
              </a:rPr>
              <a:t>点处的体积元中找到粒子的概率</a:t>
            </a:r>
          </a:p>
        </p:txBody>
      </p:sp>
      <p:sp>
        <p:nvSpPr>
          <p:cNvPr id="14352" name="Rectangle 9"/>
          <p:cNvSpPr/>
          <p:nvPr/>
        </p:nvSpPr>
        <p:spPr>
          <a:xfrm>
            <a:off x="714375" y="4000500"/>
            <a:ext cx="6934200" cy="566738"/>
          </a:xfrm>
          <a:prstGeom prst="rect">
            <a:avLst/>
          </a:prstGeom>
          <a:noFill/>
          <a:ln w="22225">
            <a:noFill/>
          </a:ln>
        </p:spPr>
        <p:txBody>
          <a:bodyPr>
            <a:spAutoFit/>
          </a:bodyPr>
          <a:lstStyle/>
          <a:p>
            <a:pPr eaLnBrk="1" hangingPunct="1">
              <a:lnSpc>
                <a:spcPct val="130000"/>
              </a:lnSpc>
            </a:pPr>
            <a:r>
              <a:rPr lang="en-US" altLang="zh-CN" dirty="0">
                <a:solidFill>
                  <a:srgbClr val="FFFFFF"/>
                </a:solidFill>
                <a:latin typeface="楷体_GB2312" pitchFamily="49" charset="-122"/>
                <a:ea typeface="楷体_GB2312" pitchFamily="49" charset="-122"/>
              </a:rPr>
              <a:t>  </a:t>
            </a:r>
            <a:r>
              <a:rPr lang="zh-CN" altLang="en-US" dirty="0">
                <a:solidFill>
                  <a:srgbClr val="FFFFFF"/>
                </a:solidFill>
                <a:latin typeface="楷体_GB2312" pitchFamily="49" charset="-122"/>
                <a:ea typeface="楷体_GB2312" pitchFamily="49" charset="-122"/>
              </a:rPr>
              <a:t>自由粒子在沿空间任意方向运动的波函数：</a:t>
            </a:r>
          </a:p>
        </p:txBody>
      </p:sp>
      <p:graphicFrame>
        <p:nvGraphicFramePr>
          <p:cNvPr id="14353" name="Object 4"/>
          <p:cNvGraphicFramePr/>
          <p:nvPr/>
        </p:nvGraphicFramePr>
        <p:xfrm>
          <a:off x="1979613" y="4437063"/>
          <a:ext cx="4572000" cy="846137"/>
        </p:xfrm>
        <a:graphic>
          <a:graphicData uri="http://schemas.openxmlformats.org/presentationml/2006/ole">
            <mc:AlternateContent xmlns:mc="http://schemas.openxmlformats.org/markup-compatibility/2006">
              <mc:Choice xmlns:v="urn:schemas-microsoft-com:vml" Requires="v">
                <p:oleObj spid="_x0000_s575496" r:id="rId15" imgW="1558290" imgH="295910" progId="Equation.3">
                  <p:embed/>
                </p:oleObj>
              </mc:Choice>
              <mc:Fallback>
                <p:oleObj r:id="rId15" imgW="1558290" imgH="295910" progId="Equation.3">
                  <p:embed/>
                  <p:pic>
                    <p:nvPicPr>
                      <p:cNvPr id="14353" name="Object 4"/>
                      <p:cNvPicPr/>
                      <p:nvPr/>
                    </p:nvPicPr>
                    <p:blipFill>
                      <a:blip r:embed="rId16">
                        <a:clrChange>
                          <a:clrFrom>
                            <a:srgbClr val="000000"/>
                          </a:clrFrom>
                          <a:clrTo>
                            <a:srgbClr val="76FB4D"/>
                          </a:clrTo>
                        </a:clrChange>
                      </a:blip>
                      <a:stretch>
                        <a:fillRect/>
                      </a:stretch>
                    </p:blipFill>
                    <p:spPr>
                      <a:xfrm>
                        <a:off x="1979613" y="4437063"/>
                        <a:ext cx="4572000" cy="846137"/>
                      </a:xfrm>
                      <a:prstGeom prst="rect">
                        <a:avLst/>
                      </a:prstGeom>
                      <a:noFill/>
                      <a:ln w="38100">
                        <a:noFill/>
                        <a:miter/>
                      </a:ln>
                    </p:spPr>
                  </p:pic>
                </p:oleObj>
              </mc:Fallback>
            </mc:AlternateContent>
          </a:graphicData>
        </a:graphic>
      </p:graphicFrame>
      <p:sp>
        <p:nvSpPr>
          <p:cNvPr id="14354" name="Rectangle 11"/>
          <p:cNvSpPr/>
          <p:nvPr/>
        </p:nvSpPr>
        <p:spPr>
          <a:xfrm>
            <a:off x="857250" y="5203825"/>
            <a:ext cx="3276600" cy="457200"/>
          </a:xfrm>
          <a:prstGeom prst="rect">
            <a:avLst/>
          </a:prstGeom>
          <a:noFill/>
          <a:ln w="22225">
            <a:noFill/>
          </a:ln>
        </p:spPr>
        <p:txBody>
          <a:bodyPr>
            <a:spAutoFit/>
          </a:bodyPr>
          <a:lstStyle/>
          <a:p>
            <a:pPr eaLnBrk="1" hangingPunct="1"/>
            <a:r>
              <a:rPr lang="zh-CN" altLang="en-US" dirty="0">
                <a:solidFill>
                  <a:srgbClr val="00FF00"/>
                </a:solidFill>
                <a:latin typeface="Times New Roman" panose="02020603050405020304" pitchFamily="18" charset="0"/>
                <a:ea typeface="楷体_GB2312" pitchFamily="49" charset="-122"/>
              </a:rPr>
              <a:t>标准化条件</a:t>
            </a:r>
          </a:p>
        </p:txBody>
      </p:sp>
      <p:sp>
        <p:nvSpPr>
          <p:cNvPr id="14355" name="Rectangle 12"/>
          <p:cNvSpPr/>
          <p:nvPr/>
        </p:nvSpPr>
        <p:spPr>
          <a:xfrm>
            <a:off x="4230688" y="5203825"/>
            <a:ext cx="2286000" cy="457200"/>
          </a:xfrm>
          <a:prstGeom prst="rect">
            <a:avLst/>
          </a:prstGeom>
          <a:noFill/>
          <a:ln w="22225">
            <a:noFill/>
          </a:ln>
        </p:spPr>
        <p:txBody>
          <a:bodyPr>
            <a:spAutoFit/>
          </a:bodyPr>
          <a:lstStyle/>
          <a:p>
            <a:pPr eaLnBrk="1" hangingPunct="1"/>
            <a:r>
              <a:rPr lang="zh-CN" altLang="en-US" dirty="0">
                <a:solidFill>
                  <a:schemeClr val="bg1"/>
                </a:solidFill>
                <a:latin typeface="Times New Roman" panose="02020603050405020304" pitchFamily="18" charset="0"/>
                <a:ea typeface="楷体_GB2312" pitchFamily="49" charset="-122"/>
              </a:rPr>
              <a:t>单值性</a:t>
            </a:r>
          </a:p>
        </p:txBody>
      </p:sp>
      <p:sp>
        <p:nvSpPr>
          <p:cNvPr id="14356" name="Rectangle 13"/>
          <p:cNvSpPr/>
          <p:nvPr/>
        </p:nvSpPr>
        <p:spPr>
          <a:xfrm>
            <a:off x="5724525" y="5203825"/>
            <a:ext cx="1981200" cy="457200"/>
          </a:xfrm>
          <a:prstGeom prst="rect">
            <a:avLst/>
          </a:prstGeom>
          <a:noFill/>
          <a:ln w="22225">
            <a:noFill/>
          </a:ln>
        </p:spPr>
        <p:txBody>
          <a:bodyPr>
            <a:spAutoFit/>
          </a:bodyPr>
          <a:lstStyle/>
          <a:p>
            <a:pPr eaLnBrk="1" hangingPunct="1"/>
            <a:r>
              <a:rPr lang="zh-CN" altLang="en-US" dirty="0">
                <a:solidFill>
                  <a:schemeClr val="bg1"/>
                </a:solidFill>
                <a:latin typeface="Times New Roman" panose="02020603050405020304" pitchFamily="18" charset="0"/>
                <a:ea typeface="楷体_GB2312" pitchFamily="49" charset="-122"/>
              </a:rPr>
              <a:t>连续性</a:t>
            </a:r>
          </a:p>
        </p:txBody>
      </p:sp>
      <p:graphicFrame>
        <p:nvGraphicFramePr>
          <p:cNvPr id="14357" name="Object 5"/>
          <p:cNvGraphicFramePr/>
          <p:nvPr/>
        </p:nvGraphicFramePr>
        <p:xfrm>
          <a:off x="1285875" y="5786438"/>
          <a:ext cx="3200400" cy="647700"/>
        </p:xfrm>
        <a:graphic>
          <a:graphicData uri="http://schemas.openxmlformats.org/presentationml/2006/ole">
            <mc:AlternateContent xmlns:mc="http://schemas.openxmlformats.org/markup-compatibility/2006">
              <mc:Choice xmlns:v="urn:schemas-microsoft-com:vml" Requires="v">
                <p:oleObj spid="_x0000_s575497" r:id="rId17" imgW="1152525" imgH="238125" progId="Equation.3">
                  <p:embed/>
                </p:oleObj>
              </mc:Choice>
              <mc:Fallback>
                <p:oleObj r:id="rId17" imgW="1152525" imgH="238125" progId="Equation.3">
                  <p:embed/>
                  <p:pic>
                    <p:nvPicPr>
                      <p:cNvPr id="14357" name="Object 5"/>
                      <p:cNvPicPr/>
                      <p:nvPr/>
                    </p:nvPicPr>
                    <p:blipFill>
                      <a:blip r:embed="rId18">
                        <a:clrChange>
                          <a:clrFrom>
                            <a:srgbClr val="000000"/>
                          </a:clrFrom>
                          <a:clrTo>
                            <a:srgbClr val="EDFE4A"/>
                          </a:clrTo>
                        </a:clrChange>
                      </a:blip>
                      <a:stretch>
                        <a:fillRect/>
                      </a:stretch>
                    </p:blipFill>
                    <p:spPr>
                      <a:xfrm>
                        <a:off x="1285875" y="5786438"/>
                        <a:ext cx="3200400" cy="647700"/>
                      </a:xfrm>
                      <a:prstGeom prst="rect">
                        <a:avLst/>
                      </a:prstGeom>
                      <a:noFill/>
                      <a:ln w="22225" cap="flat" cmpd="sng">
                        <a:solidFill>
                          <a:srgbClr val="FF6600"/>
                        </a:solidFill>
                        <a:prstDash val="solid"/>
                        <a:miter/>
                        <a:headEnd type="none" w="med" len="med"/>
                        <a:tailEnd type="none" w="med" len="med"/>
                      </a:ln>
                    </p:spPr>
                  </p:pic>
                </p:oleObj>
              </mc:Fallback>
            </mc:AlternateContent>
          </a:graphicData>
        </a:graphic>
      </p:graphicFrame>
      <p:sp>
        <p:nvSpPr>
          <p:cNvPr id="14358" name="Rectangle 15"/>
          <p:cNvSpPr/>
          <p:nvPr/>
        </p:nvSpPr>
        <p:spPr>
          <a:xfrm>
            <a:off x="4791075" y="5862638"/>
            <a:ext cx="2819400" cy="457200"/>
          </a:xfrm>
          <a:prstGeom prst="rect">
            <a:avLst/>
          </a:prstGeom>
          <a:noFill/>
          <a:ln w="22225">
            <a:noFill/>
          </a:ln>
        </p:spPr>
        <p:txBody>
          <a:bodyPr>
            <a:spAutoFit/>
          </a:bodyPr>
          <a:lstStyle/>
          <a:p>
            <a:pPr eaLnBrk="1" hangingPunct="1"/>
            <a:r>
              <a:rPr lang="zh-CN" altLang="en-US" dirty="0">
                <a:solidFill>
                  <a:schemeClr val="bg1"/>
                </a:solidFill>
                <a:latin typeface="Times New Roman" panose="02020603050405020304" pitchFamily="18" charset="0"/>
                <a:ea typeface="楷体_GB2312" pitchFamily="49" charset="-122"/>
              </a:rPr>
              <a:t>归一化条件</a:t>
            </a:r>
          </a:p>
        </p:txBody>
      </p:sp>
      <p:sp>
        <p:nvSpPr>
          <p:cNvPr id="14359" name="Rectangle 16"/>
          <p:cNvSpPr/>
          <p:nvPr/>
        </p:nvSpPr>
        <p:spPr>
          <a:xfrm>
            <a:off x="2762250" y="5203825"/>
            <a:ext cx="2932113" cy="457200"/>
          </a:xfrm>
          <a:prstGeom prst="rect">
            <a:avLst/>
          </a:prstGeom>
          <a:noFill/>
          <a:ln w="25400">
            <a:noFill/>
          </a:ln>
        </p:spPr>
        <p:txBody>
          <a:bodyPr>
            <a:spAutoFit/>
          </a:bodyPr>
          <a:lstStyle/>
          <a:p>
            <a:pPr eaLnBrk="1" hangingPunct="1"/>
            <a:r>
              <a:rPr lang="zh-CN" altLang="en-US" dirty="0">
                <a:solidFill>
                  <a:schemeClr val="bg1"/>
                </a:solidFill>
                <a:latin typeface="Times New Roman" panose="02020603050405020304" pitchFamily="18" charset="0"/>
                <a:ea typeface="楷体_GB2312" pitchFamily="49" charset="-122"/>
              </a:rPr>
              <a:t>有限性</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2" name="Object 2"/>
          <p:cNvGraphicFramePr/>
          <p:nvPr/>
        </p:nvGraphicFramePr>
        <p:xfrm>
          <a:off x="3357563" y="1243013"/>
          <a:ext cx="4419600" cy="900112"/>
        </p:xfrm>
        <a:graphic>
          <a:graphicData uri="http://schemas.openxmlformats.org/presentationml/2006/ole">
            <mc:AlternateContent xmlns:mc="http://schemas.openxmlformats.org/markup-compatibility/2006">
              <mc:Choice xmlns:v="urn:schemas-microsoft-com:vml" Requires="v">
                <p:oleObj spid="_x0000_s576514" r:id="rId3" imgW="1603375" imgH="315595" progId="Equation.3">
                  <p:embed/>
                </p:oleObj>
              </mc:Choice>
              <mc:Fallback>
                <p:oleObj r:id="rId3" imgW="1603375" imgH="315595" progId="Equation.3">
                  <p:embed/>
                  <p:pic>
                    <p:nvPicPr>
                      <p:cNvPr id="15362" name="Object 2"/>
                      <p:cNvPicPr/>
                      <p:nvPr/>
                    </p:nvPicPr>
                    <p:blipFill>
                      <a:blip r:embed="rId4">
                        <a:clrChange>
                          <a:clrFrom>
                            <a:srgbClr val="000000"/>
                          </a:clrFrom>
                          <a:clrTo>
                            <a:srgbClr val="000000"/>
                          </a:clrTo>
                        </a:clrChange>
                      </a:blip>
                      <a:stretch>
                        <a:fillRect/>
                      </a:stretch>
                    </p:blipFill>
                    <p:spPr>
                      <a:xfrm>
                        <a:off x="3357563" y="1243013"/>
                        <a:ext cx="4419600" cy="900112"/>
                      </a:xfrm>
                      <a:prstGeom prst="rect">
                        <a:avLst/>
                      </a:prstGeom>
                      <a:solidFill>
                        <a:schemeClr val="accent1"/>
                      </a:solidFill>
                      <a:ln w="38100">
                        <a:noFill/>
                        <a:miter/>
                      </a:ln>
                    </p:spPr>
                  </p:pic>
                </p:oleObj>
              </mc:Fallback>
            </mc:AlternateContent>
          </a:graphicData>
        </a:graphic>
      </p:graphicFrame>
      <p:sp>
        <p:nvSpPr>
          <p:cNvPr id="15363" name="Rectangle 5"/>
          <p:cNvSpPr/>
          <p:nvPr/>
        </p:nvSpPr>
        <p:spPr>
          <a:xfrm>
            <a:off x="795338" y="1457325"/>
            <a:ext cx="3276600" cy="457200"/>
          </a:xfrm>
          <a:prstGeom prst="rect">
            <a:avLst/>
          </a:prstGeom>
          <a:noFill/>
          <a:ln w="15875">
            <a:noFill/>
          </a:ln>
        </p:spPr>
        <p:txBody>
          <a:bodyPr>
            <a:spAutoFit/>
          </a:bodyPr>
          <a:lstStyle/>
          <a:p>
            <a:pPr eaLnBrk="1" hangingPunct="1"/>
            <a:r>
              <a:rPr lang="zh-CN" altLang="en-US" dirty="0">
                <a:solidFill>
                  <a:schemeClr val="bg1"/>
                </a:solidFill>
                <a:latin typeface="楷体_GB2312" pitchFamily="49" charset="-122"/>
                <a:ea typeface="楷体_GB2312" pitchFamily="49" charset="-122"/>
              </a:rPr>
              <a:t>定态薛定谔方程</a:t>
            </a:r>
          </a:p>
        </p:txBody>
      </p:sp>
      <p:sp>
        <p:nvSpPr>
          <p:cNvPr id="15364" name="Rectangle 6"/>
          <p:cNvSpPr/>
          <p:nvPr/>
        </p:nvSpPr>
        <p:spPr>
          <a:xfrm>
            <a:off x="357188" y="2257425"/>
            <a:ext cx="6477000" cy="457200"/>
          </a:xfrm>
          <a:prstGeom prst="rect">
            <a:avLst/>
          </a:prstGeom>
          <a:noFill/>
          <a:ln w="9525">
            <a:noFill/>
          </a:ln>
        </p:spPr>
        <p:txBody>
          <a:bodyPr>
            <a:spAutoFit/>
          </a:bodyPr>
          <a:lstStyle/>
          <a:p>
            <a:pPr eaLnBrk="1" hangingPunct="1"/>
            <a:r>
              <a:rPr lang="en-US" altLang="zh-CN" dirty="0">
                <a:solidFill>
                  <a:srgbClr val="FFFF00"/>
                </a:solidFill>
                <a:latin typeface="Times New Roman" panose="02020603050405020304" pitchFamily="18" charset="0"/>
                <a:ea typeface="楷体_GB2312" pitchFamily="49" charset="-122"/>
              </a:rPr>
              <a:t>8. </a:t>
            </a:r>
            <a:r>
              <a:rPr lang="zh-CN" altLang="en-US" dirty="0">
                <a:solidFill>
                  <a:srgbClr val="FFFF00"/>
                </a:solidFill>
                <a:latin typeface="Times New Roman" panose="02020603050405020304" pitchFamily="18" charset="0"/>
                <a:ea typeface="楷体_GB2312" pitchFamily="49" charset="-122"/>
              </a:rPr>
              <a:t>一维无限深势阱中的运动粒子 </a:t>
            </a:r>
          </a:p>
        </p:txBody>
      </p:sp>
      <p:sp>
        <p:nvSpPr>
          <p:cNvPr id="15365" name="Rectangle 7"/>
          <p:cNvSpPr/>
          <p:nvPr/>
        </p:nvSpPr>
        <p:spPr>
          <a:xfrm>
            <a:off x="1408113" y="3043238"/>
            <a:ext cx="3276600" cy="457200"/>
          </a:xfrm>
          <a:prstGeom prst="rect">
            <a:avLst/>
          </a:prstGeom>
          <a:noFill/>
          <a:ln w="15875">
            <a:noFill/>
          </a:ln>
        </p:spPr>
        <p:txBody>
          <a:bodyPr>
            <a:spAutoFit/>
          </a:bodyPr>
          <a:lstStyle/>
          <a:p>
            <a:pPr eaLnBrk="1" hangingPunct="1"/>
            <a:r>
              <a:rPr lang="zh-CN" altLang="en-US" dirty="0">
                <a:solidFill>
                  <a:schemeClr val="bg1"/>
                </a:solidFill>
                <a:latin typeface="楷体_GB2312" pitchFamily="49" charset="-122"/>
                <a:ea typeface="楷体_GB2312" pitchFamily="49" charset="-122"/>
              </a:rPr>
              <a:t>势能函数</a:t>
            </a:r>
          </a:p>
        </p:txBody>
      </p:sp>
      <p:graphicFrame>
        <p:nvGraphicFramePr>
          <p:cNvPr id="15366" name="Object 3"/>
          <p:cNvGraphicFramePr/>
          <p:nvPr/>
        </p:nvGraphicFramePr>
        <p:xfrm>
          <a:off x="3425825" y="2757488"/>
          <a:ext cx="3676650" cy="1028700"/>
        </p:xfrm>
        <a:graphic>
          <a:graphicData uri="http://schemas.openxmlformats.org/presentationml/2006/ole">
            <mc:AlternateContent xmlns:mc="http://schemas.openxmlformats.org/markup-compatibility/2006">
              <mc:Choice xmlns:v="urn:schemas-microsoft-com:vml" Requires="v">
                <p:oleObj spid="_x0000_s576515" r:id="rId5" imgW="1358900" imgH="367030" progId="Equation.3">
                  <p:embed/>
                </p:oleObj>
              </mc:Choice>
              <mc:Fallback>
                <p:oleObj r:id="rId5" imgW="1358900" imgH="367030" progId="Equation.3">
                  <p:embed/>
                  <p:pic>
                    <p:nvPicPr>
                      <p:cNvPr id="15366" name="Object 3"/>
                      <p:cNvPicPr/>
                      <p:nvPr/>
                    </p:nvPicPr>
                    <p:blipFill>
                      <a:blip r:embed="rId6">
                        <a:clrChange>
                          <a:clrFrom>
                            <a:srgbClr val="000000"/>
                          </a:clrFrom>
                          <a:clrTo>
                            <a:srgbClr val="00FF00"/>
                          </a:clrTo>
                        </a:clrChange>
                      </a:blip>
                      <a:stretch>
                        <a:fillRect/>
                      </a:stretch>
                    </p:blipFill>
                    <p:spPr>
                      <a:xfrm>
                        <a:off x="3425825" y="2757488"/>
                        <a:ext cx="3676650" cy="1028700"/>
                      </a:xfrm>
                      <a:prstGeom prst="rect">
                        <a:avLst/>
                      </a:prstGeom>
                      <a:noFill/>
                      <a:ln w="38100">
                        <a:noFill/>
                        <a:miter/>
                      </a:ln>
                    </p:spPr>
                  </p:pic>
                </p:oleObj>
              </mc:Fallback>
            </mc:AlternateContent>
          </a:graphicData>
        </a:graphic>
      </p:graphicFrame>
      <p:sp>
        <p:nvSpPr>
          <p:cNvPr id="15367" name="Rectangle 9"/>
          <p:cNvSpPr/>
          <p:nvPr/>
        </p:nvSpPr>
        <p:spPr>
          <a:xfrm>
            <a:off x="1347788" y="4124325"/>
            <a:ext cx="3886200" cy="457200"/>
          </a:xfrm>
          <a:prstGeom prst="rect">
            <a:avLst/>
          </a:prstGeom>
          <a:noFill/>
          <a:ln w="9525">
            <a:noFill/>
          </a:ln>
        </p:spPr>
        <p:txBody>
          <a:bodyPr>
            <a:spAutoFit/>
          </a:bodyPr>
          <a:lstStyle/>
          <a:p>
            <a:pPr eaLnBrk="1" hangingPunct="1"/>
            <a:r>
              <a:rPr lang="zh-CN" altLang="en-US" dirty="0">
                <a:solidFill>
                  <a:srgbClr val="FFFFFF"/>
                </a:solidFill>
                <a:latin typeface="Times New Roman" panose="02020603050405020304" pitchFamily="18" charset="0"/>
                <a:ea typeface="楷体_GB2312" pitchFamily="49" charset="-122"/>
              </a:rPr>
              <a:t>能量量子化</a:t>
            </a:r>
          </a:p>
        </p:txBody>
      </p:sp>
      <p:graphicFrame>
        <p:nvGraphicFramePr>
          <p:cNvPr id="15368" name="Object 4"/>
          <p:cNvGraphicFramePr/>
          <p:nvPr/>
        </p:nvGraphicFramePr>
        <p:xfrm>
          <a:off x="3376613" y="3871913"/>
          <a:ext cx="4094162" cy="914400"/>
        </p:xfrm>
        <a:graphic>
          <a:graphicData uri="http://schemas.openxmlformats.org/presentationml/2006/ole">
            <mc:AlternateContent xmlns:mc="http://schemas.openxmlformats.org/markup-compatibility/2006">
              <mc:Choice xmlns:v="urn:schemas-microsoft-com:vml" Requires="v">
                <p:oleObj spid="_x0000_s576516" r:id="rId7" imgW="1551940" imgH="315595" progId="Equation.3">
                  <p:embed/>
                </p:oleObj>
              </mc:Choice>
              <mc:Fallback>
                <p:oleObj r:id="rId7" imgW="1551940" imgH="315595" progId="Equation.3">
                  <p:embed/>
                  <p:pic>
                    <p:nvPicPr>
                      <p:cNvPr id="15368" name="Object 4"/>
                      <p:cNvPicPr/>
                      <p:nvPr/>
                    </p:nvPicPr>
                    <p:blipFill>
                      <a:blip r:embed="rId8">
                        <a:clrChange>
                          <a:clrFrom>
                            <a:srgbClr val="000000"/>
                          </a:clrFrom>
                          <a:clrTo>
                            <a:srgbClr val="EDFE4A"/>
                          </a:clrTo>
                        </a:clrChange>
                      </a:blip>
                      <a:stretch>
                        <a:fillRect/>
                      </a:stretch>
                    </p:blipFill>
                    <p:spPr>
                      <a:xfrm>
                        <a:off x="3376613" y="3871913"/>
                        <a:ext cx="4094162" cy="914400"/>
                      </a:xfrm>
                      <a:prstGeom prst="rect">
                        <a:avLst/>
                      </a:prstGeom>
                      <a:noFill/>
                      <a:ln w="38100">
                        <a:noFill/>
                        <a:miter/>
                      </a:ln>
                    </p:spPr>
                  </p:pic>
                </p:oleObj>
              </mc:Fallback>
            </mc:AlternateContent>
          </a:graphicData>
        </a:graphic>
      </p:graphicFrame>
      <p:sp>
        <p:nvSpPr>
          <p:cNvPr id="15369" name="Rectangle 11"/>
          <p:cNvSpPr/>
          <p:nvPr/>
        </p:nvSpPr>
        <p:spPr>
          <a:xfrm>
            <a:off x="714375" y="5160963"/>
            <a:ext cx="3429000" cy="457200"/>
          </a:xfrm>
          <a:prstGeom prst="rect">
            <a:avLst/>
          </a:prstGeom>
          <a:noFill/>
          <a:ln w="9525">
            <a:noFill/>
          </a:ln>
        </p:spPr>
        <p:txBody>
          <a:bodyPr>
            <a:spAutoFit/>
          </a:bodyPr>
          <a:lstStyle/>
          <a:p>
            <a:pPr eaLnBrk="1" hangingPunct="1"/>
            <a:r>
              <a:rPr lang="zh-CN" altLang="en-US" dirty="0">
                <a:solidFill>
                  <a:schemeClr val="bg1"/>
                </a:solidFill>
                <a:latin typeface="Times New Roman" panose="02020603050405020304" pitchFamily="18" charset="0"/>
                <a:ea typeface="楷体_GB2312" pitchFamily="49" charset="-122"/>
              </a:rPr>
              <a:t>粒子运动的波函数</a:t>
            </a:r>
          </a:p>
        </p:txBody>
      </p:sp>
      <p:graphicFrame>
        <p:nvGraphicFramePr>
          <p:cNvPr id="15370" name="Object 6"/>
          <p:cNvGraphicFramePr/>
          <p:nvPr/>
        </p:nvGraphicFramePr>
        <p:xfrm>
          <a:off x="3500438" y="4875213"/>
          <a:ext cx="4683125" cy="982662"/>
        </p:xfrm>
        <a:graphic>
          <a:graphicData uri="http://schemas.openxmlformats.org/presentationml/2006/ole">
            <mc:AlternateContent xmlns:mc="http://schemas.openxmlformats.org/markup-compatibility/2006">
              <mc:Choice xmlns:v="urn:schemas-microsoft-com:vml" Requires="v">
                <p:oleObj spid="_x0000_s576517" r:id="rId9" imgW="1841500" imgH="334645" progId="Equation.3">
                  <p:embed/>
                </p:oleObj>
              </mc:Choice>
              <mc:Fallback>
                <p:oleObj r:id="rId9" imgW="1841500" imgH="334645" progId="Equation.3">
                  <p:embed/>
                  <p:pic>
                    <p:nvPicPr>
                      <p:cNvPr id="15370" name="Object 6"/>
                      <p:cNvPicPr/>
                      <p:nvPr/>
                    </p:nvPicPr>
                    <p:blipFill>
                      <a:blip r:embed="rId10">
                        <a:clrChange>
                          <a:clrFrom>
                            <a:srgbClr val="000000"/>
                          </a:clrFrom>
                          <a:clrTo>
                            <a:srgbClr val="000000"/>
                          </a:clrTo>
                        </a:clrChange>
                      </a:blip>
                      <a:stretch>
                        <a:fillRect/>
                      </a:stretch>
                    </p:blipFill>
                    <p:spPr>
                      <a:xfrm>
                        <a:off x="3500438" y="4875213"/>
                        <a:ext cx="4683125" cy="982662"/>
                      </a:xfrm>
                      <a:prstGeom prst="rect">
                        <a:avLst/>
                      </a:prstGeom>
                      <a:solidFill>
                        <a:schemeClr val="accent1"/>
                      </a:solidFill>
                      <a:ln w="38100">
                        <a:noFill/>
                        <a:miter/>
                      </a:ln>
                    </p:spPr>
                  </p:pic>
                </p:oleObj>
              </mc:Fallback>
            </mc:AlternateContent>
          </a:graphicData>
        </a:graphic>
      </p:graphicFrame>
      <p:sp>
        <p:nvSpPr>
          <p:cNvPr id="15371" name="Rectangle 14"/>
          <p:cNvSpPr/>
          <p:nvPr/>
        </p:nvSpPr>
        <p:spPr>
          <a:xfrm>
            <a:off x="971550" y="6115050"/>
            <a:ext cx="2743200" cy="457200"/>
          </a:xfrm>
          <a:prstGeom prst="rect">
            <a:avLst/>
          </a:prstGeom>
          <a:noFill/>
          <a:ln w="9525">
            <a:noFill/>
          </a:ln>
        </p:spPr>
        <p:txBody>
          <a:bodyPr>
            <a:spAutoFit/>
          </a:bodyPr>
          <a:lstStyle/>
          <a:p>
            <a:pPr eaLnBrk="1" hangingPunct="1"/>
            <a:r>
              <a:rPr lang="zh-CN" altLang="en-US" dirty="0">
                <a:solidFill>
                  <a:schemeClr val="bg1"/>
                </a:solidFill>
                <a:latin typeface="Times New Roman" panose="02020603050405020304" pitchFamily="18" charset="0"/>
                <a:ea typeface="楷体_GB2312" pitchFamily="49" charset="-122"/>
              </a:rPr>
              <a:t>粒子的概率密度</a:t>
            </a:r>
          </a:p>
        </p:txBody>
      </p:sp>
      <p:graphicFrame>
        <p:nvGraphicFramePr>
          <p:cNvPr id="15372" name="Object 7"/>
          <p:cNvGraphicFramePr/>
          <p:nvPr/>
        </p:nvGraphicFramePr>
        <p:xfrm>
          <a:off x="3786188" y="6000750"/>
          <a:ext cx="2286000" cy="571500"/>
        </p:xfrm>
        <a:graphic>
          <a:graphicData uri="http://schemas.openxmlformats.org/presentationml/2006/ole">
            <mc:AlternateContent xmlns:mc="http://schemas.openxmlformats.org/markup-compatibility/2006">
              <mc:Choice xmlns:v="urn:schemas-microsoft-com:vml" Requires="v">
                <p:oleObj spid="_x0000_s576518" r:id="rId11" imgW="753110" imgH="154305" progId="Equation.3">
                  <p:embed/>
                </p:oleObj>
              </mc:Choice>
              <mc:Fallback>
                <p:oleObj r:id="rId11" imgW="753110" imgH="154305" progId="Equation.3">
                  <p:embed/>
                  <p:pic>
                    <p:nvPicPr>
                      <p:cNvPr id="15372" name="Object 7"/>
                      <p:cNvPicPr/>
                      <p:nvPr/>
                    </p:nvPicPr>
                    <p:blipFill>
                      <a:blip r:embed="rId12">
                        <a:clrChange>
                          <a:clrFrom>
                            <a:srgbClr val="000000"/>
                          </a:clrFrom>
                          <a:clrTo>
                            <a:srgbClr val="00FF00"/>
                          </a:clrTo>
                        </a:clrChange>
                      </a:blip>
                      <a:stretch>
                        <a:fillRect/>
                      </a:stretch>
                    </p:blipFill>
                    <p:spPr>
                      <a:xfrm>
                        <a:off x="3786188" y="6000750"/>
                        <a:ext cx="2286000" cy="571500"/>
                      </a:xfrm>
                      <a:prstGeom prst="rect">
                        <a:avLst/>
                      </a:prstGeom>
                      <a:noFill/>
                      <a:ln w="38100">
                        <a:noFill/>
                        <a:miter/>
                      </a:ln>
                    </p:spPr>
                  </p:pic>
                </p:oleObj>
              </mc:Fallback>
            </mc:AlternateContent>
          </a:graphicData>
        </a:graphic>
      </p:graphicFrame>
      <p:sp>
        <p:nvSpPr>
          <p:cNvPr id="15373" name="Rectangle 17"/>
          <p:cNvSpPr/>
          <p:nvPr/>
        </p:nvSpPr>
        <p:spPr>
          <a:xfrm>
            <a:off x="357188" y="422275"/>
            <a:ext cx="6934200" cy="457200"/>
          </a:xfrm>
          <a:prstGeom prst="rect">
            <a:avLst/>
          </a:prstGeom>
          <a:noFill/>
          <a:ln w="22225">
            <a:noFill/>
          </a:ln>
        </p:spPr>
        <p:txBody>
          <a:bodyPr>
            <a:spAutoFit/>
          </a:bodyPr>
          <a:lstStyle/>
          <a:p>
            <a:pPr eaLnBrk="1" hangingPunct="1"/>
            <a:r>
              <a:rPr lang="en-US" altLang="zh-CN" dirty="0">
                <a:solidFill>
                  <a:srgbClr val="FFFF00"/>
                </a:solidFill>
                <a:latin typeface="楷体_GB2312" pitchFamily="49" charset="-122"/>
                <a:ea typeface="楷体_GB2312" pitchFamily="49" charset="-122"/>
              </a:rPr>
              <a:t>7.</a:t>
            </a:r>
            <a:r>
              <a:rPr lang="zh-CN" altLang="en-US" dirty="0">
                <a:solidFill>
                  <a:srgbClr val="FFFF00"/>
                </a:solidFill>
                <a:latin typeface="楷体_GB2312" pitchFamily="49" charset="-122"/>
                <a:ea typeface="楷体_GB2312" pitchFamily="49" charset="-122"/>
              </a:rPr>
              <a:t>薛定谔方程</a:t>
            </a:r>
            <a:endParaRPr lang="zh-CN" altLang="en-US" dirty="0">
              <a:solidFill>
                <a:srgbClr val="FFFF00"/>
              </a:solidFill>
              <a:latin typeface="Times New Roman" panose="02020603050405020304" pitchFamily="18" charset="0"/>
              <a:ea typeface="楷体_GB2312" pitchFamily="49" charset="-122"/>
            </a:endParaRPr>
          </a:p>
        </p:txBody>
      </p:sp>
      <p:graphicFrame>
        <p:nvGraphicFramePr>
          <p:cNvPr id="15374" name="Object 8"/>
          <p:cNvGraphicFramePr/>
          <p:nvPr/>
        </p:nvGraphicFramePr>
        <p:xfrm>
          <a:off x="2643188" y="279400"/>
          <a:ext cx="4648200" cy="792163"/>
        </p:xfrm>
        <a:graphic>
          <a:graphicData uri="http://schemas.openxmlformats.org/presentationml/2006/ole">
            <mc:AlternateContent xmlns:mc="http://schemas.openxmlformats.org/markup-compatibility/2006">
              <mc:Choice xmlns:v="urn:schemas-microsoft-com:vml" Requires="v">
                <p:oleObj spid="_x0000_s576519" r:id="rId13" imgW="1892935" imgH="315595" progId="Equation.3">
                  <p:embed/>
                </p:oleObj>
              </mc:Choice>
              <mc:Fallback>
                <p:oleObj r:id="rId13" imgW="1892935" imgH="315595" progId="Equation.3">
                  <p:embed/>
                  <p:pic>
                    <p:nvPicPr>
                      <p:cNvPr id="15374" name="Object 8"/>
                      <p:cNvPicPr/>
                      <p:nvPr/>
                    </p:nvPicPr>
                    <p:blipFill>
                      <a:blip r:embed="rId14">
                        <a:clrChange>
                          <a:clrFrom>
                            <a:srgbClr val="000000"/>
                          </a:clrFrom>
                          <a:clrTo>
                            <a:srgbClr val="000000"/>
                          </a:clrTo>
                        </a:clrChange>
                      </a:blip>
                      <a:stretch>
                        <a:fillRect/>
                      </a:stretch>
                    </p:blipFill>
                    <p:spPr>
                      <a:xfrm>
                        <a:off x="2643188" y="279400"/>
                        <a:ext cx="4648200" cy="792163"/>
                      </a:xfrm>
                      <a:prstGeom prst="rect">
                        <a:avLst/>
                      </a:prstGeom>
                      <a:solidFill>
                        <a:schemeClr val="accent1"/>
                      </a:solidFill>
                      <a:ln w="38100">
                        <a:noFill/>
                        <a:miter/>
                      </a:ln>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p:cNvSpPr/>
          <p:nvPr/>
        </p:nvSpPr>
        <p:spPr>
          <a:xfrm>
            <a:off x="214313" y="285750"/>
            <a:ext cx="6477000" cy="457200"/>
          </a:xfrm>
          <a:prstGeom prst="rect">
            <a:avLst/>
          </a:prstGeom>
          <a:noFill/>
          <a:ln w="9525">
            <a:noFill/>
          </a:ln>
        </p:spPr>
        <p:txBody>
          <a:bodyPr>
            <a:spAutoFit/>
          </a:bodyPr>
          <a:lstStyle/>
          <a:p>
            <a:pPr eaLnBrk="1" hangingPunct="1"/>
            <a:r>
              <a:rPr lang="en-US" altLang="zh-CN" dirty="0">
                <a:solidFill>
                  <a:srgbClr val="FFFF00"/>
                </a:solidFill>
                <a:latin typeface="Times New Roman" panose="02020603050405020304" pitchFamily="18" charset="0"/>
                <a:ea typeface="楷体_GB2312" pitchFamily="49" charset="-122"/>
              </a:rPr>
              <a:t>9. </a:t>
            </a:r>
            <a:r>
              <a:rPr lang="zh-CN" altLang="en-US" dirty="0">
                <a:solidFill>
                  <a:srgbClr val="FFFF00"/>
                </a:solidFill>
                <a:latin typeface="Times New Roman" panose="02020603050405020304" pitchFamily="18" charset="0"/>
                <a:ea typeface="楷体_GB2312" pitchFamily="49" charset="-122"/>
              </a:rPr>
              <a:t>氢原子的量子力学结论 </a:t>
            </a:r>
          </a:p>
        </p:txBody>
      </p:sp>
      <p:graphicFrame>
        <p:nvGraphicFramePr>
          <p:cNvPr id="16387" name="Object 2"/>
          <p:cNvGraphicFramePr/>
          <p:nvPr/>
        </p:nvGraphicFramePr>
        <p:xfrm>
          <a:off x="1585913" y="1276350"/>
          <a:ext cx="5486400" cy="969963"/>
        </p:xfrm>
        <a:graphic>
          <a:graphicData uri="http://schemas.openxmlformats.org/presentationml/2006/ole">
            <mc:AlternateContent xmlns:mc="http://schemas.openxmlformats.org/markup-compatibility/2006">
              <mc:Choice xmlns:v="urn:schemas-microsoft-com:vml" Requires="v">
                <p:oleObj spid="_x0000_s577538" r:id="rId3" imgW="2002790" imgH="360680" progId="Equation.3">
                  <p:embed/>
                </p:oleObj>
              </mc:Choice>
              <mc:Fallback>
                <p:oleObj r:id="rId3" imgW="2002790" imgH="360680" progId="Equation.3">
                  <p:embed/>
                  <p:pic>
                    <p:nvPicPr>
                      <p:cNvPr id="16387" name="Object 2"/>
                      <p:cNvPicPr/>
                      <p:nvPr/>
                    </p:nvPicPr>
                    <p:blipFill>
                      <a:blip r:embed="rId4">
                        <a:clrChange>
                          <a:clrFrom>
                            <a:srgbClr val="000000"/>
                          </a:clrFrom>
                          <a:clrTo>
                            <a:srgbClr val="000000"/>
                          </a:clrTo>
                        </a:clrChange>
                      </a:blip>
                      <a:stretch>
                        <a:fillRect/>
                      </a:stretch>
                    </p:blipFill>
                    <p:spPr>
                      <a:xfrm>
                        <a:off x="1585913" y="1276350"/>
                        <a:ext cx="5486400" cy="969963"/>
                      </a:xfrm>
                      <a:prstGeom prst="rect">
                        <a:avLst/>
                      </a:prstGeom>
                      <a:solidFill>
                        <a:schemeClr val="accent1"/>
                      </a:solidFill>
                      <a:ln w="38100">
                        <a:noFill/>
                        <a:miter/>
                      </a:ln>
                    </p:spPr>
                  </p:pic>
                </p:oleObj>
              </mc:Fallback>
            </mc:AlternateContent>
          </a:graphicData>
        </a:graphic>
      </p:graphicFrame>
      <p:sp>
        <p:nvSpPr>
          <p:cNvPr id="16388" name="Rectangle 6"/>
          <p:cNvSpPr/>
          <p:nvPr/>
        </p:nvSpPr>
        <p:spPr>
          <a:xfrm>
            <a:off x="1128713" y="819150"/>
            <a:ext cx="5486400" cy="457200"/>
          </a:xfrm>
          <a:prstGeom prst="rect">
            <a:avLst/>
          </a:prstGeom>
          <a:noFill/>
          <a:ln w="9525">
            <a:noFill/>
          </a:ln>
        </p:spPr>
        <p:txBody>
          <a:bodyPr>
            <a:spAutoFit/>
          </a:bodyPr>
          <a:lstStyle/>
          <a:p>
            <a:pPr eaLnBrk="1" hangingPunct="1"/>
            <a:r>
              <a:rPr lang="zh-CN" altLang="en-US" dirty="0">
                <a:solidFill>
                  <a:srgbClr val="FFFFFF"/>
                </a:solidFill>
                <a:latin typeface="Times New Roman" panose="02020603050405020304" pitchFamily="18" charset="0"/>
                <a:ea typeface="楷体_GB2312" pitchFamily="49" charset="-122"/>
              </a:rPr>
              <a:t>能量量子化</a:t>
            </a:r>
          </a:p>
        </p:txBody>
      </p:sp>
      <p:graphicFrame>
        <p:nvGraphicFramePr>
          <p:cNvPr id="16389" name="Object 3"/>
          <p:cNvGraphicFramePr/>
          <p:nvPr/>
        </p:nvGraphicFramePr>
        <p:xfrm>
          <a:off x="4176713" y="2322513"/>
          <a:ext cx="279400" cy="307975"/>
        </p:xfrm>
        <a:graphic>
          <a:graphicData uri="http://schemas.openxmlformats.org/presentationml/2006/ole">
            <mc:AlternateContent xmlns:mc="http://schemas.openxmlformats.org/markup-compatibility/2006">
              <mc:Choice xmlns:v="urn:schemas-microsoft-com:vml" Requires="v">
                <p:oleObj spid="_x0000_s577539" r:id="rId5" imgW="71120" imgH="77470" progId="Equation.3">
                  <p:embed/>
                </p:oleObj>
              </mc:Choice>
              <mc:Fallback>
                <p:oleObj r:id="rId5" imgW="71120" imgH="77470" progId="Equation.3">
                  <p:embed/>
                  <p:pic>
                    <p:nvPicPr>
                      <p:cNvPr id="16389" name="Object 3"/>
                      <p:cNvPicPr/>
                      <p:nvPr/>
                    </p:nvPicPr>
                    <p:blipFill>
                      <a:blip r:embed="rId6">
                        <a:clrChange>
                          <a:clrFrom>
                            <a:srgbClr val="000000"/>
                          </a:clrFrom>
                          <a:clrTo>
                            <a:srgbClr val="FFFF00"/>
                          </a:clrTo>
                        </a:clrChange>
                      </a:blip>
                      <a:stretch>
                        <a:fillRect/>
                      </a:stretch>
                    </p:blipFill>
                    <p:spPr>
                      <a:xfrm>
                        <a:off x="4176713" y="2322513"/>
                        <a:ext cx="279400" cy="307975"/>
                      </a:xfrm>
                      <a:prstGeom prst="rect">
                        <a:avLst/>
                      </a:prstGeom>
                      <a:noFill/>
                      <a:ln w="38100">
                        <a:noFill/>
                        <a:miter/>
                      </a:ln>
                    </p:spPr>
                  </p:pic>
                </p:oleObj>
              </mc:Fallback>
            </mc:AlternateContent>
          </a:graphicData>
        </a:graphic>
      </p:graphicFrame>
      <p:sp>
        <p:nvSpPr>
          <p:cNvPr id="16390" name="Rectangle 8"/>
          <p:cNvSpPr/>
          <p:nvPr/>
        </p:nvSpPr>
        <p:spPr>
          <a:xfrm>
            <a:off x="4557713" y="2246313"/>
            <a:ext cx="2057400" cy="457200"/>
          </a:xfrm>
          <a:prstGeom prst="rect">
            <a:avLst/>
          </a:prstGeom>
          <a:noFill/>
          <a:ln w="22225">
            <a:noFill/>
          </a:ln>
        </p:spPr>
        <p:txBody>
          <a:bodyPr>
            <a:spAutoFit/>
          </a:bodyPr>
          <a:lstStyle/>
          <a:p>
            <a:pPr eaLnBrk="1" hangingPunct="1"/>
            <a:r>
              <a:rPr lang="en-US" altLang="zh-CN" dirty="0">
                <a:solidFill>
                  <a:srgbClr val="FFFFFF"/>
                </a:solidFill>
                <a:latin typeface="Times New Roman" panose="02020603050405020304" pitchFamily="18" charset="0"/>
                <a:ea typeface="楷体_GB2312" pitchFamily="49" charset="-122"/>
              </a:rPr>
              <a:t>—  </a:t>
            </a:r>
            <a:r>
              <a:rPr lang="zh-CN" altLang="en-US" dirty="0">
                <a:solidFill>
                  <a:srgbClr val="FFFFFF"/>
                </a:solidFill>
                <a:latin typeface="Times New Roman" panose="02020603050405020304" pitchFamily="18" charset="0"/>
                <a:ea typeface="楷体_GB2312" pitchFamily="49" charset="-122"/>
              </a:rPr>
              <a:t>主量子数</a:t>
            </a:r>
          </a:p>
        </p:txBody>
      </p:sp>
      <p:sp>
        <p:nvSpPr>
          <p:cNvPr id="16391" name="Rectangle 9"/>
          <p:cNvSpPr/>
          <p:nvPr/>
        </p:nvSpPr>
        <p:spPr>
          <a:xfrm>
            <a:off x="1357313" y="2800350"/>
            <a:ext cx="5486400" cy="457200"/>
          </a:xfrm>
          <a:prstGeom prst="rect">
            <a:avLst/>
          </a:prstGeom>
          <a:noFill/>
          <a:ln w="9525">
            <a:noFill/>
          </a:ln>
        </p:spPr>
        <p:txBody>
          <a:bodyPr>
            <a:spAutoFit/>
          </a:bodyPr>
          <a:lstStyle/>
          <a:p>
            <a:pPr eaLnBrk="1" hangingPunct="1"/>
            <a:r>
              <a:rPr lang="zh-CN" altLang="en-US" dirty="0">
                <a:solidFill>
                  <a:srgbClr val="FFFFFF"/>
                </a:solidFill>
                <a:latin typeface="Times New Roman" panose="02020603050405020304" pitchFamily="18" charset="0"/>
                <a:ea typeface="楷体_GB2312" pitchFamily="49" charset="-122"/>
              </a:rPr>
              <a:t>角动量量子化</a:t>
            </a:r>
          </a:p>
        </p:txBody>
      </p:sp>
      <p:graphicFrame>
        <p:nvGraphicFramePr>
          <p:cNvPr id="16392" name="Object 4"/>
          <p:cNvGraphicFramePr/>
          <p:nvPr/>
        </p:nvGraphicFramePr>
        <p:xfrm>
          <a:off x="1738313" y="3409950"/>
          <a:ext cx="1898650" cy="558800"/>
        </p:xfrm>
        <a:graphic>
          <a:graphicData uri="http://schemas.openxmlformats.org/presentationml/2006/ole">
            <mc:AlternateContent xmlns:mc="http://schemas.openxmlformats.org/markup-compatibility/2006">
              <mc:Choice xmlns:v="urn:schemas-microsoft-com:vml" Requires="v">
                <p:oleObj spid="_x0000_s577540" r:id="rId7" imgW="688975" imgH="173990" progId="Equation.3">
                  <p:embed/>
                </p:oleObj>
              </mc:Choice>
              <mc:Fallback>
                <p:oleObj r:id="rId7" imgW="688975" imgH="173990" progId="Equation.3">
                  <p:embed/>
                  <p:pic>
                    <p:nvPicPr>
                      <p:cNvPr id="16392" name="Object 4"/>
                      <p:cNvPicPr/>
                      <p:nvPr/>
                    </p:nvPicPr>
                    <p:blipFill>
                      <a:blip r:embed="rId8">
                        <a:clrChange>
                          <a:clrFrom>
                            <a:srgbClr val="000000"/>
                          </a:clrFrom>
                          <a:clrTo>
                            <a:srgbClr val="000000"/>
                          </a:clrTo>
                        </a:clrChange>
                      </a:blip>
                      <a:stretch>
                        <a:fillRect/>
                      </a:stretch>
                    </p:blipFill>
                    <p:spPr>
                      <a:xfrm>
                        <a:off x="1738313" y="3409950"/>
                        <a:ext cx="1898650" cy="558800"/>
                      </a:xfrm>
                      <a:prstGeom prst="rect">
                        <a:avLst/>
                      </a:prstGeom>
                      <a:solidFill>
                        <a:schemeClr val="accent1"/>
                      </a:solidFill>
                      <a:ln w="38100">
                        <a:noFill/>
                        <a:miter/>
                      </a:ln>
                    </p:spPr>
                  </p:pic>
                </p:oleObj>
              </mc:Fallback>
            </mc:AlternateContent>
          </a:graphicData>
        </a:graphic>
      </p:graphicFrame>
      <p:graphicFrame>
        <p:nvGraphicFramePr>
          <p:cNvPr id="16393" name="Object 5"/>
          <p:cNvGraphicFramePr/>
          <p:nvPr/>
        </p:nvGraphicFramePr>
        <p:xfrm>
          <a:off x="3262313" y="4086225"/>
          <a:ext cx="195262" cy="390525"/>
        </p:xfrm>
        <a:graphic>
          <a:graphicData uri="http://schemas.openxmlformats.org/presentationml/2006/ole">
            <mc:AlternateContent xmlns:mc="http://schemas.openxmlformats.org/markup-compatibility/2006">
              <mc:Choice xmlns:v="urn:schemas-microsoft-com:vml" Requires="v">
                <p:oleObj spid="_x0000_s577541" r:id="rId9" imgW="38735" imgH="109220" progId="Equation.3">
                  <p:embed/>
                </p:oleObj>
              </mc:Choice>
              <mc:Fallback>
                <p:oleObj r:id="rId9" imgW="38735" imgH="109220" progId="Equation.3">
                  <p:embed/>
                  <p:pic>
                    <p:nvPicPr>
                      <p:cNvPr id="16393" name="Object 5"/>
                      <p:cNvPicPr/>
                      <p:nvPr/>
                    </p:nvPicPr>
                    <p:blipFill>
                      <a:blip r:embed="rId10">
                        <a:clrChange>
                          <a:clrFrom>
                            <a:srgbClr val="000000"/>
                          </a:clrFrom>
                          <a:clrTo>
                            <a:srgbClr val="FFFF00"/>
                          </a:clrTo>
                        </a:clrChange>
                      </a:blip>
                      <a:stretch>
                        <a:fillRect/>
                      </a:stretch>
                    </p:blipFill>
                    <p:spPr>
                      <a:xfrm>
                        <a:off x="3262313" y="4086225"/>
                        <a:ext cx="195262" cy="390525"/>
                      </a:xfrm>
                      <a:prstGeom prst="rect">
                        <a:avLst/>
                      </a:prstGeom>
                      <a:noFill/>
                      <a:ln w="38100">
                        <a:noFill/>
                        <a:miter/>
                      </a:ln>
                    </p:spPr>
                  </p:pic>
                </p:oleObj>
              </mc:Fallback>
            </mc:AlternateContent>
          </a:graphicData>
        </a:graphic>
      </p:graphicFrame>
      <p:sp>
        <p:nvSpPr>
          <p:cNvPr id="16394" name="Rectangle 12"/>
          <p:cNvSpPr/>
          <p:nvPr/>
        </p:nvSpPr>
        <p:spPr>
          <a:xfrm>
            <a:off x="3490913" y="4019550"/>
            <a:ext cx="4114800" cy="457200"/>
          </a:xfrm>
          <a:prstGeom prst="rect">
            <a:avLst/>
          </a:prstGeom>
          <a:noFill/>
          <a:ln w="22225">
            <a:noFill/>
          </a:ln>
        </p:spPr>
        <p:txBody>
          <a:bodyPr>
            <a:spAutoFit/>
          </a:bodyPr>
          <a:lstStyle/>
          <a:p>
            <a:pPr eaLnBrk="1" hangingPunct="1"/>
            <a:r>
              <a:rPr lang="en-US" altLang="zh-CN" dirty="0">
                <a:solidFill>
                  <a:srgbClr val="FFFFFF"/>
                </a:solidFill>
                <a:latin typeface="Times New Roman" panose="02020603050405020304" pitchFamily="18" charset="0"/>
                <a:ea typeface="楷体_GB2312" pitchFamily="49" charset="-122"/>
              </a:rPr>
              <a:t>—  </a:t>
            </a:r>
            <a:r>
              <a:rPr lang="zh-CN" altLang="en-US" dirty="0">
                <a:solidFill>
                  <a:srgbClr val="FFFFFF"/>
                </a:solidFill>
                <a:latin typeface="Times New Roman" panose="02020603050405020304" pitchFamily="18" charset="0"/>
                <a:ea typeface="楷体_GB2312" pitchFamily="49" charset="-122"/>
              </a:rPr>
              <a:t>副量子数（角量子数）</a:t>
            </a:r>
          </a:p>
        </p:txBody>
      </p:sp>
      <p:sp>
        <p:nvSpPr>
          <p:cNvPr id="16395" name="Rectangle 13"/>
          <p:cNvSpPr/>
          <p:nvPr/>
        </p:nvSpPr>
        <p:spPr>
          <a:xfrm>
            <a:off x="1281113" y="4624388"/>
            <a:ext cx="2743200" cy="457200"/>
          </a:xfrm>
          <a:prstGeom prst="rect">
            <a:avLst/>
          </a:prstGeom>
          <a:noFill/>
          <a:ln w="9525">
            <a:noFill/>
          </a:ln>
        </p:spPr>
        <p:txBody>
          <a:bodyPr>
            <a:spAutoFit/>
          </a:bodyPr>
          <a:lstStyle/>
          <a:p>
            <a:pPr eaLnBrk="1" hangingPunct="1"/>
            <a:r>
              <a:rPr lang="zh-CN" altLang="en-US" dirty="0">
                <a:solidFill>
                  <a:srgbClr val="FFFFFF"/>
                </a:solidFill>
                <a:latin typeface="Times New Roman" panose="02020603050405020304" pitchFamily="18" charset="0"/>
                <a:ea typeface="楷体_GB2312" pitchFamily="49" charset="-122"/>
              </a:rPr>
              <a:t>空间量子化</a:t>
            </a:r>
          </a:p>
        </p:txBody>
      </p:sp>
      <p:graphicFrame>
        <p:nvGraphicFramePr>
          <p:cNvPr id="16396" name="Object 6"/>
          <p:cNvGraphicFramePr/>
          <p:nvPr/>
        </p:nvGraphicFramePr>
        <p:xfrm>
          <a:off x="1890713" y="5162550"/>
          <a:ext cx="1173162" cy="474663"/>
        </p:xfrm>
        <a:graphic>
          <a:graphicData uri="http://schemas.openxmlformats.org/presentationml/2006/ole">
            <mc:AlternateContent xmlns:mc="http://schemas.openxmlformats.org/markup-compatibility/2006">
              <mc:Choice xmlns:v="urn:schemas-microsoft-com:vml" Requires="v">
                <p:oleObj spid="_x0000_s577542" r:id="rId11" imgW="412115" imgH="141605" progId="Equation.3">
                  <p:embed/>
                </p:oleObj>
              </mc:Choice>
              <mc:Fallback>
                <p:oleObj r:id="rId11" imgW="412115" imgH="141605" progId="Equation.3">
                  <p:embed/>
                  <p:pic>
                    <p:nvPicPr>
                      <p:cNvPr id="16396" name="Object 6"/>
                      <p:cNvPicPr/>
                      <p:nvPr/>
                    </p:nvPicPr>
                    <p:blipFill>
                      <a:blip r:embed="rId12">
                        <a:clrChange>
                          <a:clrFrom>
                            <a:srgbClr val="000000"/>
                          </a:clrFrom>
                          <a:clrTo>
                            <a:srgbClr val="99FFCC"/>
                          </a:clrTo>
                        </a:clrChange>
                      </a:blip>
                      <a:stretch>
                        <a:fillRect/>
                      </a:stretch>
                    </p:blipFill>
                    <p:spPr>
                      <a:xfrm>
                        <a:off x="1890713" y="5162550"/>
                        <a:ext cx="1173162" cy="474663"/>
                      </a:xfrm>
                      <a:prstGeom prst="rect">
                        <a:avLst/>
                      </a:prstGeom>
                      <a:noFill/>
                      <a:ln w="38100">
                        <a:noFill/>
                        <a:miter/>
                      </a:ln>
                    </p:spPr>
                  </p:pic>
                </p:oleObj>
              </mc:Fallback>
            </mc:AlternateContent>
          </a:graphicData>
        </a:graphic>
      </p:graphicFrame>
      <p:graphicFrame>
        <p:nvGraphicFramePr>
          <p:cNvPr id="16397" name="Object 7"/>
          <p:cNvGraphicFramePr/>
          <p:nvPr/>
        </p:nvGraphicFramePr>
        <p:xfrm>
          <a:off x="3719513" y="5238750"/>
          <a:ext cx="3938587" cy="446088"/>
        </p:xfrm>
        <a:graphic>
          <a:graphicData uri="http://schemas.openxmlformats.org/presentationml/2006/ole">
            <mc:AlternateContent xmlns:mc="http://schemas.openxmlformats.org/markup-compatibility/2006">
              <mc:Choice xmlns:v="urn:schemas-microsoft-com:vml" Requires="v">
                <p:oleObj spid="_x0000_s577543" r:id="rId13" imgW="1474470" imgH="135255" progId="Equation.DSMT4">
                  <p:embed/>
                </p:oleObj>
              </mc:Choice>
              <mc:Fallback>
                <p:oleObj r:id="rId13" imgW="1474470" imgH="135255" progId="Equation.DSMT4">
                  <p:embed/>
                  <p:pic>
                    <p:nvPicPr>
                      <p:cNvPr id="16397" name="Object 7"/>
                      <p:cNvPicPr/>
                      <p:nvPr/>
                    </p:nvPicPr>
                    <p:blipFill>
                      <a:blip r:embed="rId14">
                        <a:clrChange>
                          <a:clrFrom>
                            <a:srgbClr val="000000"/>
                          </a:clrFrom>
                          <a:clrTo>
                            <a:srgbClr val="99FFCC"/>
                          </a:clrTo>
                        </a:clrChange>
                      </a:blip>
                      <a:stretch>
                        <a:fillRect/>
                      </a:stretch>
                    </p:blipFill>
                    <p:spPr>
                      <a:xfrm>
                        <a:off x="3719513" y="5238750"/>
                        <a:ext cx="3938587" cy="446088"/>
                      </a:xfrm>
                      <a:prstGeom prst="rect">
                        <a:avLst/>
                      </a:prstGeom>
                      <a:noFill/>
                      <a:ln w="38100">
                        <a:noFill/>
                        <a:miter/>
                      </a:ln>
                    </p:spPr>
                  </p:pic>
                </p:oleObj>
              </mc:Fallback>
            </mc:AlternateContent>
          </a:graphicData>
        </a:graphic>
      </p:graphicFrame>
      <p:sp>
        <p:nvSpPr>
          <p:cNvPr id="16398" name="Rectangle 16"/>
          <p:cNvSpPr/>
          <p:nvPr/>
        </p:nvSpPr>
        <p:spPr>
          <a:xfrm>
            <a:off x="3948113" y="6000750"/>
            <a:ext cx="2590800" cy="457200"/>
          </a:xfrm>
          <a:prstGeom prst="rect">
            <a:avLst/>
          </a:prstGeom>
          <a:noFill/>
          <a:ln w="9525">
            <a:noFill/>
          </a:ln>
        </p:spPr>
        <p:txBody>
          <a:bodyPr>
            <a:spAutoFit/>
          </a:bodyPr>
          <a:lstStyle/>
          <a:p>
            <a:pPr eaLnBrk="1" hangingPunct="1"/>
            <a:r>
              <a:rPr lang="en-US" altLang="zh-CN" i="1" dirty="0">
                <a:solidFill>
                  <a:srgbClr val="EDFE4A"/>
                </a:solidFill>
                <a:latin typeface="Times New Roman" panose="02020603050405020304" pitchFamily="18" charset="0"/>
                <a:ea typeface="楷体_GB2312" pitchFamily="49" charset="-122"/>
              </a:rPr>
              <a:t>m  </a:t>
            </a:r>
            <a:r>
              <a:rPr lang="en-US" altLang="zh-CN" dirty="0">
                <a:solidFill>
                  <a:srgbClr val="EDFE4A"/>
                </a:solidFill>
                <a:latin typeface="Times New Roman" panose="02020603050405020304" pitchFamily="18" charset="0"/>
                <a:ea typeface="楷体_GB2312" pitchFamily="49" charset="-122"/>
              </a:rPr>
              <a:t>—— </a:t>
            </a:r>
            <a:r>
              <a:rPr lang="zh-CN" altLang="en-US" dirty="0">
                <a:solidFill>
                  <a:srgbClr val="EDFE4A"/>
                </a:solidFill>
                <a:latin typeface="Times New Roman" panose="02020603050405020304" pitchFamily="18" charset="0"/>
                <a:ea typeface="楷体_GB2312" pitchFamily="49" charset="-122"/>
              </a:rPr>
              <a:t>磁量子数</a:t>
            </a:r>
          </a:p>
        </p:txBody>
      </p:sp>
      <p:graphicFrame>
        <p:nvGraphicFramePr>
          <p:cNvPr id="16399" name="Object 8"/>
          <p:cNvGraphicFramePr/>
          <p:nvPr/>
        </p:nvGraphicFramePr>
        <p:xfrm>
          <a:off x="4633913" y="3486150"/>
          <a:ext cx="2373312" cy="446088"/>
        </p:xfrm>
        <a:graphic>
          <a:graphicData uri="http://schemas.openxmlformats.org/presentationml/2006/ole">
            <mc:AlternateContent xmlns:mc="http://schemas.openxmlformats.org/markup-compatibility/2006">
              <mc:Choice xmlns:v="urn:schemas-microsoft-com:vml" Requires="v">
                <p:oleObj spid="_x0000_s577544" r:id="rId15" imgW="875665" imgH="135255" progId="Equation.DSMT4">
                  <p:embed/>
                </p:oleObj>
              </mc:Choice>
              <mc:Fallback>
                <p:oleObj r:id="rId15" imgW="875665" imgH="135255" progId="Equation.DSMT4">
                  <p:embed/>
                  <p:pic>
                    <p:nvPicPr>
                      <p:cNvPr id="16399" name="Object 8"/>
                      <p:cNvPicPr/>
                      <p:nvPr/>
                    </p:nvPicPr>
                    <p:blipFill>
                      <a:blip r:embed="rId16">
                        <a:clrChange>
                          <a:clrFrom>
                            <a:srgbClr val="000000"/>
                          </a:clrFrom>
                          <a:clrTo>
                            <a:srgbClr val="000000"/>
                          </a:clrTo>
                        </a:clrChange>
                      </a:blip>
                      <a:stretch>
                        <a:fillRect/>
                      </a:stretch>
                    </p:blipFill>
                    <p:spPr>
                      <a:xfrm>
                        <a:off x="4633913" y="3486150"/>
                        <a:ext cx="2373312" cy="446088"/>
                      </a:xfrm>
                      <a:prstGeom prst="rect">
                        <a:avLst/>
                      </a:prstGeom>
                      <a:solidFill>
                        <a:schemeClr val="accent1"/>
                      </a:solidFill>
                      <a:ln w="38100">
                        <a:noFill/>
                        <a:miter/>
                      </a:ln>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p:nvPr/>
        </p:nvSpPr>
        <p:spPr>
          <a:xfrm>
            <a:off x="747713" y="2070100"/>
            <a:ext cx="5334000" cy="457200"/>
          </a:xfrm>
          <a:prstGeom prst="rect">
            <a:avLst/>
          </a:prstGeom>
          <a:noFill/>
          <a:ln w="22225">
            <a:noFill/>
          </a:ln>
        </p:spPr>
        <p:txBody>
          <a:bodyPr>
            <a:spAutoFit/>
          </a:bodyPr>
          <a:lstStyle/>
          <a:p>
            <a:pPr eaLnBrk="1" hangingPunct="1"/>
            <a:r>
              <a:rPr lang="zh-CN" altLang="en-US" dirty="0">
                <a:solidFill>
                  <a:srgbClr val="FFFFFF"/>
                </a:solidFill>
                <a:latin typeface="Times New Roman" panose="02020603050405020304" pitchFamily="18" charset="0"/>
                <a:ea typeface="楷体_GB2312" pitchFamily="49" charset="-122"/>
              </a:rPr>
              <a:t>电子自旋在外场方向投影：</a:t>
            </a:r>
          </a:p>
        </p:txBody>
      </p:sp>
      <p:graphicFrame>
        <p:nvGraphicFramePr>
          <p:cNvPr id="17411" name="Object 2"/>
          <p:cNvGraphicFramePr/>
          <p:nvPr/>
        </p:nvGraphicFramePr>
        <p:xfrm>
          <a:off x="1966913" y="2689225"/>
          <a:ext cx="1284287" cy="503238"/>
        </p:xfrm>
        <a:graphic>
          <a:graphicData uri="http://schemas.openxmlformats.org/presentationml/2006/ole">
            <mc:AlternateContent xmlns:mc="http://schemas.openxmlformats.org/markup-compatibility/2006">
              <mc:Choice xmlns:v="urn:schemas-microsoft-com:vml" Requires="v">
                <p:oleObj spid="_x0000_s578562" r:id="rId3" imgW="457200" imgH="154305" progId="Equation.3">
                  <p:embed/>
                </p:oleObj>
              </mc:Choice>
              <mc:Fallback>
                <p:oleObj r:id="rId3" imgW="457200" imgH="154305" progId="Equation.3">
                  <p:embed/>
                  <p:pic>
                    <p:nvPicPr>
                      <p:cNvPr id="17411" name="Object 2"/>
                      <p:cNvPicPr/>
                      <p:nvPr/>
                    </p:nvPicPr>
                    <p:blipFill>
                      <a:blip r:embed="rId4">
                        <a:clrChange>
                          <a:clrFrom>
                            <a:srgbClr val="000000"/>
                          </a:clrFrom>
                          <a:clrTo>
                            <a:srgbClr val="CCFFFF"/>
                          </a:clrTo>
                        </a:clrChange>
                      </a:blip>
                      <a:stretch>
                        <a:fillRect/>
                      </a:stretch>
                    </p:blipFill>
                    <p:spPr>
                      <a:xfrm>
                        <a:off x="1966913" y="2689225"/>
                        <a:ext cx="1284287" cy="503238"/>
                      </a:xfrm>
                      <a:prstGeom prst="rect">
                        <a:avLst/>
                      </a:prstGeom>
                      <a:noFill/>
                      <a:ln w="38100">
                        <a:noFill/>
                        <a:miter/>
                      </a:ln>
                    </p:spPr>
                  </p:pic>
                </p:oleObj>
              </mc:Fallback>
            </mc:AlternateContent>
          </a:graphicData>
        </a:graphic>
      </p:graphicFrame>
      <p:graphicFrame>
        <p:nvGraphicFramePr>
          <p:cNvPr id="17412" name="Object 3"/>
          <p:cNvGraphicFramePr/>
          <p:nvPr/>
        </p:nvGraphicFramePr>
        <p:xfrm>
          <a:off x="3940175" y="2419350"/>
          <a:ext cx="1257300" cy="865188"/>
        </p:xfrm>
        <a:graphic>
          <a:graphicData uri="http://schemas.openxmlformats.org/presentationml/2006/ole">
            <mc:AlternateContent xmlns:mc="http://schemas.openxmlformats.org/markup-compatibility/2006">
              <mc:Choice xmlns:v="urn:schemas-microsoft-com:vml" Requires="v">
                <p:oleObj spid="_x0000_s578563" r:id="rId5" imgW="444500" imgH="295910" progId="Equation.DSMT4">
                  <p:embed/>
                </p:oleObj>
              </mc:Choice>
              <mc:Fallback>
                <p:oleObj r:id="rId5" imgW="444500" imgH="295910" progId="Equation.DSMT4">
                  <p:embed/>
                  <p:pic>
                    <p:nvPicPr>
                      <p:cNvPr id="17412" name="Object 3"/>
                      <p:cNvPicPr/>
                      <p:nvPr/>
                    </p:nvPicPr>
                    <p:blipFill>
                      <a:blip r:embed="rId6">
                        <a:clrChange>
                          <a:clrFrom>
                            <a:srgbClr val="000000"/>
                          </a:clrFrom>
                          <a:clrTo>
                            <a:srgbClr val="CCFFFF"/>
                          </a:clrTo>
                        </a:clrChange>
                      </a:blip>
                      <a:stretch>
                        <a:fillRect/>
                      </a:stretch>
                    </p:blipFill>
                    <p:spPr>
                      <a:xfrm>
                        <a:off x="3940175" y="2419350"/>
                        <a:ext cx="1257300" cy="865188"/>
                      </a:xfrm>
                      <a:prstGeom prst="rect">
                        <a:avLst/>
                      </a:prstGeom>
                      <a:noFill/>
                      <a:ln w="38100">
                        <a:noFill/>
                        <a:miter/>
                      </a:ln>
                    </p:spPr>
                  </p:pic>
                </p:oleObj>
              </mc:Fallback>
            </mc:AlternateContent>
          </a:graphicData>
        </a:graphic>
      </p:graphicFrame>
      <p:sp>
        <p:nvSpPr>
          <p:cNvPr id="17413" name="Rectangle 7"/>
          <p:cNvSpPr/>
          <p:nvPr/>
        </p:nvSpPr>
        <p:spPr>
          <a:xfrm>
            <a:off x="366713" y="3333750"/>
            <a:ext cx="6629400" cy="457200"/>
          </a:xfrm>
          <a:prstGeom prst="rect">
            <a:avLst/>
          </a:prstGeom>
          <a:noFill/>
          <a:ln w="9525">
            <a:noFill/>
          </a:ln>
        </p:spPr>
        <p:txBody>
          <a:bodyPr>
            <a:spAutoFit/>
          </a:bodyPr>
          <a:lstStyle/>
          <a:p>
            <a:pPr eaLnBrk="1" hangingPunct="1"/>
            <a:r>
              <a:rPr lang="en-US" altLang="zh-CN" dirty="0">
                <a:solidFill>
                  <a:srgbClr val="FFFF00"/>
                </a:solidFill>
                <a:latin typeface="Times New Roman" panose="02020603050405020304" pitchFamily="18" charset="0"/>
                <a:ea typeface="楷体_GB2312" pitchFamily="49" charset="-122"/>
              </a:rPr>
              <a:t>11. </a:t>
            </a:r>
            <a:r>
              <a:rPr lang="zh-CN" altLang="en-US" dirty="0">
                <a:solidFill>
                  <a:srgbClr val="FFFF00"/>
                </a:solidFill>
                <a:latin typeface="Times New Roman" panose="02020603050405020304" pitchFamily="18" charset="0"/>
                <a:ea typeface="楷体_GB2312" pitchFamily="49" charset="-122"/>
              </a:rPr>
              <a:t>四个量子数</a:t>
            </a:r>
            <a:r>
              <a:rPr lang="zh-CN" altLang="en-US" dirty="0">
                <a:solidFill>
                  <a:srgbClr val="FF3300"/>
                </a:solidFill>
                <a:latin typeface="Times New Roman" panose="02020603050405020304" pitchFamily="18" charset="0"/>
                <a:ea typeface="楷体_GB2312" pitchFamily="49" charset="-122"/>
              </a:rPr>
              <a:t> </a:t>
            </a:r>
          </a:p>
        </p:txBody>
      </p:sp>
      <p:sp>
        <p:nvSpPr>
          <p:cNvPr id="17414" name="Rectangle 8"/>
          <p:cNvSpPr/>
          <p:nvPr/>
        </p:nvSpPr>
        <p:spPr>
          <a:xfrm>
            <a:off x="900113" y="3867150"/>
            <a:ext cx="5632450" cy="457200"/>
          </a:xfrm>
          <a:prstGeom prst="rect">
            <a:avLst/>
          </a:prstGeom>
          <a:noFill/>
          <a:ln w="9525">
            <a:noFill/>
          </a:ln>
        </p:spPr>
        <p:txBody>
          <a:bodyPr>
            <a:spAutoFit/>
          </a:bodyPr>
          <a:lstStyle/>
          <a:p>
            <a:pPr eaLnBrk="1" hangingPunct="1">
              <a:buFont typeface="Wingdings" panose="05000000000000000000" pitchFamily="2" charset="2"/>
            </a:pPr>
            <a:r>
              <a:rPr lang="zh-CN" altLang="en-US" dirty="0">
                <a:solidFill>
                  <a:srgbClr val="00FFFF"/>
                </a:solidFill>
                <a:latin typeface="Times New Roman" panose="02020603050405020304" pitchFamily="18" charset="0"/>
                <a:ea typeface="楷体_GB2312" pitchFamily="49" charset="-122"/>
              </a:rPr>
              <a:t>主量子数</a:t>
            </a:r>
          </a:p>
        </p:txBody>
      </p:sp>
      <p:graphicFrame>
        <p:nvGraphicFramePr>
          <p:cNvPr id="17415" name="Object 4"/>
          <p:cNvGraphicFramePr/>
          <p:nvPr/>
        </p:nvGraphicFramePr>
        <p:xfrm>
          <a:off x="2862263" y="4476750"/>
          <a:ext cx="2736850" cy="446088"/>
        </p:xfrm>
        <a:graphic>
          <a:graphicData uri="http://schemas.openxmlformats.org/presentationml/2006/ole">
            <mc:AlternateContent xmlns:mc="http://schemas.openxmlformats.org/markup-compatibility/2006">
              <mc:Choice xmlns:v="urn:schemas-microsoft-com:vml" Requires="v">
                <p:oleObj spid="_x0000_s578564" r:id="rId7" imgW="1010920" imgH="135255" progId="Equation.3">
                  <p:embed/>
                </p:oleObj>
              </mc:Choice>
              <mc:Fallback>
                <p:oleObj r:id="rId7" imgW="1010920" imgH="135255" progId="Equation.3">
                  <p:embed/>
                  <p:pic>
                    <p:nvPicPr>
                      <p:cNvPr id="17415" name="Object 4"/>
                      <p:cNvPicPr/>
                      <p:nvPr/>
                    </p:nvPicPr>
                    <p:blipFill>
                      <a:blip r:embed="rId8">
                        <a:clrChange>
                          <a:clrFrom>
                            <a:srgbClr val="000000"/>
                          </a:clrFrom>
                          <a:clrTo>
                            <a:srgbClr val="99FFCC"/>
                          </a:clrTo>
                        </a:clrChange>
                      </a:blip>
                      <a:stretch>
                        <a:fillRect/>
                      </a:stretch>
                    </p:blipFill>
                    <p:spPr>
                      <a:xfrm>
                        <a:off x="2862263" y="4476750"/>
                        <a:ext cx="2736850" cy="446088"/>
                      </a:xfrm>
                      <a:prstGeom prst="rect">
                        <a:avLst/>
                      </a:prstGeom>
                      <a:noFill/>
                      <a:ln w="38100">
                        <a:noFill/>
                        <a:miter/>
                      </a:ln>
                    </p:spPr>
                  </p:pic>
                </p:oleObj>
              </mc:Fallback>
            </mc:AlternateContent>
          </a:graphicData>
        </a:graphic>
      </p:graphicFrame>
      <p:graphicFrame>
        <p:nvGraphicFramePr>
          <p:cNvPr id="17416" name="Object 5"/>
          <p:cNvGraphicFramePr/>
          <p:nvPr/>
        </p:nvGraphicFramePr>
        <p:xfrm>
          <a:off x="2878138" y="5162550"/>
          <a:ext cx="2847975" cy="503238"/>
        </p:xfrm>
        <a:graphic>
          <a:graphicData uri="http://schemas.openxmlformats.org/presentationml/2006/ole">
            <mc:AlternateContent xmlns:mc="http://schemas.openxmlformats.org/markup-compatibility/2006">
              <mc:Choice xmlns:v="urn:schemas-microsoft-com:vml" Requires="v">
                <p:oleObj spid="_x0000_s578565" r:id="rId9" imgW="1056005" imgH="154305" progId="Equation.3">
                  <p:embed/>
                </p:oleObj>
              </mc:Choice>
              <mc:Fallback>
                <p:oleObj r:id="rId9" imgW="1056005" imgH="154305" progId="Equation.3">
                  <p:embed/>
                  <p:pic>
                    <p:nvPicPr>
                      <p:cNvPr id="17416" name="Object 5"/>
                      <p:cNvPicPr/>
                      <p:nvPr/>
                    </p:nvPicPr>
                    <p:blipFill>
                      <a:blip r:embed="rId10">
                        <a:clrChange>
                          <a:clrFrom>
                            <a:srgbClr val="000000"/>
                          </a:clrFrom>
                          <a:clrTo>
                            <a:srgbClr val="99FFCC"/>
                          </a:clrTo>
                        </a:clrChange>
                      </a:blip>
                      <a:stretch>
                        <a:fillRect/>
                      </a:stretch>
                    </p:blipFill>
                    <p:spPr>
                      <a:xfrm>
                        <a:off x="2878138" y="5162550"/>
                        <a:ext cx="2847975" cy="503238"/>
                      </a:xfrm>
                      <a:prstGeom prst="rect">
                        <a:avLst/>
                      </a:prstGeom>
                      <a:noFill/>
                      <a:ln w="38100">
                        <a:noFill/>
                        <a:miter/>
                      </a:ln>
                    </p:spPr>
                  </p:pic>
                </p:oleObj>
              </mc:Fallback>
            </mc:AlternateContent>
          </a:graphicData>
        </a:graphic>
      </p:graphicFrame>
      <p:graphicFrame>
        <p:nvGraphicFramePr>
          <p:cNvPr id="17417" name="Object 6"/>
          <p:cNvGraphicFramePr/>
          <p:nvPr/>
        </p:nvGraphicFramePr>
        <p:xfrm>
          <a:off x="3563938" y="5848350"/>
          <a:ext cx="1731962" cy="503238"/>
        </p:xfrm>
        <a:graphic>
          <a:graphicData uri="http://schemas.openxmlformats.org/presentationml/2006/ole">
            <mc:AlternateContent xmlns:mc="http://schemas.openxmlformats.org/markup-compatibility/2006">
              <mc:Choice xmlns:v="urn:schemas-microsoft-com:vml" Requires="v">
                <p:oleObj spid="_x0000_s578566" r:id="rId11" imgW="624840" imgH="154305" progId="Equation.3">
                  <p:embed/>
                </p:oleObj>
              </mc:Choice>
              <mc:Fallback>
                <p:oleObj r:id="rId11" imgW="624840" imgH="154305" progId="Equation.3">
                  <p:embed/>
                  <p:pic>
                    <p:nvPicPr>
                      <p:cNvPr id="17417" name="Object 6"/>
                      <p:cNvPicPr/>
                      <p:nvPr/>
                    </p:nvPicPr>
                    <p:blipFill>
                      <a:blip r:embed="rId12">
                        <a:clrChange>
                          <a:clrFrom>
                            <a:srgbClr val="000000"/>
                          </a:clrFrom>
                          <a:clrTo>
                            <a:srgbClr val="99FFCC"/>
                          </a:clrTo>
                        </a:clrChange>
                      </a:blip>
                      <a:stretch>
                        <a:fillRect/>
                      </a:stretch>
                    </p:blipFill>
                    <p:spPr>
                      <a:xfrm>
                        <a:off x="3563938" y="5848350"/>
                        <a:ext cx="1731962" cy="503238"/>
                      </a:xfrm>
                      <a:prstGeom prst="rect">
                        <a:avLst/>
                      </a:prstGeom>
                      <a:noFill/>
                      <a:ln w="38100">
                        <a:noFill/>
                        <a:miter/>
                      </a:ln>
                    </p:spPr>
                  </p:pic>
                </p:oleObj>
              </mc:Fallback>
            </mc:AlternateContent>
          </a:graphicData>
        </a:graphic>
      </p:graphicFrame>
      <p:sp>
        <p:nvSpPr>
          <p:cNvPr id="17418" name="Rectangle 12"/>
          <p:cNvSpPr/>
          <p:nvPr/>
        </p:nvSpPr>
        <p:spPr>
          <a:xfrm>
            <a:off x="947738" y="4492625"/>
            <a:ext cx="2554287" cy="457200"/>
          </a:xfrm>
          <a:prstGeom prst="rect">
            <a:avLst/>
          </a:prstGeom>
          <a:noFill/>
          <a:ln w="9525">
            <a:noFill/>
          </a:ln>
        </p:spPr>
        <p:txBody>
          <a:bodyPr>
            <a:spAutoFit/>
          </a:bodyPr>
          <a:lstStyle/>
          <a:p>
            <a:pPr>
              <a:spcBef>
                <a:spcPct val="50000"/>
              </a:spcBef>
            </a:pPr>
            <a:r>
              <a:rPr lang="zh-CN" altLang="en-US" dirty="0">
                <a:solidFill>
                  <a:srgbClr val="00FFFF"/>
                </a:solidFill>
                <a:latin typeface="Times New Roman" panose="02020603050405020304" pitchFamily="18" charset="0"/>
                <a:ea typeface="楷体_GB2312" pitchFamily="49" charset="-122"/>
              </a:rPr>
              <a:t>副量子数</a:t>
            </a:r>
            <a:r>
              <a:rPr lang="zh-CN" altLang="en-US" dirty="0">
                <a:solidFill>
                  <a:srgbClr val="CCFF66"/>
                </a:solidFill>
                <a:latin typeface="Times New Roman" panose="02020603050405020304" pitchFamily="18" charset="0"/>
                <a:ea typeface="楷体_GB2312" pitchFamily="49" charset="-122"/>
              </a:rPr>
              <a:t>   </a:t>
            </a:r>
          </a:p>
        </p:txBody>
      </p:sp>
      <p:sp>
        <p:nvSpPr>
          <p:cNvPr id="17419" name="Rectangle 13"/>
          <p:cNvSpPr/>
          <p:nvPr/>
        </p:nvSpPr>
        <p:spPr>
          <a:xfrm>
            <a:off x="963613" y="5130800"/>
            <a:ext cx="3521075" cy="457200"/>
          </a:xfrm>
          <a:prstGeom prst="rect">
            <a:avLst/>
          </a:prstGeom>
          <a:noFill/>
          <a:ln w="9525">
            <a:noFill/>
          </a:ln>
        </p:spPr>
        <p:txBody>
          <a:bodyPr>
            <a:spAutoFit/>
          </a:bodyPr>
          <a:lstStyle/>
          <a:p>
            <a:pPr>
              <a:spcBef>
                <a:spcPct val="50000"/>
              </a:spcBef>
            </a:pPr>
            <a:r>
              <a:rPr lang="zh-CN" altLang="en-US" dirty="0">
                <a:solidFill>
                  <a:srgbClr val="00FFFF"/>
                </a:solidFill>
                <a:latin typeface="Times New Roman" panose="02020603050405020304" pitchFamily="18" charset="0"/>
                <a:ea typeface="楷体_GB2312" pitchFamily="49" charset="-122"/>
              </a:rPr>
              <a:t>磁量子数</a:t>
            </a:r>
          </a:p>
        </p:txBody>
      </p:sp>
      <p:sp>
        <p:nvSpPr>
          <p:cNvPr id="17420" name="Rectangle 14"/>
          <p:cNvSpPr/>
          <p:nvPr/>
        </p:nvSpPr>
        <p:spPr>
          <a:xfrm>
            <a:off x="963613" y="5878513"/>
            <a:ext cx="3749675" cy="457200"/>
          </a:xfrm>
          <a:prstGeom prst="rect">
            <a:avLst/>
          </a:prstGeom>
          <a:noFill/>
          <a:ln w="9525">
            <a:noFill/>
          </a:ln>
        </p:spPr>
        <p:txBody>
          <a:bodyPr>
            <a:spAutoFit/>
          </a:bodyPr>
          <a:lstStyle/>
          <a:p>
            <a:pPr eaLnBrk="1" hangingPunct="1"/>
            <a:r>
              <a:rPr lang="zh-CN" altLang="en-US" dirty="0">
                <a:solidFill>
                  <a:srgbClr val="00FFFF"/>
                </a:solidFill>
                <a:latin typeface="Times New Roman" panose="02020603050405020304" pitchFamily="18" charset="0"/>
                <a:ea typeface="楷体_GB2312" pitchFamily="49" charset="-122"/>
              </a:rPr>
              <a:t>自旋磁量子数</a:t>
            </a:r>
          </a:p>
        </p:txBody>
      </p:sp>
      <p:graphicFrame>
        <p:nvGraphicFramePr>
          <p:cNvPr id="17421" name="Object 7"/>
          <p:cNvGraphicFramePr/>
          <p:nvPr/>
        </p:nvGraphicFramePr>
        <p:xfrm>
          <a:off x="2951163" y="3867150"/>
          <a:ext cx="2093912" cy="446088"/>
        </p:xfrm>
        <a:graphic>
          <a:graphicData uri="http://schemas.openxmlformats.org/presentationml/2006/ole">
            <mc:AlternateContent xmlns:mc="http://schemas.openxmlformats.org/markup-compatibility/2006">
              <mc:Choice xmlns:v="urn:schemas-microsoft-com:vml" Requires="v">
                <p:oleObj spid="_x0000_s578567" r:id="rId13" imgW="766445" imgH="135255" progId="Equation.3">
                  <p:embed/>
                </p:oleObj>
              </mc:Choice>
              <mc:Fallback>
                <p:oleObj r:id="rId13" imgW="766445" imgH="135255" progId="Equation.3">
                  <p:embed/>
                  <p:pic>
                    <p:nvPicPr>
                      <p:cNvPr id="17421" name="Object 7"/>
                      <p:cNvPicPr/>
                      <p:nvPr/>
                    </p:nvPicPr>
                    <p:blipFill>
                      <a:blip r:embed="rId14">
                        <a:clrChange>
                          <a:clrFrom>
                            <a:srgbClr val="000000"/>
                          </a:clrFrom>
                          <a:clrTo>
                            <a:srgbClr val="99FFCC"/>
                          </a:clrTo>
                        </a:clrChange>
                      </a:blip>
                      <a:stretch>
                        <a:fillRect/>
                      </a:stretch>
                    </p:blipFill>
                    <p:spPr>
                      <a:xfrm>
                        <a:off x="2951163" y="3867150"/>
                        <a:ext cx="2093912" cy="446088"/>
                      </a:xfrm>
                      <a:prstGeom prst="rect">
                        <a:avLst/>
                      </a:prstGeom>
                      <a:noFill/>
                      <a:ln w="38100">
                        <a:noFill/>
                        <a:miter/>
                      </a:ln>
                    </p:spPr>
                  </p:pic>
                </p:oleObj>
              </mc:Fallback>
            </mc:AlternateContent>
          </a:graphicData>
        </a:graphic>
      </p:graphicFrame>
      <p:graphicFrame>
        <p:nvGraphicFramePr>
          <p:cNvPr id="17422" name="Object 8"/>
          <p:cNvGraphicFramePr/>
          <p:nvPr/>
        </p:nvGraphicFramePr>
        <p:xfrm>
          <a:off x="6215063" y="4400550"/>
          <a:ext cx="1898650" cy="558800"/>
        </p:xfrm>
        <a:graphic>
          <a:graphicData uri="http://schemas.openxmlformats.org/presentationml/2006/ole">
            <mc:AlternateContent xmlns:mc="http://schemas.openxmlformats.org/markup-compatibility/2006">
              <mc:Choice xmlns:v="urn:schemas-microsoft-com:vml" Requires="v">
                <p:oleObj spid="_x0000_s578568" r:id="rId15" imgW="688975" imgH="173990" progId="Equation.3">
                  <p:embed/>
                </p:oleObj>
              </mc:Choice>
              <mc:Fallback>
                <p:oleObj r:id="rId15" imgW="688975" imgH="173990" progId="Equation.3">
                  <p:embed/>
                  <p:pic>
                    <p:nvPicPr>
                      <p:cNvPr id="17422" name="Object 8"/>
                      <p:cNvPicPr/>
                      <p:nvPr/>
                    </p:nvPicPr>
                    <p:blipFill>
                      <a:blip r:embed="rId16">
                        <a:clrChange>
                          <a:clrFrom>
                            <a:srgbClr val="000000"/>
                          </a:clrFrom>
                          <a:clrTo>
                            <a:srgbClr val="00FFFF"/>
                          </a:clrTo>
                        </a:clrChange>
                      </a:blip>
                      <a:stretch>
                        <a:fillRect/>
                      </a:stretch>
                    </p:blipFill>
                    <p:spPr>
                      <a:xfrm>
                        <a:off x="6215063" y="4400550"/>
                        <a:ext cx="1898650" cy="558800"/>
                      </a:xfrm>
                      <a:prstGeom prst="rect">
                        <a:avLst/>
                      </a:prstGeom>
                      <a:noFill/>
                      <a:ln w="22225" cap="flat" cmpd="sng">
                        <a:solidFill>
                          <a:srgbClr val="FF6600"/>
                        </a:solidFill>
                        <a:prstDash val="solid"/>
                        <a:miter/>
                        <a:headEnd type="none" w="med" len="med"/>
                        <a:tailEnd type="none" w="med" len="med"/>
                      </a:ln>
                    </p:spPr>
                  </p:pic>
                </p:oleObj>
              </mc:Fallback>
            </mc:AlternateContent>
          </a:graphicData>
        </a:graphic>
      </p:graphicFrame>
      <p:graphicFrame>
        <p:nvGraphicFramePr>
          <p:cNvPr id="17423" name="Object 9"/>
          <p:cNvGraphicFramePr/>
          <p:nvPr/>
        </p:nvGraphicFramePr>
        <p:xfrm>
          <a:off x="6096000" y="5176838"/>
          <a:ext cx="1257300" cy="503237"/>
        </p:xfrm>
        <a:graphic>
          <a:graphicData uri="http://schemas.openxmlformats.org/presentationml/2006/ole">
            <mc:AlternateContent xmlns:mc="http://schemas.openxmlformats.org/markup-compatibility/2006">
              <mc:Choice xmlns:v="urn:schemas-microsoft-com:vml" Requires="v">
                <p:oleObj spid="_x0000_s578569" r:id="rId17" imgW="444500" imgH="154305" progId="Equation.3">
                  <p:embed/>
                </p:oleObj>
              </mc:Choice>
              <mc:Fallback>
                <p:oleObj r:id="rId17" imgW="444500" imgH="154305" progId="Equation.3">
                  <p:embed/>
                  <p:pic>
                    <p:nvPicPr>
                      <p:cNvPr id="17423" name="Object 9"/>
                      <p:cNvPicPr/>
                      <p:nvPr/>
                    </p:nvPicPr>
                    <p:blipFill>
                      <a:blip r:embed="rId18">
                        <a:clrChange>
                          <a:clrFrom>
                            <a:srgbClr val="000000"/>
                          </a:clrFrom>
                          <a:clrTo>
                            <a:srgbClr val="99FFCC"/>
                          </a:clrTo>
                        </a:clrChange>
                      </a:blip>
                      <a:stretch>
                        <a:fillRect/>
                      </a:stretch>
                    </p:blipFill>
                    <p:spPr>
                      <a:xfrm>
                        <a:off x="6096000" y="5176838"/>
                        <a:ext cx="1257300" cy="503237"/>
                      </a:xfrm>
                      <a:prstGeom prst="rect">
                        <a:avLst/>
                      </a:prstGeom>
                      <a:noFill/>
                      <a:ln w="22225" cap="flat" cmpd="sng">
                        <a:solidFill>
                          <a:srgbClr val="FF6600"/>
                        </a:solidFill>
                        <a:prstDash val="solid"/>
                        <a:miter/>
                        <a:headEnd type="none" w="med" len="med"/>
                        <a:tailEnd type="none" w="med" len="med"/>
                      </a:ln>
                    </p:spPr>
                  </p:pic>
                </p:oleObj>
              </mc:Fallback>
            </mc:AlternateContent>
          </a:graphicData>
        </a:graphic>
      </p:graphicFrame>
      <p:graphicFrame>
        <p:nvGraphicFramePr>
          <p:cNvPr id="17424" name="Object 10"/>
          <p:cNvGraphicFramePr/>
          <p:nvPr/>
        </p:nvGraphicFramePr>
        <p:xfrm>
          <a:off x="5926138" y="5848350"/>
          <a:ext cx="1284287" cy="503238"/>
        </p:xfrm>
        <a:graphic>
          <a:graphicData uri="http://schemas.openxmlformats.org/presentationml/2006/ole">
            <mc:AlternateContent xmlns:mc="http://schemas.openxmlformats.org/markup-compatibility/2006">
              <mc:Choice xmlns:v="urn:schemas-microsoft-com:vml" Requires="v">
                <p:oleObj spid="_x0000_s578570" r:id="rId19" imgW="457200" imgH="154305" progId="Equation.3">
                  <p:embed/>
                </p:oleObj>
              </mc:Choice>
              <mc:Fallback>
                <p:oleObj r:id="rId19" imgW="457200" imgH="154305" progId="Equation.3">
                  <p:embed/>
                  <p:pic>
                    <p:nvPicPr>
                      <p:cNvPr id="17424" name="Object 10"/>
                      <p:cNvPicPr/>
                      <p:nvPr/>
                    </p:nvPicPr>
                    <p:blipFill>
                      <a:blip r:embed="rId20">
                        <a:clrChange>
                          <a:clrFrom>
                            <a:srgbClr val="000000"/>
                          </a:clrFrom>
                          <a:clrTo>
                            <a:srgbClr val="CCFFFF"/>
                          </a:clrTo>
                        </a:clrChange>
                      </a:blip>
                      <a:stretch>
                        <a:fillRect/>
                      </a:stretch>
                    </p:blipFill>
                    <p:spPr>
                      <a:xfrm>
                        <a:off x="5926138" y="5848350"/>
                        <a:ext cx="1284287" cy="503238"/>
                      </a:xfrm>
                      <a:prstGeom prst="rect">
                        <a:avLst/>
                      </a:prstGeom>
                      <a:noFill/>
                      <a:ln w="22225" cap="flat" cmpd="sng">
                        <a:solidFill>
                          <a:srgbClr val="FF6600"/>
                        </a:solidFill>
                        <a:prstDash val="solid"/>
                        <a:miter/>
                        <a:headEnd type="none" w="med" len="med"/>
                        <a:tailEnd type="none" w="med" len="med"/>
                      </a:ln>
                    </p:spPr>
                  </p:pic>
                </p:oleObj>
              </mc:Fallback>
            </mc:AlternateContent>
          </a:graphicData>
        </a:graphic>
      </p:graphicFrame>
      <p:sp>
        <p:nvSpPr>
          <p:cNvPr id="17425" name="Rectangle 19"/>
          <p:cNvSpPr/>
          <p:nvPr/>
        </p:nvSpPr>
        <p:spPr>
          <a:xfrm>
            <a:off x="214313" y="285750"/>
            <a:ext cx="6019800" cy="457200"/>
          </a:xfrm>
          <a:prstGeom prst="rect">
            <a:avLst/>
          </a:prstGeom>
          <a:noFill/>
          <a:ln w="22225">
            <a:noFill/>
          </a:ln>
        </p:spPr>
        <p:txBody>
          <a:bodyPr>
            <a:spAutoFit/>
          </a:bodyPr>
          <a:lstStyle/>
          <a:p>
            <a:pPr eaLnBrk="1" hangingPunct="1"/>
            <a:r>
              <a:rPr lang="en-US" altLang="zh-CN" dirty="0">
                <a:solidFill>
                  <a:srgbClr val="FFFF00"/>
                </a:solidFill>
                <a:latin typeface="Times New Roman" panose="02020603050405020304" pitchFamily="18" charset="0"/>
                <a:ea typeface="楷体_GB2312" pitchFamily="49" charset="-122"/>
              </a:rPr>
              <a:t>10. </a:t>
            </a:r>
            <a:r>
              <a:rPr lang="zh-CN" altLang="en-US" dirty="0">
                <a:solidFill>
                  <a:srgbClr val="FFFF00"/>
                </a:solidFill>
                <a:latin typeface="Times New Roman" panose="02020603050405020304" pitchFamily="18" charset="0"/>
                <a:ea typeface="楷体_GB2312" pitchFamily="49" charset="-122"/>
              </a:rPr>
              <a:t>电子自旋</a:t>
            </a:r>
          </a:p>
        </p:txBody>
      </p:sp>
      <p:sp>
        <p:nvSpPr>
          <p:cNvPr id="17426" name="Rectangle 20"/>
          <p:cNvSpPr/>
          <p:nvPr/>
        </p:nvSpPr>
        <p:spPr>
          <a:xfrm>
            <a:off x="747713" y="804863"/>
            <a:ext cx="3886200" cy="457200"/>
          </a:xfrm>
          <a:prstGeom prst="rect">
            <a:avLst/>
          </a:prstGeom>
          <a:noFill/>
          <a:ln w="22225">
            <a:noFill/>
          </a:ln>
        </p:spPr>
        <p:txBody>
          <a:bodyPr>
            <a:spAutoFit/>
          </a:bodyPr>
          <a:lstStyle/>
          <a:p>
            <a:pPr eaLnBrk="1" hangingPunct="1"/>
            <a:r>
              <a:rPr lang="zh-CN" altLang="en-US" dirty="0">
                <a:solidFill>
                  <a:srgbClr val="FFFFFF"/>
                </a:solidFill>
                <a:latin typeface="Times New Roman" panose="02020603050405020304" pitchFamily="18" charset="0"/>
                <a:ea typeface="楷体_GB2312" pitchFamily="49" charset="-122"/>
              </a:rPr>
              <a:t>电子自旋角动量</a:t>
            </a:r>
          </a:p>
        </p:txBody>
      </p:sp>
      <p:sp>
        <p:nvSpPr>
          <p:cNvPr id="17427" name="Rectangle 21"/>
          <p:cNvSpPr/>
          <p:nvPr/>
        </p:nvSpPr>
        <p:spPr>
          <a:xfrm>
            <a:off x="5091113" y="1428750"/>
            <a:ext cx="3295650" cy="457200"/>
          </a:xfrm>
          <a:prstGeom prst="rect">
            <a:avLst/>
          </a:prstGeom>
          <a:noFill/>
          <a:ln w="22225">
            <a:noFill/>
          </a:ln>
        </p:spPr>
        <p:txBody>
          <a:bodyPr>
            <a:spAutoFit/>
          </a:bodyPr>
          <a:lstStyle/>
          <a:p>
            <a:pPr eaLnBrk="1" hangingPunct="1"/>
            <a:r>
              <a:rPr lang="en-US" altLang="zh-CN" dirty="0">
                <a:solidFill>
                  <a:srgbClr val="FFFF00"/>
                </a:solidFill>
                <a:latin typeface="Times New Roman" panose="02020603050405020304" pitchFamily="18" charset="0"/>
                <a:ea typeface="楷体_GB2312" pitchFamily="49" charset="-122"/>
              </a:rPr>
              <a:t>—— </a:t>
            </a:r>
            <a:r>
              <a:rPr lang="zh-CN" altLang="en-US" dirty="0">
                <a:solidFill>
                  <a:srgbClr val="FFFF00"/>
                </a:solidFill>
                <a:latin typeface="Times New Roman" panose="02020603050405020304" pitchFamily="18" charset="0"/>
                <a:ea typeface="楷体_GB2312" pitchFamily="49" charset="-122"/>
              </a:rPr>
              <a:t>自旋角量子数</a:t>
            </a:r>
          </a:p>
        </p:txBody>
      </p:sp>
      <p:graphicFrame>
        <p:nvGraphicFramePr>
          <p:cNvPr id="17428" name="Object 11"/>
          <p:cNvGraphicFramePr/>
          <p:nvPr/>
        </p:nvGraphicFramePr>
        <p:xfrm>
          <a:off x="1738313" y="1352550"/>
          <a:ext cx="1982787" cy="558800"/>
        </p:xfrm>
        <a:graphic>
          <a:graphicData uri="http://schemas.openxmlformats.org/presentationml/2006/ole">
            <mc:AlternateContent xmlns:mc="http://schemas.openxmlformats.org/markup-compatibility/2006">
              <mc:Choice xmlns:v="urn:schemas-microsoft-com:vml" Requires="v">
                <p:oleObj spid="_x0000_s578571" r:id="rId21" imgW="721360" imgH="173990" progId="Equation.3">
                  <p:embed/>
                </p:oleObj>
              </mc:Choice>
              <mc:Fallback>
                <p:oleObj r:id="rId21" imgW="721360" imgH="173990" progId="Equation.3">
                  <p:embed/>
                  <p:pic>
                    <p:nvPicPr>
                      <p:cNvPr id="17428" name="Object 11"/>
                      <p:cNvPicPr/>
                      <p:nvPr/>
                    </p:nvPicPr>
                    <p:blipFill>
                      <a:blip r:embed="rId22">
                        <a:clrChange>
                          <a:clrFrom>
                            <a:srgbClr val="000000"/>
                          </a:clrFrom>
                          <a:clrTo>
                            <a:srgbClr val="CCFFFF"/>
                          </a:clrTo>
                        </a:clrChange>
                      </a:blip>
                      <a:stretch>
                        <a:fillRect/>
                      </a:stretch>
                    </p:blipFill>
                    <p:spPr>
                      <a:xfrm>
                        <a:off x="1738313" y="1352550"/>
                        <a:ext cx="1982787" cy="558800"/>
                      </a:xfrm>
                      <a:prstGeom prst="rect">
                        <a:avLst/>
                      </a:prstGeom>
                      <a:noFill/>
                      <a:ln w="38100">
                        <a:noFill/>
                        <a:miter/>
                      </a:ln>
                    </p:spPr>
                  </p:pic>
                </p:oleObj>
              </mc:Fallback>
            </mc:AlternateContent>
          </a:graphicData>
        </a:graphic>
      </p:graphicFrame>
      <p:graphicFrame>
        <p:nvGraphicFramePr>
          <p:cNvPr id="17429" name="Object 12"/>
          <p:cNvGraphicFramePr/>
          <p:nvPr/>
        </p:nvGraphicFramePr>
        <p:xfrm>
          <a:off x="4252913" y="1123950"/>
          <a:ext cx="809625" cy="865188"/>
        </p:xfrm>
        <a:graphic>
          <a:graphicData uri="http://schemas.openxmlformats.org/presentationml/2006/ole">
            <mc:AlternateContent xmlns:mc="http://schemas.openxmlformats.org/markup-compatibility/2006">
              <mc:Choice xmlns:v="urn:schemas-microsoft-com:vml" Requires="v">
                <p:oleObj spid="_x0000_s578572" r:id="rId23" imgW="270510" imgH="295910" progId="Equation.3">
                  <p:embed/>
                </p:oleObj>
              </mc:Choice>
              <mc:Fallback>
                <p:oleObj r:id="rId23" imgW="270510" imgH="295910" progId="Equation.3">
                  <p:embed/>
                  <p:pic>
                    <p:nvPicPr>
                      <p:cNvPr id="17429" name="Object 12"/>
                      <p:cNvPicPr/>
                      <p:nvPr/>
                    </p:nvPicPr>
                    <p:blipFill>
                      <a:blip r:embed="rId24">
                        <a:clrChange>
                          <a:clrFrom>
                            <a:srgbClr val="000000"/>
                          </a:clrFrom>
                          <a:clrTo>
                            <a:srgbClr val="CCFFFF"/>
                          </a:clrTo>
                        </a:clrChange>
                      </a:blip>
                      <a:stretch>
                        <a:fillRect/>
                      </a:stretch>
                    </p:blipFill>
                    <p:spPr>
                      <a:xfrm>
                        <a:off x="4252913" y="1123950"/>
                        <a:ext cx="809625" cy="865188"/>
                      </a:xfrm>
                      <a:prstGeom prst="rect">
                        <a:avLst/>
                      </a:prstGeom>
                      <a:noFill/>
                      <a:ln w="38100">
                        <a:noFill/>
                        <a:miter/>
                      </a:ln>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p:nvPr/>
        </p:nvSpPr>
        <p:spPr>
          <a:xfrm>
            <a:off x="228600" y="533400"/>
            <a:ext cx="6019800" cy="457200"/>
          </a:xfrm>
          <a:prstGeom prst="rect">
            <a:avLst/>
          </a:prstGeom>
          <a:noFill/>
          <a:ln w="22225">
            <a:noFill/>
          </a:ln>
        </p:spPr>
        <p:txBody>
          <a:bodyPr>
            <a:spAutoFit/>
          </a:bodyPr>
          <a:lstStyle/>
          <a:p>
            <a:pPr eaLnBrk="1" hangingPunct="1"/>
            <a:r>
              <a:rPr lang="en-US" altLang="zh-CN" dirty="0">
                <a:solidFill>
                  <a:srgbClr val="FFFF00"/>
                </a:solidFill>
                <a:latin typeface="Times New Roman" panose="02020603050405020304" pitchFamily="18" charset="0"/>
                <a:ea typeface="楷体_GB2312" pitchFamily="49" charset="-122"/>
              </a:rPr>
              <a:t>12. </a:t>
            </a:r>
            <a:r>
              <a:rPr lang="zh-CN" altLang="en-US" dirty="0">
                <a:solidFill>
                  <a:srgbClr val="FFFF00"/>
                </a:solidFill>
                <a:latin typeface="Times New Roman" panose="02020603050405020304" pitchFamily="18" charset="0"/>
                <a:ea typeface="楷体_GB2312" pitchFamily="49" charset="-122"/>
              </a:rPr>
              <a:t>原子的电子壳层结构</a:t>
            </a:r>
          </a:p>
        </p:txBody>
      </p:sp>
      <p:sp>
        <p:nvSpPr>
          <p:cNvPr id="18435" name="Rectangle 5"/>
          <p:cNvSpPr/>
          <p:nvPr/>
        </p:nvSpPr>
        <p:spPr>
          <a:xfrm>
            <a:off x="533400" y="1066800"/>
            <a:ext cx="6629400" cy="457200"/>
          </a:xfrm>
          <a:prstGeom prst="rect">
            <a:avLst/>
          </a:prstGeom>
          <a:noFill/>
          <a:ln w="9525">
            <a:noFill/>
          </a:ln>
        </p:spPr>
        <p:txBody>
          <a:bodyPr>
            <a:spAutoFit/>
          </a:bodyPr>
          <a:lstStyle/>
          <a:p>
            <a:pPr eaLnBrk="1" hangingPunct="1"/>
            <a:r>
              <a:rPr lang="zh-CN" altLang="en-US" dirty="0">
                <a:solidFill>
                  <a:srgbClr val="00FF00"/>
                </a:solidFill>
                <a:latin typeface="Times New Roman" panose="02020603050405020304" pitchFamily="18" charset="0"/>
                <a:ea typeface="楷体_GB2312" pitchFamily="49" charset="-122"/>
              </a:rPr>
              <a:t>泡利不相容原理</a:t>
            </a:r>
          </a:p>
        </p:txBody>
      </p:sp>
      <p:sp>
        <p:nvSpPr>
          <p:cNvPr id="18436" name="Rectangle 6"/>
          <p:cNvSpPr/>
          <p:nvPr/>
        </p:nvSpPr>
        <p:spPr>
          <a:xfrm>
            <a:off x="533400" y="1600200"/>
            <a:ext cx="8229600" cy="1354138"/>
          </a:xfrm>
          <a:prstGeom prst="rect">
            <a:avLst/>
          </a:prstGeom>
          <a:noFill/>
          <a:ln w="9525">
            <a:noFill/>
          </a:ln>
        </p:spPr>
        <p:txBody>
          <a:bodyPr>
            <a:spAutoFit/>
          </a:bodyPr>
          <a:lstStyle/>
          <a:p>
            <a:pPr eaLnBrk="1" hangingPunct="1">
              <a:lnSpc>
                <a:spcPct val="115000"/>
              </a:lnSpc>
            </a:pPr>
            <a:r>
              <a:rPr lang="en-US" altLang="zh-CN" dirty="0">
                <a:solidFill>
                  <a:srgbClr val="EDFE4A"/>
                </a:solidFill>
                <a:latin typeface="Times New Roman" panose="02020603050405020304" pitchFamily="18" charset="0"/>
                <a:ea typeface="楷体_GB2312" pitchFamily="49" charset="-122"/>
              </a:rPr>
              <a:t>       </a:t>
            </a:r>
            <a:r>
              <a:rPr lang="zh-CN" altLang="en-US" dirty="0">
                <a:solidFill>
                  <a:srgbClr val="FFFFFF"/>
                </a:solidFill>
                <a:latin typeface="Times New Roman" panose="02020603050405020304" pitchFamily="18" charset="0"/>
                <a:ea typeface="楷体_GB2312" pitchFamily="49" charset="-122"/>
              </a:rPr>
              <a:t>在一个原子中不能有两个或两个以上的电子处在完全相同的量子态，即一个原子中任何两个电子都不可能具有一组完全相同的量子数 </a:t>
            </a:r>
          </a:p>
        </p:txBody>
      </p:sp>
      <p:graphicFrame>
        <p:nvGraphicFramePr>
          <p:cNvPr id="18437" name="Object 2"/>
          <p:cNvGraphicFramePr/>
          <p:nvPr/>
        </p:nvGraphicFramePr>
        <p:xfrm>
          <a:off x="3157538" y="2452688"/>
          <a:ext cx="2024062" cy="519112"/>
        </p:xfrm>
        <a:graphic>
          <a:graphicData uri="http://schemas.openxmlformats.org/presentationml/2006/ole">
            <mc:AlternateContent xmlns:mc="http://schemas.openxmlformats.org/markup-compatibility/2006">
              <mc:Choice xmlns:v="urn:schemas-microsoft-com:vml" Requires="v">
                <p:oleObj spid="_x0000_s579586" r:id="rId3" imgW="508635" imgH="154305" progId="Equation.3">
                  <p:embed/>
                </p:oleObj>
              </mc:Choice>
              <mc:Fallback>
                <p:oleObj r:id="rId3" imgW="508635" imgH="154305" progId="Equation.3">
                  <p:embed/>
                  <p:pic>
                    <p:nvPicPr>
                      <p:cNvPr id="18437" name="Object 2"/>
                      <p:cNvPicPr/>
                      <p:nvPr/>
                    </p:nvPicPr>
                    <p:blipFill>
                      <a:blip r:embed="rId4">
                        <a:clrChange>
                          <a:clrFrom>
                            <a:srgbClr val="000000"/>
                          </a:clrFrom>
                          <a:clrTo>
                            <a:srgbClr val="99FFCC"/>
                          </a:clrTo>
                        </a:clrChange>
                      </a:blip>
                      <a:stretch>
                        <a:fillRect/>
                      </a:stretch>
                    </p:blipFill>
                    <p:spPr>
                      <a:xfrm>
                        <a:off x="3157538" y="2452688"/>
                        <a:ext cx="2024062" cy="519112"/>
                      </a:xfrm>
                      <a:prstGeom prst="rect">
                        <a:avLst/>
                      </a:prstGeom>
                      <a:noFill/>
                      <a:ln w="38100">
                        <a:noFill/>
                        <a:miter/>
                      </a:ln>
                    </p:spPr>
                  </p:pic>
                </p:oleObj>
              </mc:Fallback>
            </mc:AlternateContent>
          </a:graphicData>
        </a:graphic>
      </p:graphicFrame>
      <p:sp>
        <p:nvSpPr>
          <p:cNvPr id="18438" name="Rectangle 8"/>
          <p:cNvSpPr/>
          <p:nvPr/>
        </p:nvSpPr>
        <p:spPr>
          <a:xfrm>
            <a:off x="381000" y="1600200"/>
            <a:ext cx="8534400" cy="1371600"/>
          </a:xfrm>
          <a:prstGeom prst="rect">
            <a:avLst/>
          </a:prstGeom>
          <a:noFill/>
          <a:ln w="22225">
            <a:noFill/>
          </a:ln>
        </p:spPr>
        <p:txBody>
          <a:bodyPr wrap="none" anchor="ctr" anchorCtr="0"/>
          <a:lstStyle/>
          <a:p>
            <a:pPr algn="ctr" eaLnBrk="1" hangingPunct="1"/>
            <a:endParaRPr lang="zh-CN" altLang="en-US" dirty="0">
              <a:solidFill>
                <a:schemeClr val="bg1"/>
              </a:solidFill>
              <a:latin typeface="Times New Roman" panose="02020603050405020304" pitchFamily="18" charset="0"/>
            </a:endParaRPr>
          </a:p>
        </p:txBody>
      </p:sp>
      <p:sp>
        <p:nvSpPr>
          <p:cNvPr id="18439" name="Rectangle 9"/>
          <p:cNvSpPr/>
          <p:nvPr/>
        </p:nvSpPr>
        <p:spPr>
          <a:xfrm>
            <a:off x="457200" y="2971800"/>
            <a:ext cx="6629400" cy="457200"/>
          </a:xfrm>
          <a:prstGeom prst="rect">
            <a:avLst/>
          </a:prstGeom>
          <a:noFill/>
          <a:ln w="9525">
            <a:noFill/>
          </a:ln>
        </p:spPr>
        <p:txBody>
          <a:bodyPr>
            <a:spAutoFit/>
          </a:bodyPr>
          <a:lstStyle/>
          <a:p>
            <a:pPr eaLnBrk="1" hangingPunct="1"/>
            <a:r>
              <a:rPr lang="zh-CN" altLang="en-US" dirty="0">
                <a:solidFill>
                  <a:srgbClr val="00FF00"/>
                </a:solidFill>
                <a:latin typeface="Times New Roman" panose="02020603050405020304" pitchFamily="18" charset="0"/>
                <a:ea typeface="楷体_GB2312" pitchFamily="49" charset="-122"/>
              </a:rPr>
              <a:t>能量最小原理</a:t>
            </a:r>
          </a:p>
        </p:txBody>
      </p:sp>
      <p:sp>
        <p:nvSpPr>
          <p:cNvPr id="18440" name="Rectangle 10"/>
          <p:cNvSpPr/>
          <p:nvPr/>
        </p:nvSpPr>
        <p:spPr>
          <a:xfrm>
            <a:off x="609600" y="3581400"/>
            <a:ext cx="8229600" cy="457200"/>
          </a:xfrm>
          <a:prstGeom prst="rect">
            <a:avLst/>
          </a:prstGeom>
          <a:noFill/>
          <a:ln w="9525">
            <a:noFill/>
          </a:ln>
        </p:spPr>
        <p:txBody>
          <a:bodyPr>
            <a:spAutoFit/>
          </a:bodyPr>
          <a:lstStyle/>
          <a:p>
            <a:pPr eaLnBrk="1" hangingPunct="1"/>
            <a:r>
              <a:rPr lang="zh-CN" altLang="en-US" dirty="0">
                <a:solidFill>
                  <a:srgbClr val="FFFFFF"/>
                </a:solidFill>
                <a:latin typeface="Times New Roman" panose="02020603050405020304" pitchFamily="18" charset="0"/>
                <a:ea typeface="楷体_GB2312" pitchFamily="49" charset="-122"/>
              </a:rPr>
              <a:t>原子处于正常状态时，其中每个电子都要占据最低能级。</a:t>
            </a:r>
          </a:p>
        </p:txBody>
      </p:sp>
      <p:sp>
        <p:nvSpPr>
          <p:cNvPr id="18441" name="Rectangle 11"/>
          <p:cNvSpPr/>
          <p:nvPr/>
        </p:nvSpPr>
        <p:spPr>
          <a:xfrm>
            <a:off x="381000" y="3505200"/>
            <a:ext cx="8305800" cy="685800"/>
          </a:xfrm>
          <a:prstGeom prst="rect">
            <a:avLst/>
          </a:prstGeom>
          <a:noFill/>
          <a:ln w="22225" cap="flat" cmpd="sng">
            <a:solidFill>
              <a:srgbClr val="FF6600"/>
            </a:solidFill>
            <a:prstDash val="solid"/>
            <a:miter/>
            <a:headEnd type="none" w="med" len="med"/>
            <a:tailEnd type="none" w="med" len="med"/>
          </a:ln>
        </p:spPr>
        <p:txBody>
          <a:bodyPr wrap="none" anchor="ctr" anchorCtr="0"/>
          <a:lstStyle/>
          <a:p>
            <a:pPr algn="ctr" eaLnBrk="1" hangingPunct="1"/>
            <a:endParaRPr lang="zh-CN" altLang="en-US" dirty="0">
              <a:solidFill>
                <a:schemeClr val="bg1"/>
              </a:solidFill>
              <a:latin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AB4D532-4802-4FD0-9EF7-DBF59E5A2E5D}"/>
              </a:ext>
            </a:extLst>
          </p:cNvPr>
          <p:cNvSpPr>
            <a:spLocks noGrp="1" noChangeArrowheads="1"/>
          </p:cNvSpPr>
          <p:nvPr>
            <p:ph type="title" idx="4294967295"/>
          </p:nvPr>
        </p:nvSpPr>
        <p:spPr bwMode="auto">
          <a:xfrm>
            <a:off x="0" y="621630"/>
            <a:ext cx="9144000" cy="7191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5000"/>
              </a:lnSpc>
            </a:pPr>
            <a:r>
              <a:rPr lang="zh-CN" altLang="en-US" sz="4500" b="1" dirty="0">
                <a:solidFill>
                  <a:srgbClr val="00FF00"/>
                </a:solidFill>
                <a:latin typeface="宋体" panose="02010600030101010101" pitchFamily="2" charset="-122"/>
              </a:rPr>
              <a:t>固体物理简介</a:t>
            </a:r>
          </a:p>
        </p:txBody>
      </p:sp>
      <p:sp>
        <p:nvSpPr>
          <p:cNvPr id="19459" name="Text Box 4">
            <a:extLst>
              <a:ext uri="{FF2B5EF4-FFF2-40B4-BE49-F238E27FC236}">
                <a16:creationId xmlns:a16="http://schemas.microsoft.com/office/drawing/2014/main" id="{EF877D02-F251-4F0A-A2A5-55683EF2865F}"/>
              </a:ext>
            </a:extLst>
          </p:cNvPr>
          <p:cNvSpPr txBox="1">
            <a:spLocks noChangeArrowheads="1"/>
          </p:cNvSpPr>
          <p:nvPr/>
        </p:nvSpPr>
        <p:spPr bwMode="auto">
          <a:xfrm>
            <a:off x="2338784" y="1463055"/>
            <a:ext cx="56896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2600" dirty="0">
                <a:solidFill>
                  <a:schemeClr val="hlink"/>
                </a:solidFill>
                <a:latin typeface="宋体" panose="02010600030101010101" pitchFamily="2" charset="-122"/>
              </a:rPr>
              <a:t>——</a:t>
            </a:r>
            <a:r>
              <a:rPr kumimoji="0" lang="zh-CN" altLang="en-US" sz="2600" dirty="0">
                <a:solidFill>
                  <a:schemeClr val="hlink"/>
                </a:solidFill>
                <a:latin typeface="宋体" panose="02010600030101010101" pitchFamily="2" charset="-122"/>
              </a:rPr>
              <a:t>在量子力学的基础上处理固体中</a:t>
            </a:r>
          </a:p>
          <a:p>
            <a:pPr eaLnBrk="1" hangingPunct="1"/>
            <a:r>
              <a:rPr kumimoji="0" lang="zh-CN" altLang="en-US" sz="2600" dirty="0">
                <a:solidFill>
                  <a:schemeClr val="hlink"/>
                </a:solidFill>
                <a:latin typeface="宋体" panose="02010600030101010101" pitchFamily="2" charset="-122"/>
              </a:rPr>
              <a:t>       电子运动的理论</a:t>
            </a:r>
          </a:p>
        </p:txBody>
      </p:sp>
      <p:sp>
        <p:nvSpPr>
          <p:cNvPr id="5" name="Rectangle 4">
            <a:extLst>
              <a:ext uri="{FF2B5EF4-FFF2-40B4-BE49-F238E27FC236}">
                <a16:creationId xmlns:a16="http://schemas.microsoft.com/office/drawing/2014/main" id="{A9786C8C-E311-4C01-B01E-22BAD8A293D0}"/>
              </a:ext>
            </a:extLst>
          </p:cNvPr>
          <p:cNvSpPr>
            <a:spLocks noChangeArrowheads="1"/>
          </p:cNvSpPr>
          <p:nvPr/>
        </p:nvSpPr>
        <p:spPr bwMode="auto">
          <a:xfrm>
            <a:off x="642938" y="2492896"/>
            <a:ext cx="8215312" cy="85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3200"/>
              </a:lnSpc>
            </a:pPr>
            <a:r>
              <a:rPr lang="zh-CN" altLang="en-US" sz="2200" dirty="0">
                <a:solidFill>
                  <a:srgbClr val="FF0000"/>
                </a:solidFill>
                <a:latin typeface="宋体" panose="02010600030101010101" pitchFamily="2" charset="-122"/>
                <a:ea typeface="仿宋_GB2312" pitchFamily="49" charset="-122"/>
              </a:rPr>
              <a:t>本章要求：</a:t>
            </a:r>
            <a:r>
              <a:rPr lang="zh-CN" altLang="en-US" sz="2200" dirty="0">
                <a:solidFill>
                  <a:schemeClr val="bg1"/>
                </a:solidFill>
                <a:latin typeface="宋体" panose="02010600030101010101" pitchFamily="2" charset="-122"/>
                <a:ea typeface="仿宋_GB2312" pitchFamily="49" charset="-122"/>
              </a:rPr>
              <a:t>晶体中电子能级，固体能带等概念；区分导体、半导体和绝缘体的导电性质</a:t>
            </a:r>
          </a:p>
        </p:txBody>
      </p:sp>
      <p:sp>
        <p:nvSpPr>
          <p:cNvPr id="19461" name="灯片编号占位符 1">
            <a:extLst>
              <a:ext uri="{FF2B5EF4-FFF2-40B4-BE49-F238E27FC236}">
                <a16:creationId xmlns:a16="http://schemas.microsoft.com/office/drawing/2014/main" id="{F912B49F-D4BA-4546-AFF3-CB01FB889886}"/>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6671B4AE-D79A-429D-B3F5-87605E90C8EA}" type="slidenum">
              <a:rPr lang="en-US" altLang="zh-CN" b="0">
                <a:solidFill>
                  <a:srgbClr val="FF00FF"/>
                </a:solidFill>
              </a:rPr>
              <a:pPr eaLnBrk="1" hangingPunct="1"/>
              <a:t>24</a:t>
            </a:fld>
            <a:r>
              <a:rPr lang="en-US" altLang="zh-CN" b="0">
                <a:solidFill>
                  <a:srgbClr val="FF00FF"/>
                </a:solidFill>
              </a:rPr>
              <a:t>/40</a:t>
            </a:r>
          </a:p>
        </p:txBody>
      </p:sp>
      <p:sp>
        <p:nvSpPr>
          <p:cNvPr id="6" name="Rectangle 4">
            <a:extLst>
              <a:ext uri="{FF2B5EF4-FFF2-40B4-BE49-F238E27FC236}">
                <a16:creationId xmlns:a16="http://schemas.microsoft.com/office/drawing/2014/main" id="{72BF1A26-2302-4A96-BC50-7A14AB7ACC10}"/>
              </a:ext>
            </a:extLst>
          </p:cNvPr>
          <p:cNvSpPr>
            <a:spLocks noChangeArrowheads="1"/>
          </p:cNvSpPr>
          <p:nvPr/>
        </p:nvSpPr>
        <p:spPr bwMode="auto">
          <a:xfrm>
            <a:off x="675456" y="3717032"/>
            <a:ext cx="2857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00FFFF"/>
                </a:solidFill>
                <a:latin typeface="宋体" panose="02010600030101010101" pitchFamily="2" charset="-122"/>
                <a:ea typeface="仿宋_GB2312" pitchFamily="49" charset="-122"/>
              </a:rPr>
              <a:t>什么是固体？</a:t>
            </a:r>
          </a:p>
        </p:txBody>
      </p:sp>
      <p:sp>
        <p:nvSpPr>
          <p:cNvPr id="7" name="Rectangle 4">
            <a:extLst>
              <a:ext uri="{FF2B5EF4-FFF2-40B4-BE49-F238E27FC236}">
                <a16:creationId xmlns:a16="http://schemas.microsoft.com/office/drawing/2014/main" id="{ADD863B3-2BCB-4F97-93F8-23998503EFEA}"/>
              </a:ext>
            </a:extLst>
          </p:cNvPr>
          <p:cNvSpPr>
            <a:spLocks noChangeArrowheads="1"/>
          </p:cNvSpPr>
          <p:nvPr/>
        </p:nvSpPr>
        <p:spPr bwMode="auto">
          <a:xfrm>
            <a:off x="675456" y="4288532"/>
            <a:ext cx="8001000" cy="1431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3600"/>
              </a:lnSpc>
            </a:pPr>
            <a:r>
              <a:rPr lang="zh-CN" altLang="en-US" dirty="0">
                <a:solidFill>
                  <a:srgbClr val="FFFF00"/>
                </a:solidFill>
                <a:latin typeface="宋体" panose="02010600030101010101" pitchFamily="2" charset="-122"/>
                <a:ea typeface="仿宋_GB2312" pitchFamily="49" charset="-122"/>
              </a:rPr>
              <a:t>固体</a:t>
            </a:r>
            <a:r>
              <a:rPr lang="zh-CN" altLang="en-US" dirty="0">
                <a:solidFill>
                  <a:schemeClr val="bg1"/>
                </a:solidFill>
                <a:latin typeface="宋体" panose="02010600030101010101" pitchFamily="2" charset="-122"/>
                <a:ea typeface="仿宋_GB2312" pitchFamily="49" charset="-122"/>
              </a:rPr>
              <a:t>是物质的一种聚集状态（结构形态）</a:t>
            </a:r>
            <a:r>
              <a:rPr lang="en-US" altLang="zh-CN" dirty="0">
                <a:solidFill>
                  <a:schemeClr val="bg1"/>
                </a:solidFill>
                <a:latin typeface="宋体" panose="02010600030101010101" pitchFamily="2" charset="-122"/>
                <a:ea typeface="仿宋_GB2312" pitchFamily="49" charset="-122"/>
              </a:rPr>
              <a:t>;</a:t>
            </a:r>
            <a:endParaRPr lang="zh-CN" altLang="en-US" dirty="0">
              <a:solidFill>
                <a:schemeClr val="bg1"/>
              </a:solidFill>
              <a:latin typeface="宋体" panose="02010600030101010101" pitchFamily="2" charset="-122"/>
              <a:ea typeface="仿宋_GB2312" pitchFamily="49" charset="-122"/>
            </a:endParaRPr>
          </a:p>
          <a:p>
            <a:pPr eaLnBrk="1" hangingPunct="1">
              <a:lnSpc>
                <a:spcPts val="3600"/>
              </a:lnSpc>
            </a:pPr>
            <a:r>
              <a:rPr lang="zh-CN" altLang="en-US" dirty="0">
                <a:solidFill>
                  <a:schemeClr val="bg1"/>
                </a:solidFill>
                <a:latin typeface="宋体" panose="02010600030101010101" pitchFamily="2" charset="-122"/>
                <a:ea typeface="仿宋_GB2312" pitchFamily="49" charset="-122"/>
              </a:rPr>
              <a:t>是由大量原子（</a:t>
            </a:r>
            <a:r>
              <a:rPr lang="en-US" altLang="zh-CN" dirty="0">
                <a:solidFill>
                  <a:schemeClr val="bg1"/>
                </a:solidFill>
                <a:latin typeface="宋体" panose="02010600030101010101" pitchFamily="2" charset="-122"/>
                <a:ea typeface="仿宋_GB2312" pitchFamily="49" charset="-122"/>
              </a:rPr>
              <a:t>10</a:t>
            </a:r>
            <a:r>
              <a:rPr lang="en-US" altLang="zh-CN" baseline="30000" dirty="0">
                <a:solidFill>
                  <a:schemeClr val="bg1"/>
                </a:solidFill>
                <a:latin typeface="宋体" panose="02010600030101010101" pitchFamily="2" charset="-122"/>
                <a:ea typeface="仿宋_GB2312" pitchFamily="49" charset="-122"/>
              </a:rPr>
              <a:t>23</a:t>
            </a:r>
            <a:r>
              <a:rPr lang="en-US" altLang="zh-CN" dirty="0">
                <a:solidFill>
                  <a:schemeClr val="bg1"/>
                </a:solidFill>
                <a:latin typeface="宋体" panose="02010600030101010101" pitchFamily="2" charset="-122"/>
                <a:ea typeface="仿宋_GB2312" pitchFamily="49" charset="-122"/>
              </a:rPr>
              <a:t>/cm</a:t>
            </a:r>
            <a:r>
              <a:rPr lang="en-US" altLang="zh-CN" baseline="30000" dirty="0">
                <a:solidFill>
                  <a:schemeClr val="bg1"/>
                </a:solidFill>
                <a:latin typeface="宋体" panose="02010600030101010101" pitchFamily="2" charset="-122"/>
                <a:ea typeface="仿宋_GB2312" pitchFamily="49" charset="-122"/>
              </a:rPr>
              <a:t>3</a:t>
            </a:r>
            <a:r>
              <a:rPr lang="zh-CN" altLang="en-US" dirty="0">
                <a:solidFill>
                  <a:schemeClr val="bg1"/>
                </a:solidFill>
                <a:latin typeface="宋体" panose="02010600030101010101" pitchFamily="2" charset="-122"/>
                <a:ea typeface="仿宋_GB2312" pitchFamily="49" charset="-122"/>
              </a:rPr>
              <a:t>）所结合成的宏观体系，是一个复杂的</a:t>
            </a:r>
            <a:r>
              <a:rPr lang="zh-CN" altLang="en-US" dirty="0">
                <a:solidFill>
                  <a:srgbClr val="FFFF00"/>
                </a:solidFill>
                <a:latin typeface="宋体" panose="02010600030101010101" pitchFamily="2" charset="-122"/>
                <a:ea typeface="仿宋_GB2312" pitchFamily="49" charset="-122"/>
              </a:rPr>
              <a:t>多体系统</a:t>
            </a:r>
            <a:endParaRPr lang="zh-CN" altLang="en-US" dirty="0">
              <a:solidFill>
                <a:schemeClr val="bg1"/>
              </a:solidFill>
              <a:latin typeface="宋体" panose="02010600030101010101" pitchFamily="2" charset="-122"/>
              <a:ea typeface="仿宋_GB2312"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59"/>
                                        </p:tgtEl>
                                        <p:attrNameLst>
                                          <p:attrName>style.visibility</p:attrName>
                                        </p:attrNameLst>
                                      </p:cBhvr>
                                      <p:to>
                                        <p:strVal val="visible"/>
                                      </p:to>
                                    </p:set>
                                    <p:animEffect transition="in" filter="wipe(left)">
                                      <p:cBhvr>
                                        <p:cTn id="7" dur="500"/>
                                        <p:tgtEl>
                                          <p:spTgt spid="1945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5" grpId="0"/>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5">
            <a:extLst>
              <a:ext uri="{FF2B5EF4-FFF2-40B4-BE49-F238E27FC236}">
                <a16:creationId xmlns:a16="http://schemas.microsoft.com/office/drawing/2014/main" id="{90077B25-AA1A-4BA2-8D4A-155DC7F8196A}"/>
              </a:ext>
            </a:extLst>
          </p:cNvPr>
          <p:cNvSpPr txBox="1">
            <a:spLocks/>
          </p:cNvSpPr>
          <p:nvPr/>
        </p:nvSpPr>
        <p:spPr bwMode="auto">
          <a:xfrm>
            <a:off x="0" y="404813"/>
            <a:ext cx="9144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r>
              <a:rPr lang="zh-CN" altLang="en-US" sz="4000" b="0" dirty="0">
                <a:solidFill>
                  <a:srgbClr val="FFFF00"/>
                </a:solidFill>
              </a:rPr>
              <a:t>固体的物理性质和规律由什么来决定？</a:t>
            </a:r>
          </a:p>
        </p:txBody>
      </p:sp>
      <p:pic>
        <p:nvPicPr>
          <p:cNvPr id="22531" name="Picture 8" descr="6EBB590F-2326-44F2-857D-1C47F4E39D8F.png">
            <a:extLst>
              <a:ext uri="{FF2B5EF4-FFF2-40B4-BE49-F238E27FC236}">
                <a16:creationId xmlns:a16="http://schemas.microsoft.com/office/drawing/2014/main" id="{35DD31E0-F04C-41F0-A529-AC79A66120D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341438"/>
            <a:ext cx="8728075"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2" name="Picture 9">
            <a:extLst>
              <a:ext uri="{FF2B5EF4-FFF2-40B4-BE49-F238E27FC236}">
                <a16:creationId xmlns:a16="http://schemas.microsoft.com/office/drawing/2014/main" id="{FF858696-7FA0-4102-A12F-A02E42063B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1341438"/>
            <a:ext cx="48974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4">
            <a:extLst>
              <a:ext uri="{FF2B5EF4-FFF2-40B4-BE49-F238E27FC236}">
                <a16:creationId xmlns:a16="http://schemas.microsoft.com/office/drawing/2014/main" id="{B9A22B68-887C-44BD-8F3B-E70899CB0FD7}"/>
              </a:ext>
            </a:extLst>
          </p:cNvPr>
          <p:cNvGrpSpPr>
            <a:grpSpLocks/>
          </p:cNvGrpSpPr>
          <p:nvPr/>
        </p:nvGrpSpPr>
        <p:grpSpPr bwMode="auto">
          <a:xfrm>
            <a:off x="2046276" y="2651669"/>
            <a:ext cx="3137899" cy="1751513"/>
            <a:chOff x="2293958" y="3668898"/>
            <a:chExt cx="3137925" cy="1752382"/>
          </a:xfrm>
        </p:grpSpPr>
        <p:pic>
          <p:nvPicPr>
            <p:cNvPr id="22542" name="Picture 10" descr="导线.jpeg">
              <a:extLst>
                <a:ext uri="{FF2B5EF4-FFF2-40B4-BE49-F238E27FC236}">
                  <a16:creationId xmlns:a16="http://schemas.microsoft.com/office/drawing/2014/main" id="{C95F608A-8C00-465B-8F46-DB01AC149F1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93958" y="3668898"/>
              <a:ext cx="2520280" cy="1752382"/>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cxnSp>
          <p:nvCxnSpPr>
            <p:cNvPr id="7" name="Straight Arrow Connector 12">
              <a:extLst>
                <a:ext uri="{FF2B5EF4-FFF2-40B4-BE49-F238E27FC236}">
                  <a16:creationId xmlns:a16="http://schemas.microsoft.com/office/drawing/2014/main" id="{647C39EC-4D49-40D4-8B17-F18BDAF8BCA7}"/>
                </a:ext>
              </a:extLst>
            </p:cNvPr>
            <p:cNvCxnSpPr>
              <a:cxnSpLocks noChangeShapeType="1"/>
            </p:cNvCxnSpPr>
            <p:nvPr/>
          </p:nvCxnSpPr>
          <p:spPr bwMode="auto">
            <a:xfrm>
              <a:off x="4821035" y="4029846"/>
              <a:ext cx="610848" cy="83182"/>
            </a:xfrm>
            <a:prstGeom prst="straightConnector1">
              <a:avLst/>
            </a:prstGeom>
            <a:noFill/>
            <a:ln w="25400">
              <a:solidFill>
                <a:schemeClr val="accent2"/>
              </a:solidFill>
              <a:round/>
              <a:headEnd type="arrow" w="med" len="med"/>
            </a:ln>
            <a:effectLst>
              <a:outerShdw blurRad="40000" dist="20000" dir="5400000" rotWithShape="0">
                <a:srgbClr val="808080">
                  <a:alpha val="37999"/>
                </a:srgbClr>
              </a:outerShdw>
            </a:effectLst>
            <a:extLst/>
          </p:spPr>
        </p:cxnSp>
      </p:grpSp>
      <p:grpSp>
        <p:nvGrpSpPr>
          <p:cNvPr id="3" name="Group 18">
            <a:extLst>
              <a:ext uri="{FF2B5EF4-FFF2-40B4-BE49-F238E27FC236}">
                <a16:creationId xmlns:a16="http://schemas.microsoft.com/office/drawing/2014/main" id="{D158E5A7-81DC-44C3-94DF-4ADA7B50D1E4}"/>
              </a:ext>
            </a:extLst>
          </p:cNvPr>
          <p:cNvGrpSpPr>
            <a:grpSpLocks/>
          </p:cNvGrpSpPr>
          <p:nvPr/>
        </p:nvGrpSpPr>
        <p:grpSpPr bwMode="auto">
          <a:xfrm>
            <a:off x="6084888" y="2205038"/>
            <a:ext cx="2586037" cy="2889250"/>
            <a:chOff x="6372200" y="2420888"/>
            <a:chExt cx="2586535" cy="2889152"/>
          </a:xfrm>
        </p:grpSpPr>
        <p:pic>
          <p:nvPicPr>
            <p:cNvPr id="22540" name="Picture 15" descr="金刚石.jpg">
              <a:extLst>
                <a:ext uri="{FF2B5EF4-FFF2-40B4-BE49-F238E27FC236}">
                  <a16:creationId xmlns:a16="http://schemas.microsoft.com/office/drawing/2014/main" id="{B2289E40-636B-4EFC-97C7-F8AEE5B0A079}"/>
                </a:ext>
              </a:extLst>
            </p:cNvPr>
            <p:cNvPicPr>
              <a:picLocks noChangeAspect="1"/>
            </p:cNvPicPr>
            <p:nvPr/>
          </p:nvPicPr>
          <p:blipFill>
            <a:blip r:embed="rId5">
              <a:extLst>
                <a:ext uri="{28A0092B-C50C-407E-A947-70E740481C1C}">
                  <a14:useLocalDpi xmlns:a14="http://schemas.microsoft.com/office/drawing/2010/main" val="0"/>
                </a:ext>
              </a:extLst>
            </a:blip>
            <a:srcRect t="6068" b="35735"/>
            <a:stretch>
              <a:fillRect/>
            </a:stretch>
          </p:blipFill>
          <p:spPr bwMode="auto">
            <a:xfrm>
              <a:off x="6372200" y="3212976"/>
              <a:ext cx="2586535" cy="2097064"/>
            </a:xfrm>
            <a:prstGeom prst="rect">
              <a:avLst/>
            </a:prstGeom>
            <a:noFill/>
            <a:ln w="9525">
              <a:solidFill>
                <a:srgbClr val="CC0000"/>
              </a:solidFill>
              <a:miter lim="800000"/>
              <a:headEnd/>
              <a:tailEnd/>
            </a:ln>
            <a:extLst>
              <a:ext uri="{909E8E84-426E-40DD-AFC4-6F175D3DCCD1}">
                <a14:hiddenFill xmlns:a14="http://schemas.microsoft.com/office/drawing/2010/main">
                  <a:solidFill>
                    <a:srgbClr val="FFFFFF"/>
                  </a:solidFill>
                </a14:hiddenFill>
              </a:ext>
            </a:extLst>
          </p:spPr>
        </p:pic>
        <p:cxnSp>
          <p:nvCxnSpPr>
            <p:cNvPr id="10" name="Straight Arrow Connector 17">
              <a:extLst>
                <a:ext uri="{FF2B5EF4-FFF2-40B4-BE49-F238E27FC236}">
                  <a16:creationId xmlns:a16="http://schemas.microsoft.com/office/drawing/2014/main" id="{33C74B08-4D33-49D5-BBB7-33DDEF589AC6}"/>
                </a:ext>
              </a:extLst>
            </p:cNvPr>
            <p:cNvCxnSpPr>
              <a:cxnSpLocks noChangeShapeType="1"/>
            </p:cNvCxnSpPr>
            <p:nvPr/>
          </p:nvCxnSpPr>
          <p:spPr bwMode="auto">
            <a:xfrm>
              <a:off x="6875534" y="2420888"/>
              <a:ext cx="73039" cy="792135"/>
            </a:xfrm>
            <a:prstGeom prst="straightConnector1">
              <a:avLst/>
            </a:prstGeom>
            <a:noFill/>
            <a:ln w="25400">
              <a:solidFill>
                <a:schemeClr val="accent2"/>
              </a:solidFill>
              <a:round/>
              <a:tailEnd type="arrow" w="med" len="med"/>
            </a:ln>
            <a:effectLst>
              <a:outerShdw blurRad="40000" dist="20000" dir="5400000" rotWithShape="0">
                <a:srgbClr val="808080">
                  <a:alpha val="37999"/>
                </a:srgbClr>
              </a:outerShdw>
            </a:effectLst>
            <a:extLst/>
          </p:spPr>
        </p:cxnSp>
      </p:grpSp>
      <p:grpSp>
        <p:nvGrpSpPr>
          <p:cNvPr id="4" name="Group 25">
            <a:extLst>
              <a:ext uri="{FF2B5EF4-FFF2-40B4-BE49-F238E27FC236}">
                <a16:creationId xmlns:a16="http://schemas.microsoft.com/office/drawing/2014/main" id="{B741BE9D-29AC-4F1C-8207-7AB5AA944ACD}"/>
              </a:ext>
            </a:extLst>
          </p:cNvPr>
          <p:cNvGrpSpPr>
            <a:grpSpLocks/>
          </p:cNvGrpSpPr>
          <p:nvPr/>
        </p:nvGrpSpPr>
        <p:grpSpPr bwMode="auto">
          <a:xfrm>
            <a:off x="3492500" y="2493963"/>
            <a:ext cx="3167063" cy="3235325"/>
            <a:chOff x="3491881" y="2780928"/>
            <a:chExt cx="3168352" cy="3235821"/>
          </a:xfrm>
        </p:grpSpPr>
        <p:pic>
          <p:nvPicPr>
            <p:cNvPr id="22538" name="Picture 19" descr="芯片.jpg">
              <a:extLst>
                <a:ext uri="{FF2B5EF4-FFF2-40B4-BE49-F238E27FC236}">
                  <a16:creationId xmlns:a16="http://schemas.microsoft.com/office/drawing/2014/main" id="{E878621B-241C-4CFE-B2D6-0AC5B79955B8}"/>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491881" y="3867104"/>
              <a:ext cx="3168352" cy="2149645"/>
            </a:xfrm>
            <a:prstGeom prst="rect">
              <a:avLst/>
            </a:prstGeom>
            <a:noFill/>
            <a:ln w="9525">
              <a:solidFill>
                <a:srgbClr val="CC0000"/>
              </a:solidFill>
              <a:miter lim="800000"/>
              <a:headEnd/>
              <a:tailEnd/>
            </a:ln>
            <a:extLst>
              <a:ext uri="{909E8E84-426E-40DD-AFC4-6F175D3DCCD1}">
                <a14:hiddenFill xmlns:a14="http://schemas.microsoft.com/office/drawing/2010/main">
                  <a:solidFill>
                    <a:srgbClr val="FFFFFF"/>
                  </a:solidFill>
                </a14:hiddenFill>
              </a:ext>
            </a:extLst>
          </p:spPr>
        </p:pic>
        <p:cxnSp>
          <p:nvCxnSpPr>
            <p:cNvPr id="13" name="Straight Arrow Connector 21">
              <a:extLst>
                <a:ext uri="{FF2B5EF4-FFF2-40B4-BE49-F238E27FC236}">
                  <a16:creationId xmlns:a16="http://schemas.microsoft.com/office/drawing/2014/main" id="{C75A24C1-9758-44F3-AC49-E3962E5B145F}"/>
                </a:ext>
              </a:extLst>
            </p:cNvPr>
            <p:cNvCxnSpPr>
              <a:cxnSpLocks noChangeShapeType="1"/>
            </p:cNvCxnSpPr>
            <p:nvPr/>
          </p:nvCxnSpPr>
          <p:spPr bwMode="auto">
            <a:xfrm flipH="1">
              <a:off x="5651760" y="2780928"/>
              <a:ext cx="937006" cy="1079665"/>
            </a:xfrm>
            <a:prstGeom prst="straightConnector1">
              <a:avLst/>
            </a:prstGeom>
            <a:noFill/>
            <a:ln w="25400">
              <a:solidFill>
                <a:schemeClr val="accent2"/>
              </a:solidFill>
              <a:round/>
              <a:tailEnd type="arrow" w="med" len="med"/>
            </a:ln>
            <a:effectLst>
              <a:outerShdw blurRad="40000" dist="20000" dir="5400000" rotWithShape="0">
                <a:srgbClr val="808080">
                  <a:alpha val="37999"/>
                </a:srgbClr>
              </a:outerShdw>
            </a:effectLst>
            <a:extLst/>
          </p:spPr>
        </p:cxnSp>
      </p:grpSp>
      <p:sp>
        <p:nvSpPr>
          <p:cNvPr id="14" name="Rectangle 17">
            <a:extLst>
              <a:ext uri="{FF2B5EF4-FFF2-40B4-BE49-F238E27FC236}">
                <a16:creationId xmlns:a16="http://schemas.microsoft.com/office/drawing/2014/main" id="{79879B38-D980-4A93-8DE2-C92A253C7F7C}"/>
              </a:ext>
            </a:extLst>
          </p:cNvPr>
          <p:cNvSpPr>
            <a:spLocks noChangeArrowheads="1"/>
          </p:cNvSpPr>
          <p:nvPr/>
        </p:nvSpPr>
        <p:spPr bwMode="auto">
          <a:xfrm>
            <a:off x="714375" y="5881688"/>
            <a:ext cx="812323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buFontTx/>
              <a:buChar char="•"/>
            </a:pPr>
            <a:r>
              <a:rPr lang="zh-CN" altLang="en-US" dirty="0">
                <a:solidFill>
                  <a:schemeClr val="bg1"/>
                </a:solidFill>
                <a:latin typeface="宋体" panose="02010600030101010101" pitchFamily="2" charset="-122"/>
              </a:rPr>
              <a:t>固体的原子种类？</a:t>
            </a:r>
            <a:r>
              <a:rPr lang="en-US" altLang="zh-CN" dirty="0">
                <a:solidFill>
                  <a:schemeClr val="bg1"/>
                </a:solidFill>
                <a:latin typeface="宋体" panose="02010600030101010101" pitchFamily="2" charset="-122"/>
                <a:sym typeface="Wingdings" panose="05000000000000000000" pitchFamily="2" charset="2"/>
              </a:rPr>
              <a:t></a:t>
            </a:r>
            <a:r>
              <a:rPr lang="zh-CN" altLang="en-US" dirty="0">
                <a:solidFill>
                  <a:schemeClr val="bg1"/>
                </a:solidFill>
                <a:latin typeface="宋体" panose="02010600030101010101" pitchFamily="2" charset="-122"/>
                <a:sym typeface="Wingdings" panose="05000000000000000000" pitchFamily="2" charset="2"/>
              </a:rPr>
              <a:t> </a:t>
            </a:r>
            <a:r>
              <a:rPr lang="zh-CN" altLang="en-US" dirty="0">
                <a:solidFill>
                  <a:schemeClr val="bg1"/>
                </a:solidFill>
              </a:rPr>
              <a:t>金刚石、石墨、石墨烯、</a:t>
            </a:r>
            <a:r>
              <a:rPr lang="en-US" altLang="zh-CN" dirty="0">
                <a:solidFill>
                  <a:schemeClr val="bg1"/>
                </a:solidFill>
              </a:rPr>
              <a:t>C</a:t>
            </a:r>
            <a:r>
              <a:rPr lang="en-US" altLang="zh-CN" baseline="-25000" dirty="0">
                <a:solidFill>
                  <a:schemeClr val="bg1"/>
                </a:solidFill>
              </a:rPr>
              <a:t>60</a:t>
            </a:r>
            <a:r>
              <a:rPr lang="zh-CN" altLang="en-US" dirty="0">
                <a:solidFill>
                  <a:schemeClr val="bg1"/>
                </a:solidFill>
              </a:rPr>
              <a:t>固体</a:t>
            </a:r>
            <a:endParaRPr lang="en-US" altLang="zh-CN" dirty="0">
              <a:solidFill>
                <a:schemeClr val="bg1"/>
              </a:solidFill>
            </a:endParaRPr>
          </a:p>
          <a:p>
            <a:pPr eaLnBrk="1" hangingPunct="1">
              <a:lnSpc>
                <a:spcPct val="110000"/>
              </a:lnSpc>
              <a:buFontTx/>
              <a:buChar char="•"/>
            </a:pPr>
            <a:r>
              <a:rPr lang="zh-CN" altLang="en-US" dirty="0">
                <a:solidFill>
                  <a:schemeClr val="bg1"/>
                </a:solidFill>
                <a:latin typeface="宋体" panose="02010600030101010101" pitchFamily="2" charset="-122"/>
              </a:rPr>
              <a:t>固体中原子的空间排列！</a:t>
            </a:r>
          </a:p>
        </p:txBody>
      </p:sp>
      <p:sp>
        <p:nvSpPr>
          <p:cNvPr id="22537" name="灯片编号占位符 1">
            <a:extLst>
              <a:ext uri="{FF2B5EF4-FFF2-40B4-BE49-F238E27FC236}">
                <a16:creationId xmlns:a16="http://schemas.microsoft.com/office/drawing/2014/main" id="{7ACF02CD-6B95-4CD0-99B6-8F7530DB21D0}"/>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1642BF5F-7657-4F6D-9ACB-DCF3BD2EB559}" type="slidenum">
              <a:rPr lang="en-US" altLang="zh-CN" b="0">
                <a:solidFill>
                  <a:srgbClr val="FF00FF"/>
                </a:solidFill>
              </a:rPr>
              <a:pPr eaLnBrk="1" hangingPunct="1"/>
              <a:t>25</a:t>
            </a:fld>
            <a:r>
              <a:rPr lang="en-US" altLang="zh-CN" b="0">
                <a:solidFill>
                  <a:srgbClr val="FF00FF"/>
                </a:solidFill>
              </a:rPr>
              <a:t>/40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xit" presetSubtype="0" fill="hold" nodeType="clickEffect">
                                  <p:stCondLst>
                                    <p:cond delay="0"/>
                                  </p:stCondLst>
                                  <p:childTnLst>
                                    <p:set>
                                      <p:cBhvr>
                                        <p:cTn id="11" dur="1" fill="hold">
                                          <p:stCondLst>
                                            <p:cond delay="0"/>
                                          </p:stCondLst>
                                        </p:cTn>
                                        <p:tgtEl>
                                          <p:spTgt spid="2"/>
                                        </p:tgtEl>
                                        <p:attrNameLst>
                                          <p:attrName>style.visibility</p:attrName>
                                        </p:attrNameLst>
                                      </p:cBhvr>
                                      <p:to>
                                        <p:strVal val="hidden"/>
                                      </p:to>
                                    </p:set>
                                  </p:childTnLst>
                                </p:cTn>
                              </p:par>
                              <p:par>
                                <p:cTn id="12" presetID="22" presetClass="entr" presetSubtype="1" fill="hold" nodeType="with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up)">
                                      <p:cBhvr>
                                        <p:cTn id="14" dur="500"/>
                                        <p:tgtEl>
                                          <p:spTgt spid="3"/>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nodeType="clickEffect">
                                  <p:stCondLst>
                                    <p:cond delay="0"/>
                                  </p:stCondLst>
                                  <p:childTnLst>
                                    <p:set>
                                      <p:cBhvr>
                                        <p:cTn id="18" dur="1" fill="hold">
                                          <p:stCondLst>
                                            <p:cond delay="0"/>
                                          </p:stCondLst>
                                        </p:cTn>
                                        <p:tgtEl>
                                          <p:spTgt spid="3"/>
                                        </p:tgtEl>
                                        <p:attrNameLst>
                                          <p:attrName>style.visibility</p:attrName>
                                        </p:attrNameLst>
                                      </p:cBhvr>
                                      <p:to>
                                        <p:strVal val="hidden"/>
                                      </p:to>
                                    </p:set>
                                  </p:childTnLst>
                                </p:cTn>
                              </p:par>
                              <p:par>
                                <p:cTn id="19" presetID="22" presetClass="entr" presetSubtype="1"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up)">
                                      <p:cBhvr>
                                        <p:cTn id="21" dur="500"/>
                                        <p:tgtEl>
                                          <p:spTgt spid="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xit" presetSubtype="0" fill="hold" nodeType="clickEffect">
                                  <p:stCondLst>
                                    <p:cond delay="0"/>
                                  </p:stCondLst>
                                  <p:childTnLst>
                                    <p:set>
                                      <p:cBhvr>
                                        <p:cTn id="25" dur="1" fill="hold">
                                          <p:stCondLst>
                                            <p:cond delay="0"/>
                                          </p:stCondLst>
                                        </p:cTn>
                                        <p:tgtEl>
                                          <p:spTgt spid="4"/>
                                        </p:tgtEl>
                                        <p:attrNameLst>
                                          <p:attrName>style.visibility</p:attrName>
                                        </p:attrNameLst>
                                      </p:cBhvr>
                                      <p:to>
                                        <p:strVal val="hidden"/>
                                      </p:to>
                                    </p:set>
                                  </p:childTnLst>
                                </p:cTn>
                              </p:par>
                            </p:childTnLst>
                          </p:cTn>
                        </p:par>
                        <p:par>
                          <p:cTn id="26" fill="hold" nodeType="afterGroup">
                            <p:stCondLst>
                              <p:cond delay="0"/>
                            </p:stCondLst>
                            <p:childTnLst>
                              <p:par>
                                <p:cTn id="27" presetID="9"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dissolve">
                                      <p:cBhvr>
                                        <p:cTn id="2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810E224C-2242-418E-B760-996A9324FA01}"/>
              </a:ext>
            </a:extLst>
          </p:cNvPr>
          <p:cNvSpPr>
            <a:spLocks noChangeArrowheads="1"/>
          </p:cNvSpPr>
          <p:nvPr/>
        </p:nvSpPr>
        <p:spPr bwMode="auto">
          <a:xfrm>
            <a:off x="610518" y="1928813"/>
            <a:ext cx="18732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indent="0" eaLnBrk="1" hangingPunct="1"/>
            <a:r>
              <a:rPr lang="zh-CN" altLang="en-US" sz="2600" dirty="0">
                <a:solidFill>
                  <a:srgbClr val="00FF00"/>
                </a:solidFill>
                <a:latin typeface="宋体" panose="02010600030101010101" pitchFamily="2" charset="-122"/>
              </a:rPr>
              <a:t>晶体</a:t>
            </a:r>
            <a:endParaRPr lang="zh-CN" altLang="en-US" sz="2600" dirty="0">
              <a:solidFill>
                <a:schemeClr val="bg1"/>
              </a:solidFill>
              <a:latin typeface="宋体" panose="02010600030101010101" pitchFamily="2" charset="-122"/>
            </a:endParaRPr>
          </a:p>
        </p:txBody>
      </p:sp>
      <p:sp>
        <p:nvSpPr>
          <p:cNvPr id="3" name="Rectangle 6">
            <a:extLst>
              <a:ext uri="{FF2B5EF4-FFF2-40B4-BE49-F238E27FC236}">
                <a16:creationId xmlns:a16="http://schemas.microsoft.com/office/drawing/2014/main" id="{F163B087-EDB2-436D-A903-820B86CA56A2}"/>
              </a:ext>
            </a:extLst>
          </p:cNvPr>
          <p:cNvSpPr>
            <a:spLocks noChangeArrowheads="1"/>
          </p:cNvSpPr>
          <p:nvPr/>
        </p:nvSpPr>
        <p:spPr bwMode="auto">
          <a:xfrm>
            <a:off x="699335" y="3097376"/>
            <a:ext cx="7954962"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600" dirty="0">
                <a:solidFill>
                  <a:schemeClr val="bg1"/>
                </a:solidFill>
                <a:latin typeface="宋体" panose="02010600030101010101" pitchFamily="2" charset="-122"/>
              </a:rPr>
              <a:t>如：天然的岩盐、水晶以及人工的半导体锗、硅单晶</a:t>
            </a:r>
          </a:p>
        </p:txBody>
      </p:sp>
      <p:sp>
        <p:nvSpPr>
          <p:cNvPr id="4" name="Rectangle 8">
            <a:extLst>
              <a:ext uri="{FF2B5EF4-FFF2-40B4-BE49-F238E27FC236}">
                <a16:creationId xmlns:a16="http://schemas.microsoft.com/office/drawing/2014/main" id="{712A0330-F072-46B7-A0CB-053247610973}"/>
              </a:ext>
            </a:extLst>
          </p:cNvPr>
          <p:cNvSpPr>
            <a:spLocks noChangeArrowheads="1"/>
          </p:cNvSpPr>
          <p:nvPr/>
        </p:nvSpPr>
        <p:spPr bwMode="auto">
          <a:xfrm>
            <a:off x="683568" y="2481312"/>
            <a:ext cx="73215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600" dirty="0">
                <a:solidFill>
                  <a:schemeClr val="bg1"/>
                </a:solidFill>
                <a:latin typeface="宋体" panose="02010600030101010101" pitchFamily="2" charset="-122"/>
                <a:sym typeface="Monotype Sorts"/>
              </a:rPr>
              <a:t>在微米量级的范围是有序排列的 </a:t>
            </a:r>
            <a:r>
              <a:rPr lang="en-US" altLang="zh-CN" sz="2600" dirty="0">
                <a:solidFill>
                  <a:schemeClr val="bg1"/>
                </a:solidFill>
                <a:latin typeface="宋体" panose="02010600030101010101" pitchFamily="2" charset="-122"/>
                <a:sym typeface="Monotype Sorts"/>
              </a:rPr>
              <a:t>— </a:t>
            </a:r>
            <a:r>
              <a:rPr lang="zh-CN" altLang="en-US" sz="2600" dirty="0">
                <a:solidFill>
                  <a:srgbClr val="00FF00"/>
                </a:solidFill>
                <a:latin typeface="宋体" panose="02010600030101010101" pitchFamily="2" charset="-122"/>
                <a:sym typeface="Monotype Sorts"/>
              </a:rPr>
              <a:t>长程有序</a:t>
            </a:r>
          </a:p>
        </p:txBody>
      </p:sp>
      <p:sp>
        <p:nvSpPr>
          <p:cNvPr id="23557" name="标题 1">
            <a:extLst>
              <a:ext uri="{FF2B5EF4-FFF2-40B4-BE49-F238E27FC236}">
                <a16:creationId xmlns:a16="http://schemas.microsoft.com/office/drawing/2014/main" id="{62E1A21F-F861-4C43-8940-94DC3DF3FBCE}"/>
              </a:ext>
            </a:extLst>
          </p:cNvPr>
          <p:cNvSpPr txBox="1">
            <a:spLocks/>
          </p:cNvSpPr>
          <p:nvPr/>
        </p:nvSpPr>
        <p:spPr bwMode="auto">
          <a:xfrm>
            <a:off x="0" y="404813"/>
            <a:ext cx="91440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r>
              <a:rPr lang="zh-CN" altLang="en-US" sz="4400" b="0">
                <a:solidFill>
                  <a:srgbClr val="00FF00"/>
                </a:solidFill>
              </a:rPr>
              <a:t>固体的分类</a:t>
            </a:r>
          </a:p>
        </p:txBody>
      </p:sp>
      <p:pic>
        <p:nvPicPr>
          <p:cNvPr id="27656" name="Picture 7" descr="钻石">
            <a:extLst>
              <a:ext uri="{FF2B5EF4-FFF2-40B4-BE49-F238E27FC236}">
                <a16:creationId xmlns:a16="http://schemas.microsoft.com/office/drawing/2014/main" id="{F4BF69A9-05A8-43CE-B92F-903B1B6E55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61" y="3897377"/>
            <a:ext cx="2372932" cy="21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7" name="Picture 4" descr="岩盐">
            <a:extLst>
              <a:ext uri="{FF2B5EF4-FFF2-40B4-BE49-F238E27FC236}">
                <a16:creationId xmlns:a16="http://schemas.microsoft.com/office/drawing/2014/main" id="{2590C9E0-597F-4027-A3E3-875E767FBA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3" y="3897377"/>
            <a:ext cx="2343790" cy="21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8" name="Picture 6" descr="水晶">
            <a:extLst>
              <a:ext uri="{FF2B5EF4-FFF2-40B4-BE49-F238E27FC236}">
                <a16:creationId xmlns:a16="http://schemas.microsoft.com/office/drawing/2014/main" id="{CC137C93-E270-499E-8E47-9E91D033AC3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26499" y="3897377"/>
            <a:ext cx="2611316" cy="21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3" name="灯片编号占位符 1">
            <a:extLst>
              <a:ext uri="{FF2B5EF4-FFF2-40B4-BE49-F238E27FC236}">
                <a16:creationId xmlns:a16="http://schemas.microsoft.com/office/drawing/2014/main" id="{94D8823A-49C7-4F47-B69D-9B8B266887D8}"/>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E5BE714A-E063-489B-A51A-A09711C4F6CC}" type="slidenum">
              <a:rPr lang="en-US" altLang="zh-CN" b="0">
                <a:solidFill>
                  <a:srgbClr val="FF00FF"/>
                </a:solidFill>
              </a:rPr>
              <a:pPr eaLnBrk="1" hangingPunct="1"/>
              <a:t>26</a:t>
            </a:fld>
            <a:r>
              <a:rPr lang="en-US" altLang="zh-CN" b="0">
                <a:solidFill>
                  <a:srgbClr val="FF00FF"/>
                </a:solidFill>
              </a:rPr>
              <a:t>/40</a:t>
            </a:r>
          </a:p>
        </p:txBody>
      </p:sp>
      <p:sp>
        <p:nvSpPr>
          <p:cNvPr id="12" name="Rectangle 5">
            <a:extLst>
              <a:ext uri="{FF2B5EF4-FFF2-40B4-BE49-F238E27FC236}">
                <a16:creationId xmlns:a16="http://schemas.microsoft.com/office/drawing/2014/main" id="{89135093-3A0B-4F5A-81FF-BF0FDC00788E}"/>
              </a:ext>
            </a:extLst>
          </p:cNvPr>
          <p:cNvSpPr>
            <a:spLocks noChangeArrowheads="1"/>
          </p:cNvSpPr>
          <p:nvPr/>
        </p:nvSpPr>
        <p:spPr bwMode="auto">
          <a:xfrm>
            <a:off x="1366168" y="1928813"/>
            <a:ext cx="7144841"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indent="0" eaLnBrk="1" hangingPunct="1"/>
            <a:r>
              <a:rPr lang="en-US" altLang="zh-CN" sz="2600" dirty="0">
                <a:solidFill>
                  <a:schemeClr val="bg1"/>
                </a:solidFill>
                <a:latin typeface="宋体" panose="02010600030101010101" pitchFamily="2" charset="-122"/>
              </a:rPr>
              <a:t> — </a:t>
            </a:r>
            <a:r>
              <a:rPr lang="zh-CN" altLang="en-US" sz="2600" dirty="0">
                <a:solidFill>
                  <a:schemeClr val="bg1"/>
                </a:solidFill>
                <a:latin typeface="宋体" panose="02010600030101010101" pitchFamily="2" charset="-122"/>
              </a:rPr>
              <a:t>原子按一定的周期排列规则形成的固体</a:t>
            </a:r>
          </a:p>
        </p:txBody>
      </p:sp>
      <p:sp>
        <p:nvSpPr>
          <p:cNvPr id="13" name="Rectangle 5">
            <a:extLst>
              <a:ext uri="{FF2B5EF4-FFF2-40B4-BE49-F238E27FC236}">
                <a16:creationId xmlns:a16="http://schemas.microsoft.com/office/drawing/2014/main" id="{CCA76A38-B112-425D-8CEF-667816194C02}"/>
              </a:ext>
            </a:extLst>
          </p:cNvPr>
          <p:cNvSpPr>
            <a:spLocks noChangeArrowheads="1"/>
          </p:cNvSpPr>
          <p:nvPr/>
        </p:nvSpPr>
        <p:spPr bwMode="auto">
          <a:xfrm>
            <a:off x="630149" y="1285925"/>
            <a:ext cx="7144841"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indent="0" eaLnBrk="1" hangingPunct="1"/>
            <a:r>
              <a:rPr lang="zh-CN" altLang="en-US" sz="2600" dirty="0">
                <a:solidFill>
                  <a:schemeClr val="bg1"/>
                </a:solidFill>
                <a:latin typeface="宋体" panose="02010600030101010101" pitchFamily="2" charset="-122"/>
              </a:rPr>
              <a:t>晶体、非晶体、准晶体三类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linds(horizontal)">
                                      <p:cBhvr>
                                        <p:cTn id="16" dur="500"/>
                                        <p:tgtEl>
                                          <p:spTgt spid="12"/>
                                        </p:tgtEl>
                                      </p:cBhvr>
                                    </p:animEffect>
                                  </p:childTnLst>
                                </p:cTn>
                              </p:par>
                            </p:childTnLst>
                          </p:cTn>
                        </p:par>
                        <p:par>
                          <p:cTn id="17" fill="hold" nodeType="afterGroup">
                            <p:stCondLst>
                              <p:cond delay="1000"/>
                            </p:stCondLst>
                            <p:childTnLst>
                              <p:par>
                                <p:cTn id="18" presetID="3" presetClass="entr" presetSubtype="1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linds(horizontal)">
                                      <p:cBhvr>
                                        <p:cTn id="20" dur="500"/>
                                        <p:tgtEl>
                                          <p:spTgt spid="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blinds(horizontal)">
                                      <p:cBhvr>
                                        <p:cTn id="25" dur="500"/>
                                        <p:tgtEl>
                                          <p:spTgt spid="3"/>
                                        </p:tgtEl>
                                      </p:cBhvr>
                                    </p:animEffect>
                                  </p:childTnLst>
                                </p:cTn>
                              </p:par>
                            </p:childTnLst>
                          </p:cTn>
                        </p:par>
                        <p:par>
                          <p:cTn id="26" fill="hold" nodeType="afterGroup">
                            <p:stCondLst>
                              <p:cond delay="500"/>
                            </p:stCondLst>
                            <p:childTnLst>
                              <p:par>
                                <p:cTn id="27" presetID="3" presetClass="entr" presetSubtype="10" fill="hold" nodeType="afterEffect">
                                  <p:stCondLst>
                                    <p:cond delay="0"/>
                                  </p:stCondLst>
                                  <p:childTnLst>
                                    <p:set>
                                      <p:cBhvr>
                                        <p:cTn id="28" dur="1" fill="hold">
                                          <p:stCondLst>
                                            <p:cond delay="0"/>
                                          </p:stCondLst>
                                        </p:cTn>
                                        <p:tgtEl>
                                          <p:spTgt spid="27657"/>
                                        </p:tgtEl>
                                        <p:attrNameLst>
                                          <p:attrName>style.visibility</p:attrName>
                                        </p:attrNameLst>
                                      </p:cBhvr>
                                      <p:to>
                                        <p:strVal val="visible"/>
                                      </p:to>
                                    </p:set>
                                    <p:animEffect transition="in" filter="blinds(horizontal)">
                                      <p:cBhvr>
                                        <p:cTn id="29" dur="500"/>
                                        <p:tgtEl>
                                          <p:spTgt spid="27657"/>
                                        </p:tgtEl>
                                      </p:cBhvr>
                                    </p:animEffect>
                                  </p:childTnLst>
                                </p:cTn>
                              </p:par>
                              <p:par>
                                <p:cTn id="30" presetID="3" presetClass="entr" presetSubtype="10" fill="hold" nodeType="withEffect">
                                  <p:stCondLst>
                                    <p:cond delay="0"/>
                                  </p:stCondLst>
                                  <p:childTnLst>
                                    <p:set>
                                      <p:cBhvr>
                                        <p:cTn id="31" dur="1" fill="hold">
                                          <p:stCondLst>
                                            <p:cond delay="0"/>
                                          </p:stCondLst>
                                        </p:cTn>
                                        <p:tgtEl>
                                          <p:spTgt spid="27658"/>
                                        </p:tgtEl>
                                        <p:attrNameLst>
                                          <p:attrName>style.visibility</p:attrName>
                                        </p:attrNameLst>
                                      </p:cBhvr>
                                      <p:to>
                                        <p:strVal val="visible"/>
                                      </p:to>
                                    </p:set>
                                    <p:animEffect transition="in" filter="blinds(horizontal)">
                                      <p:cBhvr>
                                        <p:cTn id="32" dur="500"/>
                                        <p:tgtEl>
                                          <p:spTgt spid="27658"/>
                                        </p:tgtEl>
                                      </p:cBhvr>
                                    </p:animEffect>
                                  </p:childTnLst>
                                </p:cTn>
                              </p:par>
                            </p:childTnLst>
                          </p:cTn>
                        </p:par>
                        <p:par>
                          <p:cTn id="33" fill="hold" nodeType="afterGroup">
                            <p:stCondLst>
                              <p:cond delay="1000"/>
                            </p:stCondLst>
                            <p:childTnLst>
                              <p:par>
                                <p:cTn id="34" presetID="3" presetClass="entr" presetSubtype="10" fill="hold" nodeType="afterEffect">
                                  <p:stCondLst>
                                    <p:cond delay="0"/>
                                  </p:stCondLst>
                                  <p:childTnLst>
                                    <p:set>
                                      <p:cBhvr>
                                        <p:cTn id="35" dur="1" fill="hold">
                                          <p:stCondLst>
                                            <p:cond delay="0"/>
                                          </p:stCondLst>
                                        </p:cTn>
                                        <p:tgtEl>
                                          <p:spTgt spid="27656"/>
                                        </p:tgtEl>
                                        <p:attrNameLst>
                                          <p:attrName>style.visibility</p:attrName>
                                        </p:attrNameLst>
                                      </p:cBhvr>
                                      <p:to>
                                        <p:strVal val="visible"/>
                                      </p:to>
                                    </p:set>
                                    <p:animEffect transition="in" filter="blinds(horizontal)">
                                      <p:cBhvr>
                                        <p:cTn id="36" dur="500"/>
                                        <p:tgtEl>
                                          <p:spTgt spid="276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12"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a:extLst>
              <a:ext uri="{FF2B5EF4-FFF2-40B4-BE49-F238E27FC236}">
                <a16:creationId xmlns:a16="http://schemas.microsoft.com/office/drawing/2014/main" id="{C1F817B2-A1F2-4EA2-BEB8-0B2BBF5DF159}"/>
              </a:ext>
            </a:extLst>
          </p:cNvPr>
          <p:cNvSpPr txBox="1">
            <a:spLocks noChangeArrowheads="1"/>
          </p:cNvSpPr>
          <p:nvPr/>
        </p:nvSpPr>
        <p:spPr bwMode="auto">
          <a:xfrm>
            <a:off x="428625" y="1285875"/>
            <a:ext cx="842962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nSpc>
                <a:spcPts val="3600"/>
              </a:lnSpc>
              <a:spcBef>
                <a:spcPct val="20000"/>
              </a:spcBef>
              <a:buFont typeface="Wingdings" panose="05000000000000000000" pitchFamily="2" charset="2"/>
              <a:buChar char="Ø"/>
            </a:pPr>
            <a:r>
              <a:rPr lang="zh-CN" altLang="en-US" b="0" dirty="0">
                <a:solidFill>
                  <a:srgbClr val="00FF00"/>
                </a:solidFill>
                <a:latin typeface="Microsoft YaHei" panose="020B0503020204020204" pitchFamily="34" charset="-122"/>
                <a:ea typeface="Microsoft YaHei" panose="020B0503020204020204" pitchFamily="34" charset="-122"/>
              </a:rPr>
              <a:t>自范性</a:t>
            </a:r>
            <a:r>
              <a:rPr lang="zh-CN" altLang="en-US" b="0" dirty="0">
                <a:solidFill>
                  <a:srgbClr val="00FF00"/>
                </a:solidFill>
              </a:rPr>
              <a:t>：</a:t>
            </a:r>
            <a:r>
              <a:rPr lang="zh-CN" altLang="en-US" b="0" dirty="0">
                <a:solidFill>
                  <a:schemeClr val="bg1"/>
                </a:solidFill>
              </a:rPr>
              <a:t>在结晶条件下能自发地成长为单晶体；好的单晶体均以平面作为它与周围物质的界面，而呈现出凸多面体</a:t>
            </a:r>
            <a:endParaRPr lang="en-US" altLang="zh-CN" b="0" dirty="0">
              <a:solidFill>
                <a:schemeClr val="bg1"/>
              </a:solidFill>
            </a:endParaRPr>
          </a:p>
          <a:p>
            <a:pPr>
              <a:lnSpc>
                <a:spcPts val="3600"/>
              </a:lnSpc>
              <a:spcBef>
                <a:spcPct val="20000"/>
              </a:spcBef>
              <a:buFont typeface="Wingdings" panose="05000000000000000000" pitchFamily="2" charset="2"/>
              <a:buChar char="Ø"/>
            </a:pPr>
            <a:r>
              <a:rPr lang="zh-CN" altLang="en-US" b="0" dirty="0">
                <a:solidFill>
                  <a:srgbClr val="00FF00"/>
                </a:solidFill>
                <a:latin typeface="Microsoft YaHei" panose="020B0503020204020204" pitchFamily="34" charset="-122"/>
                <a:ea typeface="Microsoft YaHei" panose="020B0503020204020204" pitchFamily="34" charset="-122"/>
              </a:rPr>
              <a:t>晶面角守恒定律</a:t>
            </a:r>
            <a:r>
              <a:rPr lang="zh-CN" altLang="en-US" b="0" dirty="0">
                <a:solidFill>
                  <a:srgbClr val="00FF00"/>
                </a:solidFill>
              </a:rPr>
              <a:t>：</a:t>
            </a:r>
            <a:r>
              <a:rPr lang="zh-CN" altLang="en-US" b="0" dirty="0">
                <a:solidFill>
                  <a:schemeClr val="bg1"/>
                </a:solidFill>
              </a:rPr>
              <a:t>同一种晶体在相同的温度和压力下，其对应晶面之间的夹角恒定不变。</a:t>
            </a:r>
            <a:endParaRPr lang="en-US" altLang="zh-CN" b="0" dirty="0">
              <a:solidFill>
                <a:schemeClr val="bg1"/>
              </a:solidFill>
            </a:endParaRPr>
          </a:p>
          <a:p>
            <a:pPr>
              <a:lnSpc>
                <a:spcPts val="3600"/>
              </a:lnSpc>
              <a:spcBef>
                <a:spcPct val="20000"/>
              </a:spcBef>
              <a:buFont typeface="Wingdings" panose="05000000000000000000" pitchFamily="2" charset="2"/>
              <a:buChar char="Ø"/>
            </a:pPr>
            <a:r>
              <a:rPr lang="zh-CN" altLang="en-US" b="0" dirty="0">
                <a:solidFill>
                  <a:srgbClr val="00FF00"/>
                </a:solidFill>
                <a:latin typeface="Microsoft YaHei" panose="020B0503020204020204" pitchFamily="34" charset="-122"/>
                <a:ea typeface="Microsoft YaHei" panose="020B0503020204020204" pitchFamily="34" charset="-122"/>
              </a:rPr>
              <a:t>解理性</a:t>
            </a:r>
            <a:r>
              <a:rPr lang="zh-CN" altLang="en-US" b="0" dirty="0">
                <a:solidFill>
                  <a:srgbClr val="00FF00"/>
                </a:solidFill>
              </a:rPr>
              <a:t>：</a:t>
            </a:r>
            <a:r>
              <a:rPr lang="zh-CN" altLang="en-US" b="0" dirty="0">
                <a:solidFill>
                  <a:schemeClr val="bg1"/>
                </a:solidFill>
              </a:rPr>
              <a:t>当晶体受到敲打、剪切、撞击等外界作用时，可有沿某一个或几个具有确定方位的晶面劈裂开来的性质。</a:t>
            </a:r>
            <a:endParaRPr lang="en-US" altLang="zh-CN" b="0" dirty="0">
              <a:solidFill>
                <a:schemeClr val="bg1"/>
              </a:solidFill>
            </a:endParaRPr>
          </a:p>
          <a:p>
            <a:pPr>
              <a:lnSpc>
                <a:spcPts val="3600"/>
              </a:lnSpc>
              <a:spcBef>
                <a:spcPct val="20000"/>
              </a:spcBef>
              <a:buFont typeface="Wingdings" panose="05000000000000000000" pitchFamily="2" charset="2"/>
              <a:buChar char="Ø"/>
            </a:pPr>
            <a:r>
              <a:rPr lang="zh-CN" altLang="en-US" b="0" dirty="0">
                <a:solidFill>
                  <a:srgbClr val="00FF00"/>
                </a:solidFill>
                <a:latin typeface="Microsoft YaHei" panose="020B0503020204020204" pitchFamily="34" charset="-122"/>
                <a:ea typeface="Microsoft YaHei" panose="020B0503020204020204" pitchFamily="34" charset="-122"/>
              </a:rPr>
              <a:t>各向异性</a:t>
            </a:r>
            <a:r>
              <a:rPr lang="zh-CN" altLang="en-US" b="0" dirty="0">
                <a:solidFill>
                  <a:srgbClr val="00FF00"/>
                </a:solidFill>
              </a:rPr>
              <a:t>：</a:t>
            </a:r>
            <a:r>
              <a:rPr lang="zh-CN" altLang="en-US" b="0" dirty="0">
                <a:solidFill>
                  <a:schemeClr val="bg1"/>
                </a:solidFill>
              </a:rPr>
              <a:t>晶体的物理性质随观测方向而变化。</a:t>
            </a:r>
            <a:endParaRPr lang="en-US" altLang="zh-CN" b="0" dirty="0">
              <a:solidFill>
                <a:schemeClr val="bg1"/>
              </a:solidFill>
            </a:endParaRPr>
          </a:p>
          <a:p>
            <a:pPr>
              <a:lnSpc>
                <a:spcPts val="3600"/>
              </a:lnSpc>
              <a:spcBef>
                <a:spcPct val="20000"/>
              </a:spcBef>
              <a:buFont typeface="Wingdings" panose="05000000000000000000" pitchFamily="2" charset="2"/>
              <a:buChar char="Ø"/>
            </a:pPr>
            <a:r>
              <a:rPr lang="zh-CN" altLang="en-US" b="0" dirty="0">
                <a:solidFill>
                  <a:srgbClr val="00FF00"/>
                </a:solidFill>
                <a:latin typeface="Microsoft YaHei" panose="020B0503020204020204" pitchFamily="34" charset="-122"/>
                <a:ea typeface="Microsoft YaHei" panose="020B0503020204020204" pitchFamily="34" charset="-122"/>
              </a:rPr>
              <a:t>对称性</a:t>
            </a:r>
            <a:r>
              <a:rPr lang="zh-CN" altLang="en-US" b="0" dirty="0">
                <a:solidFill>
                  <a:srgbClr val="00FF00"/>
                </a:solidFill>
              </a:rPr>
              <a:t>：</a:t>
            </a:r>
            <a:r>
              <a:rPr lang="zh-CN" altLang="en-US" b="0" dirty="0">
                <a:solidFill>
                  <a:schemeClr val="bg1"/>
                </a:solidFill>
              </a:rPr>
              <a:t>宏观性质在不同方向上有规律重复出现的现象。</a:t>
            </a:r>
            <a:endParaRPr lang="en-US" altLang="zh-CN" b="0" dirty="0">
              <a:solidFill>
                <a:schemeClr val="bg1"/>
              </a:solidFill>
            </a:endParaRPr>
          </a:p>
          <a:p>
            <a:pPr>
              <a:lnSpc>
                <a:spcPts val="3600"/>
              </a:lnSpc>
              <a:spcBef>
                <a:spcPct val="20000"/>
              </a:spcBef>
              <a:buFont typeface="Wingdings" panose="05000000000000000000" pitchFamily="2" charset="2"/>
              <a:buChar char="Ø"/>
            </a:pPr>
            <a:r>
              <a:rPr lang="zh-CN" altLang="en-US" b="0" dirty="0">
                <a:solidFill>
                  <a:srgbClr val="00FF00"/>
                </a:solidFill>
                <a:latin typeface="Microsoft YaHei" panose="020B0503020204020204" pitchFamily="34" charset="-122"/>
                <a:ea typeface="Microsoft YaHei" panose="020B0503020204020204" pitchFamily="34" charset="-122"/>
              </a:rPr>
              <a:t>最低内能与固定熔点</a:t>
            </a:r>
            <a:r>
              <a:rPr lang="zh-CN" altLang="en-US" b="0" dirty="0">
                <a:solidFill>
                  <a:srgbClr val="00FF00"/>
                </a:solidFill>
              </a:rPr>
              <a:t>：</a:t>
            </a:r>
            <a:r>
              <a:rPr lang="zh-CN" altLang="en-US" b="0" dirty="0">
                <a:solidFill>
                  <a:schemeClr val="bg1"/>
                </a:solidFill>
              </a:rPr>
              <a:t>在相同的热力学条件下，晶体的内能最小；晶体都具有固定的熔点。</a:t>
            </a:r>
            <a:endParaRPr lang="en-US" altLang="zh-CN" b="0" dirty="0">
              <a:solidFill>
                <a:schemeClr val="bg1"/>
              </a:solidFill>
            </a:endParaRPr>
          </a:p>
        </p:txBody>
      </p:sp>
      <p:sp>
        <p:nvSpPr>
          <p:cNvPr id="24579" name="矩形 3">
            <a:extLst>
              <a:ext uri="{FF2B5EF4-FFF2-40B4-BE49-F238E27FC236}">
                <a16:creationId xmlns:a16="http://schemas.microsoft.com/office/drawing/2014/main" id="{AD2286C2-1B2E-4C1A-ADD8-59D6DCCD2227}"/>
              </a:ext>
            </a:extLst>
          </p:cNvPr>
          <p:cNvSpPr>
            <a:spLocks noChangeArrowheads="1"/>
          </p:cNvSpPr>
          <p:nvPr/>
        </p:nvSpPr>
        <p:spPr bwMode="auto">
          <a:xfrm>
            <a:off x="663575" y="571500"/>
            <a:ext cx="24796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00FF00"/>
                </a:solidFill>
                <a:latin typeface="华文中宋" panose="02010600040101010101" pitchFamily="2" charset="-122"/>
                <a:ea typeface="华文中宋" panose="02010600040101010101" pitchFamily="2" charset="-122"/>
              </a:rPr>
              <a:t>晶体的共性：</a:t>
            </a:r>
            <a:endParaRPr lang="zh-CN" altLang="en-US" sz="2800">
              <a:solidFill>
                <a:srgbClr val="00FF00"/>
              </a:solidFill>
              <a:ea typeface="YouYuan" panose="02010509060101010101" pitchFamily="49" charset="-122"/>
            </a:endParaRPr>
          </a:p>
        </p:txBody>
      </p:sp>
      <p:sp>
        <p:nvSpPr>
          <p:cNvPr id="24580" name="灯片编号占位符 1">
            <a:extLst>
              <a:ext uri="{FF2B5EF4-FFF2-40B4-BE49-F238E27FC236}">
                <a16:creationId xmlns:a16="http://schemas.microsoft.com/office/drawing/2014/main" id="{3CB7DB94-F1C2-4997-A6A6-5A25A434E93F}"/>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7ABBDA44-FC77-405C-A55D-47B46B03ECFD}" type="slidenum">
              <a:rPr lang="en-US" altLang="zh-CN" b="0">
                <a:solidFill>
                  <a:srgbClr val="FF00FF"/>
                </a:solidFill>
              </a:rPr>
              <a:pPr eaLnBrk="1" hangingPunct="1"/>
              <a:t>27</a:t>
            </a:fld>
            <a:r>
              <a:rPr lang="en-US" altLang="zh-CN" b="0">
                <a:solidFill>
                  <a:srgbClr val="FF00FF"/>
                </a:solidFill>
              </a:rPr>
              <a:t>/40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29A8FAEA-CEE3-42CC-AAA5-C84587BB63E7}"/>
              </a:ext>
            </a:extLst>
          </p:cNvPr>
          <p:cNvSpPr>
            <a:spLocks noGrp="1"/>
          </p:cNvSpPr>
          <p:nvPr>
            <p:ph type="title"/>
          </p:nvPr>
        </p:nvSpPr>
        <p:spPr bwMode="auto">
          <a:xfrm>
            <a:off x="457200" y="626393"/>
            <a:ext cx="8229600" cy="714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a:r>
              <a:rPr lang="zh-CN" altLang="en-US" sz="2800" dirty="0">
                <a:solidFill>
                  <a:srgbClr val="FFFF00"/>
                </a:solidFill>
                <a:latin typeface="宋体" panose="02010600030101010101" pitchFamily="2" charset="-122"/>
              </a:rPr>
              <a:t>晶体结构</a:t>
            </a:r>
          </a:p>
        </p:txBody>
      </p:sp>
      <p:sp>
        <p:nvSpPr>
          <p:cNvPr id="27655" name="Rectangle 4">
            <a:extLst>
              <a:ext uri="{FF2B5EF4-FFF2-40B4-BE49-F238E27FC236}">
                <a16:creationId xmlns:a16="http://schemas.microsoft.com/office/drawing/2014/main" id="{08BCC13A-0AE7-4A20-B918-D2417D8327C6}"/>
              </a:ext>
            </a:extLst>
          </p:cNvPr>
          <p:cNvSpPr>
            <a:spLocks noChangeArrowheads="1"/>
          </p:cNvSpPr>
          <p:nvPr/>
        </p:nvSpPr>
        <p:spPr bwMode="auto">
          <a:xfrm>
            <a:off x="485775" y="1346646"/>
            <a:ext cx="820102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800100" indent="-342900">
              <a:defRPr kumimoji="1" sz="2400" b="1">
                <a:solidFill>
                  <a:schemeClr val="tx1"/>
                </a:solidFill>
                <a:latin typeface="Times New Roman" panose="02020603050405020304" pitchFamily="18" charset="0"/>
                <a:ea typeface="宋体" panose="02010600030101010101" pitchFamily="2" charset="-122"/>
              </a:defRPr>
            </a:lvl2pPr>
            <a:lvl3pPr marL="85725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lnSpc>
                <a:spcPts val="3600"/>
              </a:lnSpc>
            </a:pPr>
            <a:r>
              <a:rPr lang="zh-CN" altLang="en-US" dirty="0">
                <a:solidFill>
                  <a:schemeClr val="bg1"/>
                </a:solidFill>
              </a:rPr>
              <a:t>固体 </a:t>
            </a:r>
            <a:r>
              <a:rPr lang="en-US" altLang="zh-CN" dirty="0">
                <a:solidFill>
                  <a:schemeClr val="bg1"/>
                </a:solidFill>
              </a:rPr>
              <a:t>(</a:t>
            </a:r>
            <a:r>
              <a:rPr lang="zh-CN" altLang="en-US" dirty="0">
                <a:solidFill>
                  <a:schemeClr val="bg1"/>
                </a:solidFill>
              </a:rPr>
              <a:t>比如：晶体与非晶体</a:t>
            </a:r>
            <a:r>
              <a:rPr lang="en-US" altLang="zh-CN" dirty="0">
                <a:solidFill>
                  <a:schemeClr val="bg1"/>
                </a:solidFill>
              </a:rPr>
              <a:t>) </a:t>
            </a:r>
            <a:r>
              <a:rPr lang="zh-CN" altLang="en-US" dirty="0">
                <a:solidFill>
                  <a:schemeClr val="bg1"/>
                </a:solidFill>
              </a:rPr>
              <a:t>的宏观性质为什么如此不同？</a:t>
            </a:r>
          </a:p>
          <a:p>
            <a:pPr lvl="1" algn="just" eaLnBrk="1" hangingPunct="1">
              <a:lnSpc>
                <a:spcPts val="3600"/>
              </a:lnSpc>
              <a:buFont typeface="Wingdings" panose="05000000000000000000" pitchFamily="2" charset="2"/>
              <a:buChar char="ü"/>
            </a:pPr>
            <a:r>
              <a:rPr lang="zh-CN" altLang="en-US" dirty="0">
                <a:solidFill>
                  <a:srgbClr val="FFFF00"/>
                </a:solidFill>
              </a:rPr>
              <a:t>宏观性质是其微观结构的反映</a:t>
            </a:r>
            <a:endParaRPr lang="en-US" altLang="zh-CN" dirty="0">
              <a:solidFill>
                <a:srgbClr val="FFFF00"/>
              </a:solidFill>
            </a:endParaRPr>
          </a:p>
          <a:p>
            <a:pPr lvl="2" algn="just" eaLnBrk="1" hangingPunct="1">
              <a:lnSpc>
                <a:spcPts val="3600"/>
              </a:lnSpc>
            </a:pPr>
            <a:r>
              <a:rPr lang="en-US" altLang="zh-CN" dirty="0">
                <a:solidFill>
                  <a:schemeClr val="bg1"/>
                </a:solidFill>
                <a:sym typeface="Wingdings" panose="05000000000000000000" pitchFamily="2" charset="2"/>
              </a:rPr>
              <a:t> </a:t>
            </a:r>
            <a:r>
              <a:rPr lang="zh-CN" altLang="en-US" dirty="0">
                <a:solidFill>
                  <a:schemeClr val="bg1"/>
                </a:solidFill>
              </a:rPr>
              <a:t>晶体由什么微观粒子组成？</a:t>
            </a:r>
            <a:endParaRPr lang="en-US" altLang="zh-CN" dirty="0">
              <a:solidFill>
                <a:schemeClr val="bg1"/>
              </a:solidFill>
            </a:endParaRPr>
          </a:p>
          <a:p>
            <a:pPr lvl="2" algn="just" eaLnBrk="1" hangingPunct="1">
              <a:lnSpc>
                <a:spcPts val="3600"/>
              </a:lnSpc>
            </a:pPr>
            <a:r>
              <a:rPr lang="en-US" altLang="zh-CN" dirty="0">
                <a:solidFill>
                  <a:schemeClr val="bg1"/>
                </a:solidFill>
                <a:sym typeface="Wingdings" panose="05000000000000000000" pitchFamily="2" charset="2"/>
              </a:rPr>
              <a:t> </a:t>
            </a:r>
            <a:r>
              <a:rPr lang="zh-CN" altLang="en-US" dirty="0">
                <a:solidFill>
                  <a:schemeClr val="bg1"/>
                </a:solidFill>
              </a:rPr>
              <a:t>这些粒子在空间的排列方式如何？</a:t>
            </a:r>
          </a:p>
        </p:txBody>
      </p:sp>
      <p:sp>
        <p:nvSpPr>
          <p:cNvPr id="27656" name="灯片编号占位符 1">
            <a:extLst>
              <a:ext uri="{FF2B5EF4-FFF2-40B4-BE49-F238E27FC236}">
                <a16:creationId xmlns:a16="http://schemas.microsoft.com/office/drawing/2014/main" id="{3840D83B-72FD-4D26-955B-90B2771484F6}"/>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E104430A-1EC6-44AE-88F4-91C26FB914C6}" type="slidenum">
              <a:rPr lang="en-US" altLang="zh-CN" b="0">
                <a:solidFill>
                  <a:srgbClr val="FF00FF"/>
                </a:solidFill>
              </a:rPr>
              <a:pPr eaLnBrk="1" hangingPunct="1"/>
              <a:t>28</a:t>
            </a:fld>
            <a:r>
              <a:rPr lang="en-US" altLang="zh-CN" b="0">
                <a:solidFill>
                  <a:srgbClr val="FF00FF"/>
                </a:solidFill>
              </a:rPr>
              <a:t>/40</a:t>
            </a:r>
          </a:p>
        </p:txBody>
      </p:sp>
      <p:sp>
        <p:nvSpPr>
          <p:cNvPr id="9" name="Rectangle 4">
            <a:extLst>
              <a:ext uri="{FF2B5EF4-FFF2-40B4-BE49-F238E27FC236}">
                <a16:creationId xmlns:a16="http://schemas.microsoft.com/office/drawing/2014/main" id="{52C04A5D-488D-4634-BAC5-1A0D392E7E92}"/>
              </a:ext>
            </a:extLst>
          </p:cNvPr>
          <p:cNvSpPr>
            <a:spLocks noChangeArrowheads="1"/>
          </p:cNvSpPr>
          <p:nvPr/>
        </p:nvSpPr>
        <p:spPr bwMode="auto">
          <a:xfrm>
            <a:off x="517676" y="4755323"/>
            <a:ext cx="1166664"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dirty="0">
                <a:solidFill>
                  <a:srgbClr val="FFFF00"/>
                </a:solidFill>
                <a:latin typeface="宋体" panose="02010600030101010101" pitchFamily="2" charset="-122"/>
              </a:rPr>
              <a:t>晶格</a:t>
            </a:r>
            <a:endParaRPr lang="zh-CN" altLang="en-US" dirty="0">
              <a:solidFill>
                <a:schemeClr val="bg1"/>
              </a:solidFill>
              <a:latin typeface="宋体" panose="02010600030101010101" pitchFamily="2" charset="-122"/>
            </a:endParaRPr>
          </a:p>
        </p:txBody>
      </p:sp>
      <p:sp>
        <p:nvSpPr>
          <p:cNvPr id="10" name="Rectangle 6">
            <a:extLst>
              <a:ext uri="{FF2B5EF4-FFF2-40B4-BE49-F238E27FC236}">
                <a16:creationId xmlns:a16="http://schemas.microsoft.com/office/drawing/2014/main" id="{CCE10304-5CF1-4313-8AA2-491B8C91C667}"/>
              </a:ext>
            </a:extLst>
          </p:cNvPr>
          <p:cNvSpPr>
            <a:spLocks noChangeArrowheads="1"/>
          </p:cNvSpPr>
          <p:nvPr/>
        </p:nvSpPr>
        <p:spPr bwMode="auto">
          <a:xfrm>
            <a:off x="539552" y="3676253"/>
            <a:ext cx="788722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110000"/>
              </a:lnSpc>
            </a:pPr>
            <a:r>
              <a:rPr lang="zh-CN" altLang="en-US" dirty="0">
                <a:solidFill>
                  <a:schemeClr val="bg1"/>
                </a:solidFill>
                <a:latin typeface="宋体" panose="02010600030101010101" pitchFamily="2" charset="-122"/>
              </a:rPr>
              <a:t>原子、原子间距不同，但有相同排列规则，这些原子构成的晶体具有相同的晶格</a:t>
            </a:r>
            <a:r>
              <a:rPr lang="en-US" altLang="zh-CN" dirty="0">
                <a:solidFill>
                  <a:schemeClr val="bg1"/>
                </a:solidFill>
                <a:latin typeface="宋体" panose="02010600030101010101" pitchFamily="2" charset="-122"/>
              </a:rPr>
              <a:t>——</a:t>
            </a:r>
            <a:r>
              <a:rPr lang="zh-CN" altLang="en-US" dirty="0">
                <a:solidFill>
                  <a:schemeClr val="bg1"/>
                </a:solidFill>
              </a:rPr>
              <a:t>如</a:t>
            </a:r>
            <a:r>
              <a:rPr lang="en-US" altLang="zh-CN" dirty="0">
                <a:solidFill>
                  <a:srgbClr val="FFFF00"/>
                </a:solidFill>
              </a:rPr>
              <a:t>Cu</a:t>
            </a:r>
            <a:r>
              <a:rPr lang="zh-CN" altLang="en-US" dirty="0">
                <a:solidFill>
                  <a:schemeClr val="bg1"/>
                </a:solidFill>
              </a:rPr>
              <a:t>和</a:t>
            </a:r>
            <a:r>
              <a:rPr lang="en-US" altLang="zh-CN" dirty="0">
                <a:solidFill>
                  <a:srgbClr val="FFFF00"/>
                </a:solidFill>
              </a:rPr>
              <a:t>Ag</a:t>
            </a:r>
            <a:r>
              <a:rPr lang="zh-CN" altLang="en-US" dirty="0">
                <a:solidFill>
                  <a:schemeClr val="bg1"/>
                </a:solidFill>
              </a:rPr>
              <a:t>；</a:t>
            </a:r>
            <a:r>
              <a:rPr lang="en-US" altLang="zh-CN" dirty="0">
                <a:solidFill>
                  <a:srgbClr val="FFFF00"/>
                </a:solidFill>
              </a:rPr>
              <a:t>Ge</a:t>
            </a:r>
            <a:r>
              <a:rPr lang="zh-CN" altLang="en-US" dirty="0">
                <a:solidFill>
                  <a:schemeClr val="bg1"/>
                </a:solidFill>
              </a:rPr>
              <a:t>和</a:t>
            </a:r>
            <a:r>
              <a:rPr lang="en-US" altLang="zh-CN" dirty="0">
                <a:solidFill>
                  <a:srgbClr val="FFFF00"/>
                </a:solidFill>
              </a:rPr>
              <a:t>Si</a:t>
            </a:r>
            <a:r>
              <a:rPr lang="zh-CN" altLang="en-US" dirty="0">
                <a:solidFill>
                  <a:schemeClr val="bg1"/>
                </a:solidFill>
              </a:rPr>
              <a:t>等等</a:t>
            </a:r>
          </a:p>
        </p:txBody>
      </p:sp>
      <p:sp>
        <p:nvSpPr>
          <p:cNvPr id="11" name="Rectangle 4">
            <a:extLst>
              <a:ext uri="{FF2B5EF4-FFF2-40B4-BE49-F238E27FC236}">
                <a16:creationId xmlns:a16="http://schemas.microsoft.com/office/drawing/2014/main" id="{482E7A2C-63E5-4757-82A1-5F47B0A99F43}"/>
              </a:ext>
            </a:extLst>
          </p:cNvPr>
          <p:cNvSpPr>
            <a:spLocks noChangeArrowheads="1"/>
          </p:cNvSpPr>
          <p:nvPr/>
        </p:nvSpPr>
        <p:spPr bwMode="auto">
          <a:xfrm>
            <a:off x="1316359" y="4768825"/>
            <a:ext cx="75041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dirty="0">
                <a:solidFill>
                  <a:srgbClr val="FFFF00"/>
                </a:solidFill>
                <a:latin typeface="宋体" panose="02010600030101010101" pitchFamily="2" charset="-122"/>
              </a:rPr>
              <a:t>— </a:t>
            </a:r>
            <a:r>
              <a:rPr lang="zh-CN" altLang="en-US" dirty="0">
                <a:solidFill>
                  <a:srgbClr val="FFFF00"/>
                </a:solidFill>
                <a:latin typeface="宋体" panose="02010600030101010101" pitchFamily="2" charset="-122"/>
              </a:rPr>
              <a:t>晶体中原子排列的具体形式 </a:t>
            </a:r>
            <a:r>
              <a:rPr lang="zh-CN" altLang="en-US" dirty="0">
                <a:solidFill>
                  <a:schemeClr val="bg1"/>
                </a:solidFill>
                <a:latin typeface="宋体" panose="02010600030101010101" pitchFamily="2" charset="-122"/>
              </a:rPr>
              <a:t>（空间点阵）</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dissolve">
                                      <p:cBhvr>
                                        <p:cTn id="12" dur="500"/>
                                        <p:tgtEl>
                                          <p:spTgt spid="9">
                                            <p:txEl>
                                              <p:pRg st="0" end="0"/>
                                            </p:txEl>
                                          </p:spTgt>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1">
                                            <p:txEl>
                                              <p:pRg st="0" end="0"/>
                                            </p:txEl>
                                          </p:spTgt>
                                        </p:tgtEl>
                                        <p:attrNameLst>
                                          <p:attrName>style.visibility</p:attrName>
                                        </p:attrNameLst>
                                      </p:cBhvr>
                                      <p:to>
                                        <p:strVal val="visible"/>
                                      </p:to>
                                    </p:set>
                                    <p:animEffect transition="in" filter="dissolve">
                                      <p:cBhvr>
                                        <p:cTn id="16"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advAuto="0"/>
      <p:bldP spid="10" grpId="0" autoUpdateAnimBg="0"/>
      <p:bldP spid="11" grpId="0" build="p" autoUpdateAnimBg="0" advAuto="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3138" name="Picture 2" descr="https://www.51wendang.com/pic/f6fd80d68ca5a07497f0e0f3/12-810-jpg_6-1080-0-0-1080.jpg">
            <a:extLst>
              <a:ext uri="{FF2B5EF4-FFF2-40B4-BE49-F238E27FC236}">
                <a16:creationId xmlns:a16="http://schemas.microsoft.com/office/drawing/2014/main" id="{89D8689F-E994-482B-8BD4-C9FF796A04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340177"/>
            <a:ext cx="7200800" cy="54006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1ADDBCFB-8834-4A43-A1B5-1ECA8C76C1F8}"/>
              </a:ext>
            </a:extLst>
          </p:cNvPr>
          <p:cNvSpPr>
            <a:spLocks noChangeArrowheads="1"/>
          </p:cNvSpPr>
          <p:nvPr/>
        </p:nvSpPr>
        <p:spPr bwMode="auto">
          <a:xfrm>
            <a:off x="395536" y="5745581"/>
            <a:ext cx="8568952" cy="923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lnSpc>
                <a:spcPts val="3400"/>
              </a:lnSpc>
            </a:pPr>
            <a:r>
              <a:rPr lang="zh-CN" altLang="en-US" dirty="0">
                <a:solidFill>
                  <a:schemeClr val="bg1"/>
                </a:solidFill>
              </a:rPr>
              <a:t>晶体</a:t>
            </a:r>
            <a:r>
              <a:rPr lang="en-US" altLang="zh-CN" dirty="0">
                <a:solidFill>
                  <a:schemeClr val="bg1"/>
                </a:solidFill>
              </a:rPr>
              <a:t>7</a:t>
            </a:r>
            <a:r>
              <a:rPr lang="zh-CN" altLang="en-US" dirty="0">
                <a:solidFill>
                  <a:schemeClr val="bg1"/>
                </a:solidFill>
              </a:rPr>
              <a:t>大晶系、</a:t>
            </a:r>
            <a:r>
              <a:rPr lang="en-US" altLang="zh-CN" dirty="0">
                <a:solidFill>
                  <a:schemeClr val="bg1"/>
                </a:solidFill>
              </a:rPr>
              <a:t>14</a:t>
            </a:r>
            <a:r>
              <a:rPr lang="zh-CN" altLang="en-US" dirty="0">
                <a:solidFill>
                  <a:schemeClr val="bg1"/>
                </a:solidFill>
              </a:rPr>
              <a:t>种晶格（根据</a:t>
            </a:r>
            <a:r>
              <a:rPr lang="zh-CN" altLang="en-US" dirty="0">
                <a:solidFill>
                  <a:srgbClr val="FFFF00"/>
                </a:solidFill>
              </a:rPr>
              <a:t>晶胞的三条棱边</a:t>
            </a:r>
            <a:r>
              <a:rPr lang="zh-CN" altLang="en-US" dirty="0">
                <a:solidFill>
                  <a:schemeClr val="bg1"/>
                </a:solidFill>
              </a:rPr>
              <a:t>是否相等以及是否正交）。常见</a:t>
            </a:r>
            <a:r>
              <a:rPr lang="en-US" altLang="zh-CN" dirty="0">
                <a:solidFill>
                  <a:schemeClr val="bg1"/>
                </a:solidFill>
              </a:rPr>
              <a:t>3</a:t>
            </a:r>
            <a:r>
              <a:rPr lang="zh-CN" altLang="en-US" dirty="0">
                <a:solidFill>
                  <a:schemeClr val="bg1"/>
                </a:solidFill>
              </a:rPr>
              <a:t>种晶格：简单立方、体心立方、面心立方</a:t>
            </a:r>
          </a:p>
        </p:txBody>
      </p:sp>
      <p:sp>
        <p:nvSpPr>
          <p:cNvPr id="5" name="灯片编号占位符 1">
            <a:extLst>
              <a:ext uri="{FF2B5EF4-FFF2-40B4-BE49-F238E27FC236}">
                <a16:creationId xmlns:a16="http://schemas.microsoft.com/office/drawing/2014/main" id="{BD12BFE2-D493-4AEE-8BBC-4E644B061DEF}"/>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C87E5BCE-BEFA-42FF-927D-D96C6BCE7D0F}" type="slidenum">
              <a:rPr lang="en-US" altLang="zh-CN" b="0">
                <a:solidFill>
                  <a:srgbClr val="FF00FF"/>
                </a:solidFill>
              </a:rPr>
              <a:pPr eaLnBrk="1" hangingPunct="1"/>
              <a:t>29</a:t>
            </a:fld>
            <a:r>
              <a:rPr lang="en-US" altLang="zh-CN" b="0" dirty="0">
                <a:solidFill>
                  <a:srgbClr val="FF00FF"/>
                </a:solidFill>
              </a:rPr>
              <a:t>/40</a:t>
            </a:r>
          </a:p>
        </p:txBody>
      </p:sp>
    </p:spTree>
    <p:extLst>
      <p:ext uri="{BB962C8B-B14F-4D97-AF65-F5344CB8AC3E}">
        <p14:creationId xmlns:p14="http://schemas.microsoft.com/office/powerpoint/2010/main" val="2381389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XCH001_001_00">
            <a:extLst>
              <a:ext uri="{FF2B5EF4-FFF2-40B4-BE49-F238E27FC236}">
                <a16:creationId xmlns:a16="http://schemas.microsoft.com/office/drawing/2014/main" id="{4C5B0836-A7B5-4A97-A73B-ACCBBCF3B08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782" y="764704"/>
            <a:ext cx="3043200" cy="23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descr="XCH001_001_01">
            <a:extLst>
              <a:ext uri="{FF2B5EF4-FFF2-40B4-BE49-F238E27FC236}">
                <a16:creationId xmlns:a16="http://schemas.microsoft.com/office/drawing/2014/main" id="{F6E2181E-3DDC-47AE-9597-E71C9E6E9C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7783" y="764704"/>
            <a:ext cx="3039601" cy="23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5">
            <a:extLst>
              <a:ext uri="{FF2B5EF4-FFF2-40B4-BE49-F238E27FC236}">
                <a16:creationId xmlns:a16="http://schemas.microsoft.com/office/drawing/2014/main" id="{C016B70E-8159-47B5-BC26-EAAC0FCE97C4}"/>
              </a:ext>
            </a:extLst>
          </p:cNvPr>
          <p:cNvSpPr>
            <a:spLocks noChangeArrowheads="1"/>
          </p:cNvSpPr>
          <p:nvPr/>
        </p:nvSpPr>
        <p:spPr bwMode="auto">
          <a:xfrm>
            <a:off x="385763" y="188640"/>
            <a:ext cx="53292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FFFF00"/>
                </a:solidFill>
                <a:latin typeface="宋体" panose="02010600030101010101" pitchFamily="2" charset="-122"/>
              </a:rPr>
              <a:t>1.</a:t>
            </a:r>
            <a:r>
              <a:rPr lang="zh-CN" altLang="en-US" dirty="0">
                <a:solidFill>
                  <a:srgbClr val="FFFF00"/>
                </a:solidFill>
                <a:latin typeface="宋体" panose="02010600030101010101" pitchFamily="2" charset="-122"/>
              </a:rPr>
              <a:t>简单立方晶格 </a:t>
            </a:r>
            <a:r>
              <a:rPr lang="en-US" altLang="zh-CN" dirty="0">
                <a:solidFill>
                  <a:srgbClr val="FFFF00"/>
                </a:solidFill>
              </a:rPr>
              <a:t>(simple cubic, </a:t>
            </a:r>
            <a:r>
              <a:rPr lang="en-US" altLang="zh-CN" dirty="0" err="1">
                <a:solidFill>
                  <a:srgbClr val="FFFF00"/>
                </a:solidFill>
              </a:rPr>
              <a:t>sc</a:t>
            </a:r>
            <a:r>
              <a:rPr lang="en-US" altLang="zh-CN" dirty="0">
                <a:solidFill>
                  <a:srgbClr val="FFFF00"/>
                </a:solidFill>
              </a:rPr>
              <a:t>) </a:t>
            </a:r>
          </a:p>
        </p:txBody>
      </p:sp>
      <p:pic>
        <p:nvPicPr>
          <p:cNvPr id="9" name="Picture 8" descr="XCH001_002">
            <a:extLst>
              <a:ext uri="{FF2B5EF4-FFF2-40B4-BE49-F238E27FC236}">
                <a16:creationId xmlns:a16="http://schemas.microsoft.com/office/drawing/2014/main" id="{2B6EE5DC-0DBE-4053-81E7-2693B2E6D9C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38312" y="768841"/>
            <a:ext cx="3042000" cy="23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a:extLst>
              <a:ext uri="{FF2B5EF4-FFF2-40B4-BE49-F238E27FC236}">
                <a16:creationId xmlns:a16="http://schemas.microsoft.com/office/drawing/2014/main" id="{4BEA9DA4-1665-4CC0-A954-A64E75AC04C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4618" y="764704"/>
            <a:ext cx="3453326" cy="2340000"/>
          </a:xfrm>
          <a:prstGeom prst="rect">
            <a:avLst/>
          </a:prstGeom>
        </p:spPr>
      </p:pic>
      <p:sp>
        <p:nvSpPr>
          <p:cNvPr id="17" name="灯片编号占位符 1">
            <a:extLst>
              <a:ext uri="{FF2B5EF4-FFF2-40B4-BE49-F238E27FC236}">
                <a16:creationId xmlns:a16="http://schemas.microsoft.com/office/drawing/2014/main" id="{6E3DAADE-6763-4A81-A3AA-29E80C95FB9A}"/>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C87E5BCE-BEFA-42FF-927D-D96C6BCE7D0F}" type="slidenum">
              <a:rPr lang="en-US" altLang="zh-CN" b="0">
                <a:solidFill>
                  <a:srgbClr val="FF00FF"/>
                </a:solidFill>
              </a:rPr>
              <a:pPr eaLnBrk="1" hangingPunct="1"/>
              <a:t>30</a:t>
            </a:fld>
            <a:r>
              <a:rPr lang="en-US" altLang="zh-CN" b="0" dirty="0">
                <a:solidFill>
                  <a:srgbClr val="FF00FF"/>
                </a:solidFill>
              </a:rPr>
              <a:t>/40</a:t>
            </a:r>
          </a:p>
        </p:txBody>
      </p:sp>
      <p:sp>
        <p:nvSpPr>
          <p:cNvPr id="18" name="Rectangle 2">
            <a:extLst>
              <a:ext uri="{FF2B5EF4-FFF2-40B4-BE49-F238E27FC236}">
                <a16:creationId xmlns:a16="http://schemas.microsoft.com/office/drawing/2014/main" id="{E3162B89-9EAD-41AA-BAA6-AFF8932FC933}"/>
              </a:ext>
            </a:extLst>
          </p:cNvPr>
          <p:cNvSpPr>
            <a:spLocks noChangeArrowheads="1"/>
          </p:cNvSpPr>
          <p:nvPr/>
        </p:nvSpPr>
        <p:spPr bwMode="auto">
          <a:xfrm>
            <a:off x="394146" y="3212976"/>
            <a:ext cx="8642350" cy="461963"/>
          </a:xfrm>
          <a:prstGeom prst="rect">
            <a:avLst/>
          </a:prstGeom>
          <a:noFill/>
          <a:ln>
            <a:noFill/>
          </a:ln>
          <a:effectLst/>
          <a:extLst/>
        </p:spPr>
        <p:txBody>
          <a:bodyPr>
            <a:spAutoFit/>
          </a:bodyPr>
          <a:lstStyle>
            <a:lvl1pPr>
              <a:defRPr sz="2800">
                <a:solidFill>
                  <a:srgbClr val="0000FF"/>
                </a:solidFill>
                <a:latin typeface="Times New Roman" panose="02020603050405020304" pitchFamily="18" charset="0"/>
                <a:ea typeface="幼圆" panose="02010509060101010101" pitchFamily="49" charset="-122"/>
              </a:defRPr>
            </a:lvl1pPr>
            <a:lvl2pPr marL="742950" indent="-285750">
              <a:defRPr sz="2800">
                <a:solidFill>
                  <a:srgbClr val="0000FF"/>
                </a:solidFill>
                <a:latin typeface="Times New Roman" panose="02020603050405020304" pitchFamily="18" charset="0"/>
                <a:ea typeface="幼圆" panose="02010509060101010101" pitchFamily="49" charset="-122"/>
              </a:defRPr>
            </a:lvl2pPr>
            <a:lvl3pPr marL="1143000" indent="-228600">
              <a:defRPr sz="2800">
                <a:solidFill>
                  <a:srgbClr val="0000FF"/>
                </a:solidFill>
                <a:latin typeface="Times New Roman" panose="02020603050405020304" pitchFamily="18" charset="0"/>
                <a:ea typeface="幼圆" panose="02010509060101010101" pitchFamily="49" charset="-122"/>
              </a:defRPr>
            </a:lvl3pPr>
            <a:lvl4pPr marL="1600200" indent="-228600">
              <a:defRPr sz="2800">
                <a:solidFill>
                  <a:srgbClr val="0000FF"/>
                </a:solidFill>
                <a:latin typeface="Times New Roman" panose="02020603050405020304" pitchFamily="18" charset="0"/>
                <a:ea typeface="幼圆" panose="02010509060101010101" pitchFamily="49" charset="-122"/>
              </a:defRPr>
            </a:lvl4pPr>
            <a:lvl5pPr marL="2057400" indent="-228600">
              <a:defRPr sz="2800">
                <a:solidFill>
                  <a:srgbClr val="0000FF"/>
                </a:solidFill>
                <a:latin typeface="Times New Roman" panose="02020603050405020304" pitchFamily="18" charset="0"/>
                <a:ea typeface="幼圆" panose="02010509060101010101" pitchFamily="49" charset="-122"/>
              </a:defRPr>
            </a:lvl5pPr>
            <a:lvl6pPr marL="25146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6pPr>
            <a:lvl7pPr marL="29718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7pPr>
            <a:lvl8pPr marL="34290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8pPr>
            <a:lvl9pPr marL="38862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9pPr>
          </a:lstStyle>
          <a:p>
            <a:pPr eaLnBrk="1" hangingPunct="1">
              <a:defRPr/>
            </a:pPr>
            <a:r>
              <a:rPr lang="en-US" altLang="zh-CN" sz="2400" dirty="0">
                <a:solidFill>
                  <a:srgbClr val="FFFF00"/>
                </a:solidFill>
                <a:latin typeface="+mj-ea"/>
                <a:ea typeface="+mj-ea"/>
              </a:rPr>
              <a:t>2.</a:t>
            </a:r>
            <a:r>
              <a:rPr lang="zh-CN" altLang="en-US" sz="2400" dirty="0">
                <a:solidFill>
                  <a:srgbClr val="FFFF00"/>
                </a:solidFill>
                <a:latin typeface="+mj-ea"/>
                <a:ea typeface="+mj-ea"/>
              </a:rPr>
              <a:t>体心立方晶格 </a:t>
            </a:r>
            <a:r>
              <a:rPr lang="en-US" altLang="zh-CN" sz="2400" dirty="0">
                <a:solidFill>
                  <a:srgbClr val="FFFF00"/>
                </a:solidFill>
                <a:latin typeface="+mj-lt"/>
                <a:ea typeface="+mn-ea"/>
              </a:rPr>
              <a:t>(body-centered cubic, bcc) </a:t>
            </a:r>
          </a:p>
        </p:txBody>
      </p:sp>
      <p:pic>
        <p:nvPicPr>
          <p:cNvPr id="21" name="Picture 6" descr="XCH001_004">
            <a:extLst>
              <a:ext uri="{FF2B5EF4-FFF2-40B4-BE49-F238E27FC236}">
                <a16:creationId xmlns:a16="http://schemas.microsoft.com/office/drawing/2014/main" id="{53600416-19A9-4A9A-8BCF-240F1086B3A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5873" y="3789320"/>
            <a:ext cx="3011559" cy="23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21">
            <a:extLst>
              <a:ext uri="{FF2B5EF4-FFF2-40B4-BE49-F238E27FC236}">
                <a16:creationId xmlns:a16="http://schemas.microsoft.com/office/drawing/2014/main" id="{EC63E8E7-3E09-4E82-A01E-2224DAFBA93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61950" y="3788972"/>
            <a:ext cx="4298082" cy="2340000"/>
          </a:xfrm>
          <a:prstGeom prst="rect">
            <a:avLst/>
          </a:prstGeom>
        </p:spPr>
      </p:pic>
      <p:pic>
        <p:nvPicPr>
          <p:cNvPr id="23" name="Picture 7" descr="XCH001_003">
            <a:extLst>
              <a:ext uri="{FF2B5EF4-FFF2-40B4-BE49-F238E27FC236}">
                <a16:creationId xmlns:a16="http://schemas.microsoft.com/office/drawing/2014/main" id="{A2F8064C-6640-4489-8273-6DA91050EBE1}"/>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14830"/>
          <a:stretch/>
        </p:blipFill>
        <p:spPr bwMode="auto">
          <a:xfrm>
            <a:off x="5220072" y="3788972"/>
            <a:ext cx="2565221" cy="23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5A4F55AC-62D1-4DE9-BB1E-0D144955CB95}"/>
              </a:ext>
            </a:extLst>
          </p:cNvPr>
          <p:cNvSpPr/>
          <p:nvPr/>
        </p:nvSpPr>
        <p:spPr>
          <a:xfrm>
            <a:off x="7376940" y="1595134"/>
            <a:ext cx="1731564" cy="1200329"/>
          </a:xfrm>
          <a:prstGeom prst="rect">
            <a:avLst/>
          </a:prstGeom>
        </p:spPr>
        <p:txBody>
          <a:bodyPr wrap="square">
            <a:spAutoFit/>
          </a:bodyPr>
          <a:lstStyle/>
          <a:p>
            <a:r>
              <a:rPr lang="zh-CN" altLang="en-US" dirty="0">
                <a:solidFill>
                  <a:schemeClr val="bg1"/>
                </a:solidFill>
              </a:rPr>
              <a:t>排列方式：</a:t>
            </a:r>
            <a:endParaRPr lang="en-US" altLang="zh-CN" dirty="0">
              <a:solidFill>
                <a:schemeClr val="bg1"/>
              </a:solidFill>
            </a:endParaRPr>
          </a:p>
          <a:p>
            <a:r>
              <a:rPr lang="en-US" altLang="zh-CN" dirty="0">
                <a:solidFill>
                  <a:schemeClr val="bg1"/>
                </a:solidFill>
              </a:rPr>
              <a:t>AA  </a:t>
            </a:r>
            <a:r>
              <a:rPr lang="en-US" altLang="zh-CN" dirty="0" err="1">
                <a:solidFill>
                  <a:schemeClr val="bg1"/>
                </a:solidFill>
              </a:rPr>
              <a:t>AA</a:t>
            </a:r>
            <a:r>
              <a:rPr lang="en-US" altLang="zh-CN" dirty="0">
                <a:solidFill>
                  <a:schemeClr val="bg1"/>
                </a:solidFill>
              </a:rPr>
              <a:t> …</a:t>
            </a:r>
          </a:p>
          <a:p>
            <a:r>
              <a:rPr lang="zh-CN" altLang="en-US" dirty="0">
                <a:solidFill>
                  <a:schemeClr val="bg1"/>
                </a:solidFill>
              </a:rPr>
              <a:t>钋（Po）</a:t>
            </a:r>
          </a:p>
        </p:txBody>
      </p:sp>
      <p:sp>
        <p:nvSpPr>
          <p:cNvPr id="25" name="Rectangle 5">
            <a:extLst>
              <a:ext uri="{FF2B5EF4-FFF2-40B4-BE49-F238E27FC236}">
                <a16:creationId xmlns:a16="http://schemas.microsoft.com/office/drawing/2014/main" id="{722E8434-617D-4E36-89C9-45BA2E7C440E}"/>
              </a:ext>
            </a:extLst>
          </p:cNvPr>
          <p:cNvSpPr>
            <a:spLocks noChangeArrowheads="1"/>
          </p:cNvSpPr>
          <p:nvPr/>
        </p:nvSpPr>
        <p:spPr bwMode="auto">
          <a:xfrm>
            <a:off x="827584" y="6251461"/>
            <a:ext cx="401424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dirty="0">
                <a:solidFill>
                  <a:schemeClr val="bg1"/>
                </a:solidFill>
              </a:rPr>
              <a:t>排列方式</a:t>
            </a:r>
            <a:r>
              <a:rPr lang="en-US" altLang="zh-CN" dirty="0">
                <a:solidFill>
                  <a:schemeClr val="bg1"/>
                </a:solidFill>
              </a:rPr>
              <a:t>:</a:t>
            </a:r>
            <a:r>
              <a:rPr lang="zh-CN" altLang="en-US" dirty="0">
                <a:solidFill>
                  <a:schemeClr val="bg1"/>
                </a:solidFill>
              </a:rPr>
              <a:t>  </a:t>
            </a:r>
            <a:r>
              <a:rPr lang="en-US" altLang="zh-CN" dirty="0">
                <a:solidFill>
                  <a:schemeClr val="bg1"/>
                </a:solidFill>
              </a:rPr>
              <a:t>AB  </a:t>
            </a:r>
            <a:r>
              <a:rPr lang="en-US" altLang="zh-CN" dirty="0" err="1">
                <a:solidFill>
                  <a:schemeClr val="bg1"/>
                </a:solidFill>
              </a:rPr>
              <a:t>AB</a:t>
            </a:r>
            <a:r>
              <a:rPr lang="en-US" altLang="zh-CN" dirty="0">
                <a:solidFill>
                  <a:schemeClr val="bg1"/>
                </a:solidFill>
              </a:rPr>
              <a:t>  …</a:t>
            </a:r>
          </a:p>
        </p:txBody>
      </p:sp>
      <p:sp>
        <p:nvSpPr>
          <p:cNvPr id="26" name="Rectangle 8">
            <a:extLst>
              <a:ext uri="{FF2B5EF4-FFF2-40B4-BE49-F238E27FC236}">
                <a16:creationId xmlns:a16="http://schemas.microsoft.com/office/drawing/2014/main" id="{9ED70E7B-550C-4416-A181-29D3F091D4DA}"/>
              </a:ext>
            </a:extLst>
          </p:cNvPr>
          <p:cNvSpPr>
            <a:spLocks noChangeArrowheads="1"/>
          </p:cNvSpPr>
          <p:nvPr/>
        </p:nvSpPr>
        <p:spPr bwMode="auto">
          <a:xfrm>
            <a:off x="4499992" y="6251461"/>
            <a:ext cx="4298083" cy="461963"/>
          </a:xfrm>
          <a:prstGeom prst="rect">
            <a:avLst/>
          </a:prstGeom>
          <a:noFill/>
          <a:ln>
            <a:noFill/>
          </a:ln>
          <a:effectLst/>
          <a:extLst/>
        </p:spPr>
        <p:txBody>
          <a:bodyPr wrap="square">
            <a:spAutoFit/>
          </a:bodyPr>
          <a:lstStyle>
            <a:lvl1pPr>
              <a:defRPr sz="2800">
                <a:solidFill>
                  <a:srgbClr val="0000FF"/>
                </a:solidFill>
                <a:latin typeface="Times New Roman" panose="02020603050405020304" pitchFamily="18" charset="0"/>
                <a:ea typeface="幼圆" panose="02010509060101010101" pitchFamily="49" charset="-122"/>
              </a:defRPr>
            </a:lvl1pPr>
            <a:lvl2pPr marL="742950" indent="-285750">
              <a:defRPr sz="2800">
                <a:solidFill>
                  <a:srgbClr val="0000FF"/>
                </a:solidFill>
                <a:latin typeface="Times New Roman" panose="02020603050405020304" pitchFamily="18" charset="0"/>
                <a:ea typeface="幼圆" panose="02010509060101010101" pitchFamily="49" charset="-122"/>
              </a:defRPr>
            </a:lvl2pPr>
            <a:lvl3pPr marL="1143000" indent="-228600">
              <a:defRPr sz="2800">
                <a:solidFill>
                  <a:srgbClr val="0000FF"/>
                </a:solidFill>
                <a:latin typeface="Times New Roman" panose="02020603050405020304" pitchFamily="18" charset="0"/>
                <a:ea typeface="幼圆" panose="02010509060101010101" pitchFamily="49" charset="-122"/>
              </a:defRPr>
            </a:lvl3pPr>
            <a:lvl4pPr marL="1600200" indent="-228600">
              <a:defRPr sz="2800">
                <a:solidFill>
                  <a:srgbClr val="0000FF"/>
                </a:solidFill>
                <a:latin typeface="Times New Roman" panose="02020603050405020304" pitchFamily="18" charset="0"/>
                <a:ea typeface="幼圆" panose="02010509060101010101" pitchFamily="49" charset="-122"/>
              </a:defRPr>
            </a:lvl4pPr>
            <a:lvl5pPr marL="2057400" indent="-228600">
              <a:defRPr sz="2800">
                <a:solidFill>
                  <a:srgbClr val="0000FF"/>
                </a:solidFill>
                <a:latin typeface="Times New Roman" panose="02020603050405020304" pitchFamily="18" charset="0"/>
                <a:ea typeface="幼圆" panose="02010509060101010101" pitchFamily="49" charset="-122"/>
              </a:defRPr>
            </a:lvl5pPr>
            <a:lvl6pPr marL="25146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6pPr>
            <a:lvl7pPr marL="29718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7pPr>
            <a:lvl8pPr marL="34290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8pPr>
            <a:lvl9pPr marL="38862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9pPr>
          </a:lstStyle>
          <a:p>
            <a:pPr eaLnBrk="1" hangingPunct="1">
              <a:defRPr/>
            </a:pPr>
            <a:r>
              <a:rPr lang="en-US" altLang="zh-CN" sz="2400" dirty="0">
                <a:solidFill>
                  <a:srgbClr val="FFFF00"/>
                </a:solidFill>
                <a:latin typeface="+mn-lt"/>
                <a:ea typeface="+mn-ea"/>
              </a:rPr>
              <a:t>Li</a:t>
            </a:r>
            <a:r>
              <a:rPr lang="zh-CN" altLang="en-US" sz="2400" dirty="0">
                <a:solidFill>
                  <a:schemeClr val="bg1"/>
                </a:solidFill>
                <a:latin typeface="+mn-lt"/>
                <a:ea typeface="+mn-ea"/>
              </a:rPr>
              <a:t>、</a:t>
            </a:r>
            <a:r>
              <a:rPr lang="en-US" altLang="zh-CN" sz="2400" dirty="0">
                <a:solidFill>
                  <a:srgbClr val="FFFF00"/>
                </a:solidFill>
                <a:latin typeface="+mn-lt"/>
                <a:ea typeface="+mn-ea"/>
              </a:rPr>
              <a:t>Na</a:t>
            </a:r>
            <a:r>
              <a:rPr lang="zh-CN" altLang="en-US" sz="2400" dirty="0">
                <a:solidFill>
                  <a:schemeClr val="bg1"/>
                </a:solidFill>
                <a:latin typeface="+mn-lt"/>
                <a:ea typeface="+mn-ea"/>
              </a:rPr>
              <a:t>、</a:t>
            </a:r>
            <a:r>
              <a:rPr lang="en-US" altLang="zh-CN" sz="2400" dirty="0">
                <a:solidFill>
                  <a:srgbClr val="FFFF00"/>
                </a:solidFill>
                <a:latin typeface="+mn-lt"/>
                <a:ea typeface="+mn-ea"/>
              </a:rPr>
              <a:t>K</a:t>
            </a:r>
            <a:r>
              <a:rPr lang="zh-CN" altLang="en-US" sz="2400" dirty="0">
                <a:solidFill>
                  <a:schemeClr val="bg1"/>
                </a:solidFill>
                <a:latin typeface="+mn-lt"/>
                <a:ea typeface="+mn-ea"/>
              </a:rPr>
              <a:t>、</a:t>
            </a:r>
            <a:r>
              <a:rPr lang="en-US" altLang="zh-CN" sz="2400" dirty="0" err="1">
                <a:solidFill>
                  <a:srgbClr val="FFFF00"/>
                </a:solidFill>
                <a:latin typeface="+mn-lt"/>
                <a:ea typeface="+mn-ea"/>
              </a:rPr>
              <a:t>Rb</a:t>
            </a:r>
            <a:r>
              <a:rPr lang="zh-CN" altLang="en-US" sz="2400" dirty="0">
                <a:solidFill>
                  <a:schemeClr val="bg1"/>
                </a:solidFill>
                <a:latin typeface="+mn-lt"/>
                <a:ea typeface="+mn-ea"/>
              </a:rPr>
              <a:t>、</a:t>
            </a:r>
            <a:r>
              <a:rPr lang="en-US" altLang="zh-CN" sz="2400" dirty="0">
                <a:solidFill>
                  <a:srgbClr val="FFFF00"/>
                </a:solidFill>
                <a:latin typeface="+mn-lt"/>
                <a:ea typeface="+mn-ea"/>
              </a:rPr>
              <a:t>Cs</a:t>
            </a:r>
            <a:r>
              <a:rPr lang="zh-CN" altLang="en-US" sz="2400" dirty="0">
                <a:solidFill>
                  <a:schemeClr val="bg1"/>
                </a:solidFill>
                <a:latin typeface="+mn-lt"/>
                <a:ea typeface="+mn-ea"/>
              </a:rPr>
              <a:t>、</a:t>
            </a:r>
            <a:r>
              <a:rPr lang="en-US" altLang="zh-CN" sz="2400" dirty="0">
                <a:solidFill>
                  <a:srgbClr val="FFFF00"/>
                </a:solidFill>
                <a:latin typeface="+mn-lt"/>
                <a:ea typeface="+mn-ea"/>
              </a:rPr>
              <a:t>Fe</a:t>
            </a:r>
            <a:r>
              <a:rPr lang="en-US" altLang="zh-CN" sz="2400" dirty="0">
                <a:solidFill>
                  <a:schemeClr val="bg1"/>
                </a:solidFill>
                <a:latin typeface="+mn-lt"/>
                <a:ea typeface="+mn-ea"/>
              </a:rPr>
              <a:t> </a:t>
            </a:r>
            <a:r>
              <a:rPr lang="zh-CN" altLang="en-US" sz="2400" dirty="0">
                <a:solidFill>
                  <a:schemeClr val="bg1"/>
                </a:solidFill>
                <a:latin typeface="+mn-lt"/>
                <a:ea typeface="+mn-ea"/>
              </a:rPr>
              <a:t>等</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dissolve">
                                      <p:cBhvr>
                                        <p:cTn id="7" dur="500"/>
                                        <p:tgtEl>
                                          <p:spTgt spid="8">
                                            <p:txEl>
                                              <p:pRg st="0" end="0"/>
                                            </p:txEl>
                                          </p:spTgt>
                                        </p:tgtEl>
                                      </p:cBhvr>
                                    </p:animEffect>
                                  </p:childTnLst>
                                </p:cTn>
                              </p:par>
                            </p:childTnLst>
                          </p:cTn>
                        </p:par>
                      </p:childTnLst>
                    </p:cTn>
                  </p:par>
                  <p:par>
                    <p:cTn id="8" fill="hold">
                      <p:stCondLst>
                        <p:cond delay="indefinite"/>
                      </p:stCondLst>
                      <p:childTnLst>
                        <p:par>
                          <p:cTn id="9" fill="hold" nodeType="after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par>
                    <p:cTn id="23" fill="hold">
                      <p:stCondLst>
                        <p:cond delay="indefinite"/>
                      </p:stCondLst>
                      <p:childTnLst>
                        <p:par>
                          <p:cTn id="24" fill="hold" nodeType="afterGroup">
                            <p:stCondLst>
                              <p:cond delay="0"/>
                            </p:stCondLst>
                            <p:childTnLst>
                              <p:par>
                                <p:cTn id="25" presetID="9"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dissolv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dissolv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wipe(up)">
                                      <p:cBhvr>
                                        <p:cTn id="41" dur="50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wipe(up)">
                                      <p:cBhvr>
                                        <p:cTn id="46" dur="500"/>
                                        <p:tgtEl>
                                          <p:spTgt spid="22"/>
                                        </p:tgtEl>
                                      </p:cBhvr>
                                    </p:animEffect>
                                  </p:childTnLst>
                                </p:cTn>
                              </p:par>
                            </p:childTnLst>
                          </p:cTn>
                        </p:par>
                        <p:par>
                          <p:cTn id="47" fill="hold">
                            <p:stCondLst>
                              <p:cond delay="500"/>
                            </p:stCondLst>
                            <p:childTnLst>
                              <p:par>
                                <p:cTn id="48" presetID="9" presetClass="entr" presetSubtype="0" fill="hold" nodeType="after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dissolve">
                                      <p:cBhvr>
                                        <p:cTn id="50" dur="500"/>
                                        <p:tgtEl>
                                          <p:spTgt spid="23"/>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25">
                                            <p:txEl>
                                              <p:pRg st="0" end="0"/>
                                            </p:txEl>
                                          </p:spTgt>
                                        </p:tgtEl>
                                        <p:attrNameLst>
                                          <p:attrName>style.visibility</p:attrName>
                                        </p:attrNameLst>
                                      </p:cBhvr>
                                      <p:to>
                                        <p:strVal val="visible"/>
                                      </p:to>
                                    </p:set>
                                    <p:animEffect transition="in" filter="dissolve">
                                      <p:cBhvr>
                                        <p:cTn id="55" dur="500"/>
                                        <p:tgtEl>
                                          <p:spTgt spid="25">
                                            <p:txEl>
                                              <p:pRg st="0" end="0"/>
                                            </p:txEl>
                                          </p:spTgt>
                                        </p:tgtEl>
                                      </p:cBhvr>
                                    </p:animEffect>
                                  </p:childTnLst>
                                </p:cTn>
                              </p:par>
                            </p:childTnLst>
                          </p:cTn>
                        </p:par>
                        <p:par>
                          <p:cTn id="56" fill="hold">
                            <p:stCondLst>
                              <p:cond delay="500"/>
                            </p:stCondLst>
                            <p:childTnLst>
                              <p:par>
                                <p:cTn id="57" presetID="9" presetClass="entr" presetSubtype="0" fill="hold" grpId="0" nodeType="afterEffect">
                                  <p:stCondLst>
                                    <p:cond delay="0"/>
                                  </p:stCondLst>
                                  <p:childTnLst>
                                    <p:set>
                                      <p:cBhvr>
                                        <p:cTn id="58" dur="1" fill="hold">
                                          <p:stCondLst>
                                            <p:cond delay="0"/>
                                          </p:stCondLst>
                                        </p:cTn>
                                        <p:tgtEl>
                                          <p:spTgt spid="26">
                                            <p:txEl>
                                              <p:pRg st="0" end="0"/>
                                            </p:txEl>
                                          </p:spTgt>
                                        </p:tgtEl>
                                        <p:attrNameLst>
                                          <p:attrName>style.visibility</p:attrName>
                                        </p:attrNameLst>
                                      </p:cBhvr>
                                      <p:to>
                                        <p:strVal val="visible"/>
                                      </p:to>
                                    </p:set>
                                    <p:animEffect transition="in" filter="dissolve">
                                      <p:cBhvr>
                                        <p:cTn id="59"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utoUpdateAnimBg="0"/>
      <p:bldP spid="18" grpId="0"/>
      <p:bldP spid="10" grpId="0"/>
      <p:bldP spid="25" grpId="0" build="p" autoUpdateAnimBg="0" advAuto="0"/>
      <p:bldP spid="26" grpId="0" build="p" autoUpdateAnimBg="0" advAuto="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FB06DE5-C993-4509-8359-75DEEFD64C03}"/>
              </a:ext>
            </a:extLst>
          </p:cNvPr>
          <p:cNvSpPr>
            <a:spLocks noChangeArrowheads="1"/>
          </p:cNvSpPr>
          <p:nvPr/>
        </p:nvSpPr>
        <p:spPr bwMode="auto">
          <a:xfrm>
            <a:off x="330200" y="188640"/>
            <a:ext cx="8027988" cy="461962"/>
          </a:xfrm>
          <a:prstGeom prst="rect">
            <a:avLst/>
          </a:prstGeom>
          <a:noFill/>
          <a:ln>
            <a:noFill/>
          </a:ln>
          <a:effectLst/>
          <a:extLst/>
        </p:spPr>
        <p:txBody>
          <a:bodyPr>
            <a:spAutoFit/>
          </a:bodyPr>
          <a:lstStyle>
            <a:lvl1pPr>
              <a:defRPr sz="2800">
                <a:solidFill>
                  <a:srgbClr val="0000FF"/>
                </a:solidFill>
                <a:latin typeface="Times New Roman" panose="02020603050405020304" pitchFamily="18" charset="0"/>
                <a:ea typeface="幼圆" panose="02010509060101010101" pitchFamily="49" charset="-122"/>
              </a:defRPr>
            </a:lvl1pPr>
            <a:lvl2pPr marL="742950" indent="-285750">
              <a:defRPr sz="2800">
                <a:solidFill>
                  <a:srgbClr val="0000FF"/>
                </a:solidFill>
                <a:latin typeface="Times New Roman" panose="02020603050405020304" pitchFamily="18" charset="0"/>
                <a:ea typeface="幼圆" panose="02010509060101010101" pitchFamily="49" charset="-122"/>
              </a:defRPr>
            </a:lvl2pPr>
            <a:lvl3pPr marL="1143000" indent="-228600">
              <a:defRPr sz="2800">
                <a:solidFill>
                  <a:srgbClr val="0000FF"/>
                </a:solidFill>
                <a:latin typeface="Times New Roman" panose="02020603050405020304" pitchFamily="18" charset="0"/>
                <a:ea typeface="幼圆" panose="02010509060101010101" pitchFamily="49" charset="-122"/>
              </a:defRPr>
            </a:lvl3pPr>
            <a:lvl4pPr marL="1600200" indent="-228600">
              <a:defRPr sz="2800">
                <a:solidFill>
                  <a:srgbClr val="0000FF"/>
                </a:solidFill>
                <a:latin typeface="Times New Roman" panose="02020603050405020304" pitchFamily="18" charset="0"/>
                <a:ea typeface="幼圆" panose="02010509060101010101" pitchFamily="49" charset="-122"/>
              </a:defRPr>
            </a:lvl4pPr>
            <a:lvl5pPr marL="2057400" indent="-228600">
              <a:defRPr sz="2800">
                <a:solidFill>
                  <a:srgbClr val="0000FF"/>
                </a:solidFill>
                <a:latin typeface="Times New Roman" panose="02020603050405020304" pitchFamily="18" charset="0"/>
                <a:ea typeface="幼圆" panose="02010509060101010101" pitchFamily="49" charset="-122"/>
              </a:defRPr>
            </a:lvl5pPr>
            <a:lvl6pPr marL="25146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6pPr>
            <a:lvl7pPr marL="29718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7pPr>
            <a:lvl8pPr marL="34290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8pPr>
            <a:lvl9pPr marL="38862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9pPr>
          </a:lstStyle>
          <a:p>
            <a:pPr eaLnBrk="1" hangingPunct="1">
              <a:defRPr/>
            </a:pPr>
            <a:r>
              <a:rPr lang="en-US" altLang="zh-CN" sz="2400" dirty="0">
                <a:solidFill>
                  <a:srgbClr val="FFFF00"/>
                </a:solidFill>
                <a:latin typeface="+mj-ea"/>
                <a:ea typeface="+mj-ea"/>
              </a:rPr>
              <a:t>3.</a:t>
            </a:r>
            <a:r>
              <a:rPr lang="zh-CN" altLang="en-US" sz="2400" dirty="0">
                <a:solidFill>
                  <a:srgbClr val="FFFF00"/>
                </a:solidFill>
                <a:latin typeface="+mj-ea"/>
                <a:ea typeface="+mj-ea"/>
              </a:rPr>
              <a:t>面心立方晶格 </a:t>
            </a:r>
            <a:r>
              <a:rPr lang="en-US" altLang="zh-CN" sz="2400" dirty="0">
                <a:solidFill>
                  <a:srgbClr val="FFFF00"/>
                </a:solidFill>
                <a:latin typeface="+mn-lt"/>
                <a:ea typeface="微软雅黑" panose="020B0503020204020204" pitchFamily="34" charset="-122"/>
              </a:rPr>
              <a:t>(face-centered cubic, </a:t>
            </a:r>
            <a:r>
              <a:rPr lang="en-US" altLang="zh-CN" sz="2400" dirty="0" err="1">
                <a:solidFill>
                  <a:srgbClr val="FFFF00"/>
                </a:solidFill>
                <a:latin typeface="+mn-lt"/>
                <a:ea typeface="微软雅黑" panose="020B0503020204020204" pitchFamily="34" charset="-122"/>
              </a:rPr>
              <a:t>fcc</a:t>
            </a:r>
            <a:r>
              <a:rPr lang="en-US" altLang="zh-CN" sz="2400" dirty="0">
                <a:solidFill>
                  <a:srgbClr val="FFFF00"/>
                </a:solidFill>
                <a:latin typeface="+mn-lt"/>
                <a:ea typeface="微软雅黑" panose="020B0503020204020204" pitchFamily="34" charset="-122"/>
              </a:rPr>
              <a:t>)</a:t>
            </a:r>
          </a:p>
        </p:txBody>
      </p:sp>
      <p:sp>
        <p:nvSpPr>
          <p:cNvPr id="27651" name="Rectangle 3">
            <a:extLst>
              <a:ext uri="{FF2B5EF4-FFF2-40B4-BE49-F238E27FC236}">
                <a16:creationId xmlns:a16="http://schemas.microsoft.com/office/drawing/2014/main" id="{20AD9EEA-10BE-4067-8E69-2FE1FA6E6464}"/>
              </a:ext>
            </a:extLst>
          </p:cNvPr>
          <p:cNvSpPr>
            <a:spLocks noChangeArrowheads="1"/>
          </p:cNvSpPr>
          <p:nvPr/>
        </p:nvSpPr>
        <p:spPr bwMode="auto">
          <a:xfrm>
            <a:off x="572046" y="1124744"/>
            <a:ext cx="100674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solidFill>
                  <a:schemeClr val="bg1"/>
                </a:solidFill>
              </a:rPr>
              <a:t>B</a:t>
            </a:r>
            <a:r>
              <a:rPr lang="zh-CN" altLang="en-US" dirty="0">
                <a:solidFill>
                  <a:schemeClr val="bg1"/>
                </a:solidFill>
              </a:rPr>
              <a:t>层</a:t>
            </a:r>
            <a:endParaRPr lang="en-US" altLang="zh-CN" dirty="0">
              <a:solidFill>
                <a:schemeClr val="bg1"/>
              </a:solidFill>
            </a:endParaRPr>
          </a:p>
          <a:p>
            <a:pPr algn="ctr" eaLnBrk="1" hangingPunct="1"/>
            <a:r>
              <a:rPr lang="zh-CN" altLang="en-US" dirty="0">
                <a:solidFill>
                  <a:schemeClr val="bg1"/>
                </a:solidFill>
              </a:rPr>
              <a:t>原子</a:t>
            </a:r>
          </a:p>
        </p:txBody>
      </p:sp>
      <p:sp>
        <p:nvSpPr>
          <p:cNvPr id="27652" name="Rectangle 4">
            <a:extLst>
              <a:ext uri="{FF2B5EF4-FFF2-40B4-BE49-F238E27FC236}">
                <a16:creationId xmlns:a16="http://schemas.microsoft.com/office/drawing/2014/main" id="{F3D3839A-2C7D-4AEC-A87E-6EF260AE0EBE}"/>
              </a:ext>
            </a:extLst>
          </p:cNvPr>
          <p:cNvSpPr>
            <a:spLocks noChangeArrowheads="1"/>
          </p:cNvSpPr>
          <p:nvPr/>
        </p:nvSpPr>
        <p:spPr bwMode="auto">
          <a:xfrm>
            <a:off x="4746037" y="1124743"/>
            <a:ext cx="90608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solidFill>
                  <a:schemeClr val="bg1"/>
                </a:solidFill>
              </a:rPr>
              <a:t>C</a:t>
            </a:r>
            <a:r>
              <a:rPr lang="zh-CN" altLang="en-US" dirty="0">
                <a:solidFill>
                  <a:schemeClr val="bg1"/>
                </a:solidFill>
              </a:rPr>
              <a:t>层</a:t>
            </a:r>
            <a:endParaRPr lang="en-US" altLang="zh-CN" dirty="0">
              <a:solidFill>
                <a:schemeClr val="bg1"/>
              </a:solidFill>
            </a:endParaRPr>
          </a:p>
          <a:p>
            <a:pPr algn="ctr" eaLnBrk="1" hangingPunct="1"/>
            <a:r>
              <a:rPr lang="zh-CN" altLang="en-US" dirty="0">
                <a:solidFill>
                  <a:schemeClr val="bg1"/>
                </a:solidFill>
              </a:rPr>
              <a:t>原子</a:t>
            </a:r>
          </a:p>
        </p:txBody>
      </p:sp>
      <p:pic>
        <p:nvPicPr>
          <p:cNvPr id="27653" name="Picture 5" descr="XCH001_005_03">
            <a:extLst>
              <a:ext uri="{FF2B5EF4-FFF2-40B4-BE49-F238E27FC236}">
                <a16:creationId xmlns:a16="http://schemas.microsoft.com/office/drawing/2014/main" id="{DB07543D-8081-44D1-AB74-BB73869AFCB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7664" y="762343"/>
            <a:ext cx="2340000" cy="23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Picture 6" descr="XCH001_005_04">
            <a:extLst>
              <a:ext uri="{FF2B5EF4-FFF2-40B4-BE49-F238E27FC236}">
                <a16:creationId xmlns:a16="http://schemas.microsoft.com/office/drawing/2014/main" id="{A5058D4A-B278-4EC5-A335-165C2123BF8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4848" y="783298"/>
            <a:ext cx="2225024" cy="23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7" descr="XCH001_005">
            <a:extLst>
              <a:ext uri="{FF2B5EF4-FFF2-40B4-BE49-F238E27FC236}">
                <a16:creationId xmlns:a16="http://schemas.microsoft.com/office/drawing/2014/main" id="{BD06AFFE-F0E0-4700-BC18-8759B5A4917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21384" y="3214084"/>
            <a:ext cx="2810296" cy="27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组合 10">
            <a:extLst>
              <a:ext uri="{FF2B5EF4-FFF2-40B4-BE49-F238E27FC236}">
                <a16:creationId xmlns:a16="http://schemas.microsoft.com/office/drawing/2014/main" id="{C56DCCF3-9439-410B-ACA8-BB2451FA172C}"/>
              </a:ext>
            </a:extLst>
          </p:cNvPr>
          <p:cNvGrpSpPr>
            <a:grpSpLocks noChangeAspect="1"/>
          </p:cNvGrpSpPr>
          <p:nvPr/>
        </p:nvGrpSpPr>
        <p:grpSpPr bwMode="auto">
          <a:xfrm>
            <a:off x="4427984" y="3214084"/>
            <a:ext cx="3511888" cy="2700000"/>
            <a:chOff x="4267200" y="1557338"/>
            <a:chExt cx="4724400" cy="3632200"/>
          </a:xfrm>
        </p:grpSpPr>
        <p:pic>
          <p:nvPicPr>
            <p:cNvPr id="12" name="Picture 2" descr="XCH001_007_01">
              <a:extLst>
                <a:ext uri="{FF2B5EF4-FFF2-40B4-BE49-F238E27FC236}">
                  <a16:creationId xmlns:a16="http://schemas.microsoft.com/office/drawing/2014/main" id="{1E61D3EA-10DC-40F5-B9BB-FC267D958C5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67200" y="1557338"/>
              <a:ext cx="4724400" cy="363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文本框 10">
              <a:extLst>
                <a:ext uri="{FF2B5EF4-FFF2-40B4-BE49-F238E27FC236}">
                  <a16:creationId xmlns:a16="http://schemas.microsoft.com/office/drawing/2014/main" id="{1787FC8E-F5AE-4E98-974A-C014765A1F96}"/>
                </a:ext>
              </a:extLst>
            </p:cNvPr>
            <p:cNvSpPr txBox="1">
              <a:spLocks noChangeArrowheads="1"/>
            </p:cNvSpPr>
            <p:nvPr/>
          </p:nvSpPr>
          <p:spPr bwMode="auto">
            <a:xfrm>
              <a:off x="4285488" y="1612802"/>
              <a:ext cx="1366632" cy="261610"/>
            </a:xfrm>
            <a:prstGeom prst="rect">
              <a:avLst/>
            </a:prstGeom>
            <a:solidFill>
              <a:srgbClr val="FFFFC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100"/>
            </a:p>
          </p:txBody>
        </p:sp>
      </p:grpSp>
      <p:sp>
        <p:nvSpPr>
          <p:cNvPr id="14" name="Rectangle 3">
            <a:extLst>
              <a:ext uri="{FF2B5EF4-FFF2-40B4-BE49-F238E27FC236}">
                <a16:creationId xmlns:a16="http://schemas.microsoft.com/office/drawing/2014/main" id="{FF395DC9-5AED-499B-9725-91CEF2799D33}"/>
              </a:ext>
            </a:extLst>
          </p:cNvPr>
          <p:cNvSpPr>
            <a:spLocks noChangeArrowheads="1"/>
          </p:cNvSpPr>
          <p:nvPr/>
        </p:nvSpPr>
        <p:spPr bwMode="auto">
          <a:xfrm>
            <a:off x="597476" y="6095657"/>
            <a:ext cx="6172200" cy="461963"/>
          </a:xfrm>
          <a:prstGeom prst="rect">
            <a:avLst/>
          </a:prstGeom>
          <a:noFill/>
          <a:ln>
            <a:noFill/>
          </a:ln>
          <a:effectLst/>
          <a:extLst/>
        </p:spPr>
        <p:txBody>
          <a:bodyPr>
            <a:spAutoFit/>
          </a:bodyPr>
          <a:lstStyle>
            <a:lvl1pPr>
              <a:defRPr sz="2800">
                <a:solidFill>
                  <a:srgbClr val="0000FF"/>
                </a:solidFill>
                <a:latin typeface="Times New Roman" panose="02020603050405020304" pitchFamily="18" charset="0"/>
                <a:ea typeface="幼圆" panose="02010509060101010101" pitchFamily="49" charset="-122"/>
              </a:defRPr>
            </a:lvl1pPr>
            <a:lvl2pPr marL="742950" indent="-285750">
              <a:defRPr sz="2800">
                <a:solidFill>
                  <a:srgbClr val="0000FF"/>
                </a:solidFill>
                <a:latin typeface="Times New Roman" panose="02020603050405020304" pitchFamily="18" charset="0"/>
                <a:ea typeface="幼圆" panose="02010509060101010101" pitchFamily="49" charset="-122"/>
              </a:defRPr>
            </a:lvl2pPr>
            <a:lvl3pPr marL="1143000" indent="-228600">
              <a:defRPr sz="2800">
                <a:solidFill>
                  <a:srgbClr val="0000FF"/>
                </a:solidFill>
                <a:latin typeface="Times New Roman" panose="02020603050405020304" pitchFamily="18" charset="0"/>
                <a:ea typeface="幼圆" panose="02010509060101010101" pitchFamily="49" charset="-122"/>
              </a:defRPr>
            </a:lvl3pPr>
            <a:lvl4pPr marL="1600200" indent="-228600">
              <a:defRPr sz="2800">
                <a:solidFill>
                  <a:srgbClr val="0000FF"/>
                </a:solidFill>
                <a:latin typeface="Times New Roman" panose="02020603050405020304" pitchFamily="18" charset="0"/>
                <a:ea typeface="幼圆" panose="02010509060101010101" pitchFamily="49" charset="-122"/>
              </a:defRPr>
            </a:lvl4pPr>
            <a:lvl5pPr marL="2057400" indent="-228600">
              <a:defRPr sz="2800">
                <a:solidFill>
                  <a:srgbClr val="0000FF"/>
                </a:solidFill>
                <a:latin typeface="Times New Roman" panose="02020603050405020304" pitchFamily="18" charset="0"/>
                <a:ea typeface="幼圆" panose="02010509060101010101" pitchFamily="49" charset="-122"/>
              </a:defRPr>
            </a:lvl5pPr>
            <a:lvl6pPr marL="25146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6pPr>
            <a:lvl7pPr marL="29718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7pPr>
            <a:lvl8pPr marL="34290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8pPr>
            <a:lvl9pPr marL="38862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9pPr>
          </a:lstStyle>
          <a:p>
            <a:pPr eaLnBrk="1" hangingPunct="1">
              <a:defRPr/>
            </a:pPr>
            <a:r>
              <a:rPr lang="zh-CN" altLang="en-US" sz="2400" dirty="0">
                <a:solidFill>
                  <a:schemeClr val="bg1"/>
                </a:solidFill>
                <a:latin typeface="+mn-lt"/>
                <a:ea typeface="+mn-ea"/>
              </a:rPr>
              <a:t>排列方式 </a:t>
            </a:r>
            <a:r>
              <a:rPr lang="en-US" altLang="zh-CN" sz="2400" dirty="0">
                <a:solidFill>
                  <a:schemeClr val="bg1"/>
                </a:solidFill>
                <a:latin typeface="+mn-lt"/>
                <a:ea typeface="+mn-ea"/>
              </a:rPr>
              <a:t>—— </a:t>
            </a:r>
            <a:r>
              <a:rPr lang="en-US" altLang="zh-CN" sz="2400" dirty="0">
                <a:solidFill>
                  <a:srgbClr val="FFFF00"/>
                </a:solidFill>
                <a:latin typeface="+mn-lt"/>
                <a:ea typeface="+mn-ea"/>
              </a:rPr>
              <a:t>ABC </a:t>
            </a:r>
            <a:r>
              <a:rPr lang="en-US" altLang="zh-CN" sz="2400" dirty="0" err="1">
                <a:solidFill>
                  <a:srgbClr val="FFFF00"/>
                </a:solidFill>
                <a:latin typeface="+mn-lt"/>
                <a:ea typeface="+mn-ea"/>
              </a:rPr>
              <a:t>ABC</a:t>
            </a:r>
            <a:r>
              <a:rPr lang="en-US" altLang="zh-CN" sz="2400" dirty="0">
                <a:solidFill>
                  <a:srgbClr val="FFFF00"/>
                </a:solidFill>
                <a:latin typeface="+mn-lt"/>
                <a:ea typeface="+mn-ea"/>
              </a:rPr>
              <a:t> </a:t>
            </a:r>
            <a:r>
              <a:rPr lang="en-US" altLang="zh-CN" sz="2400" dirty="0" err="1">
                <a:solidFill>
                  <a:srgbClr val="FFFF00"/>
                </a:solidFill>
                <a:latin typeface="+mn-lt"/>
                <a:ea typeface="+mn-ea"/>
              </a:rPr>
              <a:t>ABC</a:t>
            </a:r>
            <a:r>
              <a:rPr lang="en-US" altLang="zh-CN" sz="2400" dirty="0">
                <a:solidFill>
                  <a:srgbClr val="FFFF00"/>
                </a:solidFill>
                <a:latin typeface="+mn-lt"/>
                <a:ea typeface="+mn-ea"/>
              </a:rPr>
              <a:t> …</a:t>
            </a:r>
          </a:p>
        </p:txBody>
      </p:sp>
      <p:sp>
        <p:nvSpPr>
          <p:cNvPr id="16" name="Rectangle 5">
            <a:extLst>
              <a:ext uri="{FF2B5EF4-FFF2-40B4-BE49-F238E27FC236}">
                <a16:creationId xmlns:a16="http://schemas.microsoft.com/office/drawing/2014/main" id="{9C8A8572-5F97-4DA9-98E4-44EE35C0B1F6}"/>
              </a:ext>
            </a:extLst>
          </p:cNvPr>
          <p:cNvSpPr>
            <a:spLocks noChangeArrowheads="1"/>
          </p:cNvSpPr>
          <p:nvPr/>
        </p:nvSpPr>
        <p:spPr bwMode="auto">
          <a:xfrm>
            <a:off x="5565363" y="6095657"/>
            <a:ext cx="3126567" cy="460375"/>
          </a:xfrm>
          <a:prstGeom prst="rect">
            <a:avLst/>
          </a:prstGeom>
          <a:noFill/>
          <a:ln>
            <a:noFill/>
          </a:ln>
          <a:effectLst/>
          <a:extLst/>
        </p:spPr>
        <p:txBody>
          <a:bodyPr wrap="square">
            <a:spAutoFit/>
          </a:bodyPr>
          <a:lstStyle>
            <a:lvl1pPr>
              <a:defRPr sz="2800">
                <a:solidFill>
                  <a:srgbClr val="0000FF"/>
                </a:solidFill>
                <a:latin typeface="Times New Roman" panose="02020603050405020304" pitchFamily="18" charset="0"/>
                <a:ea typeface="幼圆" panose="02010509060101010101" pitchFamily="49" charset="-122"/>
              </a:defRPr>
            </a:lvl1pPr>
            <a:lvl2pPr marL="742950" indent="-285750">
              <a:defRPr sz="2800">
                <a:solidFill>
                  <a:srgbClr val="0000FF"/>
                </a:solidFill>
                <a:latin typeface="Times New Roman" panose="02020603050405020304" pitchFamily="18" charset="0"/>
                <a:ea typeface="幼圆" panose="02010509060101010101" pitchFamily="49" charset="-122"/>
              </a:defRPr>
            </a:lvl2pPr>
            <a:lvl3pPr marL="1143000" indent="-228600">
              <a:defRPr sz="2800">
                <a:solidFill>
                  <a:srgbClr val="0000FF"/>
                </a:solidFill>
                <a:latin typeface="Times New Roman" panose="02020603050405020304" pitchFamily="18" charset="0"/>
                <a:ea typeface="幼圆" panose="02010509060101010101" pitchFamily="49" charset="-122"/>
              </a:defRPr>
            </a:lvl3pPr>
            <a:lvl4pPr marL="1600200" indent="-228600">
              <a:defRPr sz="2800">
                <a:solidFill>
                  <a:srgbClr val="0000FF"/>
                </a:solidFill>
                <a:latin typeface="Times New Roman" panose="02020603050405020304" pitchFamily="18" charset="0"/>
                <a:ea typeface="幼圆" panose="02010509060101010101" pitchFamily="49" charset="-122"/>
              </a:defRPr>
            </a:lvl4pPr>
            <a:lvl5pPr marL="2057400" indent="-228600">
              <a:defRPr sz="2800">
                <a:solidFill>
                  <a:srgbClr val="0000FF"/>
                </a:solidFill>
                <a:latin typeface="Times New Roman" panose="02020603050405020304" pitchFamily="18" charset="0"/>
                <a:ea typeface="幼圆" panose="02010509060101010101" pitchFamily="49" charset="-122"/>
              </a:defRPr>
            </a:lvl5pPr>
            <a:lvl6pPr marL="25146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6pPr>
            <a:lvl7pPr marL="29718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7pPr>
            <a:lvl8pPr marL="34290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8pPr>
            <a:lvl9pPr marL="38862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9pPr>
          </a:lstStyle>
          <a:p>
            <a:pPr eaLnBrk="1" hangingPunct="1">
              <a:defRPr/>
            </a:pPr>
            <a:r>
              <a:rPr lang="en-US" altLang="zh-CN" sz="2400" dirty="0">
                <a:solidFill>
                  <a:schemeClr val="bg1"/>
                </a:solidFill>
                <a:latin typeface="+mn-lt"/>
                <a:ea typeface="+mn-ea"/>
              </a:rPr>
              <a:t>Cu</a:t>
            </a:r>
            <a:r>
              <a:rPr lang="zh-CN" altLang="en-US" sz="2400" dirty="0">
                <a:solidFill>
                  <a:schemeClr val="bg1"/>
                </a:solidFill>
                <a:latin typeface="+mn-lt"/>
                <a:ea typeface="+mn-ea"/>
              </a:rPr>
              <a:t>、</a:t>
            </a:r>
            <a:r>
              <a:rPr lang="en-US" altLang="zh-CN" sz="2400" dirty="0">
                <a:solidFill>
                  <a:schemeClr val="bg1"/>
                </a:solidFill>
                <a:latin typeface="+mn-lt"/>
                <a:ea typeface="+mn-ea"/>
              </a:rPr>
              <a:t>Ag</a:t>
            </a:r>
            <a:r>
              <a:rPr lang="zh-CN" altLang="en-US" sz="2400" dirty="0">
                <a:solidFill>
                  <a:schemeClr val="bg1"/>
                </a:solidFill>
                <a:latin typeface="+mn-lt"/>
                <a:ea typeface="+mn-ea"/>
              </a:rPr>
              <a:t>、</a:t>
            </a:r>
            <a:r>
              <a:rPr lang="en-US" altLang="zh-CN" sz="2400" dirty="0">
                <a:solidFill>
                  <a:schemeClr val="bg1"/>
                </a:solidFill>
                <a:latin typeface="+mn-lt"/>
                <a:ea typeface="+mn-ea"/>
              </a:rPr>
              <a:t>Au</a:t>
            </a:r>
            <a:r>
              <a:rPr lang="zh-CN" altLang="en-US" sz="2400" dirty="0">
                <a:solidFill>
                  <a:schemeClr val="bg1"/>
                </a:solidFill>
                <a:latin typeface="+mn-lt"/>
                <a:ea typeface="+mn-ea"/>
              </a:rPr>
              <a:t>、</a:t>
            </a:r>
            <a:r>
              <a:rPr lang="en-US" altLang="zh-CN" sz="2400" dirty="0">
                <a:solidFill>
                  <a:schemeClr val="bg1"/>
                </a:solidFill>
                <a:latin typeface="+mn-lt"/>
                <a:ea typeface="+mn-ea"/>
              </a:rPr>
              <a:t>Al</a:t>
            </a:r>
            <a:r>
              <a:rPr lang="zh-CN" altLang="en-US" sz="2400" dirty="0">
                <a:solidFill>
                  <a:schemeClr val="bg1"/>
                </a:solidFill>
                <a:latin typeface="+mn-lt"/>
                <a:ea typeface="+mn-ea"/>
              </a:rPr>
              <a:t>等</a:t>
            </a:r>
            <a:endParaRPr lang="en-US" altLang="zh-CN" sz="2400" dirty="0">
              <a:solidFill>
                <a:schemeClr val="bg1"/>
              </a:solidFill>
              <a:latin typeface="+mn-lt"/>
              <a:ea typeface="+mn-e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7650"/>
                                        </p:tgtEl>
                                        <p:attrNameLst>
                                          <p:attrName>style.visibility</p:attrName>
                                        </p:attrNameLst>
                                      </p:cBhvr>
                                      <p:to>
                                        <p:strVal val="visible"/>
                                      </p:to>
                                    </p:set>
                                    <p:animEffect transition="in" filter="dissolve">
                                      <p:cBhvr>
                                        <p:cTn id="7" dur="500"/>
                                        <p:tgtEl>
                                          <p:spTgt spid="2765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7653"/>
                                        </p:tgtEl>
                                        <p:attrNameLst>
                                          <p:attrName>style.visibility</p:attrName>
                                        </p:attrNameLst>
                                      </p:cBhvr>
                                      <p:to>
                                        <p:strVal val="visible"/>
                                      </p:to>
                                    </p:set>
                                    <p:animEffect transition="in" filter="dissolve">
                                      <p:cBhvr>
                                        <p:cTn id="12" dur="500"/>
                                        <p:tgtEl>
                                          <p:spTgt spid="2765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7651"/>
                                        </p:tgtEl>
                                        <p:attrNameLst>
                                          <p:attrName>style.visibility</p:attrName>
                                        </p:attrNameLst>
                                      </p:cBhvr>
                                      <p:to>
                                        <p:strVal val="visible"/>
                                      </p:to>
                                    </p:set>
                                    <p:animEffect transition="in" filter="dissolve">
                                      <p:cBhvr>
                                        <p:cTn id="17" dur="500"/>
                                        <p:tgtEl>
                                          <p:spTgt spid="2765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7652"/>
                                        </p:tgtEl>
                                        <p:attrNameLst>
                                          <p:attrName>style.visibility</p:attrName>
                                        </p:attrNameLst>
                                      </p:cBhvr>
                                      <p:to>
                                        <p:strVal val="visible"/>
                                      </p:to>
                                    </p:set>
                                    <p:animEffect transition="in" filter="dissolve">
                                      <p:cBhvr>
                                        <p:cTn id="22" dur="500"/>
                                        <p:tgtEl>
                                          <p:spTgt spid="27652"/>
                                        </p:tgtEl>
                                      </p:cBhvr>
                                    </p:animEffect>
                                  </p:childTnLst>
                                </p:cTn>
                              </p:par>
                              <p:par>
                                <p:cTn id="23" presetID="9" presetClass="entr" presetSubtype="0" fill="hold" nodeType="withEffect">
                                  <p:stCondLst>
                                    <p:cond delay="0"/>
                                  </p:stCondLst>
                                  <p:childTnLst>
                                    <p:set>
                                      <p:cBhvr>
                                        <p:cTn id="24" dur="1" fill="hold">
                                          <p:stCondLst>
                                            <p:cond delay="0"/>
                                          </p:stCondLst>
                                        </p:cTn>
                                        <p:tgtEl>
                                          <p:spTgt spid="27654"/>
                                        </p:tgtEl>
                                        <p:attrNameLst>
                                          <p:attrName>style.visibility</p:attrName>
                                        </p:attrNameLst>
                                      </p:cBhvr>
                                      <p:to>
                                        <p:strVal val="visible"/>
                                      </p:to>
                                    </p:set>
                                    <p:animEffect transition="in" filter="dissolve">
                                      <p:cBhvr>
                                        <p:cTn id="25" dur="500"/>
                                        <p:tgtEl>
                                          <p:spTgt spid="2765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dissolv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dissolve">
                                      <p:cBhvr>
                                        <p:cTn id="40" dur="500"/>
                                        <p:tgtEl>
                                          <p:spTgt spid="14">
                                            <p:txEl>
                                              <p:pRg st="0" end="0"/>
                                            </p:txEl>
                                          </p:spTgt>
                                        </p:tgtEl>
                                      </p:cBhvr>
                                    </p:animEffect>
                                  </p:childTnLst>
                                </p:cTn>
                              </p:par>
                            </p:childTnLst>
                          </p:cTn>
                        </p:par>
                        <p:par>
                          <p:cTn id="41" fill="hold">
                            <p:stCondLst>
                              <p:cond delay="500"/>
                            </p:stCondLst>
                            <p:childTnLst>
                              <p:par>
                                <p:cTn id="42" presetID="9" presetClass="entr" presetSubtype="0" fill="hold" grpId="0" nodeType="afterEffect">
                                  <p:stCondLst>
                                    <p:cond delay="0"/>
                                  </p:stCondLst>
                                  <p:childTnLst>
                                    <p:set>
                                      <p:cBhvr>
                                        <p:cTn id="43" dur="1" fill="hold">
                                          <p:stCondLst>
                                            <p:cond delay="0"/>
                                          </p:stCondLst>
                                        </p:cTn>
                                        <p:tgtEl>
                                          <p:spTgt spid="16">
                                            <p:txEl>
                                              <p:pRg st="0" end="0"/>
                                            </p:txEl>
                                          </p:spTgt>
                                        </p:tgtEl>
                                        <p:attrNameLst>
                                          <p:attrName>style.visibility</p:attrName>
                                        </p:attrNameLst>
                                      </p:cBhvr>
                                      <p:to>
                                        <p:strVal val="visible"/>
                                      </p:to>
                                    </p:set>
                                    <p:animEffect transition="in" filter="dissolve">
                                      <p:cBhvr>
                                        <p:cTn id="44"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P spid="27651" grpId="0"/>
      <p:bldP spid="27652" grpId="0"/>
      <p:bldP spid="14" grpId="0" build="p" autoUpdateAnimBg="0" advAuto="0"/>
      <p:bldP spid="16" grpId="0" build="p" autoUpdateAnimBg="0" advAuto="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a:extLst>
              <a:ext uri="{FF2B5EF4-FFF2-40B4-BE49-F238E27FC236}">
                <a16:creationId xmlns:a16="http://schemas.microsoft.com/office/drawing/2014/main" id="{1BAD7DDA-1FBB-455A-87C0-982274DEAC3B}"/>
              </a:ext>
            </a:extLst>
          </p:cNvPr>
          <p:cNvSpPr>
            <a:spLocks noChangeArrowheads="1"/>
          </p:cNvSpPr>
          <p:nvPr/>
        </p:nvSpPr>
        <p:spPr bwMode="auto">
          <a:xfrm>
            <a:off x="376237" y="662781"/>
            <a:ext cx="41957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FFFF00"/>
                </a:solidFill>
                <a:latin typeface="宋体" panose="02010600030101010101" pitchFamily="2" charset="-122"/>
              </a:rPr>
              <a:t>4.</a:t>
            </a:r>
            <a:r>
              <a:rPr lang="zh-CN" altLang="en-US" dirty="0">
                <a:solidFill>
                  <a:srgbClr val="FFFF00"/>
                </a:solidFill>
                <a:latin typeface="宋体" panose="02010600030101010101" pitchFamily="2" charset="-122"/>
              </a:rPr>
              <a:t>金刚石</a:t>
            </a:r>
            <a:r>
              <a:rPr lang="en-US" altLang="zh-CN" dirty="0">
                <a:solidFill>
                  <a:srgbClr val="FFFF00"/>
                </a:solidFill>
                <a:latin typeface="宋体" panose="02010600030101010101" pitchFamily="2" charset="-122"/>
              </a:rPr>
              <a:t>(</a:t>
            </a:r>
            <a:r>
              <a:rPr lang="zh-CN" altLang="en-US" dirty="0">
                <a:solidFill>
                  <a:srgbClr val="FFFF00"/>
                </a:solidFill>
                <a:latin typeface="宋体" panose="02010600030101010101" pitchFamily="2" charset="-122"/>
              </a:rPr>
              <a:t>钻石</a:t>
            </a:r>
            <a:r>
              <a:rPr lang="en-US" altLang="zh-CN" dirty="0">
                <a:solidFill>
                  <a:srgbClr val="FFFF00"/>
                </a:solidFill>
                <a:latin typeface="宋体" panose="02010600030101010101" pitchFamily="2" charset="-122"/>
              </a:rPr>
              <a:t>)</a:t>
            </a:r>
            <a:r>
              <a:rPr lang="zh-CN" altLang="en-US" dirty="0">
                <a:solidFill>
                  <a:srgbClr val="FFFF00"/>
                </a:solidFill>
                <a:latin typeface="宋体" panose="02010600030101010101" pitchFamily="2" charset="-122"/>
              </a:rPr>
              <a:t>晶格结构 </a:t>
            </a:r>
          </a:p>
        </p:txBody>
      </p:sp>
      <p:sp>
        <p:nvSpPr>
          <p:cNvPr id="29699" name="Rectangle 3">
            <a:extLst>
              <a:ext uri="{FF2B5EF4-FFF2-40B4-BE49-F238E27FC236}">
                <a16:creationId xmlns:a16="http://schemas.microsoft.com/office/drawing/2014/main" id="{9B562B0F-80AB-4A96-8A1A-6D6926B2CF12}"/>
              </a:ext>
            </a:extLst>
          </p:cNvPr>
          <p:cNvSpPr>
            <a:spLocks noChangeArrowheads="1"/>
          </p:cNvSpPr>
          <p:nvPr/>
        </p:nvSpPr>
        <p:spPr bwMode="auto">
          <a:xfrm>
            <a:off x="260350" y="1639540"/>
            <a:ext cx="4311650" cy="171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110000"/>
              </a:lnSpc>
            </a:pPr>
            <a:r>
              <a:rPr lang="en-US" altLang="zh-CN" dirty="0">
                <a:solidFill>
                  <a:schemeClr val="bg1"/>
                </a:solidFill>
              </a:rPr>
              <a:t>—— </a:t>
            </a:r>
            <a:r>
              <a:rPr lang="zh-CN" altLang="en-US" dirty="0">
                <a:solidFill>
                  <a:schemeClr val="bg1"/>
                </a:solidFill>
              </a:rPr>
              <a:t>碳原子构成的一个面心立</a:t>
            </a:r>
            <a:endParaRPr lang="en-US" altLang="zh-CN" dirty="0">
              <a:solidFill>
                <a:schemeClr val="bg1"/>
              </a:solidFill>
            </a:endParaRPr>
          </a:p>
          <a:p>
            <a:pPr algn="just" eaLnBrk="1" hangingPunct="1">
              <a:lnSpc>
                <a:spcPct val="110000"/>
              </a:lnSpc>
            </a:pPr>
            <a:r>
              <a:rPr lang="en-US" altLang="zh-CN" dirty="0">
                <a:solidFill>
                  <a:schemeClr val="bg1"/>
                </a:solidFill>
              </a:rPr>
              <a:t>        </a:t>
            </a:r>
            <a:r>
              <a:rPr lang="zh-CN" altLang="en-US" dirty="0">
                <a:solidFill>
                  <a:schemeClr val="bg1"/>
                </a:solidFill>
              </a:rPr>
              <a:t>方原胞内还有四个原子，</a:t>
            </a:r>
            <a:endParaRPr lang="en-US" altLang="zh-CN" dirty="0">
              <a:solidFill>
                <a:schemeClr val="bg1"/>
              </a:solidFill>
            </a:endParaRPr>
          </a:p>
          <a:p>
            <a:pPr algn="just" eaLnBrk="1" hangingPunct="1">
              <a:lnSpc>
                <a:spcPct val="110000"/>
              </a:lnSpc>
            </a:pPr>
            <a:r>
              <a:rPr lang="en-US" altLang="zh-CN" dirty="0">
                <a:solidFill>
                  <a:schemeClr val="bg1"/>
                </a:solidFill>
              </a:rPr>
              <a:t>        </a:t>
            </a:r>
            <a:r>
              <a:rPr lang="zh-CN" altLang="en-US" dirty="0">
                <a:solidFill>
                  <a:schemeClr val="bg1"/>
                </a:solidFill>
              </a:rPr>
              <a:t>分别位于四个空间对角线</a:t>
            </a:r>
            <a:endParaRPr lang="en-US" altLang="zh-CN" dirty="0">
              <a:solidFill>
                <a:schemeClr val="bg1"/>
              </a:solidFill>
            </a:endParaRPr>
          </a:p>
          <a:p>
            <a:pPr algn="just" eaLnBrk="1" hangingPunct="1">
              <a:lnSpc>
                <a:spcPct val="110000"/>
              </a:lnSpc>
            </a:pPr>
            <a:r>
              <a:rPr lang="en-US" altLang="zh-CN" dirty="0">
                <a:solidFill>
                  <a:schemeClr val="bg1"/>
                </a:solidFill>
              </a:rPr>
              <a:t>        </a:t>
            </a:r>
            <a:r>
              <a:rPr lang="zh-CN" altLang="en-US" dirty="0">
                <a:solidFill>
                  <a:schemeClr val="bg1"/>
                </a:solidFill>
              </a:rPr>
              <a:t>的 </a:t>
            </a:r>
            <a:r>
              <a:rPr lang="en-US" altLang="zh-CN" dirty="0">
                <a:solidFill>
                  <a:schemeClr val="bg1"/>
                </a:solidFill>
              </a:rPr>
              <a:t>1/4</a:t>
            </a:r>
            <a:r>
              <a:rPr lang="zh-CN" altLang="en-US" dirty="0">
                <a:solidFill>
                  <a:schemeClr val="bg1"/>
                </a:solidFill>
              </a:rPr>
              <a:t>处</a:t>
            </a:r>
          </a:p>
        </p:txBody>
      </p:sp>
      <p:sp>
        <p:nvSpPr>
          <p:cNvPr id="29700" name="Rectangle 4">
            <a:extLst>
              <a:ext uri="{FF2B5EF4-FFF2-40B4-BE49-F238E27FC236}">
                <a16:creationId xmlns:a16="http://schemas.microsoft.com/office/drawing/2014/main" id="{261567D1-1AD3-48B0-BF1D-23720441022D}"/>
              </a:ext>
            </a:extLst>
          </p:cNvPr>
          <p:cNvSpPr>
            <a:spLocks noChangeArrowheads="1"/>
          </p:cNvSpPr>
          <p:nvPr/>
        </p:nvSpPr>
        <p:spPr bwMode="auto">
          <a:xfrm>
            <a:off x="260350" y="4624040"/>
            <a:ext cx="43116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chemeClr val="bg1"/>
                </a:solidFill>
              </a:rPr>
              <a:t>—— </a:t>
            </a:r>
            <a:r>
              <a:rPr lang="zh-CN" altLang="en-US" dirty="0">
                <a:solidFill>
                  <a:schemeClr val="bg1"/>
                </a:solidFill>
              </a:rPr>
              <a:t>金刚石结构的半导体晶体</a:t>
            </a:r>
          </a:p>
        </p:txBody>
      </p:sp>
      <p:sp>
        <p:nvSpPr>
          <p:cNvPr id="29701" name="Rectangle 5">
            <a:extLst>
              <a:ext uri="{FF2B5EF4-FFF2-40B4-BE49-F238E27FC236}">
                <a16:creationId xmlns:a16="http://schemas.microsoft.com/office/drawing/2014/main" id="{D852667B-F26E-491A-8F47-6C4B9D7BFCA9}"/>
              </a:ext>
            </a:extLst>
          </p:cNvPr>
          <p:cNvSpPr>
            <a:spLocks noChangeArrowheads="1"/>
          </p:cNvSpPr>
          <p:nvPr/>
        </p:nvSpPr>
        <p:spPr bwMode="auto">
          <a:xfrm>
            <a:off x="971550" y="5127278"/>
            <a:ext cx="1828800" cy="461962"/>
          </a:xfrm>
          <a:prstGeom prst="rect">
            <a:avLst/>
          </a:prstGeom>
          <a:noFill/>
          <a:ln>
            <a:noFill/>
          </a:ln>
          <a:effectLst/>
          <a:extLst/>
        </p:spPr>
        <p:txBody>
          <a:bodyPr>
            <a:spAutoFit/>
          </a:bodyPr>
          <a:lstStyle>
            <a:lvl1pPr>
              <a:defRPr sz="2800">
                <a:solidFill>
                  <a:srgbClr val="0000FF"/>
                </a:solidFill>
                <a:latin typeface="Times New Roman" panose="02020603050405020304" pitchFamily="18" charset="0"/>
                <a:ea typeface="幼圆" panose="02010509060101010101" pitchFamily="49" charset="-122"/>
              </a:defRPr>
            </a:lvl1pPr>
            <a:lvl2pPr marL="742950" indent="-285750">
              <a:defRPr sz="2800">
                <a:solidFill>
                  <a:srgbClr val="0000FF"/>
                </a:solidFill>
                <a:latin typeface="Times New Roman" panose="02020603050405020304" pitchFamily="18" charset="0"/>
                <a:ea typeface="幼圆" panose="02010509060101010101" pitchFamily="49" charset="-122"/>
              </a:defRPr>
            </a:lvl2pPr>
            <a:lvl3pPr marL="1143000" indent="-228600">
              <a:defRPr sz="2800">
                <a:solidFill>
                  <a:srgbClr val="0000FF"/>
                </a:solidFill>
                <a:latin typeface="Times New Roman" panose="02020603050405020304" pitchFamily="18" charset="0"/>
                <a:ea typeface="幼圆" panose="02010509060101010101" pitchFamily="49" charset="-122"/>
              </a:defRPr>
            </a:lvl3pPr>
            <a:lvl4pPr marL="1600200" indent="-228600">
              <a:defRPr sz="2800">
                <a:solidFill>
                  <a:srgbClr val="0000FF"/>
                </a:solidFill>
                <a:latin typeface="Times New Roman" panose="02020603050405020304" pitchFamily="18" charset="0"/>
                <a:ea typeface="幼圆" panose="02010509060101010101" pitchFamily="49" charset="-122"/>
              </a:defRPr>
            </a:lvl4pPr>
            <a:lvl5pPr marL="2057400" indent="-228600">
              <a:defRPr sz="2800">
                <a:solidFill>
                  <a:srgbClr val="0000FF"/>
                </a:solidFill>
                <a:latin typeface="Times New Roman" panose="02020603050405020304" pitchFamily="18" charset="0"/>
                <a:ea typeface="幼圆" panose="02010509060101010101" pitchFamily="49" charset="-122"/>
              </a:defRPr>
            </a:lvl5pPr>
            <a:lvl6pPr marL="25146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6pPr>
            <a:lvl7pPr marL="29718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7pPr>
            <a:lvl8pPr marL="34290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8pPr>
            <a:lvl9pPr marL="38862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9pPr>
          </a:lstStyle>
          <a:p>
            <a:pPr eaLnBrk="1" hangingPunct="1">
              <a:defRPr/>
            </a:pPr>
            <a:r>
              <a:rPr lang="en-US" altLang="zh-CN" sz="2400" dirty="0" err="1">
                <a:solidFill>
                  <a:srgbClr val="FFFF00"/>
                </a:solidFill>
                <a:latin typeface="+mn-lt"/>
                <a:ea typeface="+mn-ea"/>
              </a:rPr>
              <a:t>Ge</a:t>
            </a:r>
            <a:r>
              <a:rPr lang="zh-CN" altLang="en-US" sz="2400" dirty="0">
                <a:solidFill>
                  <a:schemeClr val="bg1"/>
                </a:solidFill>
                <a:latin typeface="+mn-lt"/>
                <a:ea typeface="+mn-ea"/>
              </a:rPr>
              <a:t>、</a:t>
            </a:r>
            <a:r>
              <a:rPr lang="en-US" altLang="zh-CN" sz="2400" dirty="0">
                <a:solidFill>
                  <a:srgbClr val="FFFF00"/>
                </a:solidFill>
                <a:latin typeface="+mn-lt"/>
                <a:ea typeface="+mn-ea"/>
              </a:rPr>
              <a:t>Si</a:t>
            </a:r>
            <a:r>
              <a:rPr lang="zh-CN" altLang="en-US" sz="2400" dirty="0">
                <a:solidFill>
                  <a:schemeClr val="bg1"/>
                </a:solidFill>
                <a:latin typeface="+mn-lt"/>
                <a:ea typeface="+mn-ea"/>
              </a:rPr>
              <a:t>等</a:t>
            </a:r>
          </a:p>
        </p:txBody>
      </p:sp>
      <p:sp>
        <p:nvSpPr>
          <p:cNvPr id="29702" name="Rectangle 6">
            <a:extLst>
              <a:ext uri="{FF2B5EF4-FFF2-40B4-BE49-F238E27FC236}">
                <a16:creationId xmlns:a16="http://schemas.microsoft.com/office/drawing/2014/main" id="{8B81E546-9074-4858-8EC9-7CDDD3FEE9AB}"/>
              </a:ext>
            </a:extLst>
          </p:cNvPr>
          <p:cNvSpPr>
            <a:spLocks noChangeArrowheads="1"/>
          </p:cNvSpPr>
          <p:nvPr/>
        </p:nvSpPr>
        <p:spPr bwMode="auto">
          <a:xfrm>
            <a:off x="260350" y="3425478"/>
            <a:ext cx="431165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110000"/>
              </a:lnSpc>
            </a:pPr>
            <a:r>
              <a:rPr lang="en-US" altLang="zh-CN" dirty="0">
                <a:solidFill>
                  <a:schemeClr val="bg1"/>
                </a:solidFill>
              </a:rPr>
              <a:t>—— </a:t>
            </a:r>
            <a:r>
              <a:rPr lang="zh-CN" altLang="en-US" dirty="0">
                <a:solidFill>
                  <a:schemeClr val="bg1"/>
                </a:solidFill>
              </a:rPr>
              <a:t>一个碳原子和其它四个碳</a:t>
            </a:r>
          </a:p>
          <a:p>
            <a:pPr algn="just" eaLnBrk="1" hangingPunct="1">
              <a:lnSpc>
                <a:spcPct val="110000"/>
              </a:lnSpc>
            </a:pPr>
            <a:r>
              <a:rPr lang="zh-CN" altLang="en-US" dirty="0">
                <a:solidFill>
                  <a:schemeClr val="bg1"/>
                </a:solidFill>
              </a:rPr>
              <a:t>         原子构成一个正四面体</a:t>
            </a:r>
          </a:p>
        </p:txBody>
      </p:sp>
      <p:grpSp>
        <p:nvGrpSpPr>
          <p:cNvPr id="2" name="组合 1">
            <a:extLst>
              <a:ext uri="{FF2B5EF4-FFF2-40B4-BE49-F238E27FC236}">
                <a16:creationId xmlns:a16="http://schemas.microsoft.com/office/drawing/2014/main" id="{36E3C1A2-1EF1-41C1-BB72-2DA1B8466F92}"/>
              </a:ext>
            </a:extLst>
          </p:cNvPr>
          <p:cNvGrpSpPr/>
          <p:nvPr/>
        </p:nvGrpSpPr>
        <p:grpSpPr>
          <a:xfrm>
            <a:off x="4572000" y="1533178"/>
            <a:ext cx="4191000" cy="3927475"/>
            <a:chOff x="4572000" y="1533178"/>
            <a:chExt cx="4191000" cy="3927475"/>
          </a:xfrm>
        </p:grpSpPr>
        <p:pic>
          <p:nvPicPr>
            <p:cNvPr id="37896" name="Picture 7" descr="XCH001_008">
              <a:extLst>
                <a:ext uri="{FF2B5EF4-FFF2-40B4-BE49-F238E27FC236}">
                  <a16:creationId xmlns:a16="http://schemas.microsoft.com/office/drawing/2014/main" id="{110DF6A7-7FC9-4ACB-84B3-A63A290344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533178"/>
              <a:ext cx="4191000" cy="392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1" name="文本框 10">
              <a:extLst>
                <a:ext uri="{FF2B5EF4-FFF2-40B4-BE49-F238E27FC236}">
                  <a16:creationId xmlns:a16="http://schemas.microsoft.com/office/drawing/2014/main" id="{DDCB6412-FA1C-4E5A-88DE-F05F653B55DE}"/>
                </a:ext>
              </a:extLst>
            </p:cNvPr>
            <p:cNvSpPr txBox="1">
              <a:spLocks noChangeArrowheads="1"/>
            </p:cNvSpPr>
            <p:nvPr/>
          </p:nvSpPr>
          <p:spPr bwMode="auto">
            <a:xfrm>
              <a:off x="7452320" y="5198715"/>
              <a:ext cx="1310680" cy="261938"/>
            </a:xfrm>
            <a:prstGeom prst="rect">
              <a:avLst/>
            </a:prstGeom>
            <a:solidFill>
              <a:srgbClr val="FFFFC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100"/>
            </a:p>
          </p:txBody>
        </p:sp>
      </p:grpSp>
      <p:sp>
        <p:nvSpPr>
          <p:cNvPr id="33802" name="灯片编号占位符 1">
            <a:extLst>
              <a:ext uri="{FF2B5EF4-FFF2-40B4-BE49-F238E27FC236}">
                <a16:creationId xmlns:a16="http://schemas.microsoft.com/office/drawing/2014/main" id="{BE58012B-1399-46A8-879F-659C9EE29311}"/>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C87E5BCE-BEFA-42FF-927D-D96C6BCE7D0F}" type="slidenum">
              <a:rPr lang="en-US" altLang="zh-CN" b="0">
                <a:solidFill>
                  <a:srgbClr val="FF00FF"/>
                </a:solidFill>
              </a:rPr>
              <a:pPr eaLnBrk="1" hangingPunct="1"/>
              <a:t>32</a:t>
            </a:fld>
            <a:r>
              <a:rPr lang="en-US" altLang="zh-CN" b="0" dirty="0">
                <a:solidFill>
                  <a:srgbClr val="FF00FF"/>
                </a:solidFill>
              </a:rPr>
              <a:t>/40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dissolve">
                                      <p:cBhvr>
                                        <p:cTn id="7" dur="500"/>
                                        <p:tgtEl>
                                          <p:spTgt spid="337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9699"/>
                                        </p:tgtEl>
                                        <p:attrNameLst>
                                          <p:attrName>style.visibility</p:attrName>
                                        </p:attrNameLst>
                                      </p:cBhvr>
                                      <p:to>
                                        <p:strVal val="visible"/>
                                      </p:to>
                                    </p:set>
                                    <p:animEffect transition="in" filter="blinds(horizontal)">
                                      <p:cBhvr>
                                        <p:cTn id="17" dur="500"/>
                                        <p:tgtEl>
                                          <p:spTgt spid="29699"/>
                                        </p:tgtEl>
                                      </p:cBhvr>
                                    </p:animEffect>
                                  </p:childTnLst>
                                </p:cTn>
                              </p:par>
                            </p:childTnLst>
                          </p:cTn>
                        </p:par>
                        <p:par>
                          <p:cTn id="18" fill="hold" nodeType="afterGroup">
                            <p:stCondLst>
                              <p:cond delay="500"/>
                            </p:stCondLst>
                            <p:childTnLst>
                              <p:par>
                                <p:cTn id="19" presetID="3" presetClass="entr" presetSubtype="10" fill="hold" grpId="0" nodeType="afterEffect">
                                  <p:stCondLst>
                                    <p:cond delay="0"/>
                                  </p:stCondLst>
                                  <p:childTnLst>
                                    <p:set>
                                      <p:cBhvr>
                                        <p:cTn id="20" dur="1" fill="hold">
                                          <p:stCondLst>
                                            <p:cond delay="0"/>
                                          </p:stCondLst>
                                        </p:cTn>
                                        <p:tgtEl>
                                          <p:spTgt spid="29702"/>
                                        </p:tgtEl>
                                        <p:attrNameLst>
                                          <p:attrName>style.visibility</p:attrName>
                                        </p:attrNameLst>
                                      </p:cBhvr>
                                      <p:to>
                                        <p:strVal val="visible"/>
                                      </p:to>
                                    </p:set>
                                    <p:animEffect transition="in" filter="blinds(horizontal)">
                                      <p:cBhvr>
                                        <p:cTn id="21" dur="500"/>
                                        <p:tgtEl>
                                          <p:spTgt spid="29702"/>
                                        </p:tgtEl>
                                      </p:cBhvr>
                                    </p:animEffect>
                                  </p:childTnLst>
                                </p:cTn>
                              </p:par>
                            </p:childTnLst>
                          </p:cTn>
                        </p:par>
                      </p:childTnLst>
                    </p:cTn>
                  </p:par>
                  <p:par>
                    <p:cTn id="22" fill="hold">
                      <p:stCondLst>
                        <p:cond delay="indefinite"/>
                      </p:stCondLst>
                      <p:childTnLst>
                        <p:par>
                          <p:cTn id="23" fill="hold" nodeType="after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9700"/>
                                        </p:tgtEl>
                                        <p:attrNameLst>
                                          <p:attrName>style.visibility</p:attrName>
                                        </p:attrNameLst>
                                      </p:cBhvr>
                                      <p:to>
                                        <p:strVal val="visible"/>
                                      </p:to>
                                    </p:set>
                                    <p:animEffect transition="in" filter="blinds(horizontal)">
                                      <p:cBhvr>
                                        <p:cTn id="26" dur="500"/>
                                        <p:tgtEl>
                                          <p:spTgt spid="29700"/>
                                        </p:tgtEl>
                                      </p:cBhvr>
                                    </p:animEffect>
                                  </p:childTnLst>
                                </p:cTn>
                              </p:par>
                            </p:childTnLst>
                          </p:cTn>
                        </p:par>
                        <p:par>
                          <p:cTn id="27" fill="hold" nodeType="afterGroup">
                            <p:stCondLst>
                              <p:cond delay="500"/>
                            </p:stCondLst>
                            <p:childTnLst>
                              <p:par>
                                <p:cTn id="28" presetID="3" presetClass="entr" presetSubtype="10" fill="hold" grpId="0" nodeType="afterEffect">
                                  <p:stCondLst>
                                    <p:cond delay="0"/>
                                  </p:stCondLst>
                                  <p:childTnLst>
                                    <p:set>
                                      <p:cBhvr>
                                        <p:cTn id="29" dur="1" fill="hold">
                                          <p:stCondLst>
                                            <p:cond delay="0"/>
                                          </p:stCondLst>
                                        </p:cTn>
                                        <p:tgtEl>
                                          <p:spTgt spid="29701"/>
                                        </p:tgtEl>
                                        <p:attrNameLst>
                                          <p:attrName>style.visibility</p:attrName>
                                        </p:attrNameLst>
                                      </p:cBhvr>
                                      <p:to>
                                        <p:strVal val="visible"/>
                                      </p:to>
                                    </p:set>
                                    <p:animEffect transition="in" filter="blinds(horizontal)">
                                      <p:cBhvr>
                                        <p:cTn id="30" dur="500"/>
                                        <p:tgtEl>
                                          <p:spTgt spid="297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p:bldP spid="29699" grpId="0"/>
      <p:bldP spid="29700" grpId="0"/>
      <p:bldP spid="29701" grpId="0"/>
      <p:bldP spid="2970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8EFF5D5-69CA-40E5-90F9-B0FDA69E2E83}"/>
              </a:ext>
            </a:extLst>
          </p:cNvPr>
          <p:cNvPicPr>
            <a:picLocks noChangeAspect="1"/>
          </p:cNvPicPr>
          <p:nvPr/>
        </p:nvPicPr>
        <p:blipFill>
          <a:blip r:embed="rId2"/>
          <a:stretch>
            <a:fillRect/>
          </a:stretch>
        </p:blipFill>
        <p:spPr>
          <a:xfrm>
            <a:off x="6012160" y="548680"/>
            <a:ext cx="1800225" cy="1714500"/>
          </a:xfrm>
          <a:prstGeom prst="rect">
            <a:avLst/>
          </a:prstGeom>
        </p:spPr>
      </p:pic>
      <p:pic>
        <p:nvPicPr>
          <p:cNvPr id="6" name="图片 5">
            <a:extLst>
              <a:ext uri="{FF2B5EF4-FFF2-40B4-BE49-F238E27FC236}">
                <a16:creationId xmlns:a16="http://schemas.microsoft.com/office/drawing/2014/main" id="{F06F208E-73DF-403A-97D1-D3AC6AD72092}"/>
              </a:ext>
            </a:extLst>
          </p:cNvPr>
          <p:cNvPicPr>
            <a:picLocks noChangeAspect="1"/>
          </p:cNvPicPr>
          <p:nvPr/>
        </p:nvPicPr>
        <p:blipFill>
          <a:blip r:embed="rId3"/>
          <a:stretch>
            <a:fillRect/>
          </a:stretch>
        </p:blipFill>
        <p:spPr>
          <a:xfrm>
            <a:off x="1403648" y="548680"/>
            <a:ext cx="1800224" cy="1718396"/>
          </a:xfrm>
          <a:prstGeom prst="rect">
            <a:avLst/>
          </a:prstGeom>
        </p:spPr>
      </p:pic>
      <p:pic>
        <p:nvPicPr>
          <p:cNvPr id="8" name="图片 7">
            <a:extLst>
              <a:ext uri="{FF2B5EF4-FFF2-40B4-BE49-F238E27FC236}">
                <a16:creationId xmlns:a16="http://schemas.microsoft.com/office/drawing/2014/main" id="{9B3022EF-A838-4045-8B49-0540D75D1FE0}"/>
              </a:ext>
            </a:extLst>
          </p:cNvPr>
          <p:cNvPicPr>
            <a:picLocks noChangeAspect="1"/>
          </p:cNvPicPr>
          <p:nvPr/>
        </p:nvPicPr>
        <p:blipFill>
          <a:blip r:embed="rId4"/>
          <a:stretch>
            <a:fillRect/>
          </a:stretch>
        </p:blipFill>
        <p:spPr>
          <a:xfrm>
            <a:off x="4378833" y="1188483"/>
            <a:ext cx="386333" cy="392187"/>
          </a:xfrm>
          <a:prstGeom prst="rect">
            <a:avLst/>
          </a:prstGeom>
        </p:spPr>
      </p:pic>
      <p:sp>
        <p:nvSpPr>
          <p:cNvPr id="9" name="Rectangle 5">
            <a:extLst>
              <a:ext uri="{FF2B5EF4-FFF2-40B4-BE49-F238E27FC236}">
                <a16:creationId xmlns:a16="http://schemas.microsoft.com/office/drawing/2014/main" id="{0621722C-1A3E-4C96-A58B-D33320E596EA}"/>
              </a:ext>
            </a:extLst>
          </p:cNvPr>
          <p:cNvSpPr>
            <a:spLocks noChangeArrowheads="1"/>
          </p:cNvSpPr>
          <p:nvPr/>
        </p:nvSpPr>
        <p:spPr bwMode="auto">
          <a:xfrm>
            <a:off x="3635896" y="1030634"/>
            <a:ext cx="576040" cy="707886"/>
          </a:xfrm>
          <a:prstGeom prst="rect">
            <a:avLst/>
          </a:prstGeom>
          <a:noFill/>
          <a:ln>
            <a:noFill/>
          </a:ln>
          <a:effectLst/>
          <a:extLst/>
        </p:spPr>
        <p:txBody>
          <a:bodyPr wrap="square">
            <a:spAutoFit/>
          </a:bodyPr>
          <a:lstStyle>
            <a:lvl1pPr>
              <a:defRPr sz="2800">
                <a:solidFill>
                  <a:srgbClr val="0000FF"/>
                </a:solidFill>
                <a:latin typeface="Times New Roman" panose="02020603050405020304" pitchFamily="18" charset="0"/>
                <a:ea typeface="幼圆" panose="02010509060101010101" pitchFamily="49" charset="-122"/>
              </a:defRPr>
            </a:lvl1pPr>
            <a:lvl2pPr marL="742950" indent="-285750">
              <a:defRPr sz="2800">
                <a:solidFill>
                  <a:srgbClr val="0000FF"/>
                </a:solidFill>
                <a:latin typeface="Times New Roman" panose="02020603050405020304" pitchFamily="18" charset="0"/>
                <a:ea typeface="幼圆" panose="02010509060101010101" pitchFamily="49" charset="-122"/>
              </a:defRPr>
            </a:lvl2pPr>
            <a:lvl3pPr marL="1143000" indent="-228600">
              <a:defRPr sz="2800">
                <a:solidFill>
                  <a:srgbClr val="0000FF"/>
                </a:solidFill>
                <a:latin typeface="Times New Roman" panose="02020603050405020304" pitchFamily="18" charset="0"/>
                <a:ea typeface="幼圆" panose="02010509060101010101" pitchFamily="49" charset="-122"/>
              </a:defRPr>
            </a:lvl3pPr>
            <a:lvl4pPr marL="1600200" indent="-228600">
              <a:defRPr sz="2800">
                <a:solidFill>
                  <a:srgbClr val="0000FF"/>
                </a:solidFill>
                <a:latin typeface="Times New Roman" panose="02020603050405020304" pitchFamily="18" charset="0"/>
                <a:ea typeface="幼圆" panose="02010509060101010101" pitchFamily="49" charset="-122"/>
              </a:defRPr>
            </a:lvl4pPr>
            <a:lvl5pPr marL="2057400" indent="-228600">
              <a:defRPr sz="2800">
                <a:solidFill>
                  <a:srgbClr val="0000FF"/>
                </a:solidFill>
                <a:latin typeface="Times New Roman" panose="02020603050405020304" pitchFamily="18" charset="0"/>
                <a:ea typeface="幼圆" panose="02010509060101010101" pitchFamily="49" charset="-122"/>
              </a:defRPr>
            </a:lvl5pPr>
            <a:lvl6pPr marL="25146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6pPr>
            <a:lvl7pPr marL="29718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7pPr>
            <a:lvl8pPr marL="34290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8pPr>
            <a:lvl9pPr marL="38862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9pPr>
          </a:lstStyle>
          <a:p>
            <a:pPr eaLnBrk="1" hangingPunct="1">
              <a:defRPr/>
            </a:pPr>
            <a:r>
              <a:rPr lang="en-US" altLang="zh-CN" sz="4000" dirty="0">
                <a:solidFill>
                  <a:schemeClr val="bg1"/>
                </a:solidFill>
                <a:latin typeface="+mn-lt"/>
                <a:ea typeface="+mn-ea"/>
              </a:rPr>
              <a:t>+</a:t>
            </a:r>
            <a:endParaRPr lang="zh-CN" altLang="en-US" sz="4000" dirty="0">
              <a:solidFill>
                <a:schemeClr val="bg1"/>
              </a:solidFill>
              <a:latin typeface="+mn-lt"/>
              <a:ea typeface="+mn-ea"/>
            </a:endParaRPr>
          </a:p>
        </p:txBody>
      </p:sp>
      <p:sp>
        <p:nvSpPr>
          <p:cNvPr id="10" name="Rectangle 5">
            <a:extLst>
              <a:ext uri="{FF2B5EF4-FFF2-40B4-BE49-F238E27FC236}">
                <a16:creationId xmlns:a16="http://schemas.microsoft.com/office/drawing/2014/main" id="{84F4BD27-6F98-42DE-BD94-4B6EB797C328}"/>
              </a:ext>
            </a:extLst>
          </p:cNvPr>
          <p:cNvSpPr>
            <a:spLocks noChangeArrowheads="1"/>
          </p:cNvSpPr>
          <p:nvPr/>
        </p:nvSpPr>
        <p:spPr bwMode="auto">
          <a:xfrm>
            <a:off x="5100643" y="1014163"/>
            <a:ext cx="576040" cy="707886"/>
          </a:xfrm>
          <a:prstGeom prst="rect">
            <a:avLst/>
          </a:prstGeom>
          <a:noFill/>
          <a:ln>
            <a:noFill/>
          </a:ln>
          <a:effectLst/>
          <a:extLst/>
        </p:spPr>
        <p:txBody>
          <a:bodyPr wrap="square">
            <a:spAutoFit/>
          </a:bodyPr>
          <a:lstStyle>
            <a:lvl1pPr>
              <a:defRPr sz="2800">
                <a:solidFill>
                  <a:srgbClr val="0000FF"/>
                </a:solidFill>
                <a:latin typeface="Times New Roman" panose="02020603050405020304" pitchFamily="18" charset="0"/>
                <a:ea typeface="幼圆" panose="02010509060101010101" pitchFamily="49" charset="-122"/>
              </a:defRPr>
            </a:lvl1pPr>
            <a:lvl2pPr marL="742950" indent="-285750">
              <a:defRPr sz="2800">
                <a:solidFill>
                  <a:srgbClr val="0000FF"/>
                </a:solidFill>
                <a:latin typeface="Times New Roman" panose="02020603050405020304" pitchFamily="18" charset="0"/>
                <a:ea typeface="幼圆" panose="02010509060101010101" pitchFamily="49" charset="-122"/>
              </a:defRPr>
            </a:lvl2pPr>
            <a:lvl3pPr marL="1143000" indent="-228600">
              <a:defRPr sz="2800">
                <a:solidFill>
                  <a:srgbClr val="0000FF"/>
                </a:solidFill>
                <a:latin typeface="Times New Roman" panose="02020603050405020304" pitchFamily="18" charset="0"/>
                <a:ea typeface="幼圆" panose="02010509060101010101" pitchFamily="49" charset="-122"/>
              </a:defRPr>
            </a:lvl3pPr>
            <a:lvl4pPr marL="1600200" indent="-228600">
              <a:defRPr sz="2800">
                <a:solidFill>
                  <a:srgbClr val="0000FF"/>
                </a:solidFill>
                <a:latin typeface="Times New Roman" panose="02020603050405020304" pitchFamily="18" charset="0"/>
                <a:ea typeface="幼圆" panose="02010509060101010101" pitchFamily="49" charset="-122"/>
              </a:defRPr>
            </a:lvl4pPr>
            <a:lvl5pPr marL="2057400" indent="-228600">
              <a:defRPr sz="2800">
                <a:solidFill>
                  <a:srgbClr val="0000FF"/>
                </a:solidFill>
                <a:latin typeface="Times New Roman" panose="02020603050405020304" pitchFamily="18" charset="0"/>
                <a:ea typeface="幼圆" panose="02010509060101010101" pitchFamily="49" charset="-122"/>
              </a:defRPr>
            </a:lvl5pPr>
            <a:lvl6pPr marL="25146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6pPr>
            <a:lvl7pPr marL="29718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7pPr>
            <a:lvl8pPr marL="34290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8pPr>
            <a:lvl9pPr marL="38862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9pPr>
          </a:lstStyle>
          <a:p>
            <a:pPr eaLnBrk="1" hangingPunct="1">
              <a:defRPr/>
            </a:pPr>
            <a:r>
              <a:rPr lang="en-US" altLang="zh-CN" sz="4000" dirty="0">
                <a:solidFill>
                  <a:schemeClr val="bg1"/>
                </a:solidFill>
                <a:latin typeface="+mn-lt"/>
                <a:ea typeface="+mn-ea"/>
              </a:rPr>
              <a:t>=</a:t>
            </a:r>
            <a:endParaRPr lang="zh-CN" altLang="en-US" sz="4000" dirty="0">
              <a:solidFill>
                <a:schemeClr val="bg1"/>
              </a:solidFill>
              <a:latin typeface="+mn-lt"/>
              <a:ea typeface="+mn-ea"/>
            </a:endParaRPr>
          </a:p>
        </p:txBody>
      </p:sp>
      <p:sp>
        <p:nvSpPr>
          <p:cNvPr id="11" name="Rectangle 5">
            <a:extLst>
              <a:ext uri="{FF2B5EF4-FFF2-40B4-BE49-F238E27FC236}">
                <a16:creationId xmlns:a16="http://schemas.microsoft.com/office/drawing/2014/main" id="{FB7E7994-D18B-4685-BFBC-CCB9B4F893D4}"/>
              </a:ext>
            </a:extLst>
          </p:cNvPr>
          <p:cNvSpPr>
            <a:spLocks noChangeArrowheads="1"/>
          </p:cNvSpPr>
          <p:nvPr/>
        </p:nvSpPr>
        <p:spPr bwMode="auto">
          <a:xfrm>
            <a:off x="1403648" y="2263180"/>
            <a:ext cx="1728192" cy="461665"/>
          </a:xfrm>
          <a:prstGeom prst="rect">
            <a:avLst/>
          </a:prstGeom>
          <a:noFill/>
          <a:ln>
            <a:noFill/>
          </a:ln>
          <a:effectLst/>
          <a:extLst/>
        </p:spPr>
        <p:txBody>
          <a:bodyPr wrap="square">
            <a:spAutoFit/>
          </a:bodyPr>
          <a:lstStyle>
            <a:lvl1pPr>
              <a:defRPr sz="2800">
                <a:solidFill>
                  <a:srgbClr val="0000FF"/>
                </a:solidFill>
                <a:latin typeface="Times New Roman" panose="02020603050405020304" pitchFamily="18" charset="0"/>
                <a:ea typeface="幼圆" panose="02010509060101010101" pitchFamily="49" charset="-122"/>
              </a:defRPr>
            </a:lvl1pPr>
            <a:lvl2pPr marL="742950" indent="-285750">
              <a:defRPr sz="2800">
                <a:solidFill>
                  <a:srgbClr val="0000FF"/>
                </a:solidFill>
                <a:latin typeface="Times New Roman" panose="02020603050405020304" pitchFamily="18" charset="0"/>
                <a:ea typeface="幼圆" panose="02010509060101010101" pitchFamily="49" charset="-122"/>
              </a:defRPr>
            </a:lvl2pPr>
            <a:lvl3pPr marL="1143000" indent="-228600">
              <a:defRPr sz="2800">
                <a:solidFill>
                  <a:srgbClr val="0000FF"/>
                </a:solidFill>
                <a:latin typeface="Times New Roman" panose="02020603050405020304" pitchFamily="18" charset="0"/>
                <a:ea typeface="幼圆" panose="02010509060101010101" pitchFamily="49" charset="-122"/>
              </a:defRPr>
            </a:lvl3pPr>
            <a:lvl4pPr marL="1600200" indent="-228600">
              <a:defRPr sz="2800">
                <a:solidFill>
                  <a:srgbClr val="0000FF"/>
                </a:solidFill>
                <a:latin typeface="Times New Roman" panose="02020603050405020304" pitchFamily="18" charset="0"/>
                <a:ea typeface="幼圆" panose="02010509060101010101" pitchFamily="49" charset="-122"/>
              </a:defRPr>
            </a:lvl4pPr>
            <a:lvl5pPr marL="2057400" indent="-228600">
              <a:defRPr sz="2800">
                <a:solidFill>
                  <a:srgbClr val="0000FF"/>
                </a:solidFill>
                <a:latin typeface="Times New Roman" panose="02020603050405020304" pitchFamily="18" charset="0"/>
                <a:ea typeface="幼圆" panose="02010509060101010101" pitchFamily="49" charset="-122"/>
              </a:defRPr>
            </a:lvl5pPr>
            <a:lvl6pPr marL="25146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6pPr>
            <a:lvl7pPr marL="29718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7pPr>
            <a:lvl8pPr marL="34290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8pPr>
            <a:lvl9pPr marL="38862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9pPr>
          </a:lstStyle>
          <a:p>
            <a:pPr algn="ctr" eaLnBrk="1" hangingPunct="1">
              <a:defRPr/>
            </a:pPr>
            <a:r>
              <a:rPr lang="zh-CN" altLang="en-US" sz="2300" dirty="0">
                <a:solidFill>
                  <a:schemeClr val="bg1"/>
                </a:solidFill>
                <a:latin typeface="+mn-lt"/>
                <a:ea typeface="+mn-ea"/>
              </a:rPr>
              <a:t>空间点阵</a:t>
            </a:r>
          </a:p>
        </p:txBody>
      </p:sp>
      <p:sp>
        <p:nvSpPr>
          <p:cNvPr id="12" name="Rectangle 5">
            <a:extLst>
              <a:ext uri="{FF2B5EF4-FFF2-40B4-BE49-F238E27FC236}">
                <a16:creationId xmlns:a16="http://schemas.microsoft.com/office/drawing/2014/main" id="{0B270E72-AE9C-4538-B6E2-878AE104A09F}"/>
              </a:ext>
            </a:extLst>
          </p:cNvPr>
          <p:cNvSpPr>
            <a:spLocks noChangeArrowheads="1"/>
          </p:cNvSpPr>
          <p:nvPr/>
        </p:nvSpPr>
        <p:spPr bwMode="auto">
          <a:xfrm>
            <a:off x="6012160" y="2263180"/>
            <a:ext cx="1728192" cy="461665"/>
          </a:xfrm>
          <a:prstGeom prst="rect">
            <a:avLst/>
          </a:prstGeom>
          <a:noFill/>
          <a:ln>
            <a:noFill/>
          </a:ln>
          <a:effectLst/>
          <a:extLst/>
        </p:spPr>
        <p:txBody>
          <a:bodyPr wrap="square">
            <a:spAutoFit/>
          </a:bodyPr>
          <a:lstStyle>
            <a:lvl1pPr>
              <a:defRPr sz="2800">
                <a:solidFill>
                  <a:srgbClr val="0000FF"/>
                </a:solidFill>
                <a:latin typeface="Times New Roman" panose="02020603050405020304" pitchFamily="18" charset="0"/>
                <a:ea typeface="幼圆" panose="02010509060101010101" pitchFamily="49" charset="-122"/>
              </a:defRPr>
            </a:lvl1pPr>
            <a:lvl2pPr marL="742950" indent="-285750">
              <a:defRPr sz="2800">
                <a:solidFill>
                  <a:srgbClr val="0000FF"/>
                </a:solidFill>
                <a:latin typeface="Times New Roman" panose="02020603050405020304" pitchFamily="18" charset="0"/>
                <a:ea typeface="幼圆" panose="02010509060101010101" pitchFamily="49" charset="-122"/>
              </a:defRPr>
            </a:lvl2pPr>
            <a:lvl3pPr marL="1143000" indent="-228600">
              <a:defRPr sz="2800">
                <a:solidFill>
                  <a:srgbClr val="0000FF"/>
                </a:solidFill>
                <a:latin typeface="Times New Roman" panose="02020603050405020304" pitchFamily="18" charset="0"/>
                <a:ea typeface="幼圆" panose="02010509060101010101" pitchFamily="49" charset="-122"/>
              </a:defRPr>
            </a:lvl3pPr>
            <a:lvl4pPr marL="1600200" indent="-228600">
              <a:defRPr sz="2800">
                <a:solidFill>
                  <a:srgbClr val="0000FF"/>
                </a:solidFill>
                <a:latin typeface="Times New Roman" panose="02020603050405020304" pitchFamily="18" charset="0"/>
                <a:ea typeface="幼圆" panose="02010509060101010101" pitchFamily="49" charset="-122"/>
              </a:defRPr>
            </a:lvl4pPr>
            <a:lvl5pPr marL="2057400" indent="-228600">
              <a:defRPr sz="2800">
                <a:solidFill>
                  <a:srgbClr val="0000FF"/>
                </a:solidFill>
                <a:latin typeface="Times New Roman" panose="02020603050405020304" pitchFamily="18" charset="0"/>
                <a:ea typeface="幼圆" panose="02010509060101010101" pitchFamily="49" charset="-122"/>
              </a:defRPr>
            </a:lvl5pPr>
            <a:lvl6pPr marL="25146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6pPr>
            <a:lvl7pPr marL="29718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7pPr>
            <a:lvl8pPr marL="34290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8pPr>
            <a:lvl9pPr marL="38862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9pPr>
          </a:lstStyle>
          <a:p>
            <a:pPr algn="ctr" eaLnBrk="1" hangingPunct="1">
              <a:defRPr/>
            </a:pPr>
            <a:r>
              <a:rPr lang="zh-CN" altLang="en-US" sz="2300" dirty="0">
                <a:solidFill>
                  <a:schemeClr val="bg1"/>
                </a:solidFill>
                <a:latin typeface="+mn-lt"/>
                <a:ea typeface="+mn-ea"/>
              </a:rPr>
              <a:t>晶体结构</a:t>
            </a:r>
          </a:p>
        </p:txBody>
      </p:sp>
      <p:sp>
        <p:nvSpPr>
          <p:cNvPr id="13" name="Rectangle 5">
            <a:extLst>
              <a:ext uri="{FF2B5EF4-FFF2-40B4-BE49-F238E27FC236}">
                <a16:creationId xmlns:a16="http://schemas.microsoft.com/office/drawing/2014/main" id="{EA20920B-0A79-4CD3-BDB6-DECB82B60F18}"/>
              </a:ext>
            </a:extLst>
          </p:cNvPr>
          <p:cNvSpPr>
            <a:spLocks noChangeArrowheads="1"/>
          </p:cNvSpPr>
          <p:nvPr/>
        </p:nvSpPr>
        <p:spPr bwMode="auto">
          <a:xfrm>
            <a:off x="3742095" y="2253335"/>
            <a:ext cx="1728192" cy="461665"/>
          </a:xfrm>
          <a:prstGeom prst="rect">
            <a:avLst/>
          </a:prstGeom>
          <a:noFill/>
          <a:ln>
            <a:noFill/>
          </a:ln>
          <a:effectLst/>
          <a:extLst/>
        </p:spPr>
        <p:txBody>
          <a:bodyPr wrap="square">
            <a:spAutoFit/>
          </a:bodyPr>
          <a:lstStyle>
            <a:lvl1pPr>
              <a:defRPr sz="2800">
                <a:solidFill>
                  <a:srgbClr val="0000FF"/>
                </a:solidFill>
                <a:latin typeface="Times New Roman" panose="02020603050405020304" pitchFamily="18" charset="0"/>
                <a:ea typeface="幼圆" panose="02010509060101010101" pitchFamily="49" charset="-122"/>
              </a:defRPr>
            </a:lvl1pPr>
            <a:lvl2pPr marL="742950" indent="-285750">
              <a:defRPr sz="2800">
                <a:solidFill>
                  <a:srgbClr val="0000FF"/>
                </a:solidFill>
                <a:latin typeface="Times New Roman" panose="02020603050405020304" pitchFamily="18" charset="0"/>
                <a:ea typeface="幼圆" panose="02010509060101010101" pitchFamily="49" charset="-122"/>
              </a:defRPr>
            </a:lvl2pPr>
            <a:lvl3pPr marL="1143000" indent="-228600">
              <a:defRPr sz="2800">
                <a:solidFill>
                  <a:srgbClr val="0000FF"/>
                </a:solidFill>
                <a:latin typeface="Times New Roman" panose="02020603050405020304" pitchFamily="18" charset="0"/>
                <a:ea typeface="幼圆" panose="02010509060101010101" pitchFamily="49" charset="-122"/>
              </a:defRPr>
            </a:lvl3pPr>
            <a:lvl4pPr marL="1600200" indent="-228600">
              <a:defRPr sz="2800">
                <a:solidFill>
                  <a:srgbClr val="0000FF"/>
                </a:solidFill>
                <a:latin typeface="Times New Roman" panose="02020603050405020304" pitchFamily="18" charset="0"/>
                <a:ea typeface="幼圆" panose="02010509060101010101" pitchFamily="49" charset="-122"/>
              </a:defRPr>
            </a:lvl4pPr>
            <a:lvl5pPr marL="2057400" indent="-228600">
              <a:defRPr sz="2800">
                <a:solidFill>
                  <a:srgbClr val="0000FF"/>
                </a:solidFill>
                <a:latin typeface="Times New Roman" panose="02020603050405020304" pitchFamily="18" charset="0"/>
                <a:ea typeface="幼圆" panose="02010509060101010101" pitchFamily="49" charset="-122"/>
              </a:defRPr>
            </a:lvl5pPr>
            <a:lvl6pPr marL="25146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6pPr>
            <a:lvl7pPr marL="29718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7pPr>
            <a:lvl8pPr marL="34290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8pPr>
            <a:lvl9pPr marL="3886200" indent="-228600" eaLnBrk="0" fontAlgn="base" hangingPunct="0">
              <a:spcBef>
                <a:spcPct val="0"/>
              </a:spcBef>
              <a:spcAft>
                <a:spcPct val="0"/>
              </a:spcAft>
              <a:defRPr sz="2800">
                <a:solidFill>
                  <a:srgbClr val="0000FF"/>
                </a:solidFill>
                <a:latin typeface="Times New Roman" panose="02020603050405020304" pitchFamily="18" charset="0"/>
                <a:ea typeface="幼圆" panose="02010509060101010101" pitchFamily="49" charset="-122"/>
              </a:defRPr>
            </a:lvl9pPr>
          </a:lstStyle>
          <a:p>
            <a:pPr algn="ctr" eaLnBrk="1" hangingPunct="1">
              <a:defRPr/>
            </a:pPr>
            <a:r>
              <a:rPr lang="zh-CN" altLang="en-US" sz="2300" dirty="0">
                <a:solidFill>
                  <a:schemeClr val="bg1"/>
                </a:solidFill>
                <a:latin typeface="+mn-lt"/>
                <a:ea typeface="+mn-ea"/>
              </a:rPr>
              <a:t>基元</a:t>
            </a:r>
          </a:p>
        </p:txBody>
      </p:sp>
      <p:sp>
        <p:nvSpPr>
          <p:cNvPr id="14" name="对话气泡: 圆角矩形 13">
            <a:extLst>
              <a:ext uri="{FF2B5EF4-FFF2-40B4-BE49-F238E27FC236}">
                <a16:creationId xmlns:a16="http://schemas.microsoft.com/office/drawing/2014/main" id="{6C78B101-68BE-4B61-AC27-D7BD13BEBD74}"/>
              </a:ext>
            </a:extLst>
          </p:cNvPr>
          <p:cNvSpPr/>
          <p:nvPr/>
        </p:nvSpPr>
        <p:spPr bwMode="auto">
          <a:xfrm>
            <a:off x="1331652" y="3070030"/>
            <a:ext cx="1944216" cy="1080120"/>
          </a:xfrm>
          <a:prstGeom prst="wedgeRoundRectCallout">
            <a:avLst>
              <a:gd name="adj1" fmla="val -19411"/>
              <a:gd name="adj2" fmla="val -79402"/>
              <a:gd name="adj3" fmla="val 16667"/>
            </a:avLst>
          </a:prstGeom>
          <a:noFill/>
          <a:ln w="952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反映原子周期</a:t>
            </a:r>
            <a:endParaRPr kumimoji="1" lang="en-US" altLang="zh-CN" sz="2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endParaRPr>
          </a:p>
          <a:p>
            <a:pPr marL="0" marR="0" indent="0" algn="ctr"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排列的方式</a:t>
            </a:r>
          </a:p>
        </p:txBody>
      </p:sp>
      <p:sp>
        <p:nvSpPr>
          <p:cNvPr id="15" name="对话气泡: 圆角矩形 14">
            <a:extLst>
              <a:ext uri="{FF2B5EF4-FFF2-40B4-BE49-F238E27FC236}">
                <a16:creationId xmlns:a16="http://schemas.microsoft.com/office/drawing/2014/main" id="{2CC241FE-DE2D-492B-B6D2-8161BBA64372}"/>
              </a:ext>
            </a:extLst>
          </p:cNvPr>
          <p:cNvSpPr/>
          <p:nvPr/>
        </p:nvSpPr>
        <p:spPr bwMode="auto">
          <a:xfrm>
            <a:off x="5220072" y="3070030"/>
            <a:ext cx="1944216" cy="1080120"/>
          </a:xfrm>
          <a:prstGeom prst="wedgeRoundRectCallout">
            <a:avLst>
              <a:gd name="adj1" fmla="val -61068"/>
              <a:gd name="adj2" fmla="val -83433"/>
              <a:gd name="adj3" fmla="val 16667"/>
            </a:avLst>
          </a:prstGeom>
          <a:noFill/>
          <a:ln w="952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algn="ctr" eaLnBrk="1" hangingPunct="1"/>
            <a:r>
              <a:rPr lang="zh-CN" altLang="en-US" dirty="0">
                <a:solidFill>
                  <a:schemeClr val="bg1"/>
                </a:solidFill>
              </a:rPr>
              <a:t>反映周期</a:t>
            </a:r>
            <a:r>
              <a:rPr kumimoji="1" lang="zh-CN" altLang="en-US" sz="2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排列</a:t>
            </a:r>
            <a:endParaRPr kumimoji="1" lang="en-US" altLang="zh-CN" sz="2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endParaRPr>
          </a:p>
          <a:p>
            <a:pPr marL="0" marR="0" indent="0" algn="ctr"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的内容</a:t>
            </a:r>
          </a:p>
        </p:txBody>
      </p:sp>
      <p:sp>
        <p:nvSpPr>
          <p:cNvPr id="16" name="Rectangle 4">
            <a:extLst>
              <a:ext uri="{FF2B5EF4-FFF2-40B4-BE49-F238E27FC236}">
                <a16:creationId xmlns:a16="http://schemas.microsoft.com/office/drawing/2014/main" id="{DECEDB9D-3238-4D01-87CF-7CE38C723E79}"/>
              </a:ext>
            </a:extLst>
          </p:cNvPr>
          <p:cNvSpPr>
            <a:spLocks noChangeArrowheads="1"/>
          </p:cNvSpPr>
          <p:nvPr/>
        </p:nvSpPr>
        <p:spPr bwMode="auto">
          <a:xfrm>
            <a:off x="5156491" y="4301379"/>
            <a:ext cx="3231933" cy="179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3400"/>
              </a:lnSpc>
            </a:pPr>
            <a:r>
              <a:rPr lang="en-US" altLang="zh-CN" dirty="0">
                <a:solidFill>
                  <a:schemeClr val="bg1"/>
                </a:solidFill>
              </a:rPr>
              <a:t>— </a:t>
            </a:r>
            <a:r>
              <a:rPr lang="zh-CN" altLang="en-US" dirty="0">
                <a:solidFill>
                  <a:schemeClr val="bg1"/>
                </a:solidFill>
              </a:rPr>
              <a:t>可以是一个原子</a:t>
            </a:r>
            <a:endParaRPr lang="en-US" altLang="zh-CN" dirty="0">
              <a:solidFill>
                <a:schemeClr val="bg1"/>
              </a:solidFill>
            </a:endParaRPr>
          </a:p>
          <a:p>
            <a:pPr eaLnBrk="1" hangingPunct="1">
              <a:lnSpc>
                <a:spcPts val="3400"/>
              </a:lnSpc>
            </a:pPr>
            <a:r>
              <a:rPr lang="en-US" altLang="zh-CN" dirty="0">
                <a:solidFill>
                  <a:schemeClr val="bg1"/>
                </a:solidFill>
              </a:rPr>
              <a:t>— </a:t>
            </a:r>
            <a:r>
              <a:rPr lang="zh-CN" altLang="en-US" dirty="0">
                <a:solidFill>
                  <a:schemeClr val="bg1"/>
                </a:solidFill>
              </a:rPr>
              <a:t>可以是一组原子</a:t>
            </a:r>
            <a:endParaRPr lang="en-US" altLang="zh-CN" dirty="0">
              <a:solidFill>
                <a:schemeClr val="bg1"/>
              </a:solidFill>
            </a:endParaRPr>
          </a:p>
          <a:p>
            <a:pPr eaLnBrk="1" hangingPunct="1">
              <a:lnSpc>
                <a:spcPts val="3400"/>
              </a:lnSpc>
            </a:pPr>
            <a:r>
              <a:rPr lang="en-US" altLang="zh-CN" dirty="0">
                <a:solidFill>
                  <a:schemeClr val="bg1"/>
                </a:solidFill>
              </a:rPr>
              <a:t>— </a:t>
            </a:r>
            <a:r>
              <a:rPr lang="zh-CN" altLang="en-US" dirty="0">
                <a:solidFill>
                  <a:schemeClr val="bg1"/>
                </a:solidFill>
              </a:rPr>
              <a:t>可以是一个分子</a:t>
            </a:r>
            <a:endParaRPr lang="en-US" altLang="zh-CN" dirty="0">
              <a:solidFill>
                <a:schemeClr val="bg1"/>
              </a:solidFill>
            </a:endParaRPr>
          </a:p>
          <a:p>
            <a:pPr eaLnBrk="1" hangingPunct="1">
              <a:lnSpc>
                <a:spcPts val="3400"/>
              </a:lnSpc>
            </a:pPr>
            <a:r>
              <a:rPr lang="en-US" altLang="zh-CN" dirty="0">
                <a:solidFill>
                  <a:schemeClr val="bg1"/>
                </a:solidFill>
              </a:rPr>
              <a:t>— </a:t>
            </a:r>
            <a:r>
              <a:rPr lang="zh-CN" altLang="en-US" dirty="0">
                <a:solidFill>
                  <a:schemeClr val="bg1"/>
                </a:solidFill>
              </a:rPr>
              <a:t>也可以分子集团</a:t>
            </a:r>
          </a:p>
        </p:txBody>
      </p:sp>
      <p:sp>
        <p:nvSpPr>
          <p:cNvPr id="17" name="Rectangle 4">
            <a:extLst>
              <a:ext uri="{FF2B5EF4-FFF2-40B4-BE49-F238E27FC236}">
                <a16:creationId xmlns:a16="http://schemas.microsoft.com/office/drawing/2014/main" id="{1571AD6A-DA3D-4EC3-BD51-A98B24F6BCC1}"/>
              </a:ext>
            </a:extLst>
          </p:cNvPr>
          <p:cNvSpPr>
            <a:spLocks noChangeArrowheads="1"/>
          </p:cNvSpPr>
          <p:nvPr/>
        </p:nvSpPr>
        <p:spPr bwMode="auto">
          <a:xfrm>
            <a:off x="1146900" y="4292823"/>
            <a:ext cx="3569116" cy="223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3400"/>
              </a:lnSpc>
            </a:pPr>
            <a:r>
              <a:rPr lang="en-US" altLang="zh-CN" dirty="0">
                <a:solidFill>
                  <a:schemeClr val="bg1"/>
                </a:solidFill>
              </a:rPr>
              <a:t>— </a:t>
            </a:r>
            <a:r>
              <a:rPr lang="zh-CN" altLang="en-US" dirty="0">
                <a:solidFill>
                  <a:schemeClr val="bg1"/>
                </a:solidFill>
              </a:rPr>
              <a:t>是等同点的集合，反映的是理想的、没有缺陷的、无限大的晶体中原子的排列情况（周期性规则排列）</a:t>
            </a:r>
          </a:p>
        </p:txBody>
      </p:sp>
      <p:sp>
        <p:nvSpPr>
          <p:cNvPr id="18" name="灯片编号占位符 1">
            <a:extLst>
              <a:ext uri="{FF2B5EF4-FFF2-40B4-BE49-F238E27FC236}">
                <a16:creationId xmlns:a16="http://schemas.microsoft.com/office/drawing/2014/main" id="{5596AFB6-CA68-4D09-8D4A-EF584B426C5A}"/>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C87E5BCE-BEFA-42FF-927D-D96C6BCE7D0F}" type="slidenum">
              <a:rPr lang="en-US" altLang="zh-CN" b="0">
                <a:solidFill>
                  <a:srgbClr val="FF00FF"/>
                </a:solidFill>
              </a:rPr>
              <a:pPr eaLnBrk="1" hangingPunct="1"/>
              <a:t>33</a:t>
            </a:fld>
            <a:r>
              <a:rPr lang="en-US" altLang="zh-CN" b="0" dirty="0">
                <a:solidFill>
                  <a:srgbClr val="FF00FF"/>
                </a:solidFill>
              </a:rPr>
              <a:t>/40</a:t>
            </a:r>
          </a:p>
        </p:txBody>
      </p:sp>
    </p:spTree>
    <p:extLst>
      <p:ext uri="{BB962C8B-B14F-4D97-AF65-F5344CB8AC3E}">
        <p14:creationId xmlns:p14="http://schemas.microsoft.com/office/powerpoint/2010/main" val="4292416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linds(horizontal)">
                                      <p:cBhvr>
                                        <p:cTn id="15" dur="500"/>
                                        <p:tgtEl>
                                          <p:spTgt spid="11"/>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blinds(horizontal)">
                                      <p:cBhvr>
                                        <p:cTn id="19" dur="500"/>
                                        <p:tgtEl>
                                          <p:spTgt spid="12"/>
                                        </p:tgtEl>
                                      </p:cBhvr>
                                    </p:animEffect>
                                  </p:childTnLst>
                                </p:cTn>
                              </p:par>
                            </p:childTnLst>
                          </p:cTn>
                        </p:par>
                        <p:par>
                          <p:cTn id="20" fill="hold">
                            <p:stCondLst>
                              <p:cond delay="2000"/>
                            </p:stCondLst>
                            <p:childTnLst>
                              <p:par>
                                <p:cTn id="21" presetID="3" presetClass="entr" presetSubtype="1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linds(horizontal)">
                                      <p:cBhvr>
                                        <p:cTn id="23" dur="500"/>
                                        <p:tgtEl>
                                          <p:spTgt spid="13"/>
                                        </p:tgtEl>
                                      </p:cBhvr>
                                    </p:animEffect>
                                  </p:childTnLst>
                                </p:cTn>
                              </p:par>
                            </p:childTnLst>
                          </p:cTn>
                        </p:par>
                        <p:par>
                          <p:cTn id="24" fill="hold">
                            <p:stCondLst>
                              <p:cond delay="2500"/>
                            </p:stCondLst>
                            <p:childTnLst>
                              <p:par>
                                <p:cTn id="25" presetID="3" presetClass="entr" presetSubtype="10"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linds(horizontal)">
                                      <p:cBhvr>
                                        <p:cTn id="27" dur="500"/>
                                        <p:tgtEl>
                                          <p:spTgt spid="16"/>
                                        </p:tgtEl>
                                      </p:cBhvr>
                                    </p:animEffect>
                                  </p:childTnLst>
                                </p:cTn>
                              </p:par>
                            </p:childTnLst>
                          </p:cTn>
                        </p:par>
                        <p:par>
                          <p:cTn id="28" fill="hold">
                            <p:stCondLst>
                              <p:cond delay="3000"/>
                            </p:stCondLst>
                            <p:childTnLst>
                              <p:par>
                                <p:cTn id="29" presetID="3" presetClass="entr" presetSubtype="10" fill="hold" grpId="0"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blinds(horizontal)">
                                      <p:cBhvr>
                                        <p:cTn id="3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6" grpId="0"/>
      <p:bldP spid="1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4025" name="Group 9">
            <a:extLst>
              <a:ext uri="{FF2B5EF4-FFF2-40B4-BE49-F238E27FC236}">
                <a16:creationId xmlns:a16="http://schemas.microsoft.com/office/drawing/2014/main" id="{A398CA5B-96FC-44AD-81A8-A3E7F0864468}"/>
              </a:ext>
            </a:extLst>
          </p:cNvPr>
          <p:cNvGraphicFramePr>
            <a:graphicFrameLocks noGrp="1"/>
          </p:cNvGraphicFramePr>
          <p:nvPr/>
        </p:nvGraphicFramePr>
        <p:xfrm>
          <a:off x="649288" y="2408238"/>
          <a:ext cx="7923212" cy="3090862"/>
        </p:xfrm>
        <a:graphic>
          <a:graphicData uri="http://schemas.openxmlformats.org/drawingml/2006/table">
            <a:tbl>
              <a:tblPr/>
              <a:tblGrid>
                <a:gridCol w="1493837">
                  <a:extLst>
                    <a:ext uri="{9D8B030D-6E8A-4147-A177-3AD203B41FA5}">
                      <a16:colId xmlns:a16="http://schemas.microsoft.com/office/drawing/2014/main" val="1402732895"/>
                    </a:ext>
                  </a:extLst>
                </a:gridCol>
                <a:gridCol w="1928813">
                  <a:extLst>
                    <a:ext uri="{9D8B030D-6E8A-4147-A177-3AD203B41FA5}">
                      <a16:colId xmlns:a16="http://schemas.microsoft.com/office/drawing/2014/main" val="3049424966"/>
                    </a:ext>
                  </a:extLst>
                </a:gridCol>
                <a:gridCol w="1643062">
                  <a:extLst>
                    <a:ext uri="{9D8B030D-6E8A-4147-A177-3AD203B41FA5}">
                      <a16:colId xmlns:a16="http://schemas.microsoft.com/office/drawing/2014/main" val="298578671"/>
                    </a:ext>
                  </a:extLst>
                </a:gridCol>
                <a:gridCol w="1428750">
                  <a:extLst>
                    <a:ext uri="{9D8B030D-6E8A-4147-A177-3AD203B41FA5}">
                      <a16:colId xmlns:a16="http://schemas.microsoft.com/office/drawing/2014/main" val="1023948538"/>
                    </a:ext>
                  </a:extLst>
                </a:gridCol>
                <a:gridCol w="1428750">
                  <a:extLst>
                    <a:ext uri="{9D8B030D-6E8A-4147-A177-3AD203B41FA5}">
                      <a16:colId xmlns:a16="http://schemas.microsoft.com/office/drawing/2014/main" val="3741226539"/>
                    </a:ext>
                  </a:extLst>
                </a:gridCol>
              </a:tblGrid>
              <a:tr h="396227">
                <a:tc rowSpan="2">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类型</a:t>
                      </a:r>
                    </a:p>
                  </a:txBody>
                  <a:tcPr marT="45714" marB="45714"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ap="flat" cmpd="sng" algn="ctr">
                      <a:solidFill>
                        <a:srgbClr val="339966"/>
                      </a:solidFill>
                      <a:prstDash val="solid"/>
                      <a:round/>
                      <a:headEnd type="none" w="med" len="med"/>
                      <a:tailEnd type="none" w="med" len="med"/>
                    </a:lnTlToBr>
                    <a:lnBlToTr>
                      <a:noFill/>
                    </a:lnBlToTr>
                    <a:solidFill>
                      <a:srgbClr val="006666"/>
                    </a:solidFill>
                  </a:tcPr>
                </a:tc>
                <a:tc rowSpan="2">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结合力</a:t>
                      </a:r>
                    </a:p>
                  </a:txBody>
                  <a:tcPr marT="45714" marB="45714"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6666"/>
                    </a:solidFill>
                  </a:tcPr>
                </a:tc>
                <a:tc rowSpan="2">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方向性</a:t>
                      </a:r>
                    </a:p>
                    <a:p>
                      <a:pPr marL="0" marR="0" lvl="0" indent="0" algn="ctr" defTabSz="914400" rtl="0" eaLnBrk="1" fontAlgn="base" latinLnBrk="0" hangingPunct="1">
                        <a:lnSpc>
                          <a:spcPct val="120000"/>
                        </a:lnSpc>
                        <a:spcBef>
                          <a:spcPct val="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饱和性</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6666"/>
                    </a:solidFill>
                  </a:tcPr>
                </a:tc>
                <a:tc gridSpan="2">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性能</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solidFill>
                  </a:tcPr>
                </a:tc>
                <a:tc hMerge="1">
                  <a:txBody>
                    <a:bodyPr/>
                    <a:lstStyle/>
                    <a:p>
                      <a:endParaRPr lang="zh-CN" altLang="en-US"/>
                    </a:p>
                  </a:txBody>
                  <a:tcPr/>
                </a:tc>
                <a:extLst>
                  <a:ext uri="{0D108BD9-81ED-4DB2-BD59-A6C34878D82A}">
                    <a16:rowId xmlns:a16="http://schemas.microsoft.com/office/drawing/2014/main" val="2955691996"/>
                  </a:ext>
                </a:extLst>
              </a:tr>
              <a:tr h="396227">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导电性</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硬度 熔点</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6666"/>
                    </a:solidFill>
                  </a:tcPr>
                </a:tc>
                <a:extLst>
                  <a:ext uri="{0D108BD9-81ED-4DB2-BD59-A6C34878D82A}">
                    <a16:rowId xmlns:a16="http://schemas.microsoft.com/office/drawing/2014/main" val="1198227244"/>
                  </a:ext>
                </a:extLst>
              </a:tr>
              <a:tr h="58412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离子晶体</a:t>
                      </a:r>
                    </a:p>
                  </a:txBody>
                  <a:tcPr marT="45714" marB="45714" anchor="ct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离子键</a:t>
                      </a:r>
                    </a:p>
                  </a:txBody>
                  <a:tcPr marT="45714" marB="45714"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无</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弱</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高</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extLst>
                  <a:ext uri="{0D108BD9-81ED-4DB2-BD59-A6C34878D82A}">
                    <a16:rowId xmlns:a16="http://schemas.microsoft.com/office/drawing/2014/main" val="1423902220"/>
                  </a:ext>
                </a:extLst>
              </a:tr>
              <a:tr h="571427">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共价晶体</a:t>
                      </a:r>
                    </a:p>
                  </a:txBody>
                  <a:tcPr marT="45714" marB="45714" anchor="ct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共价键</a:t>
                      </a:r>
                    </a:p>
                  </a:txBody>
                  <a:tcPr marT="45714" marB="45714"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有</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很低</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高</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extLst>
                  <a:ext uri="{0D108BD9-81ED-4DB2-BD59-A6C34878D82A}">
                    <a16:rowId xmlns:a16="http://schemas.microsoft.com/office/drawing/2014/main" val="2907148485"/>
                  </a:ext>
                </a:extLst>
              </a:tr>
              <a:tr h="571427">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分子晶体</a:t>
                      </a:r>
                    </a:p>
                  </a:txBody>
                  <a:tcPr marT="45714" marB="45714" anchor="ct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范德瓦耳斯键</a:t>
                      </a:r>
                    </a:p>
                  </a:txBody>
                  <a:tcPr marT="45714" marB="45714"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无</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低</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低</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extLst>
                  <a:ext uri="{0D108BD9-81ED-4DB2-BD59-A6C34878D82A}">
                    <a16:rowId xmlns:a16="http://schemas.microsoft.com/office/drawing/2014/main" val="1606699005"/>
                  </a:ext>
                </a:extLst>
              </a:tr>
              <a:tr h="571427">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金属晶体</a:t>
                      </a:r>
                    </a:p>
                  </a:txBody>
                  <a:tcPr marT="45714" marB="45714" anchor="ct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金属键</a:t>
                      </a:r>
                    </a:p>
                  </a:txBody>
                  <a:tcPr marT="45714" marB="45714"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无</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好</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rgbClr val="0000CC"/>
                        </a:solidFill>
                        <a:effectLst/>
                        <a:latin typeface="宋体" panose="02010600030101010101" pitchFamily="2" charset="-122"/>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extLst>
                  <a:ext uri="{0D108BD9-81ED-4DB2-BD59-A6C34878D82A}">
                    <a16:rowId xmlns:a16="http://schemas.microsoft.com/office/drawing/2014/main" val="2326561028"/>
                  </a:ext>
                </a:extLst>
              </a:tr>
            </a:tbl>
          </a:graphicData>
        </a:graphic>
      </p:graphicFrame>
      <p:sp>
        <p:nvSpPr>
          <p:cNvPr id="214066" name="Rectangle 50">
            <a:extLst>
              <a:ext uri="{FF2B5EF4-FFF2-40B4-BE49-F238E27FC236}">
                <a16:creationId xmlns:a16="http://schemas.microsoft.com/office/drawing/2014/main" id="{47E743FC-A9FF-499D-BB25-00BB8E30BB3D}"/>
              </a:ext>
            </a:extLst>
          </p:cNvPr>
          <p:cNvSpPr>
            <a:spLocks noChangeArrowheads="1"/>
          </p:cNvSpPr>
          <p:nvPr/>
        </p:nvSpPr>
        <p:spPr bwMode="auto">
          <a:xfrm>
            <a:off x="539750" y="1757363"/>
            <a:ext cx="4318000" cy="457200"/>
          </a:xfrm>
          <a:prstGeom prst="rect">
            <a:avLst/>
          </a:prstGeom>
          <a:noFill/>
          <a:ln w="9525">
            <a:noFill/>
            <a:miter lim="800000"/>
            <a:headEnd/>
            <a:tailEnd/>
          </a:ln>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defRPr/>
            </a:pPr>
            <a:r>
              <a:rPr lang="zh-CN" altLang="en-US">
                <a:solidFill>
                  <a:srgbClr val="FFFF00"/>
                </a:solidFill>
                <a:effectLst>
                  <a:outerShdw blurRad="38100" dist="38100" dir="2700000" algn="tl">
                    <a:srgbClr val="000000"/>
                  </a:outerShdw>
                </a:effectLst>
                <a:latin typeface="宋体" panose="02010600030101010101" pitchFamily="2" charset="-122"/>
                <a:ea typeface="仿宋_GB2312" pitchFamily="49" charset="-122"/>
              </a:rPr>
              <a:t>晶体类型（晶体结合力）：</a:t>
            </a:r>
          </a:p>
        </p:txBody>
      </p:sp>
      <p:sp>
        <p:nvSpPr>
          <p:cNvPr id="34860" name="灯片编号占位符 1">
            <a:extLst>
              <a:ext uri="{FF2B5EF4-FFF2-40B4-BE49-F238E27FC236}">
                <a16:creationId xmlns:a16="http://schemas.microsoft.com/office/drawing/2014/main" id="{638B5280-B887-4BD7-9611-9BEF56FBC9DA}"/>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7C4F6013-C53A-4AD6-AF4F-B5FC1AA978C0}" type="slidenum">
              <a:rPr lang="en-US" altLang="zh-CN" b="0">
                <a:solidFill>
                  <a:srgbClr val="FF00FF"/>
                </a:solidFill>
              </a:rPr>
              <a:pPr eaLnBrk="1" hangingPunct="1"/>
              <a:t>34</a:t>
            </a:fld>
            <a:r>
              <a:rPr lang="en-US" altLang="zh-CN" b="0">
                <a:solidFill>
                  <a:srgbClr val="FF00FF"/>
                </a:solidFill>
              </a:rPr>
              <a:t>/40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4066"/>
                                        </p:tgtEl>
                                        <p:attrNameLst>
                                          <p:attrName>style.visibility</p:attrName>
                                        </p:attrNameLst>
                                      </p:cBhvr>
                                      <p:to>
                                        <p:strVal val="visible"/>
                                      </p:to>
                                    </p:set>
                                    <p:animEffect transition="in" filter="wipe(left)">
                                      <p:cBhvr>
                                        <p:cTn id="7" dur="500"/>
                                        <p:tgtEl>
                                          <p:spTgt spid="2140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14025"/>
                                        </p:tgtEl>
                                        <p:attrNameLst>
                                          <p:attrName>style.visibility</p:attrName>
                                        </p:attrNameLst>
                                      </p:cBhvr>
                                      <p:to>
                                        <p:strVal val="visible"/>
                                      </p:to>
                                    </p:set>
                                    <p:animEffect transition="in" filter="wipe(left)">
                                      <p:cBhvr>
                                        <p:cTn id="12" dur="500"/>
                                        <p:tgtEl>
                                          <p:spTgt spid="2140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6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a:extLst>
              <a:ext uri="{FF2B5EF4-FFF2-40B4-BE49-F238E27FC236}">
                <a16:creationId xmlns:a16="http://schemas.microsoft.com/office/drawing/2014/main" id="{9B3CCC7D-C661-484E-ABFD-7599A3D1D042}"/>
              </a:ext>
            </a:extLst>
          </p:cNvPr>
          <p:cNvSpPr txBox="1">
            <a:spLocks noChangeArrowheads="1"/>
          </p:cNvSpPr>
          <p:nvPr/>
        </p:nvSpPr>
        <p:spPr bwMode="auto">
          <a:xfrm>
            <a:off x="684213" y="884238"/>
            <a:ext cx="640873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dirty="0">
                <a:solidFill>
                  <a:schemeClr val="hlink"/>
                </a:solidFill>
                <a:latin typeface="宋体" panose="02010600030101010101" pitchFamily="2" charset="-122"/>
              </a:rPr>
              <a:t>晶体都是由大量（</a:t>
            </a:r>
            <a:r>
              <a:rPr kumimoji="0" lang="en-US" altLang="zh-CN" dirty="0">
                <a:solidFill>
                  <a:schemeClr val="hlink"/>
                </a:solidFill>
                <a:latin typeface="宋体" panose="02010600030101010101" pitchFamily="2" charset="-122"/>
              </a:rPr>
              <a:t>10</a:t>
            </a:r>
            <a:r>
              <a:rPr kumimoji="0" lang="en-US" altLang="zh-CN" baseline="30000" dirty="0">
                <a:solidFill>
                  <a:schemeClr val="hlink"/>
                </a:solidFill>
                <a:latin typeface="宋体" panose="02010600030101010101" pitchFamily="2" charset="-122"/>
              </a:rPr>
              <a:t>23</a:t>
            </a:r>
            <a:r>
              <a:rPr kumimoji="0" lang="en-US" altLang="zh-CN" dirty="0">
                <a:solidFill>
                  <a:schemeClr val="hlink"/>
                </a:solidFill>
                <a:latin typeface="宋体" panose="02010600030101010101" pitchFamily="2" charset="-122"/>
              </a:rPr>
              <a:t>/cm</a:t>
            </a:r>
            <a:r>
              <a:rPr kumimoji="0" lang="en-US" altLang="zh-CN" baseline="30000" dirty="0">
                <a:solidFill>
                  <a:schemeClr val="hlink"/>
                </a:solidFill>
                <a:latin typeface="宋体" panose="02010600030101010101" pitchFamily="2" charset="-122"/>
              </a:rPr>
              <a:t>3</a:t>
            </a:r>
            <a:r>
              <a:rPr kumimoji="0" lang="zh-CN" altLang="en-US" dirty="0">
                <a:solidFill>
                  <a:schemeClr val="hlink"/>
                </a:solidFill>
                <a:latin typeface="宋体" panose="02010600030101010101" pitchFamily="2" charset="-122"/>
              </a:rPr>
              <a:t>）的原子周期排列紧密堆积在一起组成；每个原子又包含有原子核和电子。</a:t>
            </a:r>
          </a:p>
        </p:txBody>
      </p:sp>
      <p:sp>
        <p:nvSpPr>
          <p:cNvPr id="36867" name="Text Box 3">
            <a:extLst>
              <a:ext uri="{FF2B5EF4-FFF2-40B4-BE49-F238E27FC236}">
                <a16:creationId xmlns:a16="http://schemas.microsoft.com/office/drawing/2014/main" id="{FEA56E5B-7422-4624-A7D6-9B4725EB7F05}"/>
              </a:ext>
            </a:extLst>
          </p:cNvPr>
          <p:cNvSpPr txBox="1">
            <a:spLocks noChangeArrowheads="1"/>
          </p:cNvSpPr>
          <p:nvPr/>
        </p:nvSpPr>
        <p:spPr bwMode="auto">
          <a:xfrm>
            <a:off x="7286625" y="1143000"/>
            <a:ext cx="1316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rgbClr val="00FF00"/>
                </a:solidFill>
                <a:latin typeface="宋体" panose="02010600030101010101" pitchFamily="2" charset="-122"/>
              </a:rPr>
              <a:t>多体问题</a:t>
            </a:r>
          </a:p>
        </p:txBody>
      </p:sp>
      <p:sp>
        <p:nvSpPr>
          <p:cNvPr id="36868" name="AutoShape 4">
            <a:extLst>
              <a:ext uri="{FF2B5EF4-FFF2-40B4-BE49-F238E27FC236}">
                <a16:creationId xmlns:a16="http://schemas.microsoft.com/office/drawing/2014/main" id="{42B33999-77AD-4486-BB33-6F52BFD6AD02}"/>
              </a:ext>
            </a:extLst>
          </p:cNvPr>
          <p:cNvSpPr>
            <a:spLocks/>
          </p:cNvSpPr>
          <p:nvPr/>
        </p:nvSpPr>
        <p:spPr bwMode="auto">
          <a:xfrm>
            <a:off x="6929438" y="955675"/>
            <a:ext cx="288925" cy="906463"/>
          </a:xfrm>
          <a:prstGeom prst="rightBrace">
            <a:avLst>
              <a:gd name="adj1" fmla="val 26145"/>
              <a:gd name="adj2" fmla="val 50000"/>
            </a:avLst>
          </a:prstGeom>
          <a:noFill/>
          <a:ln w="2222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kumimoji="0" lang="zh-CN" altLang="zh-CN" sz="1600">
              <a:solidFill>
                <a:srgbClr val="00FF00"/>
              </a:solidFill>
              <a:latin typeface="华文中宋" panose="02010600040101010101" pitchFamily="2" charset="-122"/>
              <a:ea typeface="华文中宋" panose="02010600040101010101" pitchFamily="2" charset="-122"/>
            </a:endParaRPr>
          </a:p>
        </p:txBody>
      </p:sp>
      <p:sp>
        <p:nvSpPr>
          <p:cNvPr id="195589" name="Text Box 5">
            <a:extLst>
              <a:ext uri="{FF2B5EF4-FFF2-40B4-BE49-F238E27FC236}">
                <a16:creationId xmlns:a16="http://schemas.microsoft.com/office/drawing/2014/main" id="{DA49259B-9A0C-4D91-9366-B3F766814614}"/>
              </a:ext>
            </a:extLst>
          </p:cNvPr>
          <p:cNvSpPr txBox="1">
            <a:spLocks noChangeArrowheads="1"/>
          </p:cNvSpPr>
          <p:nvPr/>
        </p:nvSpPr>
        <p:spPr bwMode="auto">
          <a:xfrm>
            <a:off x="663575" y="2214563"/>
            <a:ext cx="3836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dirty="0">
                <a:solidFill>
                  <a:schemeClr val="hlink"/>
                </a:solidFill>
                <a:latin typeface="宋体" panose="02010600030101010101" pitchFamily="2" charset="-122"/>
              </a:rPr>
              <a:t>近似处理方法：</a:t>
            </a:r>
          </a:p>
        </p:txBody>
      </p:sp>
      <p:sp>
        <p:nvSpPr>
          <p:cNvPr id="195590" name="Text Box 6">
            <a:extLst>
              <a:ext uri="{FF2B5EF4-FFF2-40B4-BE49-F238E27FC236}">
                <a16:creationId xmlns:a16="http://schemas.microsoft.com/office/drawing/2014/main" id="{EF706B02-B572-4966-B919-EED0DC15466C}"/>
              </a:ext>
            </a:extLst>
          </p:cNvPr>
          <p:cNvSpPr txBox="1">
            <a:spLocks noChangeArrowheads="1"/>
          </p:cNvSpPr>
          <p:nvPr/>
        </p:nvSpPr>
        <p:spPr bwMode="auto">
          <a:xfrm>
            <a:off x="1143000" y="2857500"/>
            <a:ext cx="7416800"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chemeClr val="hlink"/>
              </a:buClr>
              <a:buFont typeface="Wingdings" panose="05000000000000000000" pitchFamily="2" charset="2"/>
              <a:buChar char="Ø"/>
            </a:pPr>
            <a:r>
              <a:rPr kumimoji="0" lang="en-US" altLang="zh-CN" sz="2200">
                <a:solidFill>
                  <a:schemeClr val="hlink"/>
                </a:solidFill>
                <a:latin typeface="宋体" panose="02010600030101010101" pitchFamily="2" charset="-122"/>
              </a:rPr>
              <a:t> </a:t>
            </a:r>
            <a:r>
              <a:rPr kumimoji="0" lang="zh-CN" altLang="en-US" sz="2200">
                <a:solidFill>
                  <a:schemeClr val="hlink"/>
                </a:solidFill>
                <a:latin typeface="宋体" panose="02010600030101010101" pitchFamily="2" charset="-122"/>
              </a:rPr>
              <a:t>晶体中周期性排列的原子核（或离子实）</a:t>
            </a:r>
            <a:r>
              <a:rPr kumimoji="0" lang="zh-CN" altLang="en-US" sz="2200">
                <a:solidFill>
                  <a:srgbClr val="66FFFF"/>
                </a:solidFill>
                <a:latin typeface="宋体" panose="02010600030101010101" pitchFamily="2" charset="-122"/>
              </a:rPr>
              <a:t>固定不动</a:t>
            </a:r>
            <a:r>
              <a:rPr kumimoji="0" lang="zh-CN" altLang="en-US" sz="2200">
                <a:solidFill>
                  <a:schemeClr val="hlink"/>
                </a:solidFill>
                <a:latin typeface="宋体" panose="02010600030101010101" pitchFamily="2" charset="-122"/>
              </a:rPr>
              <a:t>；</a:t>
            </a:r>
          </a:p>
        </p:txBody>
      </p:sp>
      <p:sp>
        <p:nvSpPr>
          <p:cNvPr id="195592" name="Text Box 8">
            <a:extLst>
              <a:ext uri="{FF2B5EF4-FFF2-40B4-BE49-F238E27FC236}">
                <a16:creationId xmlns:a16="http://schemas.microsoft.com/office/drawing/2014/main" id="{2828E4EB-7FF6-44D3-A196-B219377315E6}"/>
              </a:ext>
            </a:extLst>
          </p:cNvPr>
          <p:cNvSpPr txBox="1">
            <a:spLocks noChangeArrowheads="1"/>
          </p:cNvSpPr>
          <p:nvPr/>
        </p:nvSpPr>
        <p:spPr bwMode="auto">
          <a:xfrm>
            <a:off x="714375" y="4929188"/>
            <a:ext cx="79216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dirty="0">
                <a:solidFill>
                  <a:schemeClr val="hlink"/>
                </a:solidFill>
                <a:latin typeface="宋体" panose="02010600030101010101" pitchFamily="2" charset="-122"/>
              </a:rPr>
              <a:t>晶体中电子运动的多体问题转化为</a:t>
            </a:r>
            <a:r>
              <a:rPr kumimoji="0" lang="zh-CN" altLang="en-US" dirty="0">
                <a:solidFill>
                  <a:srgbClr val="66FFFF"/>
                </a:solidFill>
                <a:latin typeface="宋体" panose="02010600030101010101" pitchFamily="2" charset="-122"/>
              </a:rPr>
              <a:t>单电子在稳恒周期性势场中的运动问题</a:t>
            </a:r>
            <a:r>
              <a:rPr kumimoji="0" lang="zh-CN" altLang="en-US" dirty="0">
                <a:solidFill>
                  <a:schemeClr val="hlink"/>
                </a:solidFill>
                <a:latin typeface="宋体" panose="02010600030101010101" pitchFamily="2" charset="-122"/>
              </a:rPr>
              <a:t>；可通过求解电子在周期性势场中的薛定谔方程来研究晶体中电子的能量状态。</a:t>
            </a:r>
          </a:p>
        </p:txBody>
      </p:sp>
      <p:sp>
        <p:nvSpPr>
          <p:cNvPr id="195593" name="Text Box 9">
            <a:extLst>
              <a:ext uri="{FF2B5EF4-FFF2-40B4-BE49-F238E27FC236}">
                <a16:creationId xmlns:a16="http://schemas.microsoft.com/office/drawing/2014/main" id="{AD1E32BC-B7C4-4639-80A6-8B8B45924017}"/>
              </a:ext>
            </a:extLst>
          </p:cNvPr>
          <p:cNvSpPr txBox="1">
            <a:spLocks noChangeArrowheads="1"/>
          </p:cNvSpPr>
          <p:nvPr/>
        </p:nvSpPr>
        <p:spPr bwMode="auto">
          <a:xfrm>
            <a:off x="1112838" y="3382963"/>
            <a:ext cx="72453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chemeClr val="hlink"/>
              </a:buClr>
              <a:buFont typeface="Wingdings" panose="05000000000000000000" pitchFamily="2" charset="2"/>
              <a:buChar char="Ø"/>
            </a:pPr>
            <a:r>
              <a:rPr kumimoji="0" lang="en-US" altLang="zh-CN">
                <a:solidFill>
                  <a:schemeClr val="hlink"/>
                </a:solidFill>
                <a:latin typeface="宋体" panose="02010600030101010101" pitchFamily="2" charset="-122"/>
              </a:rPr>
              <a:t> </a:t>
            </a:r>
            <a:r>
              <a:rPr kumimoji="0" lang="zh-CN" altLang="en-US" sz="2200">
                <a:solidFill>
                  <a:schemeClr val="hlink"/>
                </a:solidFill>
                <a:latin typeface="宋体" panose="02010600030101010101" pitchFamily="2" charset="-122"/>
              </a:rPr>
              <a:t>每个电子在固定的原子核形成的势场及其它电子所</a:t>
            </a:r>
          </a:p>
          <a:p>
            <a:pPr eaLnBrk="1" hangingPunct="1">
              <a:buFont typeface="Wingdings" panose="05000000000000000000" pitchFamily="2" charset="2"/>
              <a:buNone/>
            </a:pPr>
            <a:r>
              <a:rPr kumimoji="0" lang="zh-CN" altLang="en-US" sz="2200">
                <a:solidFill>
                  <a:schemeClr val="hlink"/>
                </a:solidFill>
                <a:latin typeface="宋体" panose="02010600030101010101" pitchFamily="2" charset="-122"/>
              </a:rPr>
              <a:t>   形成的</a:t>
            </a:r>
            <a:r>
              <a:rPr kumimoji="0" lang="zh-CN" altLang="en-US" sz="2200">
                <a:solidFill>
                  <a:srgbClr val="66FFFF"/>
                </a:solidFill>
                <a:latin typeface="宋体" panose="02010600030101010101" pitchFamily="2" charset="-122"/>
              </a:rPr>
              <a:t>平均场</a:t>
            </a:r>
            <a:r>
              <a:rPr kumimoji="0" lang="zh-CN" altLang="en-US" sz="2200">
                <a:solidFill>
                  <a:schemeClr val="hlink"/>
                </a:solidFill>
                <a:latin typeface="宋体" panose="02010600030101010101" pitchFamily="2" charset="-122"/>
              </a:rPr>
              <a:t>中运动</a:t>
            </a:r>
            <a:r>
              <a:rPr kumimoji="0" lang="zh-CN" altLang="en-US">
                <a:solidFill>
                  <a:schemeClr val="hlink"/>
                </a:solidFill>
                <a:latin typeface="宋体" panose="02010600030101010101" pitchFamily="2" charset="-122"/>
              </a:rPr>
              <a:t>；</a:t>
            </a:r>
          </a:p>
        </p:txBody>
      </p:sp>
      <p:sp>
        <p:nvSpPr>
          <p:cNvPr id="195594" name="Text Box 10">
            <a:extLst>
              <a:ext uri="{FF2B5EF4-FFF2-40B4-BE49-F238E27FC236}">
                <a16:creationId xmlns:a16="http://schemas.microsoft.com/office/drawing/2014/main" id="{3E2C9025-907D-44B5-9F85-7F650AEDF2AE}"/>
              </a:ext>
            </a:extLst>
          </p:cNvPr>
          <p:cNvSpPr txBox="1">
            <a:spLocks noChangeArrowheads="1"/>
          </p:cNvSpPr>
          <p:nvPr/>
        </p:nvSpPr>
        <p:spPr bwMode="auto">
          <a:xfrm>
            <a:off x="1138238" y="4270375"/>
            <a:ext cx="70770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chemeClr val="hlink"/>
              </a:buClr>
              <a:buFont typeface="Wingdings" panose="05000000000000000000" pitchFamily="2" charset="2"/>
              <a:buChar char="Ø"/>
            </a:pPr>
            <a:r>
              <a:rPr kumimoji="0" lang="en-US" altLang="zh-CN" sz="2200">
                <a:solidFill>
                  <a:schemeClr val="hlink"/>
                </a:solidFill>
                <a:latin typeface="宋体" panose="02010600030101010101" pitchFamily="2" charset="-122"/>
              </a:rPr>
              <a:t> </a:t>
            </a:r>
            <a:r>
              <a:rPr kumimoji="0" lang="zh-CN" altLang="en-US" sz="2200">
                <a:solidFill>
                  <a:schemeClr val="hlink"/>
                </a:solidFill>
                <a:latin typeface="宋体" panose="02010600030101010101" pitchFamily="2" charset="-122"/>
              </a:rPr>
              <a:t>所有离子势场以及其它电子的平均场为</a:t>
            </a:r>
            <a:r>
              <a:rPr kumimoji="0" lang="zh-CN" altLang="en-US" sz="2200">
                <a:solidFill>
                  <a:srgbClr val="66FFFF"/>
                </a:solidFill>
                <a:latin typeface="宋体" panose="02010600030101010101" pitchFamily="2" charset="-122"/>
              </a:rPr>
              <a:t>周期性势场</a:t>
            </a:r>
            <a:r>
              <a:rPr kumimoji="0" lang="zh-CN" altLang="en-US" sz="2200">
                <a:solidFill>
                  <a:schemeClr val="hlink"/>
                </a:solidFill>
                <a:latin typeface="宋体" panose="02010600030101010101" pitchFamily="2" charset="-122"/>
              </a:rPr>
              <a:t>。</a:t>
            </a:r>
          </a:p>
        </p:txBody>
      </p:sp>
      <p:sp>
        <p:nvSpPr>
          <p:cNvPr id="36874" name="灯片编号占位符 1">
            <a:extLst>
              <a:ext uri="{FF2B5EF4-FFF2-40B4-BE49-F238E27FC236}">
                <a16:creationId xmlns:a16="http://schemas.microsoft.com/office/drawing/2014/main" id="{FADE4D75-9C32-402F-9EEA-88DB4FABFE76}"/>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1929E6B5-FA6D-4BDD-A60B-A97129F78B6B}" type="slidenum">
              <a:rPr lang="en-US" altLang="zh-CN" b="0">
                <a:solidFill>
                  <a:srgbClr val="FF00FF"/>
                </a:solidFill>
              </a:rPr>
              <a:pPr eaLnBrk="1" hangingPunct="1"/>
              <a:t>35</a:t>
            </a:fld>
            <a:r>
              <a:rPr lang="en-US" altLang="zh-CN" b="0">
                <a:solidFill>
                  <a:srgbClr val="FF00FF"/>
                </a:solidFill>
              </a:rPr>
              <a:t>/40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5589"/>
                                        </p:tgtEl>
                                        <p:attrNameLst>
                                          <p:attrName>style.visibility</p:attrName>
                                        </p:attrNameLst>
                                      </p:cBhvr>
                                      <p:to>
                                        <p:strVal val="visible"/>
                                      </p:to>
                                    </p:set>
                                    <p:animEffect transition="in" filter="blinds(horizontal)">
                                      <p:cBhvr>
                                        <p:cTn id="7" dur="500"/>
                                        <p:tgtEl>
                                          <p:spTgt spid="195589"/>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95590"/>
                                        </p:tgtEl>
                                        <p:attrNameLst>
                                          <p:attrName>style.visibility</p:attrName>
                                        </p:attrNameLst>
                                      </p:cBhvr>
                                      <p:to>
                                        <p:strVal val="visible"/>
                                      </p:to>
                                    </p:set>
                                    <p:animEffect transition="in" filter="blinds(horizontal)">
                                      <p:cBhvr>
                                        <p:cTn id="11" dur="500"/>
                                        <p:tgtEl>
                                          <p:spTgt spid="19559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95593"/>
                                        </p:tgtEl>
                                        <p:attrNameLst>
                                          <p:attrName>style.visibility</p:attrName>
                                        </p:attrNameLst>
                                      </p:cBhvr>
                                      <p:to>
                                        <p:strVal val="visible"/>
                                      </p:to>
                                    </p:set>
                                    <p:animEffect transition="in" filter="blinds(horizontal)">
                                      <p:cBhvr>
                                        <p:cTn id="16" dur="500"/>
                                        <p:tgtEl>
                                          <p:spTgt spid="19559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95594"/>
                                        </p:tgtEl>
                                        <p:attrNameLst>
                                          <p:attrName>style.visibility</p:attrName>
                                        </p:attrNameLst>
                                      </p:cBhvr>
                                      <p:to>
                                        <p:strVal val="visible"/>
                                      </p:to>
                                    </p:set>
                                    <p:animEffect transition="in" filter="blinds(horizontal)">
                                      <p:cBhvr>
                                        <p:cTn id="21" dur="500"/>
                                        <p:tgtEl>
                                          <p:spTgt spid="19559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95592"/>
                                        </p:tgtEl>
                                        <p:attrNameLst>
                                          <p:attrName>style.visibility</p:attrName>
                                        </p:attrNameLst>
                                      </p:cBhvr>
                                      <p:to>
                                        <p:strVal val="visible"/>
                                      </p:to>
                                    </p:set>
                                    <p:animEffect transition="in" filter="blinds(horizontal)">
                                      <p:cBhvr>
                                        <p:cTn id="26" dur="500"/>
                                        <p:tgtEl>
                                          <p:spTgt spid="1955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9" grpId="0"/>
      <p:bldP spid="195590" grpId="0"/>
      <p:bldP spid="195592" grpId="0"/>
      <p:bldP spid="195593" grpId="0"/>
      <p:bldP spid="195594"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kxMDYxZGYxZGIxNjIyZTIxODM5NTE1YTAzNTVjNjI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25269</TotalTime>
  <Words>2532</Words>
  <Application>Microsoft Office PowerPoint</Application>
  <PresentationFormat>全屏显示(4:3)</PresentationFormat>
  <Paragraphs>418</Paragraphs>
  <Slides>35</Slides>
  <Notes>4</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3</vt:i4>
      </vt:variant>
      <vt:variant>
        <vt:lpstr>幻灯片标题</vt:lpstr>
      </vt:variant>
      <vt:variant>
        <vt:i4>35</vt:i4>
      </vt:variant>
    </vt:vector>
  </HeadingPairs>
  <TitlesOfParts>
    <vt:vector size="56" baseType="lpstr">
      <vt:lpstr>Monotype Sorts</vt:lpstr>
      <vt:lpstr>仿宋_GB2312</vt:lpstr>
      <vt:lpstr>SimHei</vt:lpstr>
      <vt:lpstr>华文仿宋</vt:lpstr>
      <vt:lpstr>华文行楷</vt:lpstr>
      <vt:lpstr>华文中宋</vt:lpstr>
      <vt:lpstr>华文中宋</vt:lpstr>
      <vt:lpstr>楷体_GB2312</vt:lpstr>
      <vt:lpstr>宋体</vt:lpstr>
      <vt:lpstr>微软雅黑</vt:lpstr>
      <vt:lpstr>微软雅黑</vt:lpstr>
      <vt:lpstr>YouYuan</vt:lpstr>
      <vt:lpstr>Arial</vt:lpstr>
      <vt:lpstr>Cambria Math</vt:lpstr>
      <vt:lpstr>Symbol</vt:lpstr>
      <vt:lpstr>Times New Roman</vt:lpstr>
      <vt:lpstr>Wingdings</vt:lpstr>
      <vt:lpstr>默认设计模板</vt:lpstr>
      <vt:lpstr>Equation.3</vt:lpstr>
      <vt:lpstr>Equation</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固体物理简介</vt:lpstr>
      <vt:lpstr>PowerPoint 演示文稿</vt:lpstr>
      <vt:lpstr>PowerPoint 演示文稿</vt:lpstr>
      <vt:lpstr>PowerPoint 演示文稿</vt:lpstr>
      <vt:lpstr>晶体结构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xian jiaotong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下册-大学物理</dc:title>
  <dc:creator>yzhang</dc:creator>
  <cp:lastModifiedBy>yzhang</cp:lastModifiedBy>
  <cp:revision>1559</cp:revision>
  <cp:lastPrinted>2025-12-22T12:05:44Z</cp:lastPrinted>
  <dcterms:created xsi:type="dcterms:W3CDTF">1998-11-21T01:35:00Z</dcterms:created>
  <dcterms:modified xsi:type="dcterms:W3CDTF">2025-12-23T02:10:28Z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E360166CB073428B8BCB01AE86F8CFCF_12</vt:lpwstr>
  </property>
  <property fmtid="{D5CDD505-2E9C-101B-9397-08002B2CF9AE}" pid="3" name="KSOProductBuildVer">
    <vt:lpwstr>2052-12.1.0.15358</vt:lpwstr>
  </property>
</Properties>
</file>