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433" r:id="rId2"/>
    <p:sldId id="432" r:id="rId3"/>
    <p:sldId id="478" r:id="rId4"/>
    <p:sldId id="479" r:id="rId5"/>
    <p:sldId id="480" r:id="rId6"/>
    <p:sldId id="481" r:id="rId7"/>
    <p:sldId id="482" r:id="rId8"/>
    <p:sldId id="471" r:id="rId9"/>
    <p:sldId id="472" r:id="rId10"/>
    <p:sldId id="473" r:id="rId11"/>
    <p:sldId id="474" r:id="rId12"/>
    <p:sldId id="475" r:id="rId13"/>
    <p:sldId id="295" r:id="rId14"/>
    <p:sldId id="476" r:id="rId15"/>
    <p:sldId id="477" r:id="rId16"/>
    <p:sldId id="411" r:id="rId17"/>
    <p:sldId id="412" r:id="rId18"/>
    <p:sldId id="414" r:id="rId19"/>
    <p:sldId id="415" r:id="rId20"/>
    <p:sldId id="416" r:id="rId21"/>
    <p:sldId id="417" r:id="rId22"/>
  </p:sldIdLst>
  <p:sldSz cx="9144000" cy="6858000" type="screen4x3"/>
  <p:notesSz cx="6665913" cy="99234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A06"/>
    <a:srgbClr val="71710F"/>
    <a:srgbClr val="3333CC"/>
    <a:srgbClr val="130B75"/>
    <a:srgbClr val="012115"/>
    <a:srgbClr val="CCCCFF"/>
    <a:srgbClr val="00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78" autoAdjust="0"/>
  </p:normalViewPr>
  <p:slideViewPr>
    <p:cSldViewPr showGuides="1">
      <p:cViewPr varScale="1">
        <p:scale>
          <a:sx n="107" d="100"/>
          <a:sy n="107" d="100"/>
        </p:scale>
        <p:origin x="174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74599918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031645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18915264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17219801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23007183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32250050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540048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29215483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4026919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3019411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7806999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4F4A507-D639-5EEE-E5EB-850C2EF55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6F87508-EA5E-64DA-9FDC-C2CB810DD3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7E69F62-0D18-CBEB-ECF2-251D7BF288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342A787-215A-1C78-5EDA-115E58467E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8BE530A7-2D26-5614-EA03-7E6B76EBF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596063"/>
            <a:ext cx="561975" cy="217487"/>
          </a:xfrm>
          <a:prstGeom prst="actionButtonForwardNex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CB35C6D0-B484-C265-2928-17F06973A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6564313"/>
            <a:ext cx="476408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1400" b="1">
                <a:solidFill>
                  <a:srgbClr val="006699"/>
                </a:solidFill>
                <a:ea typeface="华文仿宋" panose="02010600040101010101" pitchFamily="2" charset="-122"/>
              </a:rPr>
              <a:t>Xi’an Jaotong University           Zhang Xiaolin              (2005)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9.bin"/><Relationship Id="rId18" Type="http://schemas.openxmlformats.org/officeDocument/2006/relationships/oleObject" Target="../embeddings/oleObject11.bin"/><Relationship Id="rId3" Type="http://schemas.openxmlformats.org/officeDocument/2006/relationships/oleObject" Target="../embeddings/oleObject4.bin"/><Relationship Id="rId21" Type="http://schemas.openxmlformats.org/officeDocument/2006/relationships/image" Target="../media/image15.e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emf"/><Relationship Id="rId17" Type="http://schemas.openxmlformats.org/officeDocument/2006/relationships/image" Target="../media/image13.emf"/><Relationship Id="rId2" Type="http://schemas.openxmlformats.org/officeDocument/2006/relationships/image" Target="../media/image5.emf"/><Relationship Id="rId16" Type="http://schemas.openxmlformats.org/officeDocument/2006/relationships/image" Target="../media/image12.emf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9.emf"/><Relationship Id="rId19" Type="http://schemas.openxmlformats.org/officeDocument/2006/relationships/image" Target="../media/image14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3.emf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" Type="http://schemas.openxmlformats.org/officeDocument/2006/relationships/image" Target="../media/image24.emf"/><Relationship Id="rId21" Type="http://schemas.openxmlformats.org/officeDocument/2006/relationships/image" Target="../media/image33.e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31.emf"/><Relationship Id="rId25" Type="http://schemas.openxmlformats.org/officeDocument/2006/relationships/image" Target="../media/image35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8.e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25.emf"/><Relationship Id="rId15" Type="http://schemas.openxmlformats.org/officeDocument/2006/relationships/image" Target="../media/image30.emf"/><Relationship Id="rId23" Type="http://schemas.openxmlformats.org/officeDocument/2006/relationships/image" Target="../media/image34.emf"/><Relationship Id="rId28" Type="http://schemas.openxmlformats.org/officeDocument/2006/relationships/image" Target="../media/image37.e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32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40.bin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5.e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6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38.bin"/><Relationship Id="rId22" Type="http://schemas.openxmlformats.org/officeDocument/2006/relationships/image" Target="../media/image4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oleObject" Target="../embeddings/oleObject47.bin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49.emf"/><Relationship Id="rId21" Type="http://schemas.openxmlformats.org/officeDocument/2006/relationships/image" Target="../media/image59.emf"/><Relationship Id="rId7" Type="http://schemas.openxmlformats.org/officeDocument/2006/relationships/image" Target="../media/image51.emf"/><Relationship Id="rId12" Type="http://schemas.openxmlformats.org/officeDocument/2006/relationships/image" Target="../media/image54.emf"/><Relationship Id="rId17" Type="http://schemas.openxmlformats.org/officeDocument/2006/relationships/image" Target="../media/image57.emf"/><Relationship Id="rId25" Type="http://schemas.openxmlformats.org/officeDocument/2006/relationships/image" Target="../media/image61.emf"/><Relationship Id="rId2" Type="http://schemas.openxmlformats.org/officeDocument/2006/relationships/oleObject" Target="../embeddings/oleObject42.bin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oleObject" Target="../embeddings/oleObject46.bin"/><Relationship Id="rId24" Type="http://schemas.openxmlformats.org/officeDocument/2006/relationships/oleObject" Target="../embeddings/oleObject52.bin"/><Relationship Id="rId5" Type="http://schemas.openxmlformats.org/officeDocument/2006/relationships/image" Target="../media/image50.emf"/><Relationship Id="rId15" Type="http://schemas.openxmlformats.org/officeDocument/2006/relationships/image" Target="../media/image56.emf"/><Relationship Id="rId23" Type="http://schemas.openxmlformats.org/officeDocument/2006/relationships/image" Target="../media/image60.emf"/><Relationship Id="rId10" Type="http://schemas.openxmlformats.org/officeDocument/2006/relationships/image" Target="../media/image53.emf"/><Relationship Id="rId19" Type="http://schemas.openxmlformats.org/officeDocument/2006/relationships/image" Target="../media/image58.emf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5.emf"/><Relationship Id="rId22" Type="http://schemas.openxmlformats.org/officeDocument/2006/relationships/oleObject" Target="../embeddings/oleObject5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63.emf"/><Relationship Id="rId10" Type="http://schemas.openxmlformats.org/officeDocument/2006/relationships/image" Target="../media/image66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72.emf"/><Relationship Id="rId18" Type="http://schemas.openxmlformats.org/officeDocument/2006/relationships/image" Target="../media/image75.emf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74.e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71.emf"/><Relationship Id="rId5" Type="http://schemas.openxmlformats.org/officeDocument/2006/relationships/image" Target="../media/image68.emf"/><Relationship Id="rId15" Type="http://schemas.openxmlformats.org/officeDocument/2006/relationships/image" Target="../media/image73.e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0.e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82.emf"/><Relationship Id="rId17" Type="http://schemas.openxmlformats.org/officeDocument/2006/relationships/image" Target="../media/image85.emf"/><Relationship Id="rId2" Type="http://schemas.openxmlformats.org/officeDocument/2006/relationships/image" Target="../media/image77.jpeg"/><Relationship Id="rId16" Type="http://schemas.openxmlformats.org/officeDocument/2006/relationships/image" Target="../media/image8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8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91.e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86.emf"/><Relationship Id="rId7" Type="http://schemas.openxmlformats.org/officeDocument/2006/relationships/image" Target="../media/image88.e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93.e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90.emf"/><Relationship Id="rId5" Type="http://schemas.openxmlformats.org/officeDocument/2006/relationships/image" Target="../media/image87.emf"/><Relationship Id="rId15" Type="http://schemas.openxmlformats.org/officeDocument/2006/relationships/image" Target="../media/image92.e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94.e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9.emf"/><Relationship Id="rId14" Type="http://schemas.openxmlformats.org/officeDocument/2006/relationships/oleObject" Target="../embeddings/oleObject7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101.e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3.bin"/><Relationship Id="rId3" Type="http://schemas.openxmlformats.org/officeDocument/2006/relationships/image" Target="../media/image96.emf"/><Relationship Id="rId21" Type="http://schemas.openxmlformats.org/officeDocument/2006/relationships/image" Target="../media/image105.emf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103.emf"/><Relationship Id="rId25" Type="http://schemas.openxmlformats.org/officeDocument/2006/relationships/image" Target="../media/image107.e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100.emf"/><Relationship Id="rId24" Type="http://schemas.openxmlformats.org/officeDocument/2006/relationships/oleObject" Target="../embeddings/oleObject92.bin"/><Relationship Id="rId5" Type="http://schemas.openxmlformats.org/officeDocument/2006/relationships/image" Target="../media/image97.emf"/><Relationship Id="rId15" Type="http://schemas.openxmlformats.org/officeDocument/2006/relationships/image" Target="../media/image102.emf"/><Relationship Id="rId23" Type="http://schemas.openxmlformats.org/officeDocument/2006/relationships/image" Target="../media/image106.emf"/><Relationship Id="rId28" Type="http://schemas.openxmlformats.org/officeDocument/2006/relationships/image" Target="../media/image109.e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104.e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10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115.emf"/><Relationship Id="rId18" Type="http://schemas.openxmlformats.org/officeDocument/2006/relationships/oleObject" Target="../embeddings/oleObject102.bin"/><Relationship Id="rId3" Type="http://schemas.openxmlformats.org/officeDocument/2006/relationships/image" Target="../media/image110.emf"/><Relationship Id="rId7" Type="http://schemas.openxmlformats.org/officeDocument/2006/relationships/image" Target="../media/image112.e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17.e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image" Target="../media/image11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14.emf"/><Relationship Id="rId5" Type="http://schemas.openxmlformats.org/officeDocument/2006/relationships/image" Target="../media/image111.emf"/><Relationship Id="rId15" Type="http://schemas.openxmlformats.org/officeDocument/2006/relationships/image" Target="../media/image116.e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18.e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13.emf"/><Relationship Id="rId14" Type="http://schemas.openxmlformats.org/officeDocument/2006/relationships/oleObject" Target="../embeddings/oleObject10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oleObject" Target="../embeddings/oleObject108.bin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120.emf"/><Relationship Id="rId7" Type="http://schemas.openxmlformats.org/officeDocument/2006/relationships/image" Target="../media/image122.emf"/><Relationship Id="rId12" Type="http://schemas.openxmlformats.org/officeDocument/2006/relationships/image" Target="../media/image125.emf"/><Relationship Id="rId17" Type="http://schemas.openxmlformats.org/officeDocument/2006/relationships/image" Target="../media/image128.e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24.emf"/><Relationship Id="rId5" Type="http://schemas.openxmlformats.org/officeDocument/2006/relationships/image" Target="../media/image121.emf"/><Relationship Id="rId15" Type="http://schemas.openxmlformats.org/officeDocument/2006/relationships/image" Target="../media/image127.emf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29.e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23.emf"/><Relationship Id="rId14" Type="http://schemas.openxmlformats.org/officeDocument/2006/relationships/image" Target="../media/image12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30.emf"/><Relationship Id="rId7" Type="http://schemas.openxmlformats.org/officeDocument/2006/relationships/image" Target="../media/image132.emf"/><Relationship Id="rId12" Type="http://schemas.openxmlformats.org/officeDocument/2006/relationships/image" Target="../media/image135.e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34.emf"/><Relationship Id="rId5" Type="http://schemas.openxmlformats.org/officeDocument/2006/relationships/image" Target="../media/image131.e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3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41.emf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21.bin"/><Relationship Id="rId2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39.emf"/><Relationship Id="rId14" Type="http://schemas.openxmlformats.org/officeDocument/2006/relationships/image" Target="../media/image14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50.emf"/><Relationship Id="rId3" Type="http://schemas.openxmlformats.org/officeDocument/2006/relationships/image" Target="../media/image145.emf"/><Relationship Id="rId7" Type="http://schemas.openxmlformats.org/officeDocument/2006/relationships/image" Target="../media/image147.emf"/><Relationship Id="rId12" Type="http://schemas.openxmlformats.org/officeDocument/2006/relationships/oleObject" Target="../embeddings/oleObject128.bin"/><Relationship Id="rId2" Type="http://schemas.openxmlformats.org/officeDocument/2006/relationships/oleObject" Target="../embeddings/oleObject123.bin"/><Relationship Id="rId16" Type="http://schemas.openxmlformats.org/officeDocument/2006/relationships/image" Target="../media/image15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49.emf"/><Relationship Id="rId5" Type="http://schemas.openxmlformats.org/officeDocument/2006/relationships/image" Target="../media/image146.emf"/><Relationship Id="rId15" Type="http://schemas.openxmlformats.org/officeDocument/2006/relationships/image" Target="../media/image151.e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2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58.emf"/><Relationship Id="rId18" Type="http://schemas.openxmlformats.org/officeDocument/2006/relationships/oleObject" Target="../embeddings/oleObject138.bin"/><Relationship Id="rId3" Type="http://schemas.openxmlformats.org/officeDocument/2006/relationships/image" Target="../media/image153.emf"/><Relationship Id="rId7" Type="http://schemas.openxmlformats.org/officeDocument/2006/relationships/image" Target="../media/image155.emf"/><Relationship Id="rId12" Type="http://schemas.openxmlformats.org/officeDocument/2006/relationships/oleObject" Target="../embeddings/oleObject135.bin"/><Relationship Id="rId17" Type="http://schemas.openxmlformats.org/officeDocument/2006/relationships/image" Target="../media/image160.emf"/><Relationship Id="rId2" Type="http://schemas.openxmlformats.org/officeDocument/2006/relationships/oleObject" Target="../embeddings/oleObject130.bin"/><Relationship Id="rId16" Type="http://schemas.openxmlformats.org/officeDocument/2006/relationships/oleObject" Target="../embeddings/oleObject137.bin"/><Relationship Id="rId20" Type="http://schemas.openxmlformats.org/officeDocument/2006/relationships/image" Target="../media/image16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57.emf"/><Relationship Id="rId5" Type="http://schemas.openxmlformats.org/officeDocument/2006/relationships/image" Target="../media/image154.emf"/><Relationship Id="rId15" Type="http://schemas.openxmlformats.org/officeDocument/2006/relationships/image" Target="../media/image159.emf"/><Relationship Id="rId10" Type="http://schemas.openxmlformats.org/officeDocument/2006/relationships/oleObject" Target="../embeddings/oleObject134.bin"/><Relationship Id="rId19" Type="http://schemas.openxmlformats.org/officeDocument/2006/relationships/image" Target="../media/image161.e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56.emf"/><Relationship Id="rId14" Type="http://schemas.openxmlformats.org/officeDocument/2006/relationships/oleObject" Target="../embeddings/oleObject13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26" descr="D:\壁纸\xuni-20010702.JPG">
            <a:extLst>
              <a:ext uri="{FF2B5EF4-FFF2-40B4-BE49-F238E27FC236}">
                <a16:creationId xmlns:a16="http://schemas.microsoft.com/office/drawing/2014/main" id="{46502B29-F05A-2E39-6A9C-9183F1323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142875"/>
            <a:ext cx="9525000" cy="7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027">
            <a:extLst>
              <a:ext uri="{FF2B5EF4-FFF2-40B4-BE49-F238E27FC236}">
                <a16:creationId xmlns:a16="http://schemas.microsoft.com/office/drawing/2014/main" id="{DAD31A4F-5D9B-7F53-57A6-795AA24D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938" y="214313"/>
            <a:ext cx="59769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6000"/>
              <a:t>University Physics</a:t>
            </a:r>
          </a:p>
        </p:txBody>
      </p:sp>
      <p:sp>
        <p:nvSpPr>
          <p:cNvPr id="2052" name="Text Box 1028">
            <a:extLst>
              <a:ext uri="{FF2B5EF4-FFF2-40B4-BE49-F238E27FC236}">
                <a16:creationId xmlns:a16="http://schemas.microsoft.com/office/drawing/2014/main" id="{C4F6210E-0196-0103-9BE8-D70255D2D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6415088"/>
            <a:ext cx="3989387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State Field of Electronics_3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38" name="Object 2">
            <a:extLst>
              <a:ext uri="{FF2B5EF4-FFF2-40B4-BE49-F238E27FC236}">
                <a16:creationId xmlns:a16="http://schemas.microsoft.com/office/drawing/2014/main" id="{821D0C08-C7B0-36D3-5C02-26155A4F9BD0}"/>
              </a:ext>
            </a:extLst>
          </p:cNvPr>
          <p:cNvGraphicFramePr>
            <a:graphicFrameLocks/>
          </p:cNvGraphicFramePr>
          <p:nvPr/>
        </p:nvGraphicFramePr>
        <p:xfrm>
          <a:off x="820738" y="877888"/>
          <a:ext cx="3757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6273" imgH="883809" progId="Equation.3">
                  <p:embed/>
                </p:oleObj>
              </mc:Choice>
              <mc:Fallback>
                <p:oleObj name="Equation" r:id="rId2" imgW="3726273" imgH="88380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877888"/>
                        <a:ext cx="3757612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39" name="Object 3">
            <a:extLst>
              <a:ext uri="{FF2B5EF4-FFF2-40B4-BE49-F238E27FC236}">
                <a16:creationId xmlns:a16="http://schemas.microsoft.com/office/drawing/2014/main" id="{D2628E6E-1192-2C67-8502-C08E9A2E3410}"/>
              </a:ext>
            </a:extLst>
          </p:cNvPr>
          <p:cNvGraphicFramePr>
            <a:graphicFrameLocks/>
          </p:cNvGraphicFramePr>
          <p:nvPr/>
        </p:nvGraphicFramePr>
        <p:xfrm>
          <a:off x="809625" y="2249488"/>
          <a:ext cx="360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73998" imgH="883809" progId="Equation.3">
                  <p:embed/>
                </p:oleObj>
              </mc:Choice>
              <mc:Fallback>
                <p:oleObj name="Equation" r:id="rId4" imgW="3573998" imgH="88380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2249488"/>
                        <a:ext cx="36068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0" name="Rectangle 4">
            <a:extLst>
              <a:ext uri="{FF2B5EF4-FFF2-40B4-BE49-F238E27FC236}">
                <a16:creationId xmlns:a16="http://schemas.microsoft.com/office/drawing/2014/main" id="{242370C9-5852-2C5B-1618-41236C6DF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11064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66"/>
                </a:solidFill>
                <a:latin typeface="宋体" panose="02010600030101010101" pitchFamily="2" charset="-122"/>
              </a:rPr>
              <a:t>（不连续分布的源电荷）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93541" name="Rectangle 5">
            <a:extLst>
              <a:ext uri="{FF2B5EF4-FFF2-40B4-BE49-F238E27FC236}">
                <a16:creationId xmlns:a16="http://schemas.microsoft.com/office/drawing/2014/main" id="{5EC71FA7-2A94-C6EE-2E93-A0E5F88DB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24018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66"/>
                </a:solidFill>
                <a:latin typeface="宋体" panose="02010600030101010101" pitchFamily="2" charset="-122"/>
              </a:rPr>
              <a:t>（连续分布的源电荷）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93542" name="Rectangle 6">
            <a:extLst>
              <a:ext uri="{FF2B5EF4-FFF2-40B4-BE49-F238E27FC236}">
                <a16:creationId xmlns:a16="http://schemas.microsoft.com/office/drawing/2014/main" id="{B654C3C4-1B6E-17D9-2100-233E31F13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3354388"/>
            <a:ext cx="80597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真空中的任何静电场中，穿过任一闭合曲面的电通量，在数值上等于该曲面内包围的电量的代数和乘以 </a:t>
            </a:r>
          </a:p>
        </p:txBody>
      </p:sp>
      <p:graphicFrame>
        <p:nvGraphicFramePr>
          <p:cNvPr id="193543" name="Object 7">
            <a:extLst>
              <a:ext uri="{FF2B5EF4-FFF2-40B4-BE49-F238E27FC236}">
                <a16:creationId xmlns:a16="http://schemas.microsoft.com/office/drawing/2014/main" id="{22AA9B99-0662-FDBA-DB47-3E093771277A}"/>
              </a:ext>
            </a:extLst>
          </p:cNvPr>
          <p:cNvGraphicFramePr>
            <a:graphicFrameLocks/>
          </p:cNvGraphicFramePr>
          <p:nvPr/>
        </p:nvGraphicFramePr>
        <p:xfrm>
          <a:off x="6956425" y="3925888"/>
          <a:ext cx="582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6353" imgH="403999" progId="Equation.3">
                  <p:embed/>
                </p:oleObj>
              </mc:Choice>
              <mc:Fallback>
                <p:oleObj name="Equation" r:id="rId6" imgW="556353" imgH="40399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425" y="3925888"/>
                        <a:ext cx="582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4" name="Rectangle 8">
            <a:extLst>
              <a:ext uri="{FF2B5EF4-FFF2-40B4-BE49-F238E27FC236}">
                <a16:creationId xmlns:a16="http://schemas.microsoft.com/office/drawing/2014/main" id="{DC7405E9-1CEA-EA5E-2A47-0A2AF7343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115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高斯定理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CF1BB643-E05D-103F-4F53-FC2F11A03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78325"/>
            <a:ext cx="3749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FFFF00"/>
                </a:solidFill>
              </a:rPr>
              <a:t>高斯定理的用途：</a:t>
            </a:r>
            <a:endParaRPr lang="zh-CN" altLang="en-US" b="1">
              <a:solidFill>
                <a:srgbClr val="FFFF00"/>
              </a:solidFill>
            </a:endParaRP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83417969-18D7-AAEB-CB51-8CB90A114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4806950"/>
            <a:ext cx="69564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FF00"/>
                </a:solidFill>
                <a:sym typeface="Monotype Sorts" pitchFamily="2" charset="2"/>
              </a:rPr>
              <a:t></a:t>
            </a:r>
            <a:r>
              <a:rPr kumimoji="0" lang="zh-CN" altLang="en-US" b="1"/>
              <a:t>当电荷分布具有某种对称性时，可用高斯定理求</a:t>
            </a:r>
          </a:p>
          <a:p>
            <a:r>
              <a:rPr kumimoji="0" lang="zh-CN" altLang="en-US" b="1"/>
              <a:t>   出该电荷系统的电场的分布。</a:t>
            </a:r>
            <a:endParaRPr lang="zh-CN" altLang="en-US" b="1"/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F7841F92-58F2-B75D-588B-BCF247E02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5762625"/>
            <a:ext cx="69564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FF00"/>
                </a:solidFill>
                <a:sym typeface="Monotype Sorts" pitchFamily="2" charset="2"/>
              </a:rPr>
              <a:t></a:t>
            </a:r>
            <a:r>
              <a:rPr kumimoji="0" lang="zh-CN" altLang="en-US" b="1"/>
              <a:t>当已知场强分布时，可用高斯定理求出任一区域</a:t>
            </a:r>
          </a:p>
          <a:p>
            <a:r>
              <a:rPr kumimoji="0" lang="zh-CN" altLang="en-US" b="1"/>
              <a:t>   的电荷、电势分布。</a:t>
            </a:r>
            <a:endParaRPr lang="zh-CN" altLang="en-US" b="1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utoUpdateAnimBg="0"/>
      <p:bldP spid="193541" grpId="0" autoUpdateAnimBg="0"/>
      <p:bldP spid="193542" grpId="0" autoUpdateAnimBg="0"/>
      <p:bldP spid="193544" grpId="0" autoUpdateAnimBg="0"/>
      <p:bldP spid="10" grpId="0" autoUpdateAnimBg="0"/>
      <p:bldP spid="1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BAC364-74DF-E61F-7CA5-6BA5BAF345AF}"/>
              </a:ext>
            </a:extLst>
          </p:cNvPr>
          <p:cNvGrpSpPr>
            <a:grpSpLocks/>
          </p:cNvGrpSpPr>
          <p:nvPr/>
        </p:nvGrpSpPr>
        <p:grpSpPr bwMode="auto">
          <a:xfrm>
            <a:off x="5929313" y="838200"/>
            <a:ext cx="3009900" cy="3276600"/>
            <a:chOff x="3735" y="528"/>
            <a:chExt cx="1896" cy="2064"/>
          </a:xfrm>
        </p:grpSpPr>
        <p:sp>
          <p:nvSpPr>
            <p:cNvPr id="17442" name="Text Box 3">
              <a:extLst>
                <a:ext uri="{FF2B5EF4-FFF2-40B4-BE49-F238E27FC236}">
                  <a16:creationId xmlns:a16="http://schemas.microsoft.com/office/drawing/2014/main" id="{1D6CA202-DB7E-20F1-493E-EECFA2118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6" y="1626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66"/>
                  </a:solidFill>
                </a:rPr>
                <a:t>R</a:t>
              </a:r>
            </a:p>
          </p:txBody>
        </p:sp>
        <p:grpSp>
          <p:nvGrpSpPr>
            <p:cNvPr id="17443" name="Group 4">
              <a:extLst>
                <a:ext uri="{FF2B5EF4-FFF2-40B4-BE49-F238E27FC236}">
                  <a16:creationId xmlns:a16="http://schemas.microsoft.com/office/drawing/2014/main" id="{D947AE4C-E99B-C1B2-11E6-7EDABA5F3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5" y="528"/>
              <a:ext cx="1663" cy="2064"/>
              <a:chOff x="3735" y="528"/>
              <a:chExt cx="1663" cy="2064"/>
            </a:xfrm>
          </p:grpSpPr>
          <p:pic>
            <p:nvPicPr>
              <p:cNvPr id="17444" name="Picture 5">
                <a:extLst>
                  <a:ext uri="{FF2B5EF4-FFF2-40B4-BE49-F238E27FC236}">
                    <a16:creationId xmlns:a16="http://schemas.microsoft.com/office/drawing/2014/main" id="{5E558593-820F-39C8-9D14-422FCAF069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5" y="900"/>
                <a:ext cx="1663" cy="1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7445" name="Group 6">
                <a:extLst>
                  <a:ext uri="{FF2B5EF4-FFF2-40B4-BE49-F238E27FC236}">
                    <a16:creationId xmlns:a16="http://schemas.microsoft.com/office/drawing/2014/main" id="{8BCABF98-7393-9775-0F94-1CE15B51FE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60" y="576"/>
                <a:ext cx="48" cy="2016"/>
                <a:chOff x="4032" y="624"/>
                <a:chExt cx="0" cy="1920"/>
              </a:xfrm>
            </p:grpSpPr>
            <p:sp>
              <p:nvSpPr>
                <p:cNvPr id="17455" name="Line 7">
                  <a:extLst>
                    <a:ext uri="{FF2B5EF4-FFF2-40B4-BE49-F238E27FC236}">
                      <a16:creationId xmlns:a16="http://schemas.microsoft.com/office/drawing/2014/main" id="{3E17B918-F214-4762-BEF4-64E679BB4A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2" y="624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6" name="Line 8">
                  <a:extLst>
                    <a:ext uri="{FF2B5EF4-FFF2-40B4-BE49-F238E27FC236}">
                      <a16:creationId xmlns:a16="http://schemas.microsoft.com/office/drawing/2014/main" id="{3880DD8F-635B-9C1D-708D-2F422C56D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152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7" name="Line 9">
                  <a:extLst>
                    <a:ext uri="{FF2B5EF4-FFF2-40B4-BE49-F238E27FC236}">
                      <a16:creationId xmlns:a16="http://schemas.microsoft.com/office/drawing/2014/main" id="{E2E37663-A481-CC9F-D307-B5F8766066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968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46" name="Group 10">
                <a:extLst>
                  <a:ext uri="{FF2B5EF4-FFF2-40B4-BE49-F238E27FC236}">
                    <a16:creationId xmlns:a16="http://schemas.microsoft.com/office/drawing/2014/main" id="{34E9DC44-AAB8-EB62-20BF-6FA82FA699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672"/>
                <a:ext cx="0" cy="1920"/>
                <a:chOff x="4032" y="624"/>
                <a:chExt cx="0" cy="1920"/>
              </a:xfrm>
            </p:grpSpPr>
            <p:sp>
              <p:nvSpPr>
                <p:cNvPr id="17452" name="Line 11">
                  <a:extLst>
                    <a:ext uri="{FF2B5EF4-FFF2-40B4-BE49-F238E27FC236}">
                      <a16:creationId xmlns:a16="http://schemas.microsoft.com/office/drawing/2014/main" id="{412E1F0B-70CC-AEA5-817D-597586FC3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2" y="624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3" name="Line 12">
                  <a:extLst>
                    <a:ext uri="{FF2B5EF4-FFF2-40B4-BE49-F238E27FC236}">
                      <a16:creationId xmlns:a16="http://schemas.microsoft.com/office/drawing/2014/main" id="{4CE2679E-60AB-AD51-F12C-2E1B28354E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152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4" name="Line 13">
                  <a:extLst>
                    <a:ext uri="{FF2B5EF4-FFF2-40B4-BE49-F238E27FC236}">
                      <a16:creationId xmlns:a16="http://schemas.microsoft.com/office/drawing/2014/main" id="{3CEC8C70-560C-12D9-4470-85E6E59F3F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968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47" name="Group 14">
                <a:extLst>
                  <a:ext uri="{FF2B5EF4-FFF2-40B4-BE49-F238E27FC236}">
                    <a16:creationId xmlns:a16="http://schemas.microsoft.com/office/drawing/2014/main" id="{78FAB787-3939-79D4-8170-0BAA690F59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2" y="672"/>
                <a:ext cx="0" cy="1920"/>
                <a:chOff x="4032" y="624"/>
                <a:chExt cx="0" cy="1920"/>
              </a:xfrm>
            </p:grpSpPr>
            <p:sp>
              <p:nvSpPr>
                <p:cNvPr id="17449" name="Line 15">
                  <a:extLst>
                    <a:ext uri="{FF2B5EF4-FFF2-40B4-BE49-F238E27FC236}">
                      <a16:creationId xmlns:a16="http://schemas.microsoft.com/office/drawing/2014/main" id="{34139F32-1EC9-6B02-A5C5-60613C3480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2" y="624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0" name="Line 16">
                  <a:extLst>
                    <a:ext uri="{FF2B5EF4-FFF2-40B4-BE49-F238E27FC236}">
                      <a16:creationId xmlns:a16="http://schemas.microsoft.com/office/drawing/2014/main" id="{72B8768A-0C58-821E-0AD9-B359ADEEF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152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prstDash val="dash"/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1" name="Line 17">
                  <a:extLst>
                    <a:ext uri="{FF2B5EF4-FFF2-40B4-BE49-F238E27FC236}">
                      <a16:creationId xmlns:a16="http://schemas.microsoft.com/office/drawing/2014/main" id="{AF3A23BE-E81A-A6A0-59BE-E22E42346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1968"/>
                  <a:ext cx="0" cy="576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7448" name="Object 18">
                <a:extLst>
                  <a:ext uri="{FF2B5EF4-FFF2-40B4-BE49-F238E27FC236}">
                    <a16:creationId xmlns:a16="http://schemas.microsoft.com/office/drawing/2014/main" id="{8DF86983-BCC4-C74A-5C98-AAAF5B0F079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4" y="528"/>
              <a:ext cx="288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21920" imgH="160103" progId="Equation.3">
                      <p:embed/>
                    </p:oleObj>
                  </mc:Choice>
                  <mc:Fallback>
                    <p:oleObj name="Equation" r:id="rId3" imgW="121920" imgH="160103" progId="Equation.3">
                      <p:embed/>
                      <p:pic>
                        <p:nvPicPr>
                          <p:cNvPr id="17448" name="Object 18">
                            <a:extLst>
                              <a:ext uri="{FF2B5EF4-FFF2-40B4-BE49-F238E27FC236}">
                                <a16:creationId xmlns:a16="http://schemas.microsoft.com/office/drawing/2014/main" id="{8DF86983-BCC4-C74A-5C98-AAAF5B0F079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528"/>
                            <a:ext cx="288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66931" name="Text Box 19">
            <a:extLst>
              <a:ext uri="{FF2B5EF4-FFF2-40B4-BE49-F238E27FC236}">
                <a16:creationId xmlns:a16="http://schemas.microsoft.com/office/drawing/2014/main" id="{2A595883-0D12-AFDC-C4B5-C091C1878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01638"/>
            <a:ext cx="5621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已知均匀电场中有一个半径为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zh-CN" altLang="en-US" b="1">
                <a:latin typeface="宋体" panose="02010600030101010101" pitchFamily="2" charset="-122"/>
              </a:rPr>
              <a:t>的半球面</a:t>
            </a:r>
          </a:p>
        </p:txBody>
      </p:sp>
      <p:sp>
        <p:nvSpPr>
          <p:cNvPr id="166932" name="Text Box 20">
            <a:extLst>
              <a:ext uri="{FF2B5EF4-FFF2-40B4-BE49-F238E27FC236}">
                <a16:creationId xmlns:a16="http://schemas.microsoft.com/office/drawing/2014/main" id="{12F3D33D-1E9D-A7C8-7FE1-2A346E673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14478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1</a:t>
            </a:r>
          </a:p>
        </p:txBody>
      </p:sp>
      <p:graphicFrame>
        <p:nvGraphicFramePr>
          <p:cNvPr id="166933" name="Object 21">
            <a:extLst>
              <a:ext uri="{FF2B5EF4-FFF2-40B4-BE49-F238E27FC236}">
                <a16:creationId xmlns:a16="http://schemas.microsoft.com/office/drawing/2014/main" id="{846044D6-DF71-A83D-BEB7-1B77814D95E1}"/>
              </a:ext>
            </a:extLst>
          </p:cNvPr>
          <p:cNvGraphicFramePr>
            <a:graphicFrameLocks/>
          </p:cNvGraphicFramePr>
          <p:nvPr/>
        </p:nvGraphicFramePr>
        <p:xfrm>
          <a:off x="857250" y="2139950"/>
          <a:ext cx="15621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31713" imgH="289782" progId="Equation.3">
                  <p:embed/>
                </p:oleObj>
              </mc:Choice>
              <mc:Fallback>
                <p:oleObj name="Equation" r:id="rId5" imgW="1531713" imgH="289782" progId="Equation.3">
                  <p:embed/>
                  <p:pic>
                    <p:nvPicPr>
                      <p:cNvPr id="166933" name="Object 21">
                        <a:extLst>
                          <a:ext uri="{FF2B5EF4-FFF2-40B4-BE49-F238E27FC236}">
                            <a16:creationId xmlns:a16="http://schemas.microsoft.com/office/drawing/2014/main" id="{846044D6-DF71-A83D-BEB7-1B77814D95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139950"/>
                        <a:ext cx="15621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34" name="Object 22">
            <a:extLst>
              <a:ext uri="{FF2B5EF4-FFF2-40B4-BE49-F238E27FC236}">
                <a16:creationId xmlns:a16="http://schemas.microsoft.com/office/drawing/2014/main" id="{D87FE16D-83C5-5BDE-F698-71486C7589F9}"/>
              </a:ext>
            </a:extLst>
          </p:cNvPr>
          <p:cNvGraphicFramePr>
            <a:graphicFrameLocks/>
          </p:cNvGraphicFramePr>
          <p:nvPr/>
        </p:nvGraphicFramePr>
        <p:xfrm>
          <a:off x="831850" y="2819400"/>
          <a:ext cx="234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16480" imgH="403999" progId="Equation.3">
                  <p:embed/>
                </p:oleObj>
              </mc:Choice>
              <mc:Fallback>
                <p:oleObj name="Equation" r:id="rId7" imgW="2316480" imgH="403999" progId="Equation.3">
                  <p:embed/>
                  <p:pic>
                    <p:nvPicPr>
                      <p:cNvPr id="166934" name="Object 22">
                        <a:extLst>
                          <a:ext uri="{FF2B5EF4-FFF2-40B4-BE49-F238E27FC236}">
                            <a16:creationId xmlns:a16="http://schemas.microsoft.com/office/drawing/2014/main" id="{D87FE16D-83C5-5BDE-F698-71486C7589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2819400"/>
                        <a:ext cx="234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>
            <a:extLst>
              <a:ext uri="{FF2B5EF4-FFF2-40B4-BE49-F238E27FC236}">
                <a16:creationId xmlns:a16="http://schemas.microsoft.com/office/drawing/2014/main" id="{E69F1D72-36F5-93F1-246B-82B4C4DCB782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3505200"/>
            <a:ext cx="914400" cy="609600"/>
            <a:chOff x="5040" y="2208"/>
            <a:chExt cx="576" cy="384"/>
          </a:xfrm>
        </p:grpSpPr>
        <p:sp>
          <p:nvSpPr>
            <p:cNvPr id="17440" name="AutoShape 24">
              <a:extLst>
                <a:ext uri="{FF2B5EF4-FFF2-40B4-BE49-F238E27FC236}">
                  <a16:creationId xmlns:a16="http://schemas.microsoft.com/office/drawing/2014/main" id="{1CE0624E-C3F7-F0AE-6EF7-0AC7C75A1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208"/>
              <a:ext cx="576" cy="384"/>
            </a:xfrm>
            <a:prstGeom prst="wedgeEllipseCallout">
              <a:avLst>
                <a:gd name="adj1" fmla="val -96704"/>
                <a:gd name="adj2" fmla="val -201824"/>
              </a:avLst>
            </a:prstGeom>
            <a:solidFill>
              <a:srgbClr val="00FFFF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tx1"/>
                </a:solidFill>
              </a:endParaRPr>
            </a:p>
          </p:txBody>
        </p:sp>
        <p:sp>
          <p:nvSpPr>
            <p:cNvPr id="17441" name="Text Box 25">
              <a:extLst>
                <a:ext uri="{FF2B5EF4-FFF2-40B4-BE49-F238E27FC236}">
                  <a16:creationId xmlns:a16="http://schemas.microsoft.com/office/drawing/2014/main" id="{90BAC08E-6066-2EFB-6C16-E779FEE85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0" y="2234"/>
              <a:ext cx="2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26">
            <a:extLst>
              <a:ext uri="{FF2B5EF4-FFF2-40B4-BE49-F238E27FC236}">
                <a16:creationId xmlns:a16="http://schemas.microsoft.com/office/drawing/2014/main" id="{FB0CA228-228C-3214-803C-7F182BE3141D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429000"/>
            <a:ext cx="914400" cy="609600"/>
            <a:chOff x="3792" y="2160"/>
            <a:chExt cx="576" cy="384"/>
          </a:xfrm>
        </p:grpSpPr>
        <p:sp>
          <p:nvSpPr>
            <p:cNvPr id="17438" name="AutoShape 27">
              <a:extLst>
                <a:ext uri="{FF2B5EF4-FFF2-40B4-BE49-F238E27FC236}">
                  <a16:creationId xmlns:a16="http://schemas.microsoft.com/office/drawing/2014/main" id="{5454313C-FE65-9E1F-CC48-CF4FA1A86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160"/>
              <a:ext cx="576" cy="384"/>
            </a:xfrm>
            <a:prstGeom prst="wedgeEllipseCallout">
              <a:avLst>
                <a:gd name="adj1" fmla="val 95833"/>
                <a:gd name="adj2" fmla="val -201565"/>
              </a:avLst>
            </a:prstGeom>
            <a:solidFill>
              <a:srgbClr val="FFFF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tx1"/>
                </a:solidFill>
              </a:endParaRPr>
            </a:p>
          </p:txBody>
        </p:sp>
        <p:sp>
          <p:nvSpPr>
            <p:cNvPr id="17439" name="Text Box 28">
              <a:extLst>
                <a:ext uri="{FF2B5EF4-FFF2-40B4-BE49-F238E27FC236}">
                  <a16:creationId xmlns:a16="http://schemas.microsoft.com/office/drawing/2014/main" id="{C77CB7AD-C8C5-C33E-B78F-B22F329C8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160"/>
              <a:ext cx="2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1"/>
                  </a:solidFill>
                  <a:sym typeface="Symbol" panose="05050102010706020507" pitchFamily="18" charset="2"/>
                </a:rPr>
                <a:t></a:t>
              </a:r>
              <a:endParaRPr lang="en-US" altLang="zh-CN" sz="2800" b="1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66941" name="Object 29">
            <a:extLst>
              <a:ext uri="{FF2B5EF4-FFF2-40B4-BE49-F238E27FC236}">
                <a16:creationId xmlns:a16="http://schemas.microsoft.com/office/drawing/2014/main" id="{1BA43A8A-101E-9812-EB7F-F2D68C35E1C0}"/>
              </a:ext>
            </a:extLst>
          </p:cNvPr>
          <p:cNvGraphicFramePr>
            <a:graphicFrameLocks/>
          </p:cNvGraphicFramePr>
          <p:nvPr/>
        </p:nvGraphicFramePr>
        <p:xfrm>
          <a:off x="1504950" y="3552825"/>
          <a:ext cx="22463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17451" imgH="289782" progId="Equation.3">
                  <p:embed/>
                </p:oleObj>
              </mc:Choice>
              <mc:Fallback>
                <p:oleObj name="Equation" r:id="rId9" imgW="2217451" imgH="289782" progId="Equation.3">
                  <p:embed/>
                  <p:pic>
                    <p:nvPicPr>
                      <p:cNvPr id="166941" name="Object 29">
                        <a:extLst>
                          <a:ext uri="{FF2B5EF4-FFF2-40B4-BE49-F238E27FC236}">
                            <a16:creationId xmlns:a16="http://schemas.microsoft.com/office/drawing/2014/main" id="{1BA43A8A-101E-9812-EB7F-F2D68C35E1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552825"/>
                        <a:ext cx="22463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42" name="Object 30">
            <a:extLst>
              <a:ext uri="{FF2B5EF4-FFF2-40B4-BE49-F238E27FC236}">
                <a16:creationId xmlns:a16="http://schemas.microsoft.com/office/drawing/2014/main" id="{315E2447-6CD9-FC52-C42D-221FF3C7433E}"/>
              </a:ext>
            </a:extLst>
          </p:cNvPr>
          <p:cNvGraphicFramePr>
            <a:graphicFrameLocks/>
          </p:cNvGraphicFramePr>
          <p:nvPr/>
        </p:nvGraphicFramePr>
        <p:xfrm>
          <a:off x="1506538" y="4310063"/>
          <a:ext cx="25765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44893" imgH="289782" progId="Equation.3">
                  <p:embed/>
                </p:oleObj>
              </mc:Choice>
              <mc:Fallback>
                <p:oleObj name="Equation" r:id="rId11" imgW="2544893" imgH="289782" progId="Equation.3">
                  <p:embed/>
                  <p:pic>
                    <p:nvPicPr>
                      <p:cNvPr id="166942" name="Object 30">
                        <a:extLst>
                          <a:ext uri="{FF2B5EF4-FFF2-40B4-BE49-F238E27FC236}">
                            <a16:creationId xmlns:a16="http://schemas.microsoft.com/office/drawing/2014/main" id="{315E2447-6CD9-FC52-C42D-221FF3C743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4310063"/>
                        <a:ext cx="25765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43" name="Object 31">
            <a:extLst>
              <a:ext uri="{FF2B5EF4-FFF2-40B4-BE49-F238E27FC236}">
                <a16:creationId xmlns:a16="http://schemas.microsoft.com/office/drawing/2014/main" id="{DB66A74F-29EB-7E1A-D458-120E8D81AACB}"/>
              </a:ext>
            </a:extLst>
          </p:cNvPr>
          <p:cNvGraphicFramePr>
            <a:graphicFrameLocks/>
          </p:cNvGraphicFramePr>
          <p:nvPr/>
        </p:nvGraphicFramePr>
        <p:xfrm>
          <a:off x="1511300" y="4954588"/>
          <a:ext cx="3314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84376" imgH="365594" progId="Equation.3">
                  <p:embed/>
                </p:oleObj>
              </mc:Choice>
              <mc:Fallback>
                <p:oleObj name="Equation" r:id="rId13" imgW="3284376" imgH="365594" progId="Equation.3">
                  <p:embed/>
                  <p:pic>
                    <p:nvPicPr>
                      <p:cNvPr id="166943" name="Object 31">
                        <a:extLst>
                          <a:ext uri="{FF2B5EF4-FFF2-40B4-BE49-F238E27FC236}">
                            <a16:creationId xmlns:a16="http://schemas.microsoft.com/office/drawing/2014/main" id="{DB66A74F-29EB-7E1A-D458-120E8D81AA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954588"/>
                        <a:ext cx="3314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44" name="Object 32">
            <a:extLst>
              <a:ext uri="{FF2B5EF4-FFF2-40B4-BE49-F238E27FC236}">
                <a16:creationId xmlns:a16="http://schemas.microsoft.com/office/drawing/2014/main" id="{BFA025D6-0B9A-B958-826C-FFE094628ED1}"/>
              </a:ext>
            </a:extLst>
          </p:cNvPr>
          <p:cNvGraphicFramePr>
            <a:graphicFrameLocks/>
          </p:cNvGraphicFramePr>
          <p:nvPr/>
        </p:nvGraphicFramePr>
        <p:xfrm>
          <a:off x="858838" y="5651500"/>
          <a:ext cx="28940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65369" imgH="792535" progId="Equation.3">
                  <p:embed/>
                </p:oleObj>
              </mc:Choice>
              <mc:Fallback>
                <p:oleObj name="Equation" r:id="rId15" imgW="2865369" imgH="792535" progId="Equation.3">
                  <p:embed/>
                  <p:pic>
                    <p:nvPicPr>
                      <p:cNvPr id="166944" name="Object 32">
                        <a:extLst>
                          <a:ext uri="{FF2B5EF4-FFF2-40B4-BE49-F238E27FC236}">
                            <a16:creationId xmlns:a16="http://schemas.microsoft.com/office/drawing/2014/main" id="{BFA025D6-0B9A-B958-826C-FFE094628E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5651500"/>
                        <a:ext cx="28940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3">
            <a:extLst>
              <a:ext uri="{FF2B5EF4-FFF2-40B4-BE49-F238E27FC236}">
                <a16:creationId xmlns:a16="http://schemas.microsoft.com/office/drawing/2014/main" id="{547EB94A-8F55-0A3C-799C-E4956985028D}"/>
              </a:ext>
            </a:extLst>
          </p:cNvPr>
          <p:cNvGrpSpPr>
            <a:grpSpLocks/>
          </p:cNvGrpSpPr>
          <p:nvPr/>
        </p:nvGrpSpPr>
        <p:grpSpPr bwMode="auto">
          <a:xfrm>
            <a:off x="5603875" y="1524000"/>
            <a:ext cx="2730500" cy="974725"/>
            <a:chOff x="3530" y="960"/>
            <a:chExt cx="1720" cy="614"/>
          </a:xfrm>
        </p:grpSpPr>
        <p:pic>
          <p:nvPicPr>
            <p:cNvPr id="17432" name="Picture 34">
              <a:extLst>
                <a:ext uri="{FF2B5EF4-FFF2-40B4-BE49-F238E27FC236}">
                  <a16:creationId xmlns:a16="http://schemas.microsoft.com/office/drawing/2014/main" id="{06CBD730-7F5C-D1DB-C7F8-F2B2CFA193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" y="1108"/>
              <a:ext cx="1399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3" name="Text Box 35">
              <a:extLst>
                <a:ext uri="{FF2B5EF4-FFF2-40B4-BE49-F238E27FC236}">
                  <a16:creationId xmlns:a16="http://schemas.microsoft.com/office/drawing/2014/main" id="{6E1F6490-0048-56E7-CEF4-C56CF4A71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0" y="960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sp>
          <p:nvSpPr>
            <p:cNvPr id="17434" name="Line 36">
              <a:extLst>
                <a:ext uri="{FF2B5EF4-FFF2-40B4-BE49-F238E27FC236}">
                  <a16:creationId xmlns:a16="http://schemas.microsoft.com/office/drawing/2014/main" id="{01664126-8EC1-2CA6-680A-0B1908580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370"/>
              <a:ext cx="624" cy="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Text Box 37">
              <a:extLst>
                <a:ext uri="{FF2B5EF4-FFF2-40B4-BE49-F238E27FC236}">
                  <a16:creationId xmlns:a16="http://schemas.microsoft.com/office/drawing/2014/main" id="{8D011CAB-8058-0EA4-F29E-FF7464C81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091"/>
              <a:ext cx="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17436" name="Line 38">
              <a:extLst>
                <a:ext uri="{FF2B5EF4-FFF2-40B4-BE49-F238E27FC236}">
                  <a16:creationId xmlns:a16="http://schemas.microsoft.com/office/drawing/2014/main" id="{1C7D3377-48AD-EF7D-3112-F299777021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92" y="1152"/>
              <a:ext cx="96" cy="96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Line 39">
              <a:extLst>
                <a:ext uri="{FF2B5EF4-FFF2-40B4-BE49-F238E27FC236}">
                  <a16:creationId xmlns:a16="http://schemas.microsoft.com/office/drawing/2014/main" id="{146CBF75-FB63-8DE0-845B-93C3D0738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1222"/>
              <a:ext cx="96" cy="96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0">
            <a:extLst>
              <a:ext uri="{FF2B5EF4-FFF2-40B4-BE49-F238E27FC236}">
                <a16:creationId xmlns:a16="http://schemas.microsoft.com/office/drawing/2014/main" id="{8C70FD75-9C66-88C8-A87D-C5185024C0D3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1447800"/>
            <a:ext cx="1657350" cy="1219200"/>
            <a:chOff x="4560" y="912"/>
            <a:chExt cx="1044" cy="768"/>
          </a:xfrm>
        </p:grpSpPr>
        <p:sp>
          <p:nvSpPr>
            <p:cNvPr id="17430" name="Line 41">
              <a:extLst>
                <a:ext uri="{FF2B5EF4-FFF2-40B4-BE49-F238E27FC236}">
                  <a16:creationId xmlns:a16="http://schemas.microsoft.com/office/drawing/2014/main" id="{E9F97FC7-3113-6FD8-C60D-C4071261F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248"/>
              <a:ext cx="912" cy="432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31" name="Object 42">
              <a:extLst>
                <a:ext uri="{FF2B5EF4-FFF2-40B4-BE49-F238E27FC236}">
                  <a16:creationId xmlns:a16="http://schemas.microsoft.com/office/drawing/2014/main" id="{BA3C8C39-133B-4A49-5111-7ED92ED0D2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912"/>
            <a:ext cx="2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9029" imgH="137160" progId="Equation.3">
                    <p:embed/>
                  </p:oleObj>
                </mc:Choice>
                <mc:Fallback>
                  <p:oleObj name="Equation" r:id="rId18" imgW="99029" imgH="137160" progId="Equation.3">
                    <p:embed/>
                    <p:pic>
                      <p:nvPicPr>
                        <p:cNvPr id="17431" name="Object 42">
                          <a:extLst>
                            <a:ext uri="{FF2B5EF4-FFF2-40B4-BE49-F238E27FC236}">
                              <a16:creationId xmlns:a16="http://schemas.microsoft.com/office/drawing/2014/main" id="{BA3C8C39-133B-4A49-5111-7ED92ED0D2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912"/>
                          <a:ext cx="22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6955" name="Rectangle 43">
            <a:extLst>
              <a:ext uri="{FF2B5EF4-FFF2-40B4-BE49-F238E27FC236}">
                <a16:creationId xmlns:a16="http://schemas.microsoft.com/office/drawing/2014/main" id="{2EA49542-5996-F85D-9DF3-992ACA04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1447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66956" name="Rectangle 44">
            <a:extLst>
              <a:ext uri="{FF2B5EF4-FFF2-40B4-BE49-F238E27FC236}">
                <a16:creationId xmlns:a16="http://schemas.microsoft.com/office/drawing/2014/main" id="{AF9E8854-EBDA-096A-C160-FFB6FD168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3635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66957" name="Rectangle 45">
            <a:extLst>
              <a:ext uri="{FF2B5EF4-FFF2-40B4-BE49-F238E27FC236}">
                <a16:creationId xmlns:a16="http://schemas.microsoft.com/office/drawing/2014/main" id="{0F60BA26-4CA0-F06D-CA5A-FBE66D6DC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9144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通过此半球面的电通量</a:t>
            </a:r>
          </a:p>
        </p:txBody>
      </p:sp>
      <p:sp>
        <p:nvSpPr>
          <p:cNvPr id="166958" name="Rectangle 46">
            <a:extLst>
              <a:ext uri="{FF2B5EF4-FFF2-40B4-BE49-F238E27FC236}">
                <a16:creationId xmlns:a16="http://schemas.microsoft.com/office/drawing/2014/main" id="{D0AE2983-70DD-807A-05A0-0285CF69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969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grpSp>
        <p:nvGrpSpPr>
          <p:cNvPr id="11" name="Group 47">
            <a:extLst>
              <a:ext uri="{FF2B5EF4-FFF2-40B4-BE49-F238E27FC236}">
                <a16:creationId xmlns:a16="http://schemas.microsoft.com/office/drawing/2014/main" id="{DB835CD2-1952-D5C1-94B3-33C72E5A1C38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590800"/>
            <a:ext cx="1828800" cy="533400"/>
            <a:chOff x="2400" y="1632"/>
            <a:chExt cx="1152" cy="336"/>
          </a:xfrm>
        </p:grpSpPr>
        <p:sp>
          <p:nvSpPr>
            <p:cNvPr id="17428" name="AutoShape 48">
              <a:extLst>
                <a:ext uri="{FF2B5EF4-FFF2-40B4-BE49-F238E27FC236}">
                  <a16:creationId xmlns:a16="http://schemas.microsoft.com/office/drawing/2014/main" id="{262AC3DB-2687-65D8-9577-F2E19B30D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32"/>
              <a:ext cx="1152" cy="336"/>
            </a:xfrm>
            <a:prstGeom prst="wedgeRectCallout">
              <a:avLst>
                <a:gd name="adj1" fmla="val -45139"/>
                <a:gd name="adj2" fmla="val 160417"/>
              </a:avLst>
            </a:prstGeom>
            <a:solidFill>
              <a:srgbClr val="006699"/>
            </a:solidFill>
            <a:ln w="9525">
              <a:solidFill>
                <a:srgbClr val="66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chemeClr val="tx1"/>
                </a:solidFill>
              </a:endParaRPr>
            </a:p>
          </p:txBody>
        </p:sp>
        <p:graphicFrame>
          <p:nvGraphicFramePr>
            <p:cNvPr id="17429" name="Object 49">
              <a:extLst>
                <a:ext uri="{FF2B5EF4-FFF2-40B4-BE49-F238E27FC236}">
                  <a16:creationId xmlns:a16="http://schemas.microsoft.com/office/drawing/2014/main" id="{74E1A4BF-118F-6310-CF74-34BEA283A2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695"/>
            <a:ext cx="98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46642" imgH="289782" progId="Equation.3">
                    <p:embed/>
                  </p:oleObj>
                </mc:Choice>
                <mc:Fallback>
                  <p:oleObj name="Equation" r:id="rId20" imgW="1546642" imgH="289782" progId="Equation.3">
                    <p:embed/>
                    <p:pic>
                      <p:nvPicPr>
                        <p:cNvPr id="17429" name="Object 49">
                          <a:extLst>
                            <a:ext uri="{FF2B5EF4-FFF2-40B4-BE49-F238E27FC236}">
                              <a16:creationId xmlns:a16="http://schemas.microsoft.com/office/drawing/2014/main" id="{74E1A4BF-118F-6310-CF74-34BEA283A2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695"/>
                          <a:ext cx="981" cy="198"/>
                        </a:xfrm>
                        <a:prstGeom prst="rect">
                          <a:avLst/>
                        </a:prstGeom>
                        <a:solidFill>
                          <a:srgbClr val="0066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31" grpId="0" autoUpdateAnimBg="0"/>
      <p:bldP spid="166932" grpId="0" autoUpdateAnimBg="0"/>
      <p:bldP spid="166955" grpId="0" autoUpdateAnimBg="0"/>
      <p:bldP spid="166956" grpId="0" autoUpdateAnimBg="0"/>
      <p:bldP spid="166957" grpId="0" autoUpdateAnimBg="0"/>
      <p:bldP spid="16695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88F30A-8203-AD16-1B7F-4B47465D266F}"/>
              </a:ext>
            </a:extLst>
          </p:cNvPr>
          <p:cNvGrpSpPr>
            <a:grpSpLocks/>
          </p:cNvGrpSpPr>
          <p:nvPr/>
        </p:nvGrpSpPr>
        <p:grpSpPr bwMode="auto">
          <a:xfrm>
            <a:off x="6078538" y="390525"/>
            <a:ext cx="2836862" cy="3200400"/>
            <a:chOff x="3829" y="246"/>
            <a:chExt cx="1787" cy="2016"/>
          </a:xfrm>
        </p:grpSpPr>
        <p:pic>
          <p:nvPicPr>
            <p:cNvPr id="18455" name="Picture 3">
              <a:extLst>
                <a:ext uri="{FF2B5EF4-FFF2-40B4-BE49-F238E27FC236}">
                  <a16:creationId xmlns:a16="http://schemas.microsoft.com/office/drawing/2014/main" id="{F47CB3E4-A276-88C3-E9F0-00D6503D8D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" y="557"/>
              <a:ext cx="1663" cy="1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56" name="Group 4">
              <a:extLst>
                <a:ext uri="{FF2B5EF4-FFF2-40B4-BE49-F238E27FC236}">
                  <a16:creationId xmlns:a16="http://schemas.microsoft.com/office/drawing/2014/main" id="{0FCFAA4A-4893-C6DC-2DD5-E6CAE1902B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6" y="246"/>
              <a:ext cx="48" cy="2016"/>
              <a:chOff x="4032" y="624"/>
              <a:chExt cx="0" cy="1920"/>
            </a:xfrm>
          </p:grpSpPr>
          <p:sp>
            <p:nvSpPr>
              <p:cNvPr id="18467" name="Line 5">
                <a:extLst>
                  <a:ext uri="{FF2B5EF4-FFF2-40B4-BE49-F238E27FC236}">
                    <a16:creationId xmlns:a16="http://schemas.microsoft.com/office/drawing/2014/main" id="{847CC3B5-3223-71D5-8423-5137E43E1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Line 6">
                <a:extLst>
                  <a:ext uri="{FF2B5EF4-FFF2-40B4-BE49-F238E27FC236}">
                    <a16:creationId xmlns:a16="http://schemas.microsoft.com/office/drawing/2014/main" id="{C0B32E82-538F-7715-8E52-CE0A4097F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0" cy="864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9" name="Line 7">
                <a:extLst>
                  <a:ext uri="{FF2B5EF4-FFF2-40B4-BE49-F238E27FC236}">
                    <a16:creationId xmlns:a16="http://schemas.microsoft.com/office/drawing/2014/main" id="{C9D4C093-9CA7-8B73-B942-C4EEA7D72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968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7" name="Group 8">
              <a:extLst>
                <a:ext uri="{FF2B5EF4-FFF2-40B4-BE49-F238E27FC236}">
                  <a16:creationId xmlns:a16="http://schemas.microsoft.com/office/drawing/2014/main" id="{7269B24D-8318-433F-7555-15E8B96DC9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4" y="342"/>
              <a:ext cx="0" cy="1920"/>
              <a:chOff x="4032" y="624"/>
              <a:chExt cx="0" cy="1920"/>
            </a:xfrm>
          </p:grpSpPr>
          <p:sp>
            <p:nvSpPr>
              <p:cNvPr id="18464" name="Line 9">
                <a:extLst>
                  <a:ext uri="{FF2B5EF4-FFF2-40B4-BE49-F238E27FC236}">
                    <a16:creationId xmlns:a16="http://schemas.microsoft.com/office/drawing/2014/main" id="{4EA28FA2-52FD-DF58-4B0A-6E6666DDA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5" name="Line 10">
                <a:extLst>
                  <a:ext uri="{FF2B5EF4-FFF2-40B4-BE49-F238E27FC236}">
                    <a16:creationId xmlns:a16="http://schemas.microsoft.com/office/drawing/2014/main" id="{F51D2C73-DF9E-26CF-051A-74259B109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0" cy="864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6" name="Line 11">
                <a:extLst>
                  <a:ext uri="{FF2B5EF4-FFF2-40B4-BE49-F238E27FC236}">
                    <a16:creationId xmlns:a16="http://schemas.microsoft.com/office/drawing/2014/main" id="{07BAFEC1-E8A2-80D7-D0EF-C9A0507D4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968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458" name="Group 12">
              <a:extLst>
                <a:ext uri="{FF2B5EF4-FFF2-40B4-BE49-F238E27FC236}">
                  <a16:creationId xmlns:a16="http://schemas.microsoft.com/office/drawing/2014/main" id="{07B44A26-B3C1-4F5C-1A8B-229B2A89D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8" y="342"/>
              <a:ext cx="0" cy="1920"/>
              <a:chOff x="4032" y="624"/>
              <a:chExt cx="0" cy="1920"/>
            </a:xfrm>
          </p:grpSpPr>
          <p:sp>
            <p:nvSpPr>
              <p:cNvPr id="18461" name="Line 13">
                <a:extLst>
                  <a:ext uri="{FF2B5EF4-FFF2-40B4-BE49-F238E27FC236}">
                    <a16:creationId xmlns:a16="http://schemas.microsoft.com/office/drawing/2014/main" id="{482DCAF8-FE7D-D8BC-7686-562976E7F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2" name="Line 14">
                <a:extLst>
                  <a:ext uri="{FF2B5EF4-FFF2-40B4-BE49-F238E27FC236}">
                    <a16:creationId xmlns:a16="http://schemas.microsoft.com/office/drawing/2014/main" id="{E6945536-9D0E-8046-AC6A-9408308D3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152"/>
                <a:ext cx="0" cy="864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3" name="Line 15">
                <a:extLst>
                  <a:ext uri="{FF2B5EF4-FFF2-40B4-BE49-F238E27FC236}">
                    <a16:creationId xmlns:a16="http://schemas.microsoft.com/office/drawing/2014/main" id="{746DE9AE-5795-DAA1-1F60-4750D9121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968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59" name="Text Box 16">
              <a:extLst>
                <a:ext uri="{FF2B5EF4-FFF2-40B4-BE49-F238E27FC236}">
                  <a16:creationId xmlns:a16="http://schemas.microsoft.com/office/drawing/2014/main" id="{18E49C99-547F-9A49-F145-5267CBBA4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" y="1401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66"/>
                  </a:solidFill>
                </a:rPr>
                <a:t>R</a:t>
              </a:r>
            </a:p>
          </p:txBody>
        </p:sp>
        <p:graphicFrame>
          <p:nvGraphicFramePr>
            <p:cNvPr id="18460" name="Object 17">
              <a:extLst>
                <a:ext uri="{FF2B5EF4-FFF2-40B4-BE49-F238E27FC236}">
                  <a16:creationId xmlns:a16="http://schemas.microsoft.com/office/drawing/2014/main" id="{C0F9C4EF-F7E3-72B6-62B7-30FB7CF360C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04" y="336"/>
            <a:ext cx="17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1304" imgH="312226" progId="Equation.3">
                    <p:embed/>
                  </p:oleObj>
                </mc:Choice>
                <mc:Fallback>
                  <p:oleObj name="Equation" r:id="rId3" imgW="251304" imgH="312226" progId="Equation.3">
                    <p:embed/>
                    <p:pic>
                      <p:nvPicPr>
                        <p:cNvPr id="18460" name="Object 17">
                          <a:extLst>
                            <a:ext uri="{FF2B5EF4-FFF2-40B4-BE49-F238E27FC236}">
                              <a16:creationId xmlns:a16="http://schemas.microsoft.com/office/drawing/2014/main" id="{C0F9C4EF-F7E3-72B6-62B7-30FB7CF360C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" y="336"/>
                          <a:ext cx="17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7954" name="Text Box 18">
            <a:extLst>
              <a:ext uri="{FF2B5EF4-FFF2-40B4-BE49-F238E27FC236}">
                <a16:creationId xmlns:a16="http://schemas.microsoft.com/office/drawing/2014/main" id="{015DE5DC-E565-DD0F-0C37-48B4D86D2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25" y="955675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66"/>
                </a:solidFill>
              </a:rPr>
              <a:t>S</a:t>
            </a:r>
            <a:r>
              <a:rPr lang="en-US" altLang="zh-CN" b="1" baseline="-25000">
                <a:solidFill>
                  <a:srgbClr val="FFFF66"/>
                </a:solidFill>
              </a:rPr>
              <a:t>1</a:t>
            </a:r>
            <a:endParaRPr lang="en-US" altLang="zh-CN" b="1">
              <a:solidFill>
                <a:srgbClr val="FFFF66"/>
              </a:solidFill>
            </a:endParaRPr>
          </a:p>
        </p:txBody>
      </p:sp>
      <p:sp>
        <p:nvSpPr>
          <p:cNvPr id="167955" name="Text Box 19">
            <a:extLst>
              <a:ext uri="{FF2B5EF4-FFF2-40B4-BE49-F238E27FC236}">
                <a16:creationId xmlns:a16="http://schemas.microsoft.com/office/drawing/2014/main" id="{D6F13179-9274-7FA2-1A8A-91D433D41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3048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167956" name="Text Box 20">
            <a:extLst>
              <a:ext uri="{FF2B5EF4-FFF2-40B4-BE49-F238E27FC236}">
                <a16:creationId xmlns:a16="http://schemas.microsoft.com/office/drawing/2014/main" id="{70EB1437-8546-EEFF-6153-15A8E3E85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838200"/>
            <a:ext cx="291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构成一个封闭面</a:t>
            </a:r>
          </a:p>
        </p:txBody>
      </p:sp>
      <p:graphicFrame>
        <p:nvGraphicFramePr>
          <p:cNvPr id="167957" name="Object 21">
            <a:extLst>
              <a:ext uri="{FF2B5EF4-FFF2-40B4-BE49-F238E27FC236}">
                <a16:creationId xmlns:a16="http://schemas.microsoft.com/office/drawing/2014/main" id="{79F08E1D-3EE8-7AA0-159B-50717F610771}"/>
              </a:ext>
            </a:extLst>
          </p:cNvPr>
          <p:cNvGraphicFramePr>
            <a:graphicFrameLocks/>
          </p:cNvGraphicFramePr>
          <p:nvPr/>
        </p:nvGraphicFramePr>
        <p:xfrm>
          <a:off x="857250" y="1447800"/>
          <a:ext cx="369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65064" imgH="579065" progId="Equation.3">
                  <p:embed/>
                </p:oleObj>
              </mc:Choice>
              <mc:Fallback>
                <p:oleObj name="Equation" r:id="rId5" imgW="3665064" imgH="579065" progId="Equation.3">
                  <p:embed/>
                  <p:pic>
                    <p:nvPicPr>
                      <p:cNvPr id="167957" name="Object 21">
                        <a:extLst>
                          <a:ext uri="{FF2B5EF4-FFF2-40B4-BE49-F238E27FC236}">
                            <a16:creationId xmlns:a16="http://schemas.microsoft.com/office/drawing/2014/main" id="{79F08E1D-3EE8-7AA0-159B-50717F6107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447800"/>
                        <a:ext cx="3695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58" name="Object 22">
            <a:extLst>
              <a:ext uri="{FF2B5EF4-FFF2-40B4-BE49-F238E27FC236}">
                <a16:creationId xmlns:a16="http://schemas.microsoft.com/office/drawing/2014/main" id="{0792EF6E-F1B3-0A4B-A026-ABF697083568}"/>
              </a:ext>
            </a:extLst>
          </p:cNvPr>
          <p:cNvGraphicFramePr>
            <a:graphicFrameLocks/>
          </p:cNvGraphicFramePr>
          <p:nvPr/>
        </p:nvGraphicFramePr>
        <p:xfrm>
          <a:off x="884238" y="2362200"/>
          <a:ext cx="37830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56629" imgH="579065" progId="Equation.3">
                  <p:embed/>
                </p:oleObj>
              </mc:Choice>
              <mc:Fallback>
                <p:oleObj name="Equation" r:id="rId7" imgW="3756629" imgH="579065" progId="Equation.3">
                  <p:embed/>
                  <p:pic>
                    <p:nvPicPr>
                      <p:cNvPr id="167958" name="Object 22">
                        <a:extLst>
                          <a:ext uri="{FF2B5EF4-FFF2-40B4-BE49-F238E27FC236}">
                            <a16:creationId xmlns:a16="http://schemas.microsoft.com/office/drawing/2014/main" id="{0792EF6E-F1B3-0A4B-A026-ABF6970835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2362200"/>
                        <a:ext cx="378301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9" name="Text Box 23">
            <a:extLst>
              <a:ext uri="{FF2B5EF4-FFF2-40B4-BE49-F238E27FC236}">
                <a16:creationId xmlns:a16="http://schemas.microsoft.com/office/drawing/2014/main" id="{F48E48E2-4A5C-8ECE-6CB8-CA55BA829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3276600"/>
            <a:ext cx="646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</a:rPr>
              <a:t>四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用高斯定理求特殊带电体的电场强度</a:t>
            </a:r>
          </a:p>
        </p:txBody>
      </p:sp>
      <p:sp>
        <p:nvSpPr>
          <p:cNvPr id="167960" name="Text Box 24">
            <a:extLst>
              <a:ext uri="{FF2B5EF4-FFF2-40B4-BE49-F238E27FC236}">
                <a16:creationId xmlns:a16="http://schemas.microsoft.com/office/drawing/2014/main" id="{0569771D-AF1B-2D07-E8BB-7012D8FF1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84625"/>
            <a:ext cx="95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思路</a:t>
            </a:r>
            <a:r>
              <a:rPr lang="en-US" altLang="zh-CN" b="1">
                <a:solidFill>
                  <a:srgbClr val="66FFFF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167961" name="Object 25">
            <a:extLst>
              <a:ext uri="{FF2B5EF4-FFF2-40B4-BE49-F238E27FC236}">
                <a16:creationId xmlns:a16="http://schemas.microsoft.com/office/drawing/2014/main" id="{F077803B-94B6-DB23-5179-F9E251EEEB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9913" y="3962400"/>
          <a:ext cx="32273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03189" imgH="556121" progId="Equation.3">
                  <p:embed/>
                </p:oleObj>
              </mc:Choice>
              <mc:Fallback>
                <p:oleObj name="Equation" r:id="rId9" imgW="2903189" imgH="556121" progId="Equation.3">
                  <p:embed/>
                  <p:pic>
                    <p:nvPicPr>
                      <p:cNvPr id="167961" name="Object 25">
                        <a:extLst>
                          <a:ext uri="{FF2B5EF4-FFF2-40B4-BE49-F238E27FC236}">
                            <a16:creationId xmlns:a16="http://schemas.microsoft.com/office/drawing/2014/main" id="{F077803B-94B6-DB23-5179-F9E251EEEB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3962400"/>
                        <a:ext cx="32273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62" name="Text Box 26">
            <a:extLst>
              <a:ext uri="{FF2B5EF4-FFF2-40B4-BE49-F238E27FC236}">
                <a16:creationId xmlns:a16="http://schemas.microsoft.com/office/drawing/2014/main" id="{823C2FC1-B4C7-DF42-311F-F73848A37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4800600"/>
            <a:ext cx="346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当高斯面上</a:t>
            </a:r>
            <a:r>
              <a:rPr lang="en-US" altLang="zh-CN" b="1" i="1">
                <a:solidFill>
                  <a:srgbClr val="66FFFF"/>
                </a:solidFill>
              </a:rPr>
              <a:t>E</a:t>
            </a:r>
            <a:r>
              <a:rPr lang="zh-CN" altLang="en-US" b="1">
                <a:latin typeface="宋体" panose="02010600030101010101" pitchFamily="2" charset="-122"/>
              </a:rPr>
              <a:t>处处相同时</a:t>
            </a:r>
          </a:p>
        </p:txBody>
      </p:sp>
      <p:graphicFrame>
        <p:nvGraphicFramePr>
          <p:cNvPr id="167963" name="Object 27">
            <a:extLst>
              <a:ext uri="{FF2B5EF4-FFF2-40B4-BE49-F238E27FC236}">
                <a16:creationId xmlns:a16="http://schemas.microsoft.com/office/drawing/2014/main" id="{7CAD5B3A-1BA4-EC10-FBBD-50E9762A6D0D}"/>
              </a:ext>
            </a:extLst>
          </p:cNvPr>
          <p:cNvGraphicFramePr>
            <a:graphicFrameLocks/>
          </p:cNvGraphicFramePr>
          <p:nvPr/>
        </p:nvGraphicFramePr>
        <p:xfrm>
          <a:off x="4373563" y="4527550"/>
          <a:ext cx="3059112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32573" imgH="960120" progId="Equation.3">
                  <p:embed/>
                </p:oleObj>
              </mc:Choice>
              <mc:Fallback>
                <p:oleObj name="Equation" r:id="rId11" imgW="3032573" imgH="960120" progId="Equation.3">
                  <p:embed/>
                  <p:pic>
                    <p:nvPicPr>
                      <p:cNvPr id="167963" name="Object 27">
                        <a:extLst>
                          <a:ext uri="{FF2B5EF4-FFF2-40B4-BE49-F238E27FC236}">
                            <a16:creationId xmlns:a16="http://schemas.microsoft.com/office/drawing/2014/main" id="{7CAD5B3A-1BA4-EC10-FBBD-50E9762A6D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4527550"/>
                        <a:ext cx="3059112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8">
            <a:extLst>
              <a:ext uri="{FF2B5EF4-FFF2-40B4-BE49-F238E27FC236}">
                <a16:creationId xmlns:a16="http://schemas.microsoft.com/office/drawing/2014/main" id="{0CDCC471-86FE-B5FA-3EA3-0CD96376E93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1676400"/>
            <a:ext cx="2640013" cy="990600"/>
            <a:chOff x="3840" y="1056"/>
            <a:chExt cx="1663" cy="624"/>
          </a:xfrm>
        </p:grpSpPr>
        <p:grpSp>
          <p:nvGrpSpPr>
            <p:cNvPr id="18449" name="Group 29">
              <a:extLst>
                <a:ext uri="{FF2B5EF4-FFF2-40B4-BE49-F238E27FC236}">
                  <a16:creationId xmlns:a16="http://schemas.microsoft.com/office/drawing/2014/main" id="{789F1467-81B3-7645-31B7-954F6232AF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056"/>
              <a:ext cx="1663" cy="624"/>
              <a:chOff x="3840" y="1056"/>
              <a:chExt cx="1663" cy="624"/>
            </a:xfrm>
          </p:grpSpPr>
          <p:pic>
            <p:nvPicPr>
              <p:cNvPr id="18451" name="Picture 30">
                <a:extLst>
                  <a:ext uri="{FF2B5EF4-FFF2-40B4-BE49-F238E27FC236}">
                    <a16:creationId xmlns:a16="http://schemas.microsoft.com/office/drawing/2014/main" id="{6EE44971-D015-ECFE-EBDB-D0C913176B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V="1">
                <a:off x="3840" y="1056"/>
                <a:ext cx="1663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52" name="Line 31">
                <a:extLst>
                  <a:ext uri="{FF2B5EF4-FFF2-40B4-BE49-F238E27FC236}">
                    <a16:creationId xmlns:a16="http://schemas.microsoft.com/office/drawing/2014/main" id="{A42D0B40-D10D-3B1C-38BB-693558A84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104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3" name="Line 32">
                <a:extLst>
                  <a:ext uri="{FF2B5EF4-FFF2-40B4-BE49-F238E27FC236}">
                    <a16:creationId xmlns:a16="http://schemas.microsoft.com/office/drawing/2014/main" id="{AD2372C5-FB51-02A8-7693-2D517E59F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8" y="1104"/>
                <a:ext cx="0" cy="288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4" name="Line 33">
                <a:extLst>
                  <a:ext uri="{FF2B5EF4-FFF2-40B4-BE49-F238E27FC236}">
                    <a16:creationId xmlns:a16="http://schemas.microsoft.com/office/drawing/2014/main" id="{C763C960-5BC3-116E-80A2-265D98F63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10" y="1141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50" name="Text Box 34">
              <a:extLst>
                <a:ext uri="{FF2B5EF4-FFF2-40B4-BE49-F238E27FC236}">
                  <a16:creationId xmlns:a16="http://schemas.microsoft.com/office/drawing/2014/main" id="{FA596B1D-58CC-9F1C-1AF3-563FBE40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1212"/>
              <a:ext cx="3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/>
                <a:t>s</a:t>
              </a:r>
              <a:r>
                <a:rPr lang="en-US" altLang="zh-CN" sz="3200" b="1" baseline="-25000"/>
                <a:t>2</a:t>
              </a:r>
              <a:endParaRPr lang="en-US" altLang="zh-CN" sz="3200" b="1"/>
            </a:p>
          </p:txBody>
        </p:sp>
      </p:grpSp>
      <p:graphicFrame>
        <p:nvGraphicFramePr>
          <p:cNvPr id="167971" name="Object 35">
            <a:extLst>
              <a:ext uri="{FF2B5EF4-FFF2-40B4-BE49-F238E27FC236}">
                <a16:creationId xmlns:a16="http://schemas.microsoft.com/office/drawing/2014/main" id="{C1A2016D-CB91-4435-C4F1-2819F0277120}"/>
              </a:ext>
            </a:extLst>
          </p:cNvPr>
          <p:cNvGraphicFramePr>
            <a:graphicFrameLocks/>
          </p:cNvGraphicFramePr>
          <p:nvPr/>
        </p:nvGraphicFramePr>
        <p:xfrm>
          <a:off x="887413" y="5427663"/>
          <a:ext cx="230028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70698" imgH="1074337" progId="Equation.3">
                  <p:embed/>
                </p:oleObj>
              </mc:Choice>
              <mc:Fallback>
                <p:oleObj name="Equation" r:id="rId14" imgW="2270698" imgH="1074337" progId="Equation.3">
                  <p:embed/>
                  <p:pic>
                    <p:nvPicPr>
                      <p:cNvPr id="167971" name="Object 35">
                        <a:extLst>
                          <a:ext uri="{FF2B5EF4-FFF2-40B4-BE49-F238E27FC236}">
                            <a16:creationId xmlns:a16="http://schemas.microsoft.com/office/drawing/2014/main" id="{C1A2016D-CB91-4435-C4F1-2819F02771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5427663"/>
                        <a:ext cx="230028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72" name="Text Box 36">
            <a:extLst>
              <a:ext uri="{FF2B5EF4-FFF2-40B4-BE49-F238E27FC236}">
                <a16:creationId xmlns:a16="http://schemas.microsoft.com/office/drawing/2014/main" id="{1C44045B-8F8E-63BE-E2A9-8B969BD7F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5516563"/>
            <a:ext cx="388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1</a:t>
            </a:r>
            <a:r>
              <a:rPr lang="zh-CN" altLang="en-US" b="1"/>
              <a:t>。对称性分析</a:t>
            </a:r>
          </a:p>
        </p:txBody>
      </p:sp>
      <p:sp>
        <p:nvSpPr>
          <p:cNvPr id="167973" name="Text Box 37">
            <a:extLst>
              <a:ext uri="{FF2B5EF4-FFF2-40B4-BE49-F238E27FC236}">
                <a16:creationId xmlns:a16="http://schemas.microsoft.com/office/drawing/2014/main" id="{DB58E9C6-B46C-B17D-1AFC-F3B05460F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995988"/>
            <a:ext cx="3960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/>
              <a:t>2</a:t>
            </a:r>
            <a:r>
              <a:rPr lang="zh-CN" altLang="en-US" b="1"/>
              <a:t>。适当的高斯面选择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4" grpId="0" autoUpdateAnimBg="0"/>
      <p:bldP spid="167955" grpId="0" autoUpdateAnimBg="0"/>
      <p:bldP spid="167956" grpId="0" autoUpdateAnimBg="0"/>
      <p:bldP spid="167959" grpId="0" autoUpdateAnimBg="0"/>
      <p:bldP spid="167960" grpId="0" autoUpdateAnimBg="0"/>
      <p:bldP spid="167962" grpId="0" autoUpdateAnimBg="0"/>
      <p:bldP spid="167972" grpId="0"/>
      <p:bldP spid="1679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30EB22C-02DB-B7C4-D24A-71A25D2C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33375"/>
            <a:ext cx="4872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</a:rPr>
              <a:t>均匀带电球面，电量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zh-CN" altLang="en-US" b="1">
                <a:latin typeface="宋体" panose="02010600030101010101" pitchFamily="2" charset="-122"/>
              </a:rPr>
              <a:t>，半径</a:t>
            </a:r>
            <a:r>
              <a:rPr lang="en-US" altLang="zh-CN" b="1" i="1">
                <a:solidFill>
                  <a:srgbClr val="66FFFF"/>
                </a:solidFill>
              </a:rPr>
              <a:t>R </a:t>
            </a:r>
            <a:r>
              <a:rPr lang="zh-CN" altLang="en-US" b="1"/>
              <a:t>。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5F2C7EF5-F3A2-6E76-35AA-8C87E14C5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0" y="862013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电场强度分布</a:t>
            </a:r>
          </a:p>
        </p:txBody>
      </p:sp>
      <p:sp>
        <p:nvSpPr>
          <p:cNvPr id="19460" name="Oval 4">
            <a:extLst>
              <a:ext uri="{FF2B5EF4-FFF2-40B4-BE49-F238E27FC236}">
                <a16:creationId xmlns:a16="http://schemas.microsoft.com/office/drawing/2014/main" id="{17DFB7F6-769E-B17E-88E8-5FA3E6A71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1546225"/>
            <a:ext cx="1439863" cy="1439863"/>
          </a:xfrm>
          <a:prstGeom prst="ellipse">
            <a:avLst/>
          </a:prstGeom>
          <a:gradFill rotWithShape="1">
            <a:gsLst>
              <a:gs pos="0">
                <a:srgbClr val="3399FF">
                  <a:alpha val="70000"/>
                </a:srgbClr>
              </a:gs>
              <a:gs pos="100000">
                <a:srgbClr val="184776">
                  <a:alpha val="70000"/>
                </a:srgb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5413" name="Line 5">
            <a:extLst>
              <a:ext uri="{FF2B5EF4-FFF2-40B4-BE49-F238E27FC236}">
                <a16:creationId xmlns:a16="http://schemas.microsoft.com/office/drawing/2014/main" id="{A9832BE6-65BD-BC17-38D1-7C7BB865E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3775" y="1638300"/>
            <a:ext cx="477838" cy="6270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10406D01-F143-4156-0356-0B744666A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195262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rgbClr val="00FF00"/>
                </a:solidFill>
              </a:rPr>
              <a:t>R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67E3EBC9-0288-DAC8-1157-00B6470DB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5319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145416" name="Object 8">
            <a:extLst>
              <a:ext uri="{FF2B5EF4-FFF2-40B4-BE49-F238E27FC236}">
                <a16:creationId xmlns:a16="http://schemas.microsoft.com/office/drawing/2014/main" id="{65645B4A-1B52-3698-3A76-984206621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213100"/>
          <a:ext cx="21796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17451" imgH="556121" progId="Equation.3">
                  <p:embed/>
                </p:oleObj>
              </mc:Choice>
              <mc:Fallback>
                <p:oleObj name="公式" r:id="rId2" imgW="2217451" imgH="556121" progId="Equation.3">
                  <p:embed/>
                  <p:pic>
                    <p:nvPicPr>
                      <p:cNvPr id="145416" name="Object 8">
                        <a:extLst>
                          <a:ext uri="{FF2B5EF4-FFF2-40B4-BE49-F238E27FC236}">
                            <a16:creationId xmlns:a16="http://schemas.microsoft.com/office/drawing/2014/main" id="{65645B4A-1B52-3698-3A76-9842066214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213100"/>
                        <a:ext cx="21796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>
            <a:extLst>
              <a:ext uri="{FF2B5EF4-FFF2-40B4-BE49-F238E27FC236}">
                <a16:creationId xmlns:a16="http://schemas.microsoft.com/office/drawing/2014/main" id="{6E9E2121-D9F1-8DEC-1FCC-EFBF11AD2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213100"/>
          <a:ext cx="11223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27636" imgH="556121" progId="Equation.3">
                  <p:embed/>
                </p:oleObj>
              </mc:Choice>
              <mc:Fallback>
                <p:oleObj name="公式" r:id="rId4" imgW="1127636" imgH="556121" progId="Equation.3">
                  <p:embed/>
                  <p:pic>
                    <p:nvPicPr>
                      <p:cNvPr id="145417" name="Object 9">
                        <a:extLst>
                          <a:ext uri="{FF2B5EF4-FFF2-40B4-BE49-F238E27FC236}">
                            <a16:creationId xmlns:a16="http://schemas.microsoft.com/office/drawing/2014/main" id="{6E9E2121-D9F1-8DEC-1FCC-EFBF11AD2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13100"/>
                        <a:ext cx="11223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8" name="Object 10">
            <a:extLst>
              <a:ext uri="{FF2B5EF4-FFF2-40B4-BE49-F238E27FC236}">
                <a16:creationId xmlns:a16="http://schemas.microsoft.com/office/drawing/2014/main" id="{74D7A178-A849-0ED5-58E1-E7035EA490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286125"/>
          <a:ext cx="13954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03773" imgH="441905" progId="Equation.3">
                  <p:embed/>
                </p:oleObj>
              </mc:Choice>
              <mc:Fallback>
                <p:oleObj name="公式" r:id="rId6" imgW="1203773" imgH="441905" progId="Equation.3">
                  <p:embed/>
                  <p:pic>
                    <p:nvPicPr>
                      <p:cNvPr id="145418" name="Object 10">
                        <a:extLst>
                          <a:ext uri="{FF2B5EF4-FFF2-40B4-BE49-F238E27FC236}">
                            <a16:creationId xmlns:a16="http://schemas.microsoft.com/office/drawing/2014/main" id="{74D7A178-A849-0ED5-58E1-E7035EA49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286125"/>
                        <a:ext cx="13954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9" name="Rectangle 11">
            <a:extLst>
              <a:ext uri="{FF2B5EF4-FFF2-40B4-BE49-F238E27FC236}">
                <a16:creationId xmlns:a16="http://schemas.microsoft.com/office/drawing/2014/main" id="{ABFF147B-F415-1528-CCC6-C6A62C9AA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005263"/>
            <a:ext cx="278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  <a:sym typeface="Monotype Sorts" pitchFamily="2" charset="2"/>
              </a:rPr>
              <a:t>由高斯定理</a:t>
            </a:r>
          </a:p>
        </p:txBody>
      </p:sp>
      <p:graphicFrame>
        <p:nvGraphicFramePr>
          <p:cNvPr id="145420" name="Object 12">
            <a:extLst>
              <a:ext uri="{FF2B5EF4-FFF2-40B4-BE49-F238E27FC236}">
                <a16:creationId xmlns:a16="http://schemas.microsoft.com/office/drawing/2014/main" id="{9363FB10-5DA4-CE68-1564-4BB5B0DB58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6237288"/>
          <a:ext cx="13525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74389" imgH="289782" progId="Equation.3">
                  <p:embed/>
                </p:oleObj>
              </mc:Choice>
              <mc:Fallback>
                <p:oleObj name="公式" r:id="rId8" imgW="1074389" imgH="289782" progId="Equation.3">
                  <p:embed/>
                  <p:pic>
                    <p:nvPicPr>
                      <p:cNvPr id="145420" name="Object 12">
                        <a:extLst>
                          <a:ext uri="{FF2B5EF4-FFF2-40B4-BE49-F238E27FC236}">
                            <a16:creationId xmlns:a16="http://schemas.microsoft.com/office/drawing/2014/main" id="{9363FB10-5DA4-CE68-1564-4BB5B0DB58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6237288"/>
                        <a:ext cx="13525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1" name="Object 13">
            <a:extLst>
              <a:ext uri="{FF2B5EF4-FFF2-40B4-BE49-F238E27FC236}">
                <a16:creationId xmlns:a16="http://schemas.microsoft.com/office/drawing/2014/main" id="{2EEF7844-4CEF-3AEE-00FD-E3A332171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5013325"/>
          <a:ext cx="1419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17258" imgH="480309" progId="Equation.3">
                  <p:embed/>
                </p:oleObj>
              </mc:Choice>
              <mc:Fallback>
                <p:oleObj name="公式" r:id="rId10" imgW="1417258" imgH="480309" progId="Equation.3">
                  <p:embed/>
                  <p:pic>
                    <p:nvPicPr>
                      <p:cNvPr id="145421" name="Object 13">
                        <a:extLst>
                          <a:ext uri="{FF2B5EF4-FFF2-40B4-BE49-F238E27FC236}">
                            <a16:creationId xmlns:a16="http://schemas.microsoft.com/office/drawing/2014/main" id="{2EEF7844-4CEF-3AEE-00FD-E3A3321715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013325"/>
                        <a:ext cx="14192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2" name="Object 14">
            <a:extLst>
              <a:ext uri="{FF2B5EF4-FFF2-40B4-BE49-F238E27FC236}">
                <a16:creationId xmlns:a16="http://schemas.microsoft.com/office/drawing/2014/main" id="{EC59BC0F-AA3E-6FED-682A-721E25E7C3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5013325"/>
          <a:ext cx="21574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90009" imgH="883809" progId="Equation.3">
                  <p:embed/>
                </p:oleObj>
              </mc:Choice>
              <mc:Fallback>
                <p:oleObj name="公式" r:id="rId12" imgW="1890009" imgH="883809" progId="Equation.3">
                  <p:embed/>
                  <p:pic>
                    <p:nvPicPr>
                      <p:cNvPr id="145422" name="Object 14">
                        <a:extLst>
                          <a:ext uri="{FF2B5EF4-FFF2-40B4-BE49-F238E27FC236}">
                            <a16:creationId xmlns:a16="http://schemas.microsoft.com/office/drawing/2014/main" id="{EC59BC0F-AA3E-6FED-682A-721E25E7C3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013325"/>
                        <a:ext cx="2157412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1" name="Text Box 15">
            <a:extLst>
              <a:ext uri="{FF2B5EF4-FFF2-40B4-BE49-F238E27FC236}">
                <a16:creationId xmlns:a16="http://schemas.microsoft.com/office/drawing/2014/main" id="{47E69B5D-584A-7186-0DEB-4D15EBF76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975" y="130492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9472" name="Text Box 16">
            <a:extLst>
              <a:ext uri="{FF2B5EF4-FFF2-40B4-BE49-F238E27FC236}">
                <a16:creationId xmlns:a16="http://schemas.microsoft.com/office/drawing/2014/main" id="{6142431E-AD5A-7DCB-897F-3A9BE6E07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75" y="1617663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9473" name="Text Box 17">
            <a:extLst>
              <a:ext uri="{FF2B5EF4-FFF2-40B4-BE49-F238E27FC236}">
                <a16:creationId xmlns:a16="http://schemas.microsoft.com/office/drawing/2014/main" id="{1265F75D-07FA-97CC-DB2E-BBBCE5561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88" y="2455863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45426" name="Text Box 18">
            <a:extLst>
              <a:ext uri="{FF2B5EF4-FFF2-40B4-BE49-F238E27FC236}">
                <a16:creationId xmlns:a16="http://schemas.microsoft.com/office/drawing/2014/main" id="{C6F9B3C9-1CF9-4046-8482-A095FDF8B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338" y="1617663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45427" name="Text Box 19">
            <a:extLst>
              <a:ext uri="{FF2B5EF4-FFF2-40B4-BE49-F238E27FC236}">
                <a16:creationId xmlns:a16="http://schemas.microsoft.com/office/drawing/2014/main" id="{7CD9EEAF-386B-4C31-3A65-0E17564E5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4463" y="2455863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9476" name="Text Box 20">
            <a:extLst>
              <a:ext uri="{FF2B5EF4-FFF2-40B4-BE49-F238E27FC236}">
                <a16:creationId xmlns:a16="http://schemas.microsoft.com/office/drawing/2014/main" id="{36FEAD85-B37D-8704-BC86-1AA28528C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274478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19477" name="Rectangle 21">
            <a:extLst>
              <a:ext uri="{FF2B5EF4-FFF2-40B4-BE49-F238E27FC236}">
                <a16:creationId xmlns:a16="http://schemas.microsoft.com/office/drawing/2014/main" id="{567D5D0B-9705-CC51-7CD2-E4822132F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285750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19478" name="Rectangle 22">
            <a:extLst>
              <a:ext uri="{FF2B5EF4-FFF2-40B4-BE49-F238E27FC236}">
                <a16:creationId xmlns:a16="http://schemas.microsoft.com/office/drawing/2014/main" id="{7F0643DB-8554-8E04-1770-1E7385D43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862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graphicFrame>
        <p:nvGraphicFramePr>
          <p:cNvPr id="145431" name="Object 23">
            <a:extLst>
              <a:ext uri="{FF2B5EF4-FFF2-40B4-BE49-F238E27FC236}">
                <a16:creationId xmlns:a16="http://schemas.microsoft.com/office/drawing/2014/main" id="{C4D3760F-7EFF-F2CD-823E-A8AA1E81C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4040188"/>
          <a:ext cx="1063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06687" imgH="441905" progId="Equation.3">
                  <p:embed/>
                </p:oleObj>
              </mc:Choice>
              <mc:Fallback>
                <p:oleObj name="公式" r:id="rId14" imgW="906687" imgH="441905" progId="Equation.3">
                  <p:embed/>
                  <p:pic>
                    <p:nvPicPr>
                      <p:cNvPr id="145431" name="Object 23">
                        <a:extLst>
                          <a:ext uri="{FF2B5EF4-FFF2-40B4-BE49-F238E27FC236}">
                            <a16:creationId xmlns:a16="http://schemas.microsoft.com/office/drawing/2014/main" id="{C4D3760F-7EFF-F2CD-823E-A8AA1E81CF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4040188"/>
                        <a:ext cx="1063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32" name="Object 24">
            <a:extLst>
              <a:ext uri="{FF2B5EF4-FFF2-40B4-BE49-F238E27FC236}">
                <a16:creationId xmlns:a16="http://schemas.microsoft.com/office/drawing/2014/main" id="{D5DAAA0B-7153-A491-6A0D-28A73CCC57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3806825"/>
          <a:ext cx="12715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97280" imgH="960120" progId="Equation.3">
                  <p:embed/>
                </p:oleObj>
              </mc:Choice>
              <mc:Fallback>
                <p:oleObj name="公式" r:id="rId16" imgW="1097280" imgH="960120" progId="Equation.3">
                  <p:embed/>
                  <p:pic>
                    <p:nvPicPr>
                      <p:cNvPr id="145432" name="Object 24">
                        <a:extLst>
                          <a:ext uri="{FF2B5EF4-FFF2-40B4-BE49-F238E27FC236}">
                            <a16:creationId xmlns:a16="http://schemas.microsoft.com/office/drawing/2014/main" id="{D5DAAA0B-7153-A491-6A0D-28A73CCC57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806825"/>
                        <a:ext cx="12715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3" name="Text Box 25">
            <a:extLst>
              <a:ext uri="{FF2B5EF4-FFF2-40B4-BE49-F238E27FC236}">
                <a16:creationId xmlns:a16="http://schemas.microsoft.com/office/drawing/2014/main" id="{7C9925DC-0CE5-6693-6EF7-11B02031C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08500"/>
            <a:ext cx="213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66FF66"/>
              </a:buClr>
              <a:buFontTx/>
              <a:buChar char="•"/>
            </a:pPr>
            <a:r>
              <a:rPr lang="en-US" altLang="zh-CN" b="1"/>
              <a:t>  </a:t>
            </a:r>
            <a:r>
              <a:rPr lang="zh-CN" altLang="en-US" b="1"/>
              <a:t>球外 </a:t>
            </a:r>
            <a:r>
              <a:rPr lang="en-US" altLang="zh-CN" b="1">
                <a:solidFill>
                  <a:srgbClr val="66FFFF"/>
                </a:solidFill>
              </a:rPr>
              <a:t>( </a:t>
            </a:r>
            <a:r>
              <a:rPr lang="en-US" altLang="zh-CN" b="1" i="1">
                <a:solidFill>
                  <a:srgbClr val="66FFFF"/>
                </a:solidFill>
              </a:rPr>
              <a:t>r </a:t>
            </a:r>
            <a:r>
              <a:rPr lang="en-US" altLang="zh-CN" b="1">
                <a:solidFill>
                  <a:srgbClr val="66FFFF"/>
                </a:solidFill>
              </a:rPr>
              <a:t>&gt;</a:t>
            </a:r>
            <a:r>
              <a:rPr lang="en-US" altLang="zh-CN" b="1" i="1">
                <a:solidFill>
                  <a:srgbClr val="66FFFF"/>
                </a:solidFill>
              </a:rPr>
              <a:t> R</a:t>
            </a:r>
            <a:r>
              <a:rPr lang="en-US" altLang="zh-CN" b="1">
                <a:solidFill>
                  <a:srgbClr val="66FFFF"/>
                </a:solidFill>
              </a:rPr>
              <a:t> )</a:t>
            </a:r>
          </a:p>
        </p:txBody>
      </p:sp>
      <p:sp>
        <p:nvSpPr>
          <p:cNvPr id="145434" name="Text Box 26">
            <a:extLst>
              <a:ext uri="{FF2B5EF4-FFF2-40B4-BE49-F238E27FC236}">
                <a16:creationId xmlns:a16="http://schemas.microsoft.com/office/drawing/2014/main" id="{B039BCF1-E1BF-4506-93C2-D501405E6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661025"/>
            <a:ext cx="213836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66FF66"/>
              </a:buClr>
              <a:buFontTx/>
              <a:buChar char="•"/>
            </a:pPr>
            <a:r>
              <a:rPr lang="en-US" altLang="zh-CN" b="1"/>
              <a:t>  </a:t>
            </a:r>
            <a:r>
              <a:rPr lang="zh-CN" altLang="en-US" b="1"/>
              <a:t>球内 </a:t>
            </a:r>
            <a:r>
              <a:rPr lang="en-US" altLang="zh-CN" b="1">
                <a:solidFill>
                  <a:srgbClr val="66FFFF"/>
                </a:solidFill>
              </a:rPr>
              <a:t>( </a:t>
            </a:r>
            <a:r>
              <a:rPr lang="en-US" altLang="zh-CN" b="1" i="1">
                <a:solidFill>
                  <a:srgbClr val="66FFFF"/>
                </a:solidFill>
              </a:rPr>
              <a:t>r </a:t>
            </a:r>
            <a:r>
              <a:rPr lang="en-US" altLang="zh-CN" b="1">
                <a:solidFill>
                  <a:srgbClr val="66FFFF"/>
                </a:solidFill>
              </a:rPr>
              <a:t>&lt;</a:t>
            </a:r>
            <a:r>
              <a:rPr lang="en-US" altLang="zh-CN" b="1" i="1">
                <a:solidFill>
                  <a:srgbClr val="66FFFF"/>
                </a:solidFill>
              </a:rPr>
              <a:t> R</a:t>
            </a:r>
            <a:r>
              <a:rPr lang="en-US" altLang="zh-CN" b="1">
                <a:solidFill>
                  <a:srgbClr val="66FFFF"/>
                </a:solidFill>
              </a:rPr>
              <a:t> )</a:t>
            </a:r>
          </a:p>
        </p:txBody>
      </p:sp>
      <p:graphicFrame>
        <p:nvGraphicFramePr>
          <p:cNvPr id="145435" name="Object 27">
            <a:extLst>
              <a:ext uri="{FF2B5EF4-FFF2-40B4-BE49-F238E27FC236}">
                <a16:creationId xmlns:a16="http://schemas.microsoft.com/office/drawing/2014/main" id="{585656CC-5619-4261-A731-020D7B9620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6092825"/>
          <a:ext cx="13319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25693" imgH="480309" progId="Equation.3">
                  <p:embed/>
                </p:oleObj>
              </mc:Choice>
              <mc:Fallback>
                <p:oleObj name="公式" r:id="rId18" imgW="1325693" imgH="480309" progId="Equation.3">
                  <p:embed/>
                  <p:pic>
                    <p:nvPicPr>
                      <p:cNvPr id="145435" name="Object 27">
                        <a:extLst>
                          <a:ext uri="{FF2B5EF4-FFF2-40B4-BE49-F238E27FC236}">
                            <a16:creationId xmlns:a16="http://schemas.microsoft.com/office/drawing/2014/main" id="{585656CC-5619-4261-A731-020D7B9620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6092825"/>
                        <a:ext cx="13319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>
            <a:extLst>
              <a:ext uri="{FF2B5EF4-FFF2-40B4-BE49-F238E27FC236}">
                <a16:creationId xmlns:a16="http://schemas.microsoft.com/office/drawing/2014/main" id="{752D5A68-5FA8-B955-D7C2-09E62AEBE372}"/>
              </a:ext>
            </a:extLst>
          </p:cNvPr>
          <p:cNvGrpSpPr>
            <a:grpSpLocks/>
          </p:cNvGrpSpPr>
          <p:nvPr/>
        </p:nvGrpSpPr>
        <p:grpSpPr bwMode="auto">
          <a:xfrm>
            <a:off x="6327775" y="3406775"/>
            <a:ext cx="2781300" cy="2279650"/>
            <a:chOff x="3827" y="2146"/>
            <a:chExt cx="1836" cy="1436"/>
          </a:xfrm>
        </p:grpSpPr>
        <p:sp>
          <p:nvSpPr>
            <p:cNvPr id="19526" name="Line 29">
              <a:extLst>
                <a:ext uri="{FF2B5EF4-FFF2-40B4-BE49-F238E27FC236}">
                  <a16:creationId xmlns:a16="http://schemas.microsoft.com/office/drawing/2014/main" id="{81FFEDD0-0355-9740-6C3E-F3EB65BA5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318"/>
              <a:ext cx="150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7" name="Line 30">
              <a:extLst>
                <a:ext uri="{FF2B5EF4-FFF2-40B4-BE49-F238E27FC236}">
                  <a16:creationId xmlns:a16="http://schemas.microsoft.com/office/drawing/2014/main" id="{9BD92299-E633-5AEE-D3FF-2B45FACB4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2214"/>
              <a:ext cx="0" cy="110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28" name="Text Box 31">
              <a:extLst>
                <a:ext uri="{FF2B5EF4-FFF2-40B4-BE49-F238E27FC236}">
                  <a16:creationId xmlns:a16="http://schemas.microsoft.com/office/drawing/2014/main" id="{FA91A37F-F444-352C-C23E-0A98F271E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" y="329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hlink"/>
                  </a:solidFill>
                </a:rPr>
                <a:t>r</a:t>
              </a:r>
            </a:p>
          </p:txBody>
        </p:sp>
        <p:sp>
          <p:nvSpPr>
            <p:cNvPr id="19529" name="Text Box 32">
              <a:extLst>
                <a:ext uri="{FF2B5EF4-FFF2-40B4-BE49-F238E27FC236}">
                  <a16:creationId xmlns:a16="http://schemas.microsoft.com/office/drawing/2014/main" id="{67F781DD-D5D3-E848-6D6A-6037014DA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2146"/>
              <a:ext cx="2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</a:rPr>
                <a:t>E</a:t>
              </a:r>
            </a:p>
          </p:txBody>
        </p:sp>
        <p:sp>
          <p:nvSpPr>
            <p:cNvPr id="19530" name="Text Box 33">
              <a:extLst>
                <a:ext uri="{FF2B5EF4-FFF2-40B4-BE49-F238E27FC236}">
                  <a16:creationId xmlns:a16="http://schemas.microsoft.com/office/drawing/2014/main" id="{73A77052-6085-BA77-70B4-873F4B62F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3249"/>
              <a:ext cx="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chemeClr val="hlink"/>
                  </a:solidFill>
                </a:rPr>
                <a:t>O</a:t>
              </a:r>
            </a:p>
          </p:txBody>
        </p:sp>
      </p:grpSp>
      <p:sp>
        <p:nvSpPr>
          <p:cNvPr id="145442" name="Line 34">
            <a:extLst>
              <a:ext uri="{FF2B5EF4-FFF2-40B4-BE49-F238E27FC236}">
                <a16:creationId xmlns:a16="http://schemas.microsoft.com/office/drawing/2014/main" id="{6143E2C4-A0F6-92A0-37E8-AD3F756A2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267325"/>
            <a:ext cx="703262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43" name="Line 35">
            <a:extLst>
              <a:ext uri="{FF2B5EF4-FFF2-40B4-BE49-F238E27FC236}">
                <a16:creationId xmlns:a16="http://schemas.microsoft.com/office/drawing/2014/main" id="{5CD162D2-70F7-1D42-137F-3BA757CA5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7113" y="2303463"/>
            <a:ext cx="0" cy="3013075"/>
          </a:xfrm>
          <a:prstGeom prst="line">
            <a:avLst/>
          </a:prstGeom>
          <a:noFill/>
          <a:ln w="127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44" name="Freeform 36">
            <a:extLst>
              <a:ext uri="{FF2B5EF4-FFF2-40B4-BE49-F238E27FC236}">
                <a16:creationId xmlns:a16="http://schemas.microsoft.com/office/drawing/2014/main" id="{8E74EF3D-1003-EE5D-0467-519E81F72F96}"/>
              </a:ext>
            </a:extLst>
          </p:cNvPr>
          <p:cNvSpPr>
            <a:spLocks/>
          </p:cNvSpPr>
          <p:nvPr/>
        </p:nvSpPr>
        <p:spPr bwMode="auto">
          <a:xfrm>
            <a:off x="7386638" y="3860800"/>
            <a:ext cx="1100137" cy="1008063"/>
          </a:xfrm>
          <a:custGeom>
            <a:avLst/>
            <a:gdLst>
              <a:gd name="T0" fmla="*/ 0 w 1008"/>
              <a:gd name="T1" fmla="*/ 0 h 816"/>
              <a:gd name="T2" fmla="*/ 2147483646 w 1008"/>
              <a:gd name="T3" fmla="*/ 2147483646 h 816"/>
              <a:gd name="T4" fmla="*/ 2147483646 w 1008"/>
              <a:gd name="T5" fmla="*/ 2147483646 h 816"/>
              <a:gd name="T6" fmla="*/ 0 60000 65536"/>
              <a:gd name="T7" fmla="*/ 0 60000 65536"/>
              <a:gd name="T8" fmla="*/ 0 60000 65536"/>
              <a:gd name="T9" fmla="*/ 0 w 1008"/>
              <a:gd name="T10" fmla="*/ 0 h 816"/>
              <a:gd name="T11" fmla="*/ 1008 w 1008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816">
                <a:moveTo>
                  <a:pt x="0" y="0"/>
                </a:moveTo>
                <a:cubicBezTo>
                  <a:pt x="60" y="220"/>
                  <a:pt x="120" y="440"/>
                  <a:pt x="288" y="576"/>
                </a:cubicBezTo>
                <a:cubicBezTo>
                  <a:pt x="456" y="712"/>
                  <a:pt x="732" y="764"/>
                  <a:pt x="1008" y="816"/>
                </a:cubicBezTo>
              </a:path>
            </a:pathLst>
          </a:cu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5445" name="Object 37">
            <a:extLst>
              <a:ext uri="{FF2B5EF4-FFF2-40B4-BE49-F238E27FC236}">
                <a16:creationId xmlns:a16="http://schemas.microsoft.com/office/drawing/2014/main" id="{4BAEB83A-C6E0-474B-160B-E26A55D55F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4175" y="4344988"/>
          <a:ext cx="5746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07658" imgH="289782" progId="Equation.3">
                  <p:embed/>
                </p:oleObj>
              </mc:Choice>
              <mc:Fallback>
                <p:oleObj name="Equation" r:id="rId20" imgW="807658" imgH="289782" progId="Equation.3">
                  <p:embed/>
                  <p:pic>
                    <p:nvPicPr>
                      <p:cNvPr id="145445" name="Object 37">
                        <a:extLst>
                          <a:ext uri="{FF2B5EF4-FFF2-40B4-BE49-F238E27FC236}">
                            <a16:creationId xmlns:a16="http://schemas.microsoft.com/office/drawing/2014/main" id="{4BAEB83A-C6E0-474B-160B-E26A55D55F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5" y="4344988"/>
                        <a:ext cx="5746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46" name="Object 38">
            <a:extLst>
              <a:ext uri="{FF2B5EF4-FFF2-40B4-BE49-F238E27FC236}">
                <a16:creationId xmlns:a16="http://schemas.microsoft.com/office/drawing/2014/main" id="{FFD01B06-FA38-5FAF-B79D-E108F10A57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3860800"/>
          <a:ext cx="8445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21142" imgH="792535" progId="Equation.3">
                  <p:embed/>
                </p:oleObj>
              </mc:Choice>
              <mc:Fallback>
                <p:oleObj name="Equation" r:id="rId22" imgW="1021142" imgH="792535" progId="Equation.3">
                  <p:embed/>
                  <p:pic>
                    <p:nvPicPr>
                      <p:cNvPr id="145446" name="Object 38">
                        <a:extLst>
                          <a:ext uri="{FF2B5EF4-FFF2-40B4-BE49-F238E27FC236}">
                            <a16:creationId xmlns:a16="http://schemas.microsoft.com/office/drawing/2014/main" id="{FFD01B06-FA38-5FAF-B79D-E108F10A5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3860800"/>
                        <a:ext cx="8445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0" name="Oval 39">
            <a:extLst>
              <a:ext uri="{FF2B5EF4-FFF2-40B4-BE49-F238E27FC236}">
                <a16:creationId xmlns:a16="http://schemas.microsoft.com/office/drawing/2014/main" id="{1F36859F-1755-8F17-36AB-A9DCBD90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3" y="2205038"/>
            <a:ext cx="107950" cy="107950"/>
          </a:xfrm>
          <a:prstGeom prst="ellipse">
            <a:avLst/>
          </a:prstGeom>
          <a:solidFill>
            <a:srgbClr val="FFFF66"/>
          </a:solidFill>
          <a:ln w="28575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5448" name="Line 40">
            <a:extLst>
              <a:ext uri="{FF2B5EF4-FFF2-40B4-BE49-F238E27FC236}">
                <a16:creationId xmlns:a16="http://schemas.microsoft.com/office/drawing/2014/main" id="{04FF83D1-5569-37BD-3354-2D16C9E51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3275" y="2265363"/>
            <a:ext cx="72072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2" name="Text Box 41">
            <a:extLst>
              <a:ext uri="{FF2B5EF4-FFF2-40B4-BE49-F238E27FC236}">
                <a16:creationId xmlns:a16="http://schemas.microsoft.com/office/drawing/2014/main" id="{121DA75A-7ACA-0DF4-0B76-978185485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938" y="22764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O</a:t>
            </a:r>
          </a:p>
        </p:txBody>
      </p:sp>
      <p:sp>
        <p:nvSpPr>
          <p:cNvPr id="145450" name="Line 42">
            <a:extLst>
              <a:ext uri="{FF2B5EF4-FFF2-40B4-BE49-F238E27FC236}">
                <a16:creationId xmlns:a16="http://schemas.microsoft.com/office/drawing/2014/main" id="{97DA3AFA-EE89-8AFE-C723-2521B42BD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1475" y="1898650"/>
            <a:ext cx="792163" cy="727075"/>
          </a:xfrm>
          <a:prstGeom prst="line">
            <a:avLst/>
          </a:prstGeom>
          <a:noFill/>
          <a:ln w="9525">
            <a:solidFill>
              <a:srgbClr val="FFCC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1" name="Line 43">
            <a:extLst>
              <a:ext uri="{FF2B5EF4-FFF2-40B4-BE49-F238E27FC236}">
                <a16:creationId xmlns:a16="http://schemas.microsoft.com/office/drawing/2014/main" id="{7983ED95-F0DE-3142-1D1E-BA89C481DE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91475" y="1905000"/>
            <a:ext cx="792163" cy="727075"/>
          </a:xfrm>
          <a:prstGeom prst="line">
            <a:avLst/>
          </a:prstGeom>
          <a:noFill/>
          <a:ln w="9525">
            <a:solidFill>
              <a:srgbClr val="FFCC66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2" name="Line 44">
            <a:extLst>
              <a:ext uri="{FF2B5EF4-FFF2-40B4-BE49-F238E27FC236}">
                <a16:creationId xmlns:a16="http://schemas.microsoft.com/office/drawing/2014/main" id="{34F736A8-CC76-0B5E-7865-C66D6563D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5225" y="1930400"/>
            <a:ext cx="358775" cy="328613"/>
          </a:xfrm>
          <a:prstGeom prst="line">
            <a:avLst/>
          </a:prstGeom>
          <a:noFill/>
          <a:ln w="9525">
            <a:solidFill>
              <a:srgbClr val="FFCC66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3" name="Line 45">
            <a:extLst>
              <a:ext uri="{FF2B5EF4-FFF2-40B4-BE49-F238E27FC236}">
                <a16:creationId xmlns:a16="http://schemas.microsoft.com/office/drawing/2014/main" id="{2E58AB92-EEAD-6B08-73D5-EB04435EAF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83638" y="2297113"/>
            <a:ext cx="358775" cy="328612"/>
          </a:xfrm>
          <a:prstGeom prst="line">
            <a:avLst/>
          </a:prstGeom>
          <a:noFill/>
          <a:ln w="9525">
            <a:solidFill>
              <a:srgbClr val="FFCC66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C8624D86-D746-7FC7-81A2-3DADBD267ACA}"/>
              </a:ext>
            </a:extLst>
          </p:cNvPr>
          <p:cNvGrpSpPr>
            <a:grpSpLocks/>
          </p:cNvGrpSpPr>
          <p:nvPr/>
        </p:nvGrpSpPr>
        <p:grpSpPr bwMode="auto">
          <a:xfrm>
            <a:off x="8207375" y="1568450"/>
            <a:ext cx="369888" cy="735013"/>
            <a:chOff x="5057" y="693"/>
            <a:chExt cx="233" cy="463"/>
          </a:xfrm>
        </p:grpSpPr>
        <p:sp>
          <p:nvSpPr>
            <p:cNvPr id="19524" name="Text Box 47">
              <a:extLst>
                <a:ext uri="{FF2B5EF4-FFF2-40B4-BE49-F238E27FC236}">
                  <a16:creationId xmlns:a16="http://schemas.microsoft.com/office/drawing/2014/main" id="{382BD9B8-40B6-862D-8698-6119723F3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693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P</a:t>
              </a:r>
            </a:p>
          </p:txBody>
        </p:sp>
        <p:sp>
          <p:nvSpPr>
            <p:cNvPr id="19525" name="Oval 48">
              <a:extLst>
                <a:ext uri="{FF2B5EF4-FFF2-40B4-BE49-F238E27FC236}">
                  <a16:creationId xmlns:a16="http://schemas.microsoft.com/office/drawing/2014/main" id="{B0381DA3-2E94-BAB1-0DBD-E53D3E888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" y="1108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45457" name="Text Box 49">
            <a:extLst>
              <a:ext uri="{FF2B5EF4-FFF2-40B4-BE49-F238E27FC236}">
                <a16:creationId xmlns:a16="http://schemas.microsoft.com/office/drawing/2014/main" id="{C03F9997-B26C-85A6-1774-C315D04B9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903788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/>
              <a:t>R</a:t>
            </a:r>
          </a:p>
        </p:txBody>
      </p:sp>
      <p:graphicFrame>
        <p:nvGraphicFramePr>
          <p:cNvPr id="145458" name="Object 50">
            <a:extLst>
              <a:ext uri="{FF2B5EF4-FFF2-40B4-BE49-F238E27FC236}">
                <a16:creationId xmlns:a16="http://schemas.microsoft.com/office/drawing/2014/main" id="{D3AA2360-EE9F-FD1F-9189-1B8142A57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276475"/>
          <a:ext cx="2714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51304" imgH="335169" progId="Equation.3">
                  <p:embed/>
                </p:oleObj>
              </mc:Choice>
              <mc:Fallback>
                <p:oleObj name="公式" r:id="rId24" imgW="251304" imgH="335169" progId="Equation.3">
                  <p:embed/>
                  <p:pic>
                    <p:nvPicPr>
                      <p:cNvPr id="145458" name="Object 50">
                        <a:extLst>
                          <a:ext uri="{FF2B5EF4-FFF2-40B4-BE49-F238E27FC236}">
                            <a16:creationId xmlns:a16="http://schemas.microsoft.com/office/drawing/2014/main" id="{D3AA2360-EE9F-FD1F-9189-1B8142A575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76475"/>
                        <a:ext cx="27146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59" name="Text Box 51">
            <a:extLst>
              <a:ext uri="{FF2B5EF4-FFF2-40B4-BE49-F238E27FC236}">
                <a16:creationId xmlns:a16="http://schemas.microsoft.com/office/drawing/2014/main" id="{12709342-625A-3B43-DCAA-B82A7CC3A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133600"/>
            <a:ext cx="30083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/>
              <a:t>    </a:t>
            </a:r>
            <a:r>
              <a:rPr lang="zh-CN" altLang="en-US" b="1"/>
              <a:t>沿球面法线方向。</a:t>
            </a:r>
          </a:p>
        </p:txBody>
      </p:sp>
      <p:grpSp>
        <p:nvGrpSpPr>
          <p:cNvPr id="4" name="Group 52">
            <a:extLst>
              <a:ext uri="{FF2B5EF4-FFF2-40B4-BE49-F238E27FC236}">
                <a16:creationId xmlns:a16="http://schemas.microsoft.com/office/drawing/2014/main" id="{15D708AB-7DE6-A15A-1999-6B0B62E9D08E}"/>
              </a:ext>
            </a:extLst>
          </p:cNvPr>
          <p:cNvGrpSpPr>
            <a:grpSpLocks/>
          </p:cNvGrpSpPr>
          <p:nvPr/>
        </p:nvGrpSpPr>
        <p:grpSpPr bwMode="auto">
          <a:xfrm>
            <a:off x="6269038" y="1189038"/>
            <a:ext cx="2159000" cy="2160587"/>
            <a:chOff x="2925" y="247"/>
            <a:chExt cx="1360" cy="1361"/>
          </a:xfrm>
        </p:grpSpPr>
        <p:sp>
          <p:nvSpPr>
            <p:cNvPr id="145461" name="Oval 53">
              <a:extLst>
                <a:ext uri="{FF2B5EF4-FFF2-40B4-BE49-F238E27FC236}">
                  <a16:creationId xmlns:a16="http://schemas.microsoft.com/office/drawing/2014/main" id="{B71F4709-A564-CC2F-EC47-0A13847D7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53"/>
              <a:ext cx="1349" cy="1349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0000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9515" name="Oval 54">
              <a:extLst>
                <a:ext uri="{FF2B5EF4-FFF2-40B4-BE49-F238E27FC236}">
                  <a16:creationId xmlns:a16="http://schemas.microsoft.com/office/drawing/2014/main" id="{9F9E5881-A795-95CA-144C-DC1F8593B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47"/>
              <a:ext cx="857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16" name="Oval 55">
              <a:extLst>
                <a:ext uri="{FF2B5EF4-FFF2-40B4-BE49-F238E27FC236}">
                  <a16:creationId xmlns:a16="http://schemas.microsoft.com/office/drawing/2014/main" id="{AFBC1657-78D4-06BB-06AA-B7924C2DF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247"/>
              <a:ext cx="53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17" name="Oval 56">
              <a:extLst>
                <a:ext uri="{FF2B5EF4-FFF2-40B4-BE49-F238E27FC236}">
                  <a16:creationId xmlns:a16="http://schemas.microsoft.com/office/drawing/2014/main" id="{9E3B5162-34E3-78BF-EACC-3A919DA99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420"/>
              <a:ext cx="1315" cy="10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18" name="Oval 57">
              <a:extLst>
                <a:ext uri="{FF2B5EF4-FFF2-40B4-BE49-F238E27FC236}">
                  <a16:creationId xmlns:a16="http://schemas.microsoft.com/office/drawing/2014/main" id="{D0B675B9-5C33-7A76-9595-EF113B46B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575"/>
              <a:ext cx="1315" cy="7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19" name="Oval 58">
              <a:extLst>
                <a:ext uri="{FF2B5EF4-FFF2-40B4-BE49-F238E27FC236}">
                  <a16:creationId xmlns:a16="http://schemas.microsoft.com/office/drawing/2014/main" id="{63E0753F-690A-8A0E-0DEC-01B9A6B08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723"/>
              <a:ext cx="1315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20" name="Oval 59">
              <a:extLst>
                <a:ext uri="{FF2B5EF4-FFF2-40B4-BE49-F238E27FC236}">
                  <a16:creationId xmlns:a16="http://schemas.microsoft.com/office/drawing/2014/main" id="{801993E6-8B2F-9874-5CFB-0E630D03D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859"/>
              <a:ext cx="1360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21" name="Oval 60">
              <a:extLst>
                <a:ext uri="{FF2B5EF4-FFF2-40B4-BE49-F238E27FC236}">
                  <a16:creationId xmlns:a16="http://schemas.microsoft.com/office/drawing/2014/main" id="{8C052A34-231C-C24B-E775-B1B73C017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247"/>
              <a:ext cx="19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22" name="Oval 61">
              <a:extLst>
                <a:ext uri="{FF2B5EF4-FFF2-40B4-BE49-F238E27FC236}">
                  <a16:creationId xmlns:a16="http://schemas.microsoft.com/office/drawing/2014/main" id="{C6F4A471-D414-7923-ABF0-960E52510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55"/>
              <a:ext cx="1088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523" name="Oval 62">
              <a:extLst>
                <a:ext uri="{FF2B5EF4-FFF2-40B4-BE49-F238E27FC236}">
                  <a16:creationId xmlns:a16="http://schemas.microsoft.com/office/drawing/2014/main" id="{0213AD9D-15A7-EB42-9CAA-6A097659F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253"/>
              <a:ext cx="1349" cy="134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45471" name="Freeform 63">
            <a:extLst>
              <a:ext uri="{FF2B5EF4-FFF2-40B4-BE49-F238E27FC236}">
                <a16:creationId xmlns:a16="http://schemas.microsoft.com/office/drawing/2014/main" id="{36F35082-2A0D-31B9-160E-36A8169EA427}"/>
              </a:ext>
            </a:extLst>
          </p:cNvPr>
          <p:cNvSpPr>
            <a:spLocks/>
          </p:cNvSpPr>
          <p:nvPr/>
        </p:nvSpPr>
        <p:spPr bwMode="auto">
          <a:xfrm>
            <a:off x="7631113" y="1485900"/>
            <a:ext cx="336550" cy="333375"/>
          </a:xfrm>
          <a:custGeom>
            <a:avLst/>
            <a:gdLst>
              <a:gd name="T0" fmla="*/ 0 w 212"/>
              <a:gd name="T1" fmla="*/ 2147483646 h 210"/>
              <a:gd name="T2" fmla="*/ 2147483646 w 212"/>
              <a:gd name="T3" fmla="*/ 2147483646 h 210"/>
              <a:gd name="T4" fmla="*/ 2147483646 w 212"/>
              <a:gd name="T5" fmla="*/ 2147483646 h 210"/>
              <a:gd name="T6" fmla="*/ 2147483646 w 212"/>
              <a:gd name="T7" fmla="*/ 2147483646 h 210"/>
              <a:gd name="T8" fmla="*/ 2147483646 w 212"/>
              <a:gd name="T9" fmla="*/ 2147483646 h 210"/>
              <a:gd name="T10" fmla="*/ 2147483646 w 212"/>
              <a:gd name="T11" fmla="*/ 2147483646 h 210"/>
              <a:gd name="T12" fmla="*/ 2147483646 w 212"/>
              <a:gd name="T13" fmla="*/ 2147483646 h 210"/>
              <a:gd name="T14" fmla="*/ 2147483646 w 212"/>
              <a:gd name="T15" fmla="*/ 2147483646 h 210"/>
              <a:gd name="T16" fmla="*/ 0 w 212"/>
              <a:gd name="T17" fmla="*/ 2147483646 h 2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2"/>
              <a:gd name="T28" fmla="*/ 0 h 210"/>
              <a:gd name="T29" fmla="*/ 212 w 212"/>
              <a:gd name="T30" fmla="*/ 210 h 2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2" h="210">
                <a:moveTo>
                  <a:pt x="0" y="22"/>
                </a:moveTo>
                <a:cubicBezTo>
                  <a:pt x="8" y="45"/>
                  <a:pt x="16" y="69"/>
                  <a:pt x="24" y="92"/>
                </a:cubicBezTo>
                <a:cubicBezTo>
                  <a:pt x="28" y="104"/>
                  <a:pt x="32" y="115"/>
                  <a:pt x="36" y="127"/>
                </a:cubicBezTo>
                <a:cubicBezTo>
                  <a:pt x="40" y="139"/>
                  <a:pt x="38" y="154"/>
                  <a:pt x="47" y="163"/>
                </a:cubicBezTo>
                <a:cubicBezTo>
                  <a:pt x="70" y="186"/>
                  <a:pt x="110" y="177"/>
                  <a:pt x="141" y="186"/>
                </a:cubicBezTo>
                <a:cubicBezTo>
                  <a:pt x="165" y="193"/>
                  <a:pt x="212" y="210"/>
                  <a:pt x="212" y="210"/>
                </a:cubicBezTo>
                <a:cubicBezTo>
                  <a:pt x="194" y="158"/>
                  <a:pt x="188" y="71"/>
                  <a:pt x="130" y="45"/>
                </a:cubicBezTo>
                <a:cubicBezTo>
                  <a:pt x="115" y="39"/>
                  <a:pt x="99" y="37"/>
                  <a:pt x="83" y="33"/>
                </a:cubicBezTo>
                <a:cubicBezTo>
                  <a:pt x="55" y="25"/>
                  <a:pt x="22" y="0"/>
                  <a:pt x="0" y="22"/>
                </a:cubicBezTo>
                <a:close/>
              </a:path>
            </a:pathLst>
          </a:custGeom>
          <a:solidFill>
            <a:srgbClr val="00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2" name="Line 64">
            <a:extLst>
              <a:ext uri="{FF2B5EF4-FFF2-40B4-BE49-F238E27FC236}">
                <a16:creationId xmlns:a16="http://schemas.microsoft.com/office/drawing/2014/main" id="{C6133AA9-075F-044A-08F3-273E2EBDC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1233488"/>
            <a:ext cx="350838" cy="45085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3" name="Line 65">
            <a:extLst>
              <a:ext uri="{FF2B5EF4-FFF2-40B4-BE49-F238E27FC236}">
                <a16:creationId xmlns:a16="http://schemas.microsoft.com/office/drawing/2014/main" id="{3773D0D9-07DF-742C-1635-2CC93026DD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5575" y="963613"/>
            <a:ext cx="560388" cy="72072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5" name="Line 66">
            <a:extLst>
              <a:ext uri="{FF2B5EF4-FFF2-40B4-BE49-F238E27FC236}">
                <a16:creationId xmlns:a16="http://schemas.microsoft.com/office/drawing/2014/main" id="{6FB9A90B-4873-EB8E-CCAA-6911DDB265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83413" y="1665288"/>
            <a:ext cx="360362" cy="576262"/>
          </a:xfrm>
          <a:prstGeom prst="lin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5475" name="Object 67">
            <a:extLst>
              <a:ext uri="{FF2B5EF4-FFF2-40B4-BE49-F238E27FC236}">
                <a16:creationId xmlns:a16="http://schemas.microsoft.com/office/drawing/2014/main" id="{DA24E41B-B8EF-6A08-62F3-565E86B42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2650" y="403225"/>
          <a:ext cx="1774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98444" imgH="350631" progId="Equation.3">
                  <p:embed/>
                </p:oleObj>
              </mc:Choice>
              <mc:Fallback>
                <p:oleObj name="公式" r:id="rId26" imgW="1798444" imgH="350631" progId="Equation.3">
                  <p:embed/>
                  <p:pic>
                    <p:nvPicPr>
                      <p:cNvPr id="145475" name="Object 67">
                        <a:extLst>
                          <a:ext uri="{FF2B5EF4-FFF2-40B4-BE49-F238E27FC236}">
                            <a16:creationId xmlns:a16="http://schemas.microsoft.com/office/drawing/2014/main" id="{DA24E41B-B8EF-6A08-62F3-565E86B42A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403225"/>
                        <a:ext cx="17748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76" name="Rectangle 68">
            <a:extLst>
              <a:ext uri="{FF2B5EF4-FFF2-40B4-BE49-F238E27FC236}">
                <a16:creationId xmlns:a16="http://schemas.microsoft.com/office/drawing/2014/main" id="{59C46B06-D846-0598-D2A5-A7A7BF416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33600"/>
            <a:ext cx="43926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/>
              <a:t>                                   </a:t>
            </a:r>
            <a:r>
              <a:rPr lang="zh-CN" altLang="en-US" b="1"/>
              <a:t>取过</a:t>
            </a:r>
            <a:r>
              <a:rPr lang="en-US" altLang="zh-CN" b="1" i="1"/>
              <a:t>P</a:t>
            </a:r>
            <a:r>
              <a:rPr lang="zh-CN" altLang="en-US" b="1"/>
              <a:t>点的同心球面为高斯面，电通量为</a:t>
            </a:r>
          </a:p>
        </p:txBody>
      </p:sp>
      <p:sp>
        <p:nvSpPr>
          <p:cNvPr id="145477" name="Text Box 69">
            <a:extLst>
              <a:ext uri="{FF2B5EF4-FFF2-40B4-BE49-F238E27FC236}">
                <a16:creationId xmlns:a16="http://schemas.microsoft.com/office/drawing/2014/main" id="{CF9939A5-3027-7EFD-29F7-ACBD23455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25" y="1863725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hlink"/>
                </a:solidFill>
              </a:rPr>
              <a:t>r</a:t>
            </a:r>
          </a:p>
        </p:txBody>
      </p:sp>
      <p:sp>
        <p:nvSpPr>
          <p:cNvPr id="145478" name="Line 70">
            <a:extLst>
              <a:ext uri="{FF2B5EF4-FFF2-40B4-BE49-F238E27FC236}">
                <a16:creationId xmlns:a16="http://schemas.microsoft.com/office/drawing/2014/main" id="{6C806755-7F76-4A18-FF41-D76B6A2C4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5213" y="2265363"/>
            <a:ext cx="9906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9" name="Line 71">
            <a:extLst>
              <a:ext uri="{FF2B5EF4-FFF2-40B4-BE49-F238E27FC236}">
                <a16:creationId xmlns:a16="http://schemas.microsoft.com/office/drawing/2014/main" id="{650AE98D-6DEB-8940-12E3-04C14346B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0763" y="2268538"/>
            <a:ext cx="4953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80" name="Text Box 72">
            <a:extLst>
              <a:ext uri="{FF2B5EF4-FFF2-40B4-BE49-F238E27FC236}">
                <a16:creationId xmlns:a16="http://schemas.microsoft.com/office/drawing/2014/main" id="{B8A7C52E-6DCA-81E4-00B4-424417DEF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1738" y="1863725"/>
            <a:ext cx="36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chemeClr val="hlink"/>
                </a:solidFill>
              </a:rPr>
              <a:t>r</a:t>
            </a:r>
          </a:p>
        </p:txBody>
      </p:sp>
      <p:pic>
        <p:nvPicPr>
          <p:cNvPr id="145483" name="Picture 75" descr="j0293240">
            <a:extLst>
              <a:ext uri="{FF2B5EF4-FFF2-40B4-BE49-F238E27FC236}">
                <a16:creationId xmlns:a16="http://schemas.microsoft.com/office/drawing/2014/main" id="{DBE38F78-A809-A031-E532-405D29483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84" name="Rectangle 76">
            <a:extLst>
              <a:ext uri="{FF2B5EF4-FFF2-40B4-BE49-F238E27FC236}">
                <a16:creationId xmlns:a16="http://schemas.microsoft.com/office/drawing/2014/main" id="{62464F77-EA1B-0531-2872-DF810740B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484313"/>
            <a:ext cx="5392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accent1"/>
                </a:solidFill>
              </a:rPr>
              <a:t>场源的对称性决定着场强分布的对称性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5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45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1" dur="500"/>
                                        <p:tgtEl>
                                          <p:spTgt spid="14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14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4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145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145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9" dur="500"/>
                                        <p:tgtEl>
                                          <p:spTgt spid="145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145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145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145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145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5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4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4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2000"/>
                                        <p:tgtEl>
                                          <p:spTgt spid="1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8" dur="500"/>
                                        <p:tgtEl>
                                          <p:spTgt spid="1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5" dur="2000"/>
                                        <p:tgtEl>
                                          <p:spTgt spid="1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9" grpId="0" autoUpdateAnimBg="0"/>
      <p:bldP spid="145426" grpId="0"/>
      <p:bldP spid="145427" grpId="0"/>
      <p:bldP spid="145433" grpId="0"/>
      <p:bldP spid="145434" grpId="0"/>
      <p:bldP spid="145457" grpId="0" autoUpdateAnimBg="0"/>
      <p:bldP spid="145459" grpId="0"/>
      <p:bldP spid="145476" grpId="0"/>
      <p:bldP spid="145477" grpId="0" build="allAtOnce"/>
      <p:bldP spid="145480" grpId="0" build="allAtOnce" autoUpdateAnimBg="0"/>
      <p:bldP spid="14548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9ADD57D1-83C7-BC20-69C1-405687587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414338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  <a:r>
              <a:rPr lang="en-US" altLang="zh-CN" b="1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2AF98325-6610-08DB-C33D-414076E5D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14338"/>
            <a:ext cx="798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均匀带电</a:t>
            </a:r>
            <a:r>
              <a:rPr lang="zh-CN" altLang="en-US" b="1">
                <a:latin typeface="宋体" panose="02010600030101010101" pitchFamily="2" charset="-122"/>
              </a:rPr>
              <a:t>球体，半径为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zh-CN" altLang="en-US" b="1">
                <a:latin typeface="宋体" panose="02010600030101010101" pitchFamily="2" charset="-122"/>
              </a:rPr>
              <a:t>，电荷体密度为</a:t>
            </a:r>
            <a:r>
              <a:rPr lang="zh-CN" altLang="en-US" b="1">
                <a:solidFill>
                  <a:srgbClr val="66FFFF"/>
                </a:solidFill>
                <a:sym typeface="Symbol" panose="05050102010706020507" pitchFamily="18" charset="2"/>
              </a:rPr>
              <a:t>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4100" name="Oval 4">
            <a:extLst>
              <a:ext uri="{FF2B5EF4-FFF2-40B4-BE49-F238E27FC236}">
                <a16:creationId xmlns:a16="http://schemas.microsoft.com/office/drawing/2014/main" id="{2B0876D1-42B0-BC49-D0F3-F72E3C4FD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713" y="1747838"/>
            <a:ext cx="1371600" cy="1371600"/>
          </a:xfrm>
          <a:prstGeom prst="ellipse">
            <a:avLst/>
          </a:prstGeom>
          <a:gradFill rotWithShape="1">
            <a:gsLst>
              <a:gs pos="0">
                <a:srgbClr val="0099FF">
                  <a:alpha val="60001"/>
                </a:srgbClr>
              </a:gs>
              <a:gs pos="100000">
                <a:srgbClr val="004776">
                  <a:alpha val="45000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101" name="Line 5">
            <a:extLst>
              <a:ext uri="{FF2B5EF4-FFF2-40B4-BE49-F238E27FC236}">
                <a16:creationId xmlns:a16="http://schemas.microsoft.com/office/drawing/2014/main" id="{D18BD045-6B3A-6D1E-5E99-DF43CBBD90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2225" y="2420938"/>
            <a:ext cx="576263" cy="384175"/>
          </a:xfrm>
          <a:prstGeom prst="line">
            <a:avLst/>
          </a:prstGeom>
          <a:noFill/>
          <a:ln w="12700">
            <a:solidFill>
              <a:srgbClr val="FFFF66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Text Box 6">
            <a:extLst>
              <a:ext uri="{FF2B5EF4-FFF2-40B4-BE49-F238E27FC236}">
                <a16:creationId xmlns:a16="http://schemas.microsoft.com/office/drawing/2014/main" id="{A1944001-972C-AD07-106C-22BC1775F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2673350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rgbClr val="FFFF66"/>
                </a:solidFill>
              </a:rPr>
              <a:t>R</a:t>
            </a: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222685CD-2C57-0C40-BEE6-E3C40275E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18923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04" name="Text Box 8">
            <a:extLst>
              <a:ext uri="{FF2B5EF4-FFF2-40B4-BE49-F238E27FC236}">
                <a16:creationId xmlns:a16="http://schemas.microsoft.com/office/drawing/2014/main" id="{66915B9F-2B7C-726A-8570-A12EF919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18923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A3E023DC-F861-324A-6481-E81D00FD9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7559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06" name="Text Box 10">
            <a:extLst>
              <a:ext uri="{FF2B5EF4-FFF2-40B4-BE49-F238E27FC236}">
                <a16:creationId xmlns:a16="http://schemas.microsoft.com/office/drawing/2014/main" id="{0EF4F470-5A25-4B1E-274E-5467D608A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350" y="16764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93A5760D-B4A6-7EDE-7D35-C5F8711EE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16398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46444" name="Text Box 12">
            <a:extLst>
              <a:ext uri="{FF2B5EF4-FFF2-40B4-BE49-F238E27FC236}">
                <a16:creationId xmlns:a16="http://schemas.microsoft.com/office/drawing/2014/main" id="{C7C66160-D9E2-BDB3-A779-2C25218C0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743325"/>
            <a:ext cx="2019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b="1">
                <a:solidFill>
                  <a:srgbClr val="66FFFF"/>
                </a:solidFill>
              </a:rPr>
              <a:t> </a:t>
            </a:r>
            <a:r>
              <a:rPr lang="zh-CN" altLang="en-US" b="1"/>
              <a:t>球外</a:t>
            </a:r>
            <a:r>
              <a:rPr lang="en-US" altLang="zh-CN" b="1">
                <a:solidFill>
                  <a:srgbClr val="66FFFF"/>
                </a:solidFill>
              </a:rPr>
              <a:t>( r &gt; R )</a:t>
            </a:r>
          </a:p>
        </p:txBody>
      </p:sp>
      <p:sp>
        <p:nvSpPr>
          <p:cNvPr id="146445" name="Oval 13">
            <a:extLst>
              <a:ext uri="{FF2B5EF4-FFF2-40B4-BE49-F238E27FC236}">
                <a16:creationId xmlns:a16="http://schemas.microsoft.com/office/drawing/2014/main" id="{AB1E4766-E961-33EA-8DE8-A63A8BEF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3" y="1366838"/>
            <a:ext cx="2133600" cy="2133600"/>
          </a:xfrm>
          <a:prstGeom prst="ellipse">
            <a:avLst/>
          </a:prstGeom>
          <a:noFill/>
          <a:ln w="3810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6446" name="Text Box 14">
            <a:extLst>
              <a:ext uri="{FF2B5EF4-FFF2-40B4-BE49-F238E27FC236}">
                <a16:creationId xmlns:a16="http://schemas.microsoft.com/office/drawing/2014/main" id="{072686C3-7C88-9485-7E8C-D3B999B3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775" y="1484313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r</a:t>
            </a:r>
          </a:p>
        </p:txBody>
      </p:sp>
      <p:sp>
        <p:nvSpPr>
          <p:cNvPr id="146447" name="Line 15">
            <a:extLst>
              <a:ext uri="{FF2B5EF4-FFF2-40B4-BE49-F238E27FC236}">
                <a16:creationId xmlns:a16="http://schemas.microsoft.com/office/drawing/2014/main" id="{75EBCB63-D9BD-0D91-F987-F1D587534A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16688" y="1412875"/>
            <a:ext cx="431800" cy="10080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6448" name="Object 16">
            <a:extLst>
              <a:ext uri="{FF2B5EF4-FFF2-40B4-BE49-F238E27FC236}">
                <a16:creationId xmlns:a16="http://schemas.microsoft.com/office/drawing/2014/main" id="{55DD1ACA-A7B4-7911-2AB4-A9523298E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4176713"/>
          <a:ext cx="18748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36264" imgH="937177" progId="Equation.3">
                  <p:embed/>
                </p:oleObj>
              </mc:Choice>
              <mc:Fallback>
                <p:oleObj name="公式" r:id="rId2" imgW="1836264" imgH="93717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176713"/>
                        <a:ext cx="187483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3" name="Rectangle 17">
            <a:extLst>
              <a:ext uri="{FF2B5EF4-FFF2-40B4-BE49-F238E27FC236}">
                <a16:creationId xmlns:a16="http://schemas.microsoft.com/office/drawing/2014/main" id="{4737F175-3808-803C-92E0-BE6B38296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982663"/>
            <a:ext cx="226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电场强度分布</a:t>
            </a:r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EC2361F0-2B50-A9B9-B8DF-13330CC3B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9826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46451" name="Text Box 19">
            <a:extLst>
              <a:ext uri="{FF2B5EF4-FFF2-40B4-BE49-F238E27FC236}">
                <a16:creationId xmlns:a16="http://schemas.microsoft.com/office/drawing/2014/main" id="{C4B14E4D-9750-EBB1-2C65-6EEA80CE5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5311775"/>
            <a:ext cx="3154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b="1">
                <a:solidFill>
                  <a:srgbClr val="66FFFF"/>
                </a:solidFill>
              </a:rPr>
              <a:t> </a:t>
            </a:r>
            <a:r>
              <a:rPr lang="zh-CN" altLang="en-US" b="1"/>
              <a:t>球内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>
                <a:solidFill>
                  <a:srgbClr val="66FFFF"/>
                </a:solidFill>
              </a:rPr>
              <a:t>( r &lt; R )</a:t>
            </a:r>
          </a:p>
        </p:txBody>
      </p:sp>
      <p:graphicFrame>
        <p:nvGraphicFramePr>
          <p:cNvPr id="146452" name="Object 20">
            <a:extLst>
              <a:ext uri="{FF2B5EF4-FFF2-40B4-BE49-F238E27FC236}">
                <a16:creationId xmlns:a16="http://schemas.microsoft.com/office/drawing/2014/main" id="{5EC231DC-44EB-F178-4109-EB1558942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2200" y="5848350"/>
          <a:ext cx="18573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21336" imgH="693281" progId="Equation.3">
                  <p:embed/>
                </p:oleObj>
              </mc:Choice>
              <mc:Fallback>
                <p:oleObj name="公式" r:id="rId4" imgW="1821336" imgH="69328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5848350"/>
                        <a:ext cx="18573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3" name="Object 21">
            <a:extLst>
              <a:ext uri="{FF2B5EF4-FFF2-40B4-BE49-F238E27FC236}">
                <a16:creationId xmlns:a16="http://schemas.microsoft.com/office/drawing/2014/main" id="{543F943E-57B7-474E-C8BA-73A748EE9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5876925"/>
          <a:ext cx="1409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79438" imgH="769592" progId="Equation.3">
                  <p:embed/>
                </p:oleObj>
              </mc:Choice>
              <mc:Fallback>
                <p:oleObj name="公式" r:id="rId6" imgW="1379438" imgH="76959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876925"/>
                        <a:ext cx="14097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54" name="Text Box 22">
            <a:extLst>
              <a:ext uri="{FF2B5EF4-FFF2-40B4-BE49-F238E27FC236}">
                <a16:creationId xmlns:a16="http://schemas.microsoft.com/office/drawing/2014/main" id="{4C97309F-D299-5838-B343-E936B58B3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73405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电场分布曲线</a:t>
            </a:r>
          </a:p>
        </p:txBody>
      </p:sp>
      <p:sp>
        <p:nvSpPr>
          <p:cNvPr id="146455" name="Line 23">
            <a:extLst>
              <a:ext uri="{FF2B5EF4-FFF2-40B4-BE49-F238E27FC236}">
                <a16:creationId xmlns:a16="http://schemas.microsoft.com/office/drawing/2014/main" id="{A6B832CE-08EE-6874-E403-4EEEDFB6F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349500"/>
            <a:ext cx="0" cy="2990850"/>
          </a:xfrm>
          <a:prstGeom prst="line">
            <a:avLst/>
          </a:prstGeom>
          <a:noFill/>
          <a:ln w="19050" cap="rnd">
            <a:solidFill>
              <a:srgbClr val="66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6" name="Line 24">
            <a:extLst>
              <a:ext uri="{FF2B5EF4-FFF2-40B4-BE49-F238E27FC236}">
                <a16:creationId xmlns:a16="http://schemas.microsoft.com/office/drawing/2014/main" id="{FFB428EA-8242-4FF9-3FD1-DAF3E43A7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292600"/>
            <a:ext cx="661988" cy="101282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7" name="Freeform 25">
            <a:extLst>
              <a:ext uri="{FF2B5EF4-FFF2-40B4-BE49-F238E27FC236}">
                <a16:creationId xmlns:a16="http://schemas.microsoft.com/office/drawing/2014/main" id="{CBCE9964-7848-D423-BAF3-B4257FDF9D7E}"/>
              </a:ext>
            </a:extLst>
          </p:cNvPr>
          <p:cNvSpPr>
            <a:spLocks/>
          </p:cNvSpPr>
          <p:nvPr/>
        </p:nvSpPr>
        <p:spPr bwMode="auto">
          <a:xfrm>
            <a:off x="7607300" y="4292600"/>
            <a:ext cx="969963" cy="863600"/>
          </a:xfrm>
          <a:custGeom>
            <a:avLst/>
            <a:gdLst>
              <a:gd name="T0" fmla="*/ 0 w 864"/>
              <a:gd name="T1" fmla="*/ 0 h 768"/>
              <a:gd name="T2" fmla="*/ 2147483646 w 864"/>
              <a:gd name="T3" fmla="*/ 2147483646 h 768"/>
              <a:gd name="T4" fmla="*/ 2147483646 w 864"/>
              <a:gd name="T5" fmla="*/ 2147483646 h 768"/>
              <a:gd name="T6" fmla="*/ 0 60000 65536"/>
              <a:gd name="T7" fmla="*/ 0 60000 65536"/>
              <a:gd name="T8" fmla="*/ 0 60000 65536"/>
              <a:gd name="T9" fmla="*/ 0 w 864"/>
              <a:gd name="T10" fmla="*/ 0 h 768"/>
              <a:gd name="T11" fmla="*/ 864 w 864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768">
                <a:moveTo>
                  <a:pt x="0" y="0"/>
                </a:moveTo>
                <a:cubicBezTo>
                  <a:pt x="48" y="176"/>
                  <a:pt x="96" y="352"/>
                  <a:pt x="240" y="480"/>
                </a:cubicBezTo>
                <a:cubicBezTo>
                  <a:pt x="384" y="608"/>
                  <a:pt x="624" y="688"/>
                  <a:pt x="864" y="768"/>
                </a:cubicBezTo>
              </a:path>
            </a:pathLst>
          </a:cu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58" name="Rectangle 26">
            <a:extLst>
              <a:ext uri="{FF2B5EF4-FFF2-40B4-BE49-F238E27FC236}">
                <a16:creationId xmlns:a16="http://schemas.microsoft.com/office/drawing/2014/main" id="{11940343-46D9-A39B-A1B5-A2102C9B1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8" y="4954588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/>
              <a:t>R</a:t>
            </a:r>
          </a:p>
        </p:txBody>
      </p:sp>
      <p:sp>
        <p:nvSpPr>
          <p:cNvPr id="4123" name="Line 27">
            <a:extLst>
              <a:ext uri="{FF2B5EF4-FFF2-40B4-BE49-F238E27FC236}">
                <a16:creationId xmlns:a16="http://schemas.microsoft.com/office/drawing/2014/main" id="{B085B0DF-45FD-71D3-3F74-4AAF5AB7B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29238"/>
            <a:ext cx="195897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4" name="Line 28">
            <a:extLst>
              <a:ext uri="{FF2B5EF4-FFF2-40B4-BE49-F238E27FC236}">
                <a16:creationId xmlns:a16="http://schemas.microsoft.com/office/drawing/2014/main" id="{B2DF34C2-672F-8ABC-0185-331F8F647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113213"/>
            <a:ext cx="17463" cy="12160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0B9A9801-62C9-AE76-CBBF-A36B7D8CE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396081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rgbClr val="FFFF66"/>
                </a:solidFill>
              </a:rPr>
              <a:t>E</a:t>
            </a:r>
          </a:p>
        </p:txBody>
      </p:sp>
      <p:sp>
        <p:nvSpPr>
          <p:cNvPr id="4126" name="Rectangle 30">
            <a:extLst>
              <a:ext uri="{FF2B5EF4-FFF2-40B4-BE49-F238E27FC236}">
                <a16:creationId xmlns:a16="http://schemas.microsoft.com/office/drawing/2014/main" id="{DECFF0FD-28E9-C09A-0B30-1E719DA6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515778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solidFill>
                  <a:srgbClr val="FFFF66"/>
                </a:solidFill>
              </a:rPr>
              <a:t>O</a:t>
            </a:r>
          </a:p>
        </p:txBody>
      </p:sp>
      <p:sp>
        <p:nvSpPr>
          <p:cNvPr id="4127" name="Rectangle 31">
            <a:extLst>
              <a:ext uri="{FF2B5EF4-FFF2-40B4-BE49-F238E27FC236}">
                <a16:creationId xmlns:a16="http://schemas.microsoft.com/office/drawing/2014/main" id="{21BE2FD3-39A7-B68E-3160-F26894746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0088" y="5316538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66"/>
                </a:solidFill>
              </a:rPr>
              <a:t>r</a:t>
            </a:r>
          </a:p>
        </p:txBody>
      </p:sp>
      <p:graphicFrame>
        <p:nvGraphicFramePr>
          <p:cNvPr id="146464" name="Object 32">
            <a:extLst>
              <a:ext uri="{FF2B5EF4-FFF2-40B4-BE49-F238E27FC236}">
                <a16:creationId xmlns:a16="http://schemas.microsoft.com/office/drawing/2014/main" id="{95CF7626-3897-7DDA-C663-CD6CEEBF9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1673225"/>
          <a:ext cx="27146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1304" imgH="335169" progId="Equation.3">
                  <p:embed/>
                </p:oleObj>
              </mc:Choice>
              <mc:Fallback>
                <p:oleObj name="公式" r:id="rId8" imgW="251304" imgH="33516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1673225"/>
                        <a:ext cx="27146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65" name="Text Box 33">
            <a:extLst>
              <a:ext uri="{FF2B5EF4-FFF2-40B4-BE49-F238E27FC236}">
                <a16:creationId xmlns:a16="http://schemas.microsoft.com/office/drawing/2014/main" id="{493A8CE1-A03D-5596-9EB2-E43A90CAD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612900"/>
            <a:ext cx="30083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/>
              <a:t>    </a:t>
            </a:r>
            <a:r>
              <a:rPr lang="zh-CN" altLang="en-US" b="1"/>
              <a:t>沿球面法线方向。</a:t>
            </a:r>
          </a:p>
        </p:txBody>
      </p:sp>
      <p:sp>
        <p:nvSpPr>
          <p:cNvPr id="4130" name="Text Box 34">
            <a:extLst>
              <a:ext uri="{FF2B5EF4-FFF2-40B4-BE49-F238E27FC236}">
                <a16:creationId xmlns:a16="http://schemas.microsoft.com/office/drawing/2014/main" id="{00190210-899F-278A-6BE7-EEA4684F0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088" y="22050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31" name="Text Box 35">
            <a:extLst>
              <a:ext uri="{FF2B5EF4-FFF2-40B4-BE49-F238E27FC236}">
                <a16:creationId xmlns:a16="http://schemas.microsoft.com/office/drawing/2014/main" id="{A92102FA-402A-EA0E-1764-6CB3DF035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5" y="22050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32" name="Text Box 36">
            <a:extLst>
              <a:ext uri="{FF2B5EF4-FFF2-40B4-BE49-F238E27FC236}">
                <a16:creationId xmlns:a16="http://schemas.microsoft.com/office/drawing/2014/main" id="{7A82975A-5308-5B5E-4451-2B1193036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350" y="22050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33" name="Text Box 37">
            <a:extLst>
              <a:ext uri="{FF2B5EF4-FFF2-40B4-BE49-F238E27FC236}">
                <a16:creationId xmlns:a16="http://schemas.microsoft.com/office/drawing/2014/main" id="{98FAD093-BDC6-6ABF-E43A-63ED4F3BA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988" y="25654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4134" name="Text Box 38">
            <a:extLst>
              <a:ext uri="{FF2B5EF4-FFF2-40B4-BE49-F238E27FC236}">
                <a16:creationId xmlns:a16="http://schemas.microsoft.com/office/drawing/2014/main" id="{6190BBF0-AFA5-553E-4232-245F05CB5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25654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3300"/>
                </a:solidFill>
              </a:rPr>
              <a:t>+</a:t>
            </a:r>
          </a:p>
        </p:txBody>
      </p:sp>
      <p:graphicFrame>
        <p:nvGraphicFramePr>
          <p:cNvPr id="146471" name="Object 39">
            <a:extLst>
              <a:ext uri="{FF2B5EF4-FFF2-40B4-BE49-F238E27FC236}">
                <a16:creationId xmlns:a16="http://schemas.microsoft.com/office/drawing/2014/main" id="{27DF4289-198E-9AA1-4D8D-3B3B41C68D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7775" y="2971800"/>
          <a:ext cx="10350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36569" imgH="556121" progId="Equation.3">
                  <p:embed/>
                </p:oleObj>
              </mc:Choice>
              <mc:Fallback>
                <p:oleObj name="公式" r:id="rId10" imgW="1036569" imgH="55612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2971800"/>
                        <a:ext cx="10350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72" name="Object 40">
            <a:extLst>
              <a:ext uri="{FF2B5EF4-FFF2-40B4-BE49-F238E27FC236}">
                <a16:creationId xmlns:a16="http://schemas.microsoft.com/office/drawing/2014/main" id="{4CD9004A-34AA-B25D-33F5-3707794A77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0300" y="2962275"/>
          <a:ext cx="13954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03773" imgH="441905" progId="Equation.3">
                  <p:embed/>
                </p:oleObj>
              </mc:Choice>
              <mc:Fallback>
                <p:oleObj name="公式" r:id="rId12" imgW="1203773" imgH="441905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962275"/>
                        <a:ext cx="13954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73" name="Object 41">
            <a:extLst>
              <a:ext uri="{FF2B5EF4-FFF2-40B4-BE49-F238E27FC236}">
                <a16:creationId xmlns:a16="http://schemas.microsoft.com/office/drawing/2014/main" id="{82C9602E-6DCB-2986-85D0-6987525CE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0163" y="2708275"/>
          <a:ext cx="12715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97280" imgH="960120" progId="Equation.3">
                  <p:embed/>
                </p:oleObj>
              </mc:Choice>
              <mc:Fallback>
                <p:oleObj name="公式" r:id="rId14" imgW="1097280" imgH="96012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2708275"/>
                        <a:ext cx="12715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74" name="Object 42">
            <a:extLst>
              <a:ext uri="{FF2B5EF4-FFF2-40B4-BE49-F238E27FC236}">
                <a16:creationId xmlns:a16="http://schemas.microsoft.com/office/drawing/2014/main" id="{0FDB030C-0902-9BF4-A567-DBC78ECAC1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588" y="4248150"/>
          <a:ext cx="2252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17451" imgH="792535" progId="Equation.3">
                  <p:embed/>
                </p:oleObj>
              </mc:Choice>
              <mc:Fallback>
                <p:oleObj name="公式" r:id="rId16" imgW="2217451" imgH="792535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4248150"/>
                        <a:ext cx="2252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75" name="Rectangle 43">
            <a:extLst>
              <a:ext uri="{FF2B5EF4-FFF2-40B4-BE49-F238E27FC236}">
                <a16:creationId xmlns:a16="http://schemas.microsoft.com/office/drawing/2014/main" id="{21A43B19-1560-693E-6E49-5DC819E3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612900"/>
            <a:ext cx="45450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/>
              <a:t>                                     </a:t>
            </a:r>
            <a:r>
              <a:rPr lang="zh-CN" altLang="en-US" b="1"/>
              <a:t>取同心球面为高斯面，电通量为</a:t>
            </a:r>
          </a:p>
        </p:txBody>
      </p:sp>
      <p:graphicFrame>
        <p:nvGraphicFramePr>
          <p:cNvPr id="146476" name="Object 44">
            <a:extLst>
              <a:ext uri="{FF2B5EF4-FFF2-40B4-BE49-F238E27FC236}">
                <a16:creationId xmlns:a16="http://schemas.microsoft.com/office/drawing/2014/main" id="{18388046-26FA-685C-8AA3-E2AAAEAE3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4164013"/>
          <a:ext cx="8445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1142" imgH="792535" progId="Equation.3">
                  <p:embed/>
                </p:oleObj>
              </mc:Choice>
              <mc:Fallback>
                <p:oleObj name="Equation" r:id="rId18" imgW="1021142" imgH="792535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4164013"/>
                        <a:ext cx="8445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77" name="Line 45">
            <a:extLst>
              <a:ext uri="{FF2B5EF4-FFF2-40B4-BE49-F238E27FC236}">
                <a16:creationId xmlns:a16="http://schemas.microsoft.com/office/drawing/2014/main" id="{88A73B1B-58A0-277A-8730-880B3AE413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1000" y="1916113"/>
            <a:ext cx="217488" cy="5048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8" name="Rectangle 46">
            <a:extLst>
              <a:ext uri="{FF2B5EF4-FFF2-40B4-BE49-F238E27FC236}">
                <a16:creationId xmlns:a16="http://schemas.microsoft.com/office/drawing/2014/main" id="{194D3406-EE51-1BB8-7C99-539203D7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2035175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r</a:t>
            </a:r>
          </a:p>
        </p:txBody>
      </p:sp>
      <p:graphicFrame>
        <p:nvGraphicFramePr>
          <p:cNvPr id="146480" name="Object 48">
            <a:extLst>
              <a:ext uri="{FF2B5EF4-FFF2-40B4-BE49-F238E27FC236}">
                <a16:creationId xmlns:a16="http://schemas.microsoft.com/office/drawing/2014/main" id="{7866A681-A653-58C4-27FA-1F69E70C3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5876925"/>
          <a:ext cx="115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27636" imgH="769592" progId="Equation.3">
                  <p:embed/>
                </p:oleObj>
              </mc:Choice>
              <mc:Fallback>
                <p:oleObj name="公式" r:id="rId20" imgW="1127636" imgH="769592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5876925"/>
                        <a:ext cx="11557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6481" name="Picture 49" descr="j0293240">
            <a:extLst>
              <a:ext uri="{FF2B5EF4-FFF2-40B4-BE49-F238E27FC236}">
                <a16:creationId xmlns:a16="http://schemas.microsoft.com/office/drawing/2014/main" id="{0D375A95-36EA-4C04-137F-857D20A03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20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20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46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2000" fill="hold"/>
                                        <p:tgtEl>
                                          <p:spTgt spid="14644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6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6" dur="2000"/>
                                        <p:tgtEl>
                                          <p:spTgt spid="14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4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6" dur="20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4" grpId="0" autoUpdateAnimBg="0"/>
      <p:bldP spid="146445" grpId="0" animBg="1"/>
      <p:bldP spid="146445" grpId="1" animBg="1"/>
      <p:bldP spid="146446" grpId="0" autoUpdateAnimBg="0"/>
      <p:bldP spid="146446" grpId="1"/>
      <p:bldP spid="146451" grpId="0" autoUpdateAnimBg="0"/>
      <p:bldP spid="146454" grpId="0" autoUpdateAnimBg="0"/>
      <p:bldP spid="146458" grpId="0" autoUpdateAnimBg="0"/>
      <p:bldP spid="146465" grpId="0"/>
      <p:bldP spid="1464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Line 2">
            <a:extLst>
              <a:ext uri="{FF2B5EF4-FFF2-40B4-BE49-F238E27FC236}">
                <a16:creationId xmlns:a16="http://schemas.microsoft.com/office/drawing/2014/main" id="{B13DF834-5317-1F28-E53A-4F067B513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2708275"/>
            <a:ext cx="381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483" name="Text Box 3">
            <a:extLst>
              <a:ext uri="{FF2B5EF4-FFF2-40B4-BE49-F238E27FC236}">
                <a16:creationId xmlns:a16="http://schemas.microsoft.com/office/drawing/2014/main" id="{8FCCEBE0-507B-85FC-27D4-402BC5821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76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48484" name="Text Box 4">
            <a:extLst>
              <a:ext uri="{FF2B5EF4-FFF2-40B4-BE49-F238E27FC236}">
                <a16:creationId xmlns:a16="http://schemas.microsoft.com/office/drawing/2014/main" id="{1B5ECF02-6B24-6A05-2E7D-3DDE60E6B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16764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电场强度分布具有面对称性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48485" name="Text Box 5">
            <a:extLst>
              <a:ext uri="{FF2B5EF4-FFF2-40B4-BE49-F238E27FC236}">
                <a16:creationId xmlns:a16="http://schemas.microsoft.com/office/drawing/2014/main" id="{718FA08A-B871-CFE0-9041-3EAEEC1ED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2209800"/>
            <a:ext cx="3860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选取一个垂直于带电平面的</a:t>
            </a: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圆柱形高斯面 </a:t>
            </a:r>
          </a:p>
        </p:txBody>
      </p:sp>
      <p:graphicFrame>
        <p:nvGraphicFramePr>
          <p:cNvPr id="148486" name="Object 2">
            <a:extLst>
              <a:ext uri="{FF2B5EF4-FFF2-40B4-BE49-F238E27FC236}">
                <a16:creationId xmlns:a16="http://schemas.microsoft.com/office/drawing/2014/main" id="{EDC34286-7ED9-86C6-B111-BA67BE00A89E}"/>
              </a:ext>
            </a:extLst>
          </p:cNvPr>
          <p:cNvGraphicFramePr>
            <a:graphicFrameLocks/>
          </p:cNvGraphicFramePr>
          <p:nvPr/>
        </p:nvGraphicFramePr>
        <p:xfrm>
          <a:off x="900113" y="3141663"/>
          <a:ext cx="1828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8444" imgH="579065" progId="Equation.3">
                  <p:embed/>
                </p:oleObj>
              </mc:Choice>
              <mc:Fallback>
                <p:oleObj name="Equation" r:id="rId2" imgW="1798444" imgH="57906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141663"/>
                        <a:ext cx="1828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7" name="Rectangle 7">
            <a:extLst>
              <a:ext uri="{FF2B5EF4-FFF2-40B4-BE49-F238E27FC236}">
                <a16:creationId xmlns:a16="http://schemas.microsoft.com/office/drawing/2014/main" id="{D4B23821-BEC9-5A0B-5281-C7D908C86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668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宋体" panose="02010600030101010101" pitchFamily="2" charset="-122"/>
              </a:rPr>
              <a:t>已知</a:t>
            </a:r>
            <a:r>
              <a:rPr lang="zh-CN" altLang="en-US" b="1"/>
              <a:t>“</a:t>
            </a:r>
            <a:r>
              <a:rPr lang="zh-CN" altLang="en-US" b="1">
                <a:latin typeface="宋体" panose="02010600030101010101" pitchFamily="2" charset="-122"/>
              </a:rPr>
              <a:t>无限大</a:t>
            </a:r>
            <a:r>
              <a:rPr lang="zh-CN" altLang="en-US" b="1"/>
              <a:t>”</a:t>
            </a:r>
            <a:r>
              <a:rPr lang="zh-CN" altLang="en-US" b="1">
                <a:latin typeface="宋体" panose="02010600030101010101" pitchFamily="2" charset="-122"/>
              </a:rPr>
              <a:t>均匀带电平面上电荷面密度为</a:t>
            </a:r>
            <a:r>
              <a:rPr lang="zh-CN" altLang="en-US" b="1" i="1">
                <a:solidFill>
                  <a:srgbClr val="66FFFF"/>
                </a:solidFill>
                <a:sym typeface="Symbol" panose="05050102010706020507" pitchFamily="18" charset="2"/>
              </a:rPr>
              <a:t></a:t>
            </a:r>
            <a:endParaRPr lang="zh-CN" altLang="en-US" b="1" i="1">
              <a:solidFill>
                <a:srgbClr val="66FFFF"/>
              </a:solidFill>
            </a:endParaRPr>
          </a:p>
        </p:txBody>
      </p:sp>
      <p:sp>
        <p:nvSpPr>
          <p:cNvPr id="148488" name="Rectangle 8">
            <a:extLst>
              <a:ext uri="{FF2B5EF4-FFF2-40B4-BE49-F238E27FC236}">
                <a16:creationId xmlns:a16="http://schemas.microsoft.com/office/drawing/2014/main" id="{FD28FA72-7AE5-661C-4C1C-5F51EB4B6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电场强度分布</a:t>
            </a:r>
          </a:p>
        </p:txBody>
      </p:sp>
      <p:sp>
        <p:nvSpPr>
          <p:cNvPr id="148489" name="Rectangle 9">
            <a:extLst>
              <a:ext uri="{FF2B5EF4-FFF2-40B4-BE49-F238E27FC236}">
                <a16:creationId xmlns:a16="http://schemas.microsoft.com/office/drawing/2014/main" id="{C4886900-020A-D786-0B60-13066757B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90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48490" name="Rectangle 10">
            <a:extLst>
              <a:ext uri="{FF2B5EF4-FFF2-40B4-BE49-F238E27FC236}">
                <a16:creationId xmlns:a16="http://schemas.microsoft.com/office/drawing/2014/main" id="{5E8BC1E7-0156-9CA3-7953-197A8D6F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4365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48491" name="AutoShape 11">
            <a:extLst>
              <a:ext uri="{FF2B5EF4-FFF2-40B4-BE49-F238E27FC236}">
                <a16:creationId xmlns:a16="http://schemas.microsoft.com/office/drawing/2014/main" id="{AE89B5B4-E41D-D236-5381-EC32381B5BB3}"/>
              </a:ext>
            </a:extLst>
          </p:cNvPr>
          <p:cNvSpPr>
            <a:spLocks noChangeArrowheads="1"/>
          </p:cNvSpPr>
          <p:nvPr/>
        </p:nvSpPr>
        <p:spPr bwMode="auto">
          <a:xfrm rot="3743744" flipH="1">
            <a:off x="5174457" y="2020093"/>
            <a:ext cx="3346450" cy="1312863"/>
          </a:xfrm>
          <a:prstGeom prst="parallelogram">
            <a:avLst>
              <a:gd name="adj" fmla="val 73212"/>
            </a:avLst>
          </a:prstGeom>
          <a:gradFill rotWithShape="1">
            <a:gsLst>
              <a:gs pos="0">
                <a:srgbClr val="0066FF"/>
              </a:gs>
              <a:gs pos="100000">
                <a:srgbClr val="002F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89261708-99D1-9D02-DCE5-2F28E365E7D4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990600"/>
            <a:ext cx="3752850" cy="3346450"/>
            <a:chOff x="3168" y="534"/>
            <a:chExt cx="2364" cy="2108"/>
          </a:xfrm>
        </p:grpSpPr>
        <p:sp>
          <p:nvSpPr>
            <p:cNvPr id="5164" name="Line 13">
              <a:extLst>
                <a:ext uri="{FF2B5EF4-FFF2-40B4-BE49-F238E27FC236}">
                  <a16:creationId xmlns:a16="http://schemas.microsoft.com/office/drawing/2014/main" id="{429211B6-21AC-3953-39EA-A68208D9D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569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Rectangle 14">
              <a:extLst>
                <a:ext uri="{FF2B5EF4-FFF2-40B4-BE49-F238E27FC236}">
                  <a16:creationId xmlns:a16="http://schemas.microsoft.com/office/drawing/2014/main" id="{BBCDD613-19A0-97BA-9820-BACF9999F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1263"/>
              <a:ext cx="705" cy="590"/>
            </a:xfrm>
            <a:prstGeom prst="rect">
              <a:avLst/>
            </a:prstGeom>
            <a:noFill/>
            <a:ln w="19050">
              <a:solidFill>
                <a:srgbClr val="FF7C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66" name="Oval 15">
              <a:extLst>
                <a:ext uri="{FF2B5EF4-FFF2-40B4-BE49-F238E27FC236}">
                  <a16:creationId xmlns:a16="http://schemas.microsoft.com/office/drawing/2014/main" id="{A4EAD6D1-D538-ACFE-B2AA-4914408B5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1259"/>
              <a:ext cx="317" cy="590"/>
            </a:xfrm>
            <a:prstGeom prst="ellipse">
              <a:avLst/>
            </a:prstGeom>
            <a:gradFill rotWithShape="1">
              <a:gsLst>
                <a:gs pos="0">
                  <a:srgbClr val="00CC99">
                    <a:alpha val="89998"/>
                  </a:srgbClr>
                </a:gs>
                <a:gs pos="100000">
                  <a:srgbClr val="005E47">
                    <a:alpha val="89998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67" name="Line 16">
              <a:extLst>
                <a:ext uri="{FF2B5EF4-FFF2-40B4-BE49-F238E27FC236}">
                  <a16:creationId xmlns:a16="http://schemas.microsoft.com/office/drawing/2014/main" id="{727A7870-9601-74B1-7A6F-8D915A62B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" y="1553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Rectangle 17">
              <a:extLst>
                <a:ext uri="{FF2B5EF4-FFF2-40B4-BE49-F238E27FC236}">
                  <a16:creationId xmlns:a16="http://schemas.microsoft.com/office/drawing/2014/main" id="{8F6130F3-B484-A407-37FE-06C16A8AC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1281"/>
              <a:ext cx="660" cy="568"/>
            </a:xfrm>
            <a:prstGeom prst="rect">
              <a:avLst/>
            </a:prstGeom>
            <a:gradFill rotWithShape="1">
              <a:gsLst>
                <a:gs pos="0">
                  <a:srgbClr val="005E47">
                    <a:alpha val="7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5E47">
                    <a:alpha val="70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69" name="Line 18">
              <a:extLst>
                <a:ext uri="{FF2B5EF4-FFF2-40B4-BE49-F238E27FC236}">
                  <a16:creationId xmlns:a16="http://schemas.microsoft.com/office/drawing/2014/main" id="{36998140-BA83-7DF6-D252-D2A3B37E37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59" y="1372"/>
              <a:ext cx="99" cy="181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0" name="AutoShape 19">
              <a:extLst>
                <a:ext uri="{FF2B5EF4-FFF2-40B4-BE49-F238E27FC236}">
                  <a16:creationId xmlns:a16="http://schemas.microsoft.com/office/drawing/2014/main" id="{264C969E-B56F-8FD0-1274-D21839DE91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3744" flipH="1">
              <a:off x="3364" y="1174"/>
              <a:ext cx="2108" cy="827"/>
            </a:xfrm>
            <a:prstGeom prst="parallelogram">
              <a:avLst>
                <a:gd name="adj" fmla="val 73212"/>
              </a:avLst>
            </a:prstGeom>
            <a:gradFill rotWithShape="1">
              <a:gsLst>
                <a:gs pos="0">
                  <a:srgbClr val="0066FF"/>
                </a:gs>
                <a:gs pos="100000">
                  <a:srgbClr val="002F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1" name="Rectangle 20">
              <a:extLst>
                <a:ext uri="{FF2B5EF4-FFF2-40B4-BE49-F238E27FC236}">
                  <a16:creationId xmlns:a16="http://schemas.microsoft.com/office/drawing/2014/main" id="{BC8C582D-4D5E-9E3F-1B64-FBAD1FC98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263"/>
              <a:ext cx="842" cy="590"/>
            </a:xfrm>
            <a:prstGeom prst="rect">
              <a:avLst/>
            </a:prstGeom>
            <a:noFill/>
            <a:ln w="19050">
              <a:solidFill>
                <a:srgbClr val="FF7C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2" name="Oval 21">
              <a:extLst>
                <a:ext uri="{FF2B5EF4-FFF2-40B4-BE49-F238E27FC236}">
                  <a16:creationId xmlns:a16="http://schemas.microsoft.com/office/drawing/2014/main" id="{A7F5B30D-A731-B79C-1D36-70DB4E206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" y="1259"/>
              <a:ext cx="317" cy="590"/>
            </a:xfrm>
            <a:prstGeom prst="ellipse">
              <a:avLst/>
            </a:prstGeom>
            <a:gradFill rotWithShape="1">
              <a:gsLst>
                <a:gs pos="0">
                  <a:srgbClr val="00CC99">
                    <a:alpha val="92998"/>
                  </a:srgbClr>
                </a:gs>
                <a:gs pos="100000">
                  <a:srgbClr val="005E47">
                    <a:alpha val="92998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73" name="Line 22">
              <a:extLst>
                <a:ext uri="{FF2B5EF4-FFF2-40B4-BE49-F238E27FC236}">
                  <a16:creationId xmlns:a16="http://schemas.microsoft.com/office/drawing/2014/main" id="{1FCE78B4-1266-6D89-CCD6-C33904654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553"/>
              <a:ext cx="8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4" name="Rectangle 23">
              <a:extLst>
                <a:ext uri="{FF2B5EF4-FFF2-40B4-BE49-F238E27FC236}">
                  <a16:creationId xmlns:a16="http://schemas.microsoft.com/office/drawing/2014/main" id="{B367EED6-2991-8C4B-1FA9-836A24122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281"/>
              <a:ext cx="842" cy="590"/>
            </a:xfrm>
            <a:prstGeom prst="rect">
              <a:avLst/>
            </a:prstGeom>
            <a:gradFill rotWithShape="1">
              <a:gsLst>
                <a:gs pos="0">
                  <a:srgbClr val="005E47">
                    <a:alpha val="7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5E47">
                    <a:alpha val="70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8504" name="Oval 24">
              <a:extLst>
                <a:ext uri="{FF2B5EF4-FFF2-40B4-BE49-F238E27FC236}">
                  <a16:creationId xmlns:a16="http://schemas.microsoft.com/office/drawing/2014/main" id="{3C96A881-540B-1160-6E26-82E7960C4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4" y="1259"/>
              <a:ext cx="317" cy="59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9999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grpSp>
          <p:nvGrpSpPr>
            <p:cNvPr id="5176" name="Group 25">
              <a:extLst>
                <a:ext uri="{FF2B5EF4-FFF2-40B4-BE49-F238E27FC236}">
                  <a16:creationId xmlns:a16="http://schemas.microsoft.com/office/drawing/2014/main" id="{51239F8B-4080-2984-AA17-92CA436E8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7" y="1372"/>
              <a:ext cx="869" cy="408"/>
              <a:chOff x="4287" y="2795"/>
              <a:chExt cx="869" cy="408"/>
            </a:xfrm>
          </p:grpSpPr>
          <p:sp>
            <p:nvSpPr>
              <p:cNvPr id="5184" name="Line 26">
                <a:extLst>
                  <a:ext uri="{FF2B5EF4-FFF2-40B4-BE49-F238E27FC236}">
                    <a16:creationId xmlns:a16="http://schemas.microsoft.com/office/drawing/2014/main" id="{FCC9657F-F40C-9E91-8C5E-EA91624547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2795"/>
                <a:ext cx="817" cy="0"/>
              </a:xfrm>
              <a:prstGeom prst="line">
                <a:avLst/>
              </a:prstGeom>
              <a:noFill/>
              <a:ln w="9525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5" name="Line 27">
                <a:extLst>
                  <a:ext uri="{FF2B5EF4-FFF2-40B4-BE49-F238E27FC236}">
                    <a16:creationId xmlns:a16="http://schemas.microsoft.com/office/drawing/2014/main" id="{1654EB56-66A0-3D23-4A19-6B63CEB53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7" y="2931"/>
                <a:ext cx="817" cy="0"/>
              </a:xfrm>
              <a:prstGeom prst="line">
                <a:avLst/>
              </a:prstGeom>
              <a:noFill/>
              <a:ln w="9525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6" name="Line 28">
                <a:extLst>
                  <a:ext uri="{FF2B5EF4-FFF2-40B4-BE49-F238E27FC236}">
                    <a16:creationId xmlns:a16="http://schemas.microsoft.com/office/drawing/2014/main" id="{B956973E-4B8D-94C9-7231-65866E6D0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7" y="3067"/>
                <a:ext cx="817" cy="0"/>
              </a:xfrm>
              <a:prstGeom prst="line">
                <a:avLst/>
              </a:prstGeom>
              <a:noFill/>
              <a:ln w="9525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7" name="Line 29">
                <a:extLst>
                  <a:ext uri="{FF2B5EF4-FFF2-40B4-BE49-F238E27FC236}">
                    <a16:creationId xmlns:a16="http://schemas.microsoft.com/office/drawing/2014/main" id="{D2E3E630-62BA-6169-676A-1797123E0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9" y="3203"/>
                <a:ext cx="817" cy="0"/>
              </a:xfrm>
              <a:prstGeom prst="line">
                <a:avLst/>
              </a:prstGeom>
              <a:noFill/>
              <a:ln w="9525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77" name="Group 30">
              <a:extLst>
                <a:ext uri="{FF2B5EF4-FFF2-40B4-BE49-F238E27FC236}">
                  <a16:creationId xmlns:a16="http://schemas.microsoft.com/office/drawing/2014/main" id="{531D2B46-230B-3AF3-16C5-77829706C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2" y="1258"/>
              <a:ext cx="681" cy="591"/>
              <a:chOff x="4423" y="2681"/>
              <a:chExt cx="681" cy="591"/>
            </a:xfrm>
          </p:grpSpPr>
          <p:sp>
            <p:nvSpPr>
              <p:cNvPr id="5180" name="Freeform 31">
                <a:extLst>
                  <a:ext uri="{FF2B5EF4-FFF2-40B4-BE49-F238E27FC236}">
                    <a16:creationId xmlns:a16="http://schemas.microsoft.com/office/drawing/2014/main" id="{776C340E-815C-8521-F78B-DB73C61CF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7" y="2682"/>
                <a:ext cx="137" cy="590"/>
              </a:xfrm>
              <a:custGeom>
                <a:avLst/>
                <a:gdLst>
                  <a:gd name="T0" fmla="*/ 0 w 750"/>
                  <a:gd name="T1" fmla="*/ 0 h 2869"/>
                  <a:gd name="T2" fmla="*/ 0 w 750"/>
                  <a:gd name="T3" fmla="*/ 0 h 2869"/>
                  <a:gd name="T4" fmla="*/ 0 w 750"/>
                  <a:gd name="T5" fmla="*/ 0 h 2869"/>
                  <a:gd name="T6" fmla="*/ 0 w 750"/>
                  <a:gd name="T7" fmla="*/ 0 h 2869"/>
                  <a:gd name="T8" fmla="*/ 0 w 750"/>
                  <a:gd name="T9" fmla="*/ 0 h 2869"/>
                  <a:gd name="T10" fmla="*/ 0 w 750"/>
                  <a:gd name="T11" fmla="*/ 0 h 2869"/>
                  <a:gd name="T12" fmla="*/ 0 w 750"/>
                  <a:gd name="T13" fmla="*/ 0 h 2869"/>
                  <a:gd name="T14" fmla="*/ 0 w 750"/>
                  <a:gd name="T15" fmla="*/ 0 h 2869"/>
                  <a:gd name="T16" fmla="*/ 0 w 750"/>
                  <a:gd name="T17" fmla="*/ 0 h 2869"/>
                  <a:gd name="T18" fmla="*/ 0 w 750"/>
                  <a:gd name="T19" fmla="*/ 0 h 2869"/>
                  <a:gd name="T20" fmla="*/ 0 w 750"/>
                  <a:gd name="T21" fmla="*/ 0 h 2869"/>
                  <a:gd name="T22" fmla="*/ 0 w 750"/>
                  <a:gd name="T23" fmla="*/ 0 h 2869"/>
                  <a:gd name="T24" fmla="*/ 0 w 750"/>
                  <a:gd name="T25" fmla="*/ 0 h 2869"/>
                  <a:gd name="T26" fmla="*/ 0 w 750"/>
                  <a:gd name="T27" fmla="*/ 0 h 2869"/>
                  <a:gd name="T28" fmla="*/ 0 w 750"/>
                  <a:gd name="T29" fmla="*/ 0 h 2869"/>
                  <a:gd name="T30" fmla="*/ 0 w 750"/>
                  <a:gd name="T31" fmla="*/ 0 h 2869"/>
                  <a:gd name="T32" fmla="*/ 0 w 750"/>
                  <a:gd name="T33" fmla="*/ 0 h 2869"/>
                  <a:gd name="T34" fmla="*/ 0 w 750"/>
                  <a:gd name="T35" fmla="*/ 0 h 2869"/>
                  <a:gd name="T36" fmla="*/ 0 w 750"/>
                  <a:gd name="T37" fmla="*/ 0 h 2869"/>
                  <a:gd name="T38" fmla="*/ 0 w 750"/>
                  <a:gd name="T39" fmla="*/ 0 h 2869"/>
                  <a:gd name="T40" fmla="*/ 0 w 750"/>
                  <a:gd name="T41" fmla="*/ 0 h 286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0"/>
                  <a:gd name="T64" fmla="*/ 0 h 2869"/>
                  <a:gd name="T65" fmla="*/ 750 w 750"/>
                  <a:gd name="T66" fmla="*/ 2869 h 286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0" h="2869">
                    <a:moveTo>
                      <a:pt x="738" y="0"/>
                    </a:moveTo>
                    <a:cubicBezTo>
                      <a:pt x="675" y="11"/>
                      <a:pt x="585" y="26"/>
                      <a:pt x="526" y="59"/>
                    </a:cubicBezTo>
                    <a:cubicBezTo>
                      <a:pt x="501" y="73"/>
                      <a:pt x="479" y="90"/>
                      <a:pt x="456" y="106"/>
                    </a:cubicBezTo>
                    <a:cubicBezTo>
                      <a:pt x="444" y="114"/>
                      <a:pt x="420" y="130"/>
                      <a:pt x="420" y="130"/>
                    </a:cubicBezTo>
                    <a:cubicBezTo>
                      <a:pt x="392" y="219"/>
                      <a:pt x="434" y="111"/>
                      <a:pt x="373" y="188"/>
                    </a:cubicBezTo>
                    <a:cubicBezTo>
                      <a:pt x="365" y="198"/>
                      <a:pt x="366" y="212"/>
                      <a:pt x="362" y="224"/>
                    </a:cubicBezTo>
                    <a:cubicBezTo>
                      <a:pt x="358" y="236"/>
                      <a:pt x="358" y="249"/>
                      <a:pt x="350" y="259"/>
                    </a:cubicBezTo>
                    <a:cubicBezTo>
                      <a:pt x="341" y="270"/>
                      <a:pt x="327" y="274"/>
                      <a:pt x="315" y="282"/>
                    </a:cubicBezTo>
                    <a:cubicBezTo>
                      <a:pt x="299" y="329"/>
                      <a:pt x="285" y="349"/>
                      <a:pt x="244" y="377"/>
                    </a:cubicBezTo>
                    <a:cubicBezTo>
                      <a:pt x="217" y="460"/>
                      <a:pt x="235" y="427"/>
                      <a:pt x="197" y="482"/>
                    </a:cubicBezTo>
                    <a:cubicBezTo>
                      <a:pt x="170" y="565"/>
                      <a:pt x="182" y="529"/>
                      <a:pt x="162" y="588"/>
                    </a:cubicBezTo>
                    <a:cubicBezTo>
                      <a:pt x="158" y="600"/>
                      <a:pt x="154" y="611"/>
                      <a:pt x="150" y="623"/>
                    </a:cubicBezTo>
                    <a:cubicBezTo>
                      <a:pt x="146" y="635"/>
                      <a:pt x="138" y="659"/>
                      <a:pt x="138" y="659"/>
                    </a:cubicBezTo>
                    <a:cubicBezTo>
                      <a:pt x="121" y="768"/>
                      <a:pt x="80" y="883"/>
                      <a:pt x="44" y="988"/>
                    </a:cubicBezTo>
                    <a:cubicBezTo>
                      <a:pt x="11" y="1389"/>
                      <a:pt x="0" y="1801"/>
                      <a:pt x="127" y="2187"/>
                    </a:cubicBezTo>
                    <a:cubicBezTo>
                      <a:pt x="171" y="2319"/>
                      <a:pt x="202" y="2459"/>
                      <a:pt x="279" y="2575"/>
                    </a:cubicBezTo>
                    <a:cubicBezTo>
                      <a:pt x="303" y="2610"/>
                      <a:pt x="326" y="2646"/>
                      <a:pt x="350" y="2681"/>
                    </a:cubicBezTo>
                    <a:cubicBezTo>
                      <a:pt x="366" y="2704"/>
                      <a:pt x="420" y="2728"/>
                      <a:pt x="420" y="2728"/>
                    </a:cubicBezTo>
                    <a:cubicBezTo>
                      <a:pt x="458" y="2783"/>
                      <a:pt x="485" y="2788"/>
                      <a:pt x="550" y="2810"/>
                    </a:cubicBezTo>
                    <a:cubicBezTo>
                      <a:pt x="563" y="2814"/>
                      <a:pt x="572" y="2827"/>
                      <a:pt x="585" y="2833"/>
                    </a:cubicBezTo>
                    <a:cubicBezTo>
                      <a:pt x="639" y="2857"/>
                      <a:pt x="692" y="2869"/>
                      <a:pt x="750" y="2869"/>
                    </a:cubicBezTo>
                  </a:path>
                </a:pathLst>
              </a:custGeom>
              <a:noFill/>
              <a:ln w="19050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1" name="Freeform 32">
                <a:extLst>
                  <a:ext uri="{FF2B5EF4-FFF2-40B4-BE49-F238E27FC236}">
                    <a16:creationId xmlns:a16="http://schemas.microsoft.com/office/drawing/2014/main" id="{B2FFBD42-E83F-958E-C525-5FB1430DB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6" y="2681"/>
                <a:ext cx="137" cy="590"/>
              </a:xfrm>
              <a:custGeom>
                <a:avLst/>
                <a:gdLst>
                  <a:gd name="T0" fmla="*/ 0 w 750"/>
                  <a:gd name="T1" fmla="*/ 0 h 2869"/>
                  <a:gd name="T2" fmla="*/ 0 w 750"/>
                  <a:gd name="T3" fmla="*/ 0 h 2869"/>
                  <a:gd name="T4" fmla="*/ 0 w 750"/>
                  <a:gd name="T5" fmla="*/ 0 h 2869"/>
                  <a:gd name="T6" fmla="*/ 0 w 750"/>
                  <a:gd name="T7" fmla="*/ 0 h 2869"/>
                  <a:gd name="T8" fmla="*/ 0 w 750"/>
                  <a:gd name="T9" fmla="*/ 0 h 2869"/>
                  <a:gd name="T10" fmla="*/ 0 w 750"/>
                  <a:gd name="T11" fmla="*/ 0 h 2869"/>
                  <a:gd name="T12" fmla="*/ 0 w 750"/>
                  <a:gd name="T13" fmla="*/ 0 h 2869"/>
                  <a:gd name="T14" fmla="*/ 0 w 750"/>
                  <a:gd name="T15" fmla="*/ 0 h 2869"/>
                  <a:gd name="T16" fmla="*/ 0 w 750"/>
                  <a:gd name="T17" fmla="*/ 0 h 2869"/>
                  <a:gd name="T18" fmla="*/ 0 w 750"/>
                  <a:gd name="T19" fmla="*/ 0 h 2869"/>
                  <a:gd name="T20" fmla="*/ 0 w 750"/>
                  <a:gd name="T21" fmla="*/ 0 h 2869"/>
                  <a:gd name="T22" fmla="*/ 0 w 750"/>
                  <a:gd name="T23" fmla="*/ 0 h 2869"/>
                  <a:gd name="T24" fmla="*/ 0 w 750"/>
                  <a:gd name="T25" fmla="*/ 0 h 2869"/>
                  <a:gd name="T26" fmla="*/ 0 w 750"/>
                  <a:gd name="T27" fmla="*/ 0 h 2869"/>
                  <a:gd name="T28" fmla="*/ 0 w 750"/>
                  <a:gd name="T29" fmla="*/ 0 h 2869"/>
                  <a:gd name="T30" fmla="*/ 0 w 750"/>
                  <a:gd name="T31" fmla="*/ 0 h 2869"/>
                  <a:gd name="T32" fmla="*/ 0 w 750"/>
                  <a:gd name="T33" fmla="*/ 0 h 2869"/>
                  <a:gd name="T34" fmla="*/ 0 w 750"/>
                  <a:gd name="T35" fmla="*/ 0 h 2869"/>
                  <a:gd name="T36" fmla="*/ 0 w 750"/>
                  <a:gd name="T37" fmla="*/ 0 h 2869"/>
                  <a:gd name="T38" fmla="*/ 0 w 750"/>
                  <a:gd name="T39" fmla="*/ 0 h 2869"/>
                  <a:gd name="T40" fmla="*/ 0 w 750"/>
                  <a:gd name="T41" fmla="*/ 0 h 286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0"/>
                  <a:gd name="T64" fmla="*/ 0 h 2869"/>
                  <a:gd name="T65" fmla="*/ 750 w 750"/>
                  <a:gd name="T66" fmla="*/ 2869 h 286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0" h="2869">
                    <a:moveTo>
                      <a:pt x="738" y="0"/>
                    </a:moveTo>
                    <a:cubicBezTo>
                      <a:pt x="675" y="11"/>
                      <a:pt x="585" y="26"/>
                      <a:pt x="526" y="59"/>
                    </a:cubicBezTo>
                    <a:cubicBezTo>
                      <a:pt x="501" y="73"/>
                      <a:pt x="479" y="90"/>
                      <a:pt x="456" y="106"/>
                    </a:cubicBezTo>
                    <a:cubicBezTo>
                      <a:pt x="444" y="114"/>
                      <a:pt x="420" y="130"/>
                      <a:pt x="420" y="130"/>
                    </a:cubicBezTo>
                    <a:cubicBezTo>
                      <a:pt x="392" y="219"/>
                      <a:pt x="434" y="111"/>
                      <a:pt x="373" y="188"/>
                    </a:cubicBezTo>
                    <a:cubicBezTo>
                      <a:pt x="365" y="198"/>
                      <a:pt x="366" y="212"/>
                      <a:pt x="362" y="224"/>
                    </a:cubicBezTo>
                    <a:cubicBezTo>
                      <a:pt x="358" y="236"/>
                      <a:pt x="358" y="249"/>
                      <a:pt x="350" y="259"/>
                    </a:cubicBezTo>
                    <a:cubicBezTo>
                      <a:pt x="341" y="270"/>
                      <a:pt x="327" y="274"/>
                      <a:pt x="315" y="282"/>
                    </a:cubicBezTo>
                    <a:cubicBezTo>
                      <a:pt x="299" y="329"/>
                      <a:pt x="285" y="349"/>
                      <a:pt x="244" y="377"/>
                    </a:cubicBezTo>
                    <a:cubicBezTo>
                      <a:pt x="217" y="460"/>
                      <a:pt x="235" y="427"/>
                      <a:pt x="197" y="482"/>
                    </a:cubicBezTo>
                    <a:cubicBezTo>
                      <a:pt x="170" y="565"/>
                      <a:pt x="182" y="529"/>
                      <a:pt x="162" y="588"/>
                    </a:cubicBezTo>
                    <a:cubicBezTo>
                      <a:pt x="158" y="600"/>
                      <a:pt x="154" y="611"/>
                      <a:pt x="150" y="623"/>
                    </a:cubicBezTo>
                    <a:cubicBezTo>
                      <a:pt x="146" y="635"/>
                      <a:pt x="138" y="659"/>
                      <a:pt x="138" y="659"/>
                    </a:cubicBezTo>
                    <a:cubicBezTo>
                      <a:pt x="121" y="768"/>
                      <a:pt x="80" y="883"/>
                      <a:pt x="44" y="988"/>
                    </a:cubicBezTo>
                    <a:cubicBezTo>
                      <a:pt x="11" y="1389"/>
                      <a:pt x="0" y="1801"/>
                      <a:pt x="127" y="2187"/>
                    </a:cubicBezTo>
                    <a:cubicBezTo>
                      <a:pt x="171" y="2319"/>
                      <a:pt x="202" y="2459"/>
                      <a:pt x="279" y="2575"/>
                    </a:cubicBezTo>
                    <a:cubicBezTo>
                      <a:pt x="303" y="2610"/>
                      <a:pt x="326" y="2646"/>
                      <a:pt x="350" y="2681"/>
                    </a:cubicBezTo>
                    <a:cubicBezTo>
                      <a:pt x="366" y="2704"/>
                      <a:pt x="420" y="2728"/>
                      <a:pt x="420" y="2728"/>
                    </a:cubicBezTo>
                    <a:cubicBezTo>
                      <a:pt x="458" y="2783"/>
                      <a:pt x="485" y="2788"/>
                      <a:pt x="550" y="2810"/>
                    </a:cubicBezTo>
                    <a:cubicBezTo>
                      <a:pt x="563" y="2814"/>
                      <a:pt x="572" y="2827"/>
                      <a:pt x="585" y="2833"/>
                    </a:cubicBezTo>
                    <a:cubicBezTo>
                      <a:pt x="639" y="2857"/>
                      <a:pt x="692" y="2869"/>
                      <a:pt x="750" y="2869"/>
                    </a:cubicBezTo>
                  </a:path>
                </a:pathLst>
              </a:custGeom>
              <a:noFill/>
              <a:ln w="19050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2" name="Freeform 33">
                <a:extLst>
                  <a:ext uri="{FF2B5EF4-FFF2-40B4-BE49-F238E27FC236}">
                    <a16:creationId xmlns:a16="http://schemas.microsoft.com/office/drawing/2014/main" id="{C313C7D9-909C-55E3-A1A3-7170A2BDC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4" y="2682"/>
                <a:ext cx="137" cy="590"/>
              </a:xfrm>
              <a:custGeom>
                <a:avLst/>
                <a:gdLst>
                  <a:gd name="T0" fmla="*/ 0 w 750"/>
                  <a:gd name="T1" fmla="*/ 0 h 2869"/>
                  <a:gd name="T2" fmla="*/ 0 w 750"/>
                  <a:gd name="T3" fmla="*/ 0 h 2869"/>
                  <a:gd name="T4" fmla="*/ 0 w 750"/>
                  <a:gd name="T5" fmla="*/ 0 h 2869"/>
                  <a:gd name="T6" fmla="*/ 0 w 750"/>
                  <a:gd name="T7" fmla="*/ 0 h 2869"/>
                  <a:gd name="T8" fmla="*/ 0 w 750"/>
                  <a:gd name="T9" fmla="*/ 0 h 2869"/>
                  <a:gd name="T10" fmla="*/ 0 w 750"/>
                  <a:gd name="T11" fmla="*/ 0 h 2869"/>
                  <a:gd name="T12" fmla="*/ 0 w 750"/>
                  <a:gd name="T13" fmla="*/ 0 h 2869"/>
                  <a:gd name="T14" fmla="*/ 0 w 750"/>
                  <a:gd name="T15" fmla="*/ 0 h 2869"/>
                  <a:gd name="T16" fmla="*/ 0 w 750"/>
                  <a:gd name="T17" fmla="*/ 0 h 2869"/>
                  <a:gd name="T18" fmla="*/ 0 w 750"/>
                  <a:gd name="T19" fmla="*/ 0 h 2869"/>
                  <a:gd name="T20" fmla="*/ 0 w 750"/>
                  <a:gd name="T21" fmla="*/ 0 h 2869"/>
                  <a:gd name="T22" fmla="*/ 0 w 750"/>
                  <a:gd name="T23" fmla="*/ 0 h 2869"/>
                  <a:gd name="T24" fmla="*/ 0 w 750"/>
                  <a:gd name="T25" fmla="*/ 0 h 2869"/>
                  <a:gd name="T26" fmla="*/ 0 w 750"/>
                  <a:gd name="T27" fmla="*/ 0 h 2869"/>
                  <a:gd name="T28" fmla="*/ 0 w 750"/>
                  <a:gd name="T29" fmla="*/ 0 h 2869"/>
                  <a:gd name="T30" fmla="*/ 0 w 750"/>
                  <a:gd name="T31" fmla="*/ 0 h 2869"/>
                  <a:gd name="T32" fmla="*/ 0 w 750"/>
                  <a:gd name="T33" fmla="*/ 0 h 2869"/>
                  <a:gd name="T34" fmla="*/ 0 w 750"/>
                  <a:gd name="T35" fmla="*/ 0 h 2869"/>
                  <a:gd name="T36" fmla="*/ 0 w 750"/>
                  <a:gd name="T37" fmla="*/ 0 h 2869"/>
                  <a:gd name="T38" fmla="*/ 0 w 750"/>
                  <a:gd name="T39" fmla="*/ 0 h 2869"/>
                  <a:gd name="T40" fmla="*/ 0 w 750"/>
                  <a:gd name="T41" fmla="*/ 0 h 286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0"/>
                  <a:gd name="T64" fmla="*/ 0 h 2869"/>
                  <a:gd name="T65" fmla="*/ 750 w 750"/>
                  <a:gd name="T66" fmla="*/ 2869 h 286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0" h="2869">
                    <a:moveTo>
                      <a:pt x="738" y="0"/>
                    </a:moveTo>
                    <a:cubicBezTo>
                      <a:pt x="675" y="11"/>
                      <a:pt x="585" y="26"/>
                      <a:pt x="526" y="59"/>
                    </a:cubicBezTo>
                    <a:cubicBezTo>
                      <a:pt x="501" y="73"/>
                      <a:pt x="479" y="90"/>
                      <a:pt x="456" y="106"/>
                    </a:cubicBezTo>
                    <a:cubicBezTo>
                      <a:pt x="444" y="114"/>
                      <a:pt x="420" y="130"/>
                      <a:pt x="420" y="130"/>
                    </a:cubicBezTo>
                    <a:cubicBezTo>
                      <a:pt x="392" y="219"/>
                      <a:pt x="434" y="111"/>
                      <a:pt x="373" y="188"/>
                    </a:cubicBezTo>
                    <a:cubicBezTo>
                      <a:pt x="365" y="198"/>
                      <a:pt x="366" y="212"/>
                      <a:pt x="362" y="224"/>
                    </a:cubicBezTo>
                    <a:cubicBezTo>
                      <a:pt x="358" y="236"/>
                      <a:pt x="358" y="249"/>
                      <a:pt x="350" y="259"/>
                    </a:cubicBezTo>
                    <a:cubicBezTo>
                      <a:pt x="341" y="270"/>
                      <a:pt x="327" y="274"/>
                      <a:pt x="315" y="282"/>
                    </a:cubicBezTo>
                    <a:cubicBezTo>
                      <a:pt x="299" y="329"/>
                      <a:pt x="285" y="349"/>
                      <a:pt x="244" y="377"/>
                    </a:cubicBezTo>
                    <a:cubicBezTo>
                      <a:pt x="217" y="460"/>
                      <a:pt x="235" y="427"/>
                      <a:pt x="197" y="482"/>
                    </a:cubicBezTo>
                    <a:cubicBezTo>
                      <a:pt x="170" y="565"/>
                      <a:pt x="182" y="529"/>
                      <a:pt x="162" y="588"/>
                    </a:cubicBezTo>
                    <a:cubicBezTo>
                      <a:pt x="158" y="600"/>
                      <a:pt x="154" y="611"/>
                      <a:pt x="150" y="623"/>
                    </a:cubicBezTo>
                    <a:cubicBezTo>
                      <a:pt x="146" y="635"/>
                      <a:pt x="138" y="659"/>
                      <a:pt x="138" y="659"/>
                    </a:cubicBezTo>
                    <a:cubicBezTo>
                      <a:pt x="121" y="768"/>
                      <a:pt x="80" y="883"/>
                      <a:pt x="44" y="988"/>
                    </a:cubicBezTo>
                    <a:cubicBezTo>
                      <a:pt x="11" y="1389"/>
                      <a:pt x="0" y="1801"/>
                      <a:pt x="127" y="2187"/>
                    </a:cubicBezTo>
                    <a:cubicBezTo>
                      <a:pt x="171" y="2319"/>
                      <a:pt x="202" y="2459"/>
                      <a:pt x="279" y="2575"/>
                    </a:cubicBezTo>
                    <a:cubicBezTo>
                      <a:pt x="303" y="2610"/>
                      <a:pt x="326" y="2646"/>
                      <a:pt x="350" y="2681"/>
                    </a:cubicBezTo>
                    <a:cubicBezTo>
                      <a:pt x="366" y="2704"/>
                      <a:pt x="420" y="2728"/>
                      <a:pt x="420" y="2728"/>
                    </a:cubicBezTo>
                    <a:cubicBezTo>
                      <a:pt x="458" y="2783"/>
                      <a:pt x="485" y="2788"/>
                      <a:pt x="550" y="2810"/>
                    </a:cubicBezTo>
                    <a:cubicBezTo>
                      <a:pt x="563" y="2814"/>
                      <a:pt x="572" y="2827"/>
                      <a:pt x="585" y="2833"/>
                    </a:cubicBezTo>
                    <a:cubicBezTo>
                      <a:pt x="639" y="2857"/>
                      <a:pt x="692" y="2869"/>
                      <a:pt x="750" y="2869"/>
                    </a:cubicBezTo>
                  </a:path>
                </a:pathLst>
              </a:custGeom>
              <a:noFill/>
              <a:ln w="19050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3" name="Freeform 34">
                <a:extLst>
                  <a:ext uri="{FF2B5EF4-FFF2-40B4-BE49-F238E27FC236}">
                    <a16:creationId xmlns:a16="http://schemas.microsoft.com/office/drawing/2014/main" id="{5D055450-B672-06A8-71F9-C6AC43F9D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2681"/>
                <a:ext cx="137" cy="590"/>
              </a:xfrm>
              <a:custGeom>
                <a:avLst/>
                <a:gdLst>
                  <a:gd name="T0" fmla="*/ 0 w 750"/>
                  <a:gd name="T1" fmla="*/ 0 h 2869"/>
                  <a:gd name="T2" fmla="*/ 0 w 750"/>
                  <a:gd name="T3" fmla="*/ 0 h 2869"/>
                  <a:gd name="T4" fmla="*/ 0 w 750"/>
                  <a:gd name="T5" fmla="*/ 0 h 2869"/>
                  <a:gd name="T6" fmla="*/ 0 w 750"/>
                  <a:gd name="T7" fmla="*/ 0 h 2869"/>
                  <a:gd name="T8" fmla="*/ 0 w 750"/>
                  <a:gd name="T9" fmla="*/ 0 h 2869"/>
                  <a:gd name="T10" fmla="*/ 0 w 750"/>
                  <a:gd name="T11" fmla="*/ 0 h 2869"/>
                  <a:gd name="T12" fmla="*/ 0 w 750"/>
                  <a:gd name="T13" fmla="*/ 0 h 2869"/>
                  <a:gd name="T14" fmla="*/ 0 w 750"/>
                  <a:gd name="T15" fmla="*/ 0 h 2869"/>
                  <a:gd name="T16" fmla="*/ 0 w 750"/>
                  <a:gd name="T17" fmla="*/ 0 h 2869"/>
                  <a:gd name="T18" fmla="*/ 0 w 750"/>
                  <a:gd name="T19" fmla="*/ 0 h 2869"/>
                  <a:gd name="T20" fmla="*/ 0 w 750"/>
                  <a:gd name="T21" fmla="*/ 0 h 2869"/>
                  <a:gd name="T22" fmla="*/ 0 w 750"/>
                  <a:gd name="T23" fmla="*/ 0 h 2869"/>
                  <a:gd name="T24" fmla="*/ 0 w 750"/>
                  <a:gd name="T25" fmla="*/ 0 h 2869"/>
                  <a:gd name="T26" fmla="*/ 0 w 750"/>
                  <a:gd name="T27" fmla="*/ 0 h 2869"/>
                  <a:gd name="T28" fmla="*/ 0 w 750"/>
                  <a:gd name="T29" fmla="*/ 0 h 2869"/>
                  <a:gd name="T30" fmla="*/ 0 w 750"/>
                  <a:gd name="T31" fmla="*/ 0 h 2869"/>
                  <a:gd name="T32" fmla="*/ 0 w 750"/>
                  <a:gd name="T33" fmla="*/ 0 h 2869"/>
                  <a:gd name="T34" fmla="*/ 0 w 750"/>
                  <a:gd name="T35" fmla="*/ 0 h 2869"/>
                  <a:gd name="T36" fmla="*/ 0 w 750"/>
                  <a:gd name="T37" fmla="*/ 0 h 2869"/>
                  <a:gd name="T38" fmla="*/ 0 w 750"/>
                  <a:gd name="T39" fmla="*/ 0 h 2869"/>
                  <a:gd name="T40" fmla="*/ 0 w 750"/>
                  <a:gd name="T41" fmla="*/ 0 h 286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50"/>
                  <a:gd name="T64" fmla="*/ 0 h 2869"/>
                  <a:gd name="T65" fmla="*/ 750 w 750"/>
                  <a:gd name="T66" fmla="*/ 2869 h 286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50" h="2869">
                    <a:moveTo>
                      <a:pt x="738" y="0"/>
                    </a:moveTo>
                    <a:cubicBezTo>
                      <a:pt x="675" y="11"/>
                      <a:pt x="585" y="26"/>
                      <a:pt x="526" y="59"/>
                    </a:cubicBezTo>
                    <a:cubicBezTo>
                      <a:pt x="501" y="73"/>
                      <a:pt x="479" y="90"/>
                      <a:pt x="456" y="106"/>
                    </a:cubicBezTo>
                    <a:cubicBezTo>
                      <a:pt x="444" y="114"/>
                      <a:pt x="420" y="130"/>
                      <a:pt x="420" y="130"/>
                    </a:cubicBezTo>
                    <a:cubicBezTo>
                      <a:pt x="392" y="219"/>
                      <a:pt x="434" y="111"/>
                      <a:pt x="373" y="188"/>
                    </a:cubicBezTo>
                    <a:cubicBezTo>
                      <a:pt x="365" y="198"/>
                      <a:pt x="366" y="212"/>
                      <a:pt x="362" y="224"/>
                    </a:cubicBezTo>
                    <a:cubicBezTo>
                      <a:pt x="358" y="236"/>
                      <a:pt x="358" y="249"/>
                      <a:pt x="350" y="259"/>
                    </a:cubicBezTo>
                    <a:cubicBezTo>
                      <a:pt x="341" y="270"/>
                      <a:pt x="327" y="274"/>
                      <a:pt x="315" y="282"/>
                    </a:cubicBezTo>
                    <a:cubicBezTo>
                      <a:pt x="299" y="329"/>
                      <a:pt x="285" y="349"/>
                      <a:pt x="244" y="377"/>
                    </a:cubicBezTo>
                    <a:cubicBezTo>
                      <a:pt x="217" y="460"/>
                      <a:pt x="235" y="427"/>
                      <a:pt x="197" y="482"/>
                    </a:cubicBezTo>
                    <a:cubicBezTo>
                      <a:pt x="170" y="565"/>
                      <a:pt x="182" y="529"/>
                      <a:pt x="162" y="588"/>
                    </a:cubicBezTo>
                    <a:cubicBezTo>
                      <a:pt x="158" y="600"/>
                      <a:pt x="154" y="611"/>
                      <a:pt x="150" y="623"/>
                    </a:cubicBezTo>
                    <a:cubicBezTo>
                      <a:pt x="146" y="635"/>
                      <a:pt x="138" y="659"/>
                      <a:pt x="138" y="659"/>
                    </a:cubicBezTo>
                    <a:cubicBezTo>
                      <a:pt x="121" y="768"/>
                      <a:pt x="80" y="883"/>
                      <a:pt x="44" y="988"/>
                    </a:cubicBezTo>
                    <a:cubicBezTo>
                      <a:pt x="11" y="1389"/>
                      <a:pt x="0" y="1801"/>
                      <a:pt x="127" y="2187"/>
                    </a:cubicBezTo>
                    <a:cubicBezTo>
                      <a:pt x="171" y="2319"/>
                      <a:pt x="202" y="2459"/>
                      <a:pt x="279" y="2575"/>
                    </a:cubicBezTo>
                    <a:cubicBezTo>
                      <a:pt x="303" y="2610"/>
                      <a:pt x="326" y="2646"/>
                      <a:pt x="350" y="2681"/>
                    </a:cubicBezTo>
                    <a:cubicBezTo>
                      <a:pt x="366" y="2704"/>
                      <a:pt x="420" y="2728"/>
                      <a:pt x="420" y="2728"/>
                    </a:cubicBezTo>
                    <a:cubicBezTo>
                      <a:pt x="458" y="2783"/>
                      <a:pt x="485" y="2788"/>
                      <a:pt x="550" y="2810"/>
                    </a:cubicBezTo>
                    <a:cubicBezTo>
                      <a:pt x="563" y="2814"/>
                      <a:pt x="572" y="2827"/>
                      <a:pt x="585" y="2833"/>
                    </a:cubicBezTo>
                    <a:cubicBezTo>
                      <a:pt x="639" y="2857"/>
                      <a:pt x="692" y="2869"/>
                      <a:pt x="750" y="2869"/>
                    </a:cubicBezTo>
                  </a:path>
                </a:pathLst>
              </a:custGeom>
              <a:noFill/>
              <a:ln w="19050">
                <a:solidFill>
                  <a:srgbClr val="FF7C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78" name="Line 35">
              <a:extLst>
                <a:ext uri="{FF2B5EF4-FFF2-40B4-BE49-F238E27FC236}">
                  <a16:creationId xmlns:a16="http://schemas.microsoft.com/office/drawing/2014/main" id="{D4284CB7-3BC2-42B0-ED87-6AACF6ACFC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64" y="1326"/>
              <a:ext cx="10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9" name="Line 36">
              <a:extLst>
                <a:ext uri="{FF2B5EF4-FFF2-40B4-BE49-F238E27FC236}">
                  <a16:creationId xmlns:a16="http://schemas.microsoft.com/office/drawing/2014/main" id="{E0E4DF09-1D44-0C5F-7FA0-BEE5FA728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" y="1568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8517" name="Line 37">
            <a:extLst>
              <a:ext uri="{FF2B5EF4-FFF2-40B4-BE49-F238E27FC236}">
                <a16:creationId xmlns:a16="http://schemas.microsoft.com/office/drawing/2014/main" id="{44BA854A-E00F-E780-82ED-1743E0F06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4113" y="3241675"/>
            <a:ext cx="8636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18" name="Line 38">
            <a:extLst>
              <a:ext uri="{FF2B5EF4-FFF2-40B4-BE49-F238E27FC236}">
                <a16:creationId xmlns:a16="http://schemas.microsoft.com/office/drawing/2014/main" id="{D93CFA42-897E-002F-ABBF-50E6CB4F7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3213100"/>
            <a:ext cx="8636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19" name="Line 39">
            <a:extLst>
              <a:ext uri="{FF2B5EF4-FFF2-40B4-BE49-F238E27FC236}">
                <a16:creationId xmlns:a16="http://schemas.microsoft.com/office/drawing/2014/main" id="{63B8C2B8-8ECF-A987-AD1A-E935E83B0DE6}"/>
              </a:ext>
            </a:extLst>
          </p:cNvPr>
          <p:cNvSpPr>
            <a:spLocks noChangeShapeType="1"/>
          </p:cNvSpPr>
          <p:nvPr/>
        </p:nvSpPr>
        <p:spPr bwMode="auto">
          <a:xfrm rot="7113083" flipH="1" flipV="1">
            <a:off x="8344694" y="2561431"/>
            <a:ext cx="273050" cy="50323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8520" name="Object 3">
            <a:extLst>
              <a:ext uri="{FF2B5EF4-FFF2-40B4-BE49-F238E27FC236}">
                <a16:creationId xmlns:a16="http://schemas.microsoft.com/office/drawing/2014/main" id="{AEB680FA-41C4-9E9B-D3F0-B2DA6BBFA358}"/>
              </a:ext>
            </a:extLst>
          </p:cNvPr>
          <p:cNvGraphicFramePr>
            <a:graphicFrameLocks/>
          </p:cNvGraphicFramePr>
          <p:nvPr/>
        </p:nvGraphicFramePr>
        <p:xfrm>
          <a:off x="8458200" y="2924175"/>
          <a:ext cx="2301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058" imgH="251377" progId="Equation.3">
                  <p:embed/>
                </p:oleObj>
              </mc:Choice>
              <mc:Fallback>
                <p:oleObj name="Equation" r:id="rId4" imgW="198058" imgH="25137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924175"/>
                        <a:ext cx="230188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21" name="Object 4">
            <a:extLst>
              <a:ext uri="{FF2B5EF4-FFF2-40B4-BE49-F238E27FC236}">
                <a16:creationId xmlns:a16="http://schemas.microsoft.com/office/drawing/2014/main" id="{C6AAFDC1-0C8B-DD04-2341-15BC0FA3A16D}"/>
              </a:ext>
            </a:extLst>
          </p:cNvPr>
          <p:cNvGraphicFramePr>
            <a:graphicFrameLocks/>
          </p:cNvGraphicFramePr>
          <p:nvPr/>
        </p:nvGraphicFramePr>
        <p:xfrm>
          <a:off x="7812088" y="3357563"/>
          <a:ext cx="2809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304" imgH="312226" progId="Equation.3">
                  <p:embed/>
                </p:oleObj>
              </mc:Choice>
              <mc:Fallback>
                <p:oleObj name="Equation" r:id="rId6" imgW="251304" imgH="31222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3357563"/>
                        <a:ext cx="2809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22" name="Object 5">
            <a:extLst>
              <a:ext uri="{FF2B5EF4-FFF2-40B4-BE49-F238E27FC236}">
                <a16:creationId xmlns:a16="http://schemas.microsoft.com/office/drawing/2014/main" id="{4983694D-5176-9186-CBEB-EB8897FBBD22}"/>
              </a:ext>
            </a:extLst>
          </p:cNvPr>
          <p:cNvGraphicFramePr>
            <a:graphicFrameLocks/>
          </p:cNvGraphicFramePr>
          <p:nvPr/>
        </p:nvGraphicFramePr>
        <p:xfrm>
          <a:off x="5940425" y="3284538"/>
          <a:ext cx="2809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304" imgH="312226" progId="Equation.3">
                  <p:embed/>
                </p:oleObj>
              </mc:Choice>
              <mc:Fallback>
                <p:oleObj name="Equation" r:id="rId6" imgW="251304" imgH="31222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284538"/>
                        <a:ext cx="2809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23" name="Object 6">
            <a:extLst>
              <a:ext uri="{FF2B5EF4-FFF2-40B4-BE49-F238E27FC236}">
                <a16:creationId xmlns:a16="http://schemas.microsoft.com/office/drawing/2014/main" id="{492F7CE7-E7C4-DF4C-2A0A-CE7BC438CB6A}"/>
              </a:ext>
            </a:extLst>
          </p:cNvPr>
          <p:cNvGraphicFramePr>
            <a:graphicFrameLocks/>
          </p:cNvGraphicFramePr>
          <p:nvPr/>
        </p:nvGraphicFramePr>
        <p:xfrm>
          <a:off x="4932363" y="2781300"/>
          <a:ext cx="23018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058" imgH="251377" progId="Equation.3">
                  <p:embed/>
                </p:oleObj>
              </mc:Choice>
              <mc:Fallback>
                <p:oleObj name="Equation" r:id="rId9" imgW="198058" imgH="25137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781300"/>
                        <a:ext cx="230187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24" name="Freeform 44">
            <a:extLst>
              <a:ext uri="{FF2B5EF4-FFF2-40B4-BE49-F238E27FC236}">
                <a16:creationId xmlns:a16="http://schemas.microsoft.com/office/drawing/2014/main" id="{5605D4B3-9EE5-79F9-13CD-8529D19BF62A}"/>
              </a:ext>
            </a:extLst>
          </p:cNvPr>
          <p:cNvSpPr>
            <a:spLocks/>
          </p:cNvSpPr>
          <p:nvPr/>
        </p:nvSpPr>
        <p:spPr bwMode="auto">
          <a:xfrm rot="334607" flipH="1">
            <a:off x="7486650" y="2108200"/>
            <a:ext cx="373063" cy="244475"/>
          </a:xfrm>
          <a:custGeom>
            <a:avLst/>
            <a:gdLst>
              <a:gd name="T0" fmla="*/ 0 w 212"/>
              <a:gd name="T1" fmla="*/ 2147483646 h 210"/>
              <a:gd name="T2" fmla="*/ 2147483646 w 212"/>
              <a:gd name="T3" fmla="*/ 2147483646 h 210"/>
              <a:gd name="T4" fmla="*/ 2147483646 w 212"/>
              <a:gd name="T5" fmla="*/ 2147483646 h 210"/>
              <a:gd name="T6" fmla="*/ 2147483646 w 212"/>
              <a:gd name="T7" fmla="*/ 2147483646 h 210"/>
              <a:gd name="T8" fmla="*/ 2147483646 w 212"/>
              <a:gd name="T9" fmla="*/ 2147483646 h 210"/>
              <a:gd name="T10" fmla="*/ 2147483646 w 212"/>
              <a:gd name="T11" fmla="*/ 2147483646 h 210"/>
              <a:gd name="T12" fmla="*/ 2147483646 w 212"/>
              <a:gd name="T13" fmla="*/ 2147483646 h 210"/>
              <a:gd name="T14" fmla="*/ 2147483646 w 212"/>
              <a:gd name="T15" fmla="*/ 2147483646 h 210"/>
              <a:gd name="T16" fmla="*/ 0 w 212"/>
              <a:gd name="T17" fmla="*/ 2147483646 h 2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2"/>
              <a:gd name="T28" fmla="*/ 0 h 210"/>
              <a:gd name="T29" fmla="*/ 212 w 212"/>
              <a:gd name="T30" fmla="*/ 210 h 2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2" h="210">
                <a:moveTo>
                  <a:pt x="0" y="22"/>
                </a:moveTo>
                <a:cubicBezTo>
                  <a:pt x="8" y="45"/>
                  <a:pt x="16" y="69"/>
                  <a:pt x="24" y="92"/>
                </a:cubicBezTo>
                <a:cubicBezTo>
                  <a:pt x="28" y="104"/>
                  <a:pt x="32" y="115"/>
                  <a:pt x="36" y="127"/>
                </a:cubicBezTo>
                <a:cubicBezTo>
                  <a:pt x="40" y="139"/>
                  <a:pt x="38" y="154"/>
                  <a:pt x="47" y="163"/>
                </a:cubicBezTo>
                <a:cubicBezTo>
                  <a:pt x="70" y="186"/>
                  <a:pt x="110" y="177"/>
                  <a:pt x="141" y="186"/>
                </a:cubicBezTo>
                <a:cubicBezTo>
                  <a:pt x="165" y="193"/>
                  <a:pt x="212" y="210"/>
                  <a:pt x="212" y="210"/>
                </a:cubicBezTo>
                <a:cubicBezTo>
                  <a:pt x="194" y="158"/>
                  <a:pt x="188" y="71"/>
                  <a:pt x="130" y="45"/>
                </a:cubicBezTo>
                <a:cubicBezTo>
                  <a:pt x="115" y="39"/>
                  <a:pt x="99" y="37"/>
                  <a:pt x="83" y="33"/>
                </a:cubicBezTo>
                <a:cubicBezTo>
                  <a:pt x="55" y="25"/>
                  <a:pt x="22" y="0"/>
                  <a:pt x="0" y="22"/>
                </a:cubicBezTo>
                <a:close/>
              </a:path>
            </a:pathLst>
          </a:custGeom>
          <a:solidFill>
            <a:srgbClr val="CC9900">
              <a:alpha val="9097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25" name="Line 45">
            <a:extLst>
              <a:ext uri="{FF2B5EF4-FFF2-40B4-BE49-F238E27FC236}">
                <a16:creationId xmlns:a16="http://schemas.microsoft.com/office/drawing/2014/main" id="{BB68FEDA-EDF8-1AC7-73A6-245CA6634C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48550" y="1714500"/>
            <a:ext cx="273050" cy="50323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526" name="Line 46">
            <a:extLst>
              <a:ext uri="{FF2B5EF4-FFF2-40B4-BE49-F238E27FC236}">
                <a16:creationId xmlns:a16="http://schemas.microsoft.com/office/drawing/2014/main" id="{393872F9-AF34-8051-8983-FF2AE1D76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205038"/>
            <a:ext cx="8636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47">
            <a:extLst>
              <a:ext uri="{FF2B5EF4-FFF2-40B4-BE49-F238E27FC236}">
                <a16:creationId xmlns:a16="http://schemas.microsoft.com/office/drawing/2014/main" id="{BDD3CB06-7BC0-50B6-A473-DA6D2AD93D23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990725"/>
            <a:ext cx="327025" cy="215900"/>
            <a:chOff x="4856" y="2604"/>
            <a:chExt cx="206" cy="136"/>
          </a:xfrm>
        </p:grpSpPr>
        <p:sp>
          <p:nvSpPr>
            <p:cNvPr id="5162" name="Line 48">
              <a:extLst>
                <a:ext uri="{FF2B5EF4-FFF2-40B4-BE49-F238E27FC236}">
                  <a16:creationId xmlns:a16="http://schemas.microsoft.com/office/drawing/2014/main" id="{8E2CAA2C-0CEF-9FC1-C5AC-029498220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89" y="2604"/>
              <a:ext cx="73" cy="136"/>
            </a:xfrm>
            <a:prstGeom prst="line">
              <a:avLst/>
            </a:prstGeom>
            <a:noFill/>
            <a:ln w="12700">
              <a:solidFill>
                <a:srgbClr val="00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3" name="Line 49">
              <a:extLst>
                <a:ext uri="{FF2B5EF4-FFF2-40B4-BE49-F238E27FC236}">
                  <a16:creationId xmlns:a16="http://schemas.microsoft.com/office/drawing/2014/main" id="{19E15A38-FE0B-0E04-FCBD-0902D09FA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2604"/>
              <a:ext cx="136" cy="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8530" name="Object 7">
            <a:extLst>
              <a:ext uri="{FF2B5EF4-FFF2-40B4-BE49-F238E27FC236}">
                <a16:creationId xmlns:a16="http://schemas.microsoft.com/office/drawing/2014/main" id="{3AF49A91-EDB5-D622-1116-09CC4F3045B9}"/>
              </a:ext>
            </a:extLst>
          </p:cNvPr>
          <p:cNvGraphicFramePr>
            <a:graphicFrameLocks/>
          </p:cNvGraphicFramePr>
          <p:nvPr/>
        </p:nvGraphicFramePr>
        <p:xfrm>
          <a:off x="1403350" y="3789363"/>
          <a:ext cx="4722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694169" imgH="579065" progId="Equation.3">
                  <p:embed/>
                </p:oleObj>
              </mc:Choice>
              <mc:Fallback>
                <p:oleObj name="Equation" r:id="rId11" imgW="4694169" imgH="57906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789363"/>
                        <a:ext cx="4722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5">
            <a:extLst>
              <a:ext uri="{FF2B5EF4-FFF2-40B4-BE49-F238E27FC236}">
                <a16:creationId xmlns:a16="http://schemas.microsoft.com/office/drawing/2014/main" id="{A2AE0752-2F5C-FBE4-4E73-409E64B9DF0D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4508500"/>
            <a:ext cx="2868612" cy="1995488"/>
            <a:chOff x="2902" y="2666"/>
            <a:chExt cx="2001" cy="1392"/>
          </a:xfrm>
        </p:grpSpPr>
        <p:sp>
          <p:nvSpPr>
            <p:cNvPr id="5157" name="Line 56">
              <a:extLst>
                <a:ext uri="{FF2B5EF4-FFF2-40B4-BE49-F238E27FC236}">
                  <a16:creationId xmlns:a16="http://schemas.microsoft.com/office/drawing/2014/main" id="{4FAB4E93-B603-2F62-D478-AF27E3F71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2" y="3410"/>
              <a:ext cx="172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57">
              <a:extLst>
                <a:ext uri="{FF2B5EF4-FFF2-40B4-BE49-F238E27FC236}">
                  <a16:creationId xmlns:a16="http://schemas.microsoft.com/office/drawing/2014/main" id="{2F5C7C68-DBE9-B432-2DE9-8911E891A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6" y="2762"/>
              <a:ext cx="0" cy="12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Text Box 58">
              <a:extLst>
                <a:ext uri="{FF2B5EF4-FFF2-40B4-BE49-F238E27FC236}">
                  <a16:creationId xmlns:a16="http://schemas.microsoft.com/office/drawing/2014/main" id="{1B5C0843-53BF-13C5-2FA8-A0E52B686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3268"/>
              <a:ext cx="235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x</a:t>
              </a:r>
            </a:p>
          </p:txBody>
        </p:sp>
        <p:sp>
          <p:nvSpPr>
            <p:cNvPr id="5160" name="Text Box 59">
              <a:extLst>
                <a:ext uri="{FF2B5EF4-FFF2-40B4-BE49-F238E27FC236}">
                  <a16:creationId xmlns:a16="http://schemas.microsoft.com/office/drawing/2014/main" id="{DF52C623-C040-6D57-D5DB-5C85BE427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3412"/>
              <a:ext cx="28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O</a:t>
              </a:r>
            </a:p>
          </p:txBody>
        </p:sp>
        <p:sp>
          <p:nvSpPr>
            <p:cNvPr id="5161" name="Text Box 60">
              <a:extLst>
                <a:ext uri="{FF2B5EF4-FFF2-40B4-BE49-F238E27FC236}">
                  <a16:creationId xmlns:a16="http://schemas.microsoft.com/office/drawing/2014/main" id="{7706404F-C958-637E-2377-749328DDA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66"/>
              <a:ext cx="341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E</a:t>
              </a:r>
              <a:r>
                <a:rPr lang="en-US" altLang="zh-CN" b="1" i="1" baseline="-25000">
                  <a:solidFill>
                    <a:srgbClr val="FFFF66"/>
                  </a:solidFill>
                </a:rPr>
                <a:t>x</a:t>
              </a:r>
              <a:endParaRPr lang="en-US" altLang="zh-CN" b="1" i="1">
                <a:solidFill>
                  <a:srgbClr val="FFFF66"/>
                </a:solidFill>
              </a:endParaRPr>
            </a:p>
          </p:txBody>
        </p:sp>
      </p:grpSp>
      <p:sp>
        <p:nvSpPr>
          <p:cNvPr id="148541" name="Line 61">
            <a:extLst>
              <a:ext uri="{FF2B5EF4-FFF2-40B4-BE49-F238E27FC236}">
                <a16:creationId xmlns:a16="http://schemas.microsoft.com/office/drawing/2014/main" id="{37D7B28C-B956-DF71-844B-15D16150B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063" y="6046788"/>
            <a:ext cx="1295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8542" name="Line 62">
            <a:extLst>
              <a:ext uri="{FF2B5EF4-FFF2-40B4-BE49-F238E27FC236}">
                <a16:creationId xmlns:a16="http://schemas.microsoft.com/office/drawing/2014/main" id="{0855DEE4-A669-08E0-A4A9-496410CC9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0463" y="5075238"/>
            <a:ext cx="1295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8543" name="Object 8">
            <a:extLst>
              <a:ext uri="{FF2B5EF4-FFF2-40B4-BE49-F238E27FC236}">
                <a16:creationId xmlns:a16="http://schemas.microsoft.com/office/drawing/2014/main" id="{FE9F0758-0DA4-0058-61C0-D55A89858A13}"/>
              </a:ext>
            </a:extLst>
          </p:cNvPr>
          <p:cNvGraphicFramePr>
            <a:graphicFrameLocks/>
          </p:cNvGraphicFramePr>
          <p:nvPr/>
        </p:nvGraphicFramePr>
        <p:xfrm>
          <a:off x="7315200" y="1295400"/>
          <a:ext cx="2301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8058" imgH="251377" progId="Equation.3">
                  <p:embed/>
                </p:oleObj>
              </mc:Choice>
              <mc:Fallback>
                <p:oleObj name="Equation" r:id="rId13" imgW="198058" imgH="25137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95400"/>
                        <a:ext cx="230188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544" name="Picture 64" descr="j0293240">
            <a:extLst>
              <a:ext uri="{FF2B5EF4-FFF2-40B4-BE49-F238E27FC236}">
                <a16:creationId xmlns:a16="http://schemas.microsoft.com/office/drawing/2014/main" id="{D418CC96-0087-F21D-29FF-F2AC53BFD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8555" name="Object 9">
            <a:extLst>
              <a:ext uri="{FF2B5EF4-FFF2-40B4-BE49-F238E27FC236}">
                <a16:creationId xmlns:a16="http://schemas.microsoft.com/office/drawing/2014/main" id="{C7B71D5D-A372-DE80-78DD-B0AF4A024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157788"/>
          <a:ext cx="23002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17451" imgH="388537" progId="Equation.3">
                  <p:embed/>
                </p:oleObj>
              </mc:Choice>
              <mc:Fallback>
                <p:oleObj name="公式" r:id="rId16" imgW="2217451" imgH="38853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157788"/>
                        <a:ext cx="23002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56" name="Text Box 76">
            <a:extLst>
              <a:ext uri="{FF2B5EF4-FFF2-40B4-BE49-F238E27FC236}">
                <a16:creationId xmlns:a16="http://schemas.microsoft.com/office/drawing/2014/main" id="{7EFDAC81-ECC0-4251-B42C-24DA1A2D0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6292850"/>
            <a:ext cx="283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根据高斯定理</a:t>
            </a:r>
            <a:endParaRPr lang="zh-CN" altLang="en-US" sz="2800" b="1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8557" name="Object 10">
            <a:extLst>
              <a:ext uri="{FF2B5EF4-FFF2-40B4-BE49-F238E27FC236}">
                <a16:creationId xmlns:a16="http://schemas.microsoft.com/office/drawing/2014/main" id="{B3907F09-3286-C4A0-E106-CA62939588B3}"/>
              </a:ext>
            </a:extLst>
          </p:cNvPr>
          <p:cNvGraphicFramePr>
            <a:graphicFrameLocks/>
          </p:cNvGraphicFramePr>
          <p:nvPr/>
        </p:nvGraphicFramePr>
        <p:xfrm>
          <a:off x="3182938" y="6343650"/>
          <a:ext cx="17843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45198" imgH="403999" progId="Equation.3">
                  <p:embed/>
                </p:oleObj>
              </mc:Choice>
              <mc:Fallback>
                <p:oleObj name="公式" r:id="rId18" imgW="1745198" imgH="403999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6343650"/>
                        <a:ext cx="17843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58" name="Object 11">
            <a:extLst>
              <a:ext uri="{FF2B5EF4-FFF2-40B4-BE49-F238E27FC236}">
                <a16:creationId xmlns:a16="http://schemas.microsoft.com/office/drawing/2014/main" id="{4E73F0D1-0350-422D-7120-680660C29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4150" y="6362700"/>
          <a:ext cx="18192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83018" imgH="403999" progId="Equation.3">
                  <p:embed/>
                </p:oleObj>
              </mc:Choice>
              <mc:Fallback>
                <p:oleObj name="公式" r:id="rId20" imgW="1783018" imgH="40399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0" y="6362700"/>
                        <a:ext cx="18192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59" name="Object 12">
            <a:extLst>
              <a:ext uri="{FF2B5EF4-FFF2-40B4-BE49-F238E27FC236}">
                <a16:creationId xmlns:a16="http://schemas.microsoft.com/office/drawing/2014/main" id="{6B37E19B-690A-50CC-98AD-BACD916B6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3" y="5662613"/>
          <a:ext cx="1755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83989" imgH="388537" progId="Equation.3">
                  <p:embed/>
                </p:oleObj>
              </mc:Choice>
              <mc:Fallback>
                <p:oleObj name="公式" r:id="rId22" imgW="1683989" imgH="38853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662613"/>
                        <a:ext cx="17557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60" name="Text Box 80">
            <a:extLst>
              <a:ext uri="{FF2B5EF4-FFF2-40B4-BE49-F238E27FC236}">
                <a16:creationId xmlns:a16="http://schemas.microsoft.com/office/drawing/2014/main" id="{E9B88789-9026-F839-82BC-1C49D7EF5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643563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</a:rPr>
              <a:t>两个底面对称</a:t>
            </a:r>
          </a:p>
        </p:txBody>
      </p:sp>
      <p:graphicFrame>
        <p:nvGraphicFramePr>
          <p:cNvPr id="148565" name="Object 13">
            <a:extLst>
              <a:ext uri="{FF2B5EF4-FFF2-40B4-BE49-F238E27FC236}">
                <a16:creationId xmlns:a16="http://schemas.microsoft.com/office/drawing/2014/main" id="{7BD51665-1405-57A8-C3CB-E0523DF89506}"/>
              </a:ext>
            </a:extLst>
          </p:cNvPr>
          <p:cNvGraphicFramePr>
            <a:graphicFrameLocks/>
          </p:cNvGraphicFramePr>
          <p:nvPr/>
        </p:nvGraphicFramePr>
        <p:xfrm>
          <a:off x="1403350" y="4365625"/>
          <a:ext cx="31289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436651" imgH="792535" progId="Equation.3">
                  <p:embed/>
                </p:oleObj>
              </mc:Choice>
              <mc:Fallback>
                <p:oleObj name="公式" r:id="rId24" imgW="3436651" imgH="792535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31289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8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8" dur="500"/>
                                        <p:tgtEl>
                                          <p:spTgt spid="1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4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4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4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4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4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4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48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autoUpdateAnimBg="0"/>
      <p:bldP spid="148484" grpId="0" autoUpdateAnimBg="0"/>
      <p:bldP spid="148485" grpId="0" autoUpdateAnimBg="0"/>
      <p:bldP spid="148487" grpId="0" autoUpdateAnimBg="0"/>
      <p:bldP spid="148488" grpId="0" autoUpdateAnimBg="0"/>
      <p:bldP spid="148489" grpId="0" autoUpdateAnimBg="0"/>
      <p:bldP spid="148490" grpId="0" autoUpdateAnimBg="0"/>
      <p:bldP spid="148491" grpId="0" animBg="1"/>
      <p:bldP spid="148556" grpId="0" autoUpdateAnimBg="0"/>
      <p:bldP spid="1485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0ADE2765-6AEB-4B8D-CAAD-692C0D3C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1617663"/>
            <a:ext cx="1662113" cy="936625"/>
          </a:xfrm>
          <a:prstGeom prst="rect">
            <a:avLst/>
          </a:prstGeom>
          <a:noFill/>
          <a:ln w="9525">
            <a:solidFill>
              <a:srgbClr val="FF7C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E07F4BF-345B-47D8-C090-C107ADC3EC28}"/>
              </a:ext>
            </a:extLst>
          </p:cNvPr>
          <p:cNvGrpSpPr>
            <a:grpSpLocks/>
          </p:cNvGrpSpPr>
          <p:nvPr/>
        </p:nvGrpSpPr>
        <p:grpSpPr bwMode="auto">
          <a:xfrm>
            <a:off x="5438775" y="1614488"/>
            <a:ext cx="2520950" cy="998537"/>
            <a:chOff x="3398" y="1140"/>
            <a:chExt cx="1588" cy="629"/>
          </a:xfrm>
        </p:grpSpPr>
        <p:grpSp>
          <p:nvGrpSpPr>
            <p:cNvPr id="6227" name="Group 4">
              <a:extLst>
                <a:ext uri="{FF2B5EF4-FFF2-40B4-BE49-F238E27FC236}">
                  <a16:creationId xmlns:a16="http://schemas.microsoft.com/office/drawing/2014/main" id="{D2B4AD19-A87B-5C25-54AE-DC6523B8B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8" y="1142"/>
              <a:ext cx="1588" cy="627"/>
              <a:chOff x="3470" y="1181"/>
              <a:chExt cx="1588" cy="627"/>
            </a:xfrm>
          </p:grpSpPr>
          <p:sp>
            <p:nvSpPr>
              <p:cNvPr id="6229" name="Rectangle 5">
                <a:extLst>
                  <a:ext uri="{FF2B5EF4-FFF2-40B4-BE49-F238E27FC236}">
                    <a16:creationId xmlns:a16="http://schemas.microsoft.com/office/drawing/2014/main" id="{A4E6C317-9028-957E-51B4-1D4B4560D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5" y="1181"/>
                <a:ext cx="1043" cy="590"/>
              </a:xfrm>
              <a:prstGeom prst="rect">
                <a:avLst/>
              </a:prstGeom>
              <a:gradFill rotWithShape="1">
                <a:gsLst>
                  <a:gs pos="0">
                    <a:srgbClr val="005E47">
                      <a:alpha val="39998"/>
                    </a:srgbClr>
                  </a:gs>
                  <a:gs pos="50000">
                    <a:srgbClr val="00CC99">
                      <a:alpha val="39998"/>
                    </a:srgbClr>
                  </a:gs>
                  <a:gs pos="100000">
                    <a:srgbClr val="005E47">
                      <a:alpha val="39998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30" name="Rectangle 6">
                <a:extLst>
                  <a:ext uri="{FF2B5EF4-FFF2-40B4-BE49-F238E27FC236}">
                    <a16:creationId xmlns:a16="http://schemas.microsoft.com/office/drawing/2014/main" id="{269EF6CE-2D8C-0869-7157-93DA3645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1181"/>
                <a:ext cx="409" cy="590"/>
              </a:xfrm>
              <a:prstGeom prst="rect">
                <a:avLst/>
              </a:prstGeom>
              <a:noFill/>
              <a:ln w="9525">
                <a:solidFill>
                  <a:srgbClr val="FF7C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31" name="Line 7">
                <a:extLst>
                  <a:ext uri="{FF2B5EF4-FFF2-40B4-BE49-F238E27FC236}">
                    <a16:creationId xmlns:a16="http://schemas.microsoft.com/office/drawing/2014/main" id="{D48B5B90-235F-B4E5-961F-B627C6E03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70" y="1207"/>
                <a:ext cx="672" cy="601"/>
              </a:xfrm>
              <a:prstGeom prst="line">
                <a:avLst/>
              </a:prstGeom>
              <a:noFill/>
              <a:ln w="1905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32" name="Oval 8">
                <a:extLst>
                  <a:ext uri="{FF2B5EF4-FFF2-40B4-BE49-F238E27FC236}">
                    <a16:creationId xmlns:a16="http://schemas.microsoft.com/office/drawing/2014/main" id="{921F6338-049A-976C-CA93-A372E86F9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0" y="1181"/>
                <a:ext cx="317" cy="590"/>
              </a:xfrm>
              <a:prstGeom prst="ellipse">
                <a:avLst/>
              </a:prstGeom>
              <a:gradFill rotWithShape="1">
                <a:gsLst>
                  <a:gs pos="0">
                    <a:srgbClr val="00CC99">
                      <a:alpha val="89998"/>
                    </a:srgbClr>
                  </a:gs>
                  <a:gs pos="100000">
                    <a:srgbClr val="005E47">
                      <a:alpha val="89998"/>
                    </a:srgb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FF7C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33" name="Rectangle 9">
                <a:extLst>
                  <a:ext uri="{FF2B5EF4-FFF2-40B4-BE49-F238E27FC236}">
                    <a16:creationId xmlns:a16="http://schemas.microsoft.com/office/drawing/2014/main" id="{3267E535-4F3E-D90E-A006-3FFF27A04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1181"/>
                <a:ext cx="409" cy="590"/>
              </a:xfrm>
              <a:prstGeom prst="rect">
                <a:avLst/>
              </a:prstGeom>
              <a:gradFill rotWithShape="1">
                <a:gsLst>
                  <a:gs pos="0">
                    <a:srgbClr val="005E47">
                      <a:alpha val="70000"/>
                    </a:srgbClr>
                  </a:gs>
                  <a:gs pos="50000">
                    <a:srgbClr val="00CC99">
                      <a:alpha val="70000"/>
                    </a:srgbClr>
                  </a:gs>
                  <a:gs pos="100000">
                    <a:srgbClr val="005E47">
                      <a:alpha val="70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6228" name="Line 10">
              <a:extLst>
                <a:ext uri="{FF2B5EF4-FFF2-40B4-BE49-F238E27FC236}">
                  <a16:creationId xmlns:a16="http://schemas.microsoft.com/office/drawing/2014/main" id="{3B87FF26-6161-0C6B-DD4A-759A83E34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1140"/>
              <a:ext cx="384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9515" name="Text Box 11">
            <a:extLst>
              <a:ext uri="{FF2B5EF4-FFF2-40B4-BE49-F238E27FC236}">
                <a16:creationId xmlns:a16="http://schemas.microsoft.com/office/drawing/2014/main" id="{4243E709-8A95-0815-92B4-C18B89C7B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3413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49516" name="Text Box 12">
            <a:extLst>
              <a:ext uri="{FF2B5EF4-FFF2-40B4-BE49-F238E27FC236}">
                <a16:creationId xmlns:a16="http://schemas.microsoft.com/office/drawing/2014/main" id="{DC736C43-24D0-001B-D2C0-F71B450FD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381000"/>
            <a:ext cx="565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已知</a:t>
            </a: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无限大板</a:t>
            </a:r>
            <a:r>
              <a:rPr lang="zh-CN" altLang="en-US" b="1">
                <a:latin typeface="宋体" panose="02010600030101010101" pitchFamily="2" charset="-122"/>
              </a:rPr>
              <a:t>电荷体密度为</a:t>
            </a:r>
            <a:r>
              <a:rPr lang="zh-CN" altLang="en-US" b="1" i="1">
                <a:solidFill>
                  <a:srgbClr val="66FFFF"/>
                </a:solidFill>
                <a:sym typeface="Symbol" panose="05050102010706020507" pitchFamily="18" charset="2"/>
              </a:rPr>
              <a:t></a:t>
            </a: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，厚度为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d</a:t>
            </a:r>
            <a:endParaRPr lang="en-US" altLang="zh-CN" b="1">
              <a:solidFill>
                <a:srgbClr val="66FFFF"/>
              </a:solidFill>
              <a:sym typeface="Symbol" panose="05050102010706020507" pitchFamily="18" charset="2"/>
            </a:endParaRPr>
          </a:p>
        </p:txBody>
      </p:sp>
      <p:sp>
        <p:nvSpPr>
          <p:cNvPr id="149517" name="Text Box 13">
            <a:extLst>
              <a:ext uri="{FF2B5EF4-FFF2-40B4-BE49-F238E27FC236}">
                <a16:creationId xmlns:a16="http://schemas.microsoft.com/office/drawing/2014/main" id="{25A58647-D460-E0E3-0177-131BCC2A4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2127250"/>
            <a:ext cx="1495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板外：</a:t>
            </a:r>
          </a:p>
        </p:txBody>
      </p:sp>
      <p:graphicFrame>
        <p:nvGraphicFramePr>
          <p:cNvPr id="149518" name="Object 2">
            <a:extLst>
              <a:ext uri="{FF2B5EF4-FFF2-40B4-BE49-F238E27FC236}">
                <a16:creationId xmlns:a16="http://schemas.microsoft.com/office/drawing/2014/main" id="{D48BE0A8-6FC0-E791-6336-7CE7FA2532AD}"/>
              </a:ext>
            </a:extLst>
          </p:cNvPr>
          <p:cNvGraphicFramePr>
            <a:graphicFrameLocks/>
          </p:cNvGraphicFramePr>
          <p:nvPr/>
        </p:nvGraphicFramePr>
        <p:xfrm>
          <a:off x="1949450" y="1981200"/>
          <a:ext cx="16367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7851" imgH="883809" progId="Equation.3">
                  <p:embed/>
                </p:oleObj>
              </mc:Choice>
              <mc:Fallback>
                <p:oleObj name="Equation" r:id="rId2" imgW="1607851" imgH="88380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1981200"/>
                        <a:ext cx="16367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9" name="Object 3">
            <a:extLst>
              <a:ext uri="{FF2B5EF4-FFF2-40B4-BE49-F238E27FC236}">
                <a16:creationId xmlns:a16="http://schemas.microsoft.com/office/drawing/2014/main" id="{CEC2FEB3-61EF-8160-8B98-92A0D83529E1}"/>
              </a:ext>
            </a:extLst>
          </p:cNvPr>
          <p:cNvGraphicFramePr>
            <a:graphicFrameLocks/>
          </p:cNvGraphicFramePr>
          <p:nvPr/>
        </p:nvGraphicFramePr>
        <p:xfrm>
          <a:off x="1971675" y="2971800"/>
          <a:ext cx="137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1120" imgH="883809" progId="Equation.3">
                  <p:embed/>
                </p:oleObj>
              </mc:Choice>
              <mc:Fallback>
                <p:oleObj name="Equation" r:id="rId4" imgW="1341120" imgH="88380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971800"/>
                        <a:ext cx="137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0" name="Text Box 16">
            <a:extLst>
              <a:ext uri="{FF2B5EF4-FFF2-40B4-BE49-F238E27FC236}">
                <a16:creationId xmlns:a16="http://schemas.microsoft.com/office/drawing/2014/main" id="{EF7ACEAA-51D4-0FF9-17FE-866A302F6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3810000"/>
            <a:ext cx="215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板内：</a:t>
            </a:r>
          </a:p>
        </p:txBody>
      </p:sp>
      <p:graphicFrame>
        <p:nvGraphicFramePr>
          <p:cNvPr id="149521" name="Object 4">
            <a:extLst>
              <a:ext uri="{FF2B5EF4-FFF2-40B4-BE49-F238E27FC236}">
                <a16:creationId xmlns:a16="http://schemas.microsoft.com/office/drawing/2014/main" id="{147637F8-6435-4C3B-DB0F-41C6E7DFE68B}"/>
              </a:ext>
            </a:extLst>
          </p:cNvPr>
          <p:cNvGraphicFramePr>
            <a:graphicFrameLocks/>
          </p:cNvGraphicFramePr>
          <p:nvPr/>
        </p:nvGraphicFramePr>
        <p:xfrm>
          <a:off x="966788" y="4572000"/>
          <a:ext cx="20050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73611" imgH="883809" progId="Equation.3">
                  <p:embed/>
                </p:oleObj>
              </mc:Choice>
              <mc:Fallback>
                <p:oleObj name="Equation" r:id="rId6" imgW="1973611" imgH="88380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572000"/>
                        <a:ext cx="20050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2" name="Object 5">
            <a:extLst>
              <a:ext uri="{FF2B5EF4-FFF2-40B4-BE49-F238E27FC236}">
                <a16:creationId xmlns:a16="http://schemas.microsoft.com/office/drawing/2014/main" id="{1EFD1DB1-1B6B-33FA-ECD7-5D9434FEF9F9}"/>
              </a:ext>
            </a:extLst>
          </p:cNvPr>
          <p:cNvGraphicFramePr>
            <a:graphicFrameLocks/>
          </p:cNvGraphicFramePr>
          <p:nvPr/>
        </p:nvGraphicFramePr>
        <p:xfrm>
          <a:off x="1143000" y="5638800"/>
          <a:ext cx="1219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8844" imgH="883809" progId="Equation.3">
                  <p:embed/>
                </p:oleObj>
              </mc:Choice>
              <mc:Fallback>
                <p:oleObj name="Equation" r:id="rId8" imgW="1188844" imgH="88380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38800"/>
                        <a:ext cx="1219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3" name="Text Box 19">
            <a:extLst>
              <a:ext uri="{FF2B5EF4-FFF2-40B4-BE49-F238E27FC236}">
                <a16:creationId xmlns:a16="http://schemas.microsoft.com/office/drawing/2014/main" id="{9B39444C-6875-F0B7-1567-014B106B4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71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49524" name="Text Box 20">
            <a:extLst>
              <a:ext uri="{FF2B5EF4-FFF2-40B4-BE49-F238E27FC236}">
                <a16:creationId xmlns:a16="http://schemas.microsoft.com/office/drawing/2014/main" id="{1E981FA4-D4ED-0040-560E-3E593E03E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371600"/>
            <a:ext cx="386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选取如图的圆柱面为高斯面</a:t>
            </a:r>
          </a:p>
        </p:txBody>
      </p:sp>
      <p:sp>
        <p:nvSpPr>
          <p:cNvPr id="149525" name="Rectangle 21">
            <a:extLst>
              <a:ext uri="{FF2B5EF4-FFF2-40B4-BE49-F238E27FC236}">
                <a16:creationId xmlns:a16="http://schemas.microsoft.com/office/drawing/2014/main" id="{E938B2B5-AEB7-9BDB-8344-840669E8E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18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49526" name="Rectangle 22">
            <a:extLst>
              <a:ext uri="{FF2B5EF4-FFF2-40B4-BE49-F238E27FC236}">
                <a16:creationId xmlns:a16="http://schemas.microsoft.com/office/drawing/2014/main" id="{830D2B71-BA03-CBEA-1B6C-5BE35D8AE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838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ym typeface="Symbol" panose="05050102010706020507" pitchFamily="18" charset="2"/>
              </a:rPr>
              <a:t>电场场强分布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0249FC46-3201-702C-167B-2DE82CAF8A97}"/>
              </a:ext>
            </a:extLst>
          </p:cNvPr>
          <p:cNvGrpSpPr>
            <a:grpSpLocks/>
          </p:cNvGrpSpPr>
          <p:nvPr/>
        </p:nvGrpSpPr>
        <p:grpSpPr bwMode="auto">
          <a:xfrm>
            <a:off x="6303963" y="609600"/>
            <a:ext cx="1943100" cy="2778125"/>
            <a:chOff x="3943" y="507"/>
            <a:chExt cx="1224" cy="1750"/>
          </a:xfrm>
        </p:grpSpPr>
        <p:sp>
          <p:nvSpPr>
            <p:cNvPr id="6207" name="AutoShape 24">
              <a:extLst>
                <a:ext uri="{FF2B5EF4-FFF2-40B4-BE49-F238E27FC236}">
                  <a16:creationId xmlns:a16="http://schemas.microsoft.com/office/drawing/2014/main" id="{C49EFA9F-9E0C-B018-7EE5-CD38A56AE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" y="507"/>
              <a:ext cx="1134" cy="318"/>
            </a:xfrm>
            <a:prstGeom prst="parallelogram">
              <a:avLst>
                <a:gd name="adj" fmla="val 138613"/>
              </a:avLst>
            </a:prstGeom>
            <a:gradFill rotWithShape="1">
              <a:gsLst>
                <a:gs pos="0">
                  <a:srgbClr val="3399FF">
                    <a:alpha val="50000"/>
                  </a:srgbClr>
                </a:gs>
                <a:gs pos="100000">
                  <a:srgbClr val="184776">
                    <a:alpha val="50000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208" name="Freeform 25">
              <a:extLst>
                <a:ext uri="{FF2B5EF4-FFF2-40B4-BE49-F238E27FC236}">
                  <a16:creationId xmlns:a16="http://schemas.microsoft.com/office/drawing/2014/main" id="{B3E7DE57-A048-E503-F2AC-4A7DD192E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739"/>
              <a:ext cx="728" cy="117"/>
            </a:xfrm>
            <a:custGeom>
              <a:avLst/>
              <a:gdLst>
                <a:gd name="T0" fmla="*/ 0 w 728"/>
                <a:gd name="T1" fmla="*/ 47 h 131"/>
                <a:gd name="T2" fmla="*/ 44 w 728"/>
                <a:gd name="T3" fmla="*/ 27 h 131"/>
                <a:gd name="T4" fmla="*/ 109 w 728"/>
                <a:gd name="T5" fmla="*/ 20 h 131"/>
                <a:gd name="T6" fmla="*/ 185 w 728"/>
                <a:gd name="T7" fmla="*/ 24 h 131"/>
                <a:gd name="T8" fmla="*/ 217 w 728"/>
                <a:gd name="T9" fmla="*/ 32 h 131"/>
                <a:gd name="T10" fmla="*/ 261 w 728"/>
                <a:gd name="T11" fmla="*/ 36 h 131"/>
                <a:gd name="T12" fmla="*/ 435 w 728"/>
                <a:gd name="T13" fmla="*/ 16 h 131"/>
                <a:gd name="T14" fmla="*/ 467 w 728"/>
                <a:gd name="T15" fmla="*/ 9 h 131"/>
                <a:gd name="T16" fmla="*/ 533 w 728"/>
                <a:gd name="T17" fmla="*/ 0 h 131"/>
                <a:gd name="T18" fmla="*/ 598 w 728"/>
                <a:gd name="T19" fmla="*/ 9 h 131"/>
                <a:gd name="T20" fmla="*/ 728 w 728"/>
                <a:gd name="T21" fmla="*/ 40 h 1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28"/>
                <a:gd name="T34" fmla="*/ 0 h 131"/>
                <a:gd name="T35" fmla="*/ 728 w 728"/>
                <a:gd name="T36" fmla="*/ 131 h 1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28" h="131">
                  <a:moveTo>
                    <a:pt x="0" y="131"/>
                  </a:moveTo>
                  <a:cubicBezTo>
                    <a:pt x="12" y="95"/>
                    <a:pt x="5" y="93"/>
                    <a:pt x="44" y="76"/>
                  </a:cubicBezTo>
                  <a:cubicBezTo>
                    <a:pt x="65" y="67"/>
                    <a:pt x="109" y="55"/>
                    <a:pt x="109" y="55"/>
                  </a:cubicBezTo>
                  <a:cubicBezTo>
                    <a:pt x="134" y="59"/>
                    <a:pt x="160" y="59"/>
                    <a:pt x="185" y="66"/>
                  </a:cubicBezTo>
                  <a:cubicBezTo>
                    <a:pt x="197" y="70"/>
                    <a:pt x="205" y="82"/>
                    <a:pt x="217" y="87"/>
                  </a:cubicBezTo>
                  <a:cubicBezTo>
                    <a:pt x="231" y="93"/>
                    <a:pt x="246" y="94"/>
                    <a:pt x="261" y="98"/>
                  </a:cubicBezTo>
                  <a:cubicBezTo>
                    <a:pt x="394" y="85"/>
                    <a:pt x="341" y="107"/>
                    <a:pt x="435" y="44"/>
                  </a:cubicBezTo>
                  <a:cubicBezTo>
                    <a:pt x="446" y="37"/>
                    <a:pt x="455" y="26"/>
                    <a:pt x="467" y="22"/>
                  </a:cubicBezTo>
                  <a:cubicBezTo>
                    <a:pt x="489" y="15"/>
                    <a:pt x="533" y="0"/>
                    <a:pt x="533" y="0"/>
                  </a:cubicBezTo>
                  <a:cubicBezTo>
                    <a:pt x="555" y="7"/>
                    <a:pt x="579" y="9"/>
                    <a:pt x="598" y="22"/>
                  </a:cubicBezTo>
                  <a:cubicBezTo>
                    <a:pt x="641" y="51"/>
                    <a:pt x="682" y="85"/>
                    <a:pt x="728" y="109"/>
                  </a:cubicBezTo>
                </a:path>
              </a:pathLst>
            </a:custGeom>
            <a:gradFill rotWithShape="1">
              <a:gsLst>
                <a:gs pos="0">
                  <a:srgbClr val="184776">
                    <a:alpha val="39998"/>
                  </a:srgbClr>
                </a:gs>
                <a:gs pos="100000">
                  <a:srgbClr val="3399FF">
                    <a:alpha val="37999"/>
                  </a:srgbClr>
                </a:gs>
              </a:gsLst>
              <a:lin ang="2700000" scaled="1"/>
            </a:gradFill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9" name="Line 26">
              <a:extLst>
                <a:ext uri="{FF2B5EF4-FFF2-40B4-BE49-F238E27FC236}">
                  <a16:creationId xmlns:a16="http://schemas.microsoft.com/office/drawing/2014/main" id="{3DAD06CF-5C53-799B-9BD3-EB67B7F60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0" y="825"/>
              <a:ext cx="240" cy="214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0" name="Line 27">
              <a:extLst>
                <a:ext uri="{FF2B5EF4-FFF2-40B4-BE49-F238E27FC236}">
                  <a16:creationId xmlns:a16="http://schemas.microsoft.com/office/drawing/2014/main" id="{D083A44C-249A-ED01-D41F-0C6361CAD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1" y="821"/>
              <a:ext cx="624" cy="558"/>
            </a:xfrm>
            <a:prstGeom prst="line">
              <a:avLst/>
            </a:prstGeom>
            <a:noFill/>
            <a:ln w="1905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1" name="Line 28">
              <a:extLst>
                <a:ext uri="{FF2B5EF4-FFF2-40B4-BE49-F238E27FC236}">
                  <a16:creationId xmlns:a16="http://schemas.microsoft.com/office/drawing/2014/main" id="{9B9B05F8-AF54-2D37-EAFB-6EFD14F89D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9" y="1640"/>
              <a:ext cx="528" cy="473"/>
            </a:xfrm>
            <a:prstGeom prst="line">
              <a:avLst/>
            </a:prstGeom>
            <a:noFill/>
            <a:ln w="9525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2" name="Freeform 29">
              <a:extLst>
                <a:ext uri="{FF2B5EF4-FFF2-40B4-BE49-F238E27FC236}">
                  <a16:creationId xmlns:a16="http://schemas.microsoft.com/office/drawing/2014/main" id="{A36866AE-759C-F6E1-5D8D-CB128CC59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507"/>
              <a:ext cx="485" cy="323"/>
            </a:xfrm>
            <a:custGeom>
              <a:avLst/>
              <a:gdLst>
                <a:gd name="T0" fmla="*/ 0 w 282"/>
                <a:gd name="T1" fmla="*/ 7789 h 217"/>
                <a:gd name="T2" fmla="*/ 4219 w 282"/>
                <a:gd name="T3" fmla="*/ 7035 h 217"/>
                <a:gd name="T4" fmla="*/ 8592 w 282"/>
                <a:gd name="T5" fmla="*/ 6622 h 217"/>
                <a:gd name="T6" fmla="*/ 11497 w 282"/>
                <a:gd name="T7" fmla="*/ 5434 h 217"/>
                <a:gd name="T8" fmla="*/ 15716 w 282"/>
                <a:gd name="T9" fmla="*/ 4680 h 217"/>
                <a:gd name="T10" fmla="*/ 31463 w 282"/>
                <a:gd name="T11" fmla="*/ 1183 h 217"/>
                <a:gd name="T12" fmla="*/ 37108 w 282"/>
                <a:gd name="T13" fmla="*/ 0 h 2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"/>
                <a:gd name="T22" fmla="*/ 0 h 217"/>
                <a:gd name="T23" fmla="*/ 282 w 282"/>
                <a:gd name="T24" fmla="*/ 217 h 2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" h="217">
                  <a:moveTo>
                    <a:pt x="0" y="217"/>
                  </a:moveTo>
                  <a:cubicBezTo>
                    <a:pt x="11" y="210"/>
                    <a:pt x="21" y="202"/>
                    <a:pt x="32" y="196"/>
                  </a:cubicBezTo>
                  <a:cubicBezTo>
                    <a:pt x="42" y="191"/>
                    <a:pt x="56" y="192"/>
                    <a:pt x="65" y="185"/>
                  </a:cubicBezTo>
                  <a:cubicBezTo>
                    <a:pt x="75" y="177"/>
                    <a:pt x="78" y="161"/>
                    <a:pt x="87" y="152"/>
                  </a:cubicBezTo>
                  <a:cubicBezTo>
                    <a:pt x="96" y="143"/>
                    <a:pt x="108" y="137"/>
                    <a:pt x="119" y="130"/>
                  </a:cubicBezTo>
                  <a:cubicBezTo>
                    <a:pt x="147" y="89"/>
                    <a:pt x="191" y="48"/>
                    <a:pt x="239" y="33"/>
                  </a:cubicBezTo>
                  <a:cubicBezTo>
                    <a:pt x="275" y="8"/>
                    <a:pt x="262" y="20"/>
                    <a:pt x="282" y="0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3" name="Freeform 30">
              <a:extLst>
                <a:ext uri="{FF2B5EF4-FFF2-40B4-BE49-F238E27FC236}">
                  <a16:creationId xmlns:a16="http://schemas.microsoft.com/office/drawing/2014/main" id="{A7F6FC60-EB6C-5D33-5CF1-74CBDE5B6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518"/>
              <a:ext cx="544" cy="318"/>
            </a:xfrm>
            <a:custGeom>
              <a:avLst/>
              <a:gdLst>
                <a:gd name="T0" fmla="*/ 0 w 435"/>
                <a:gd name="T1" fmla="*/ 808 h 283"/>
                <a:gd name="T2" fmla="*/ 899 w 435"/>
                <a:gd name="T3" fmla="*/ 653 h 283"/>
                <a:gd name="T4" fmla="*/ 1304 w 435"/>
                <a:gd name="T5" fmla="*/ 466 h 283"/>
                <a:gd name="T6" fmla="*/ 2770 w 435"/>
                <a:gd name="T7" fmla="*/ 126 h 283"/>
                <a:gd name="T8" fmla="*/ 3250 w 435"/>
                <a:gd name="T9" fmla="*/ 0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5"/>
                <a:gd name="T16" fmla="*/ 0 h 283"/>
                <a:gd name="T17" fmla="*/ 435 w 435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5" h="283">
                  <a:moveTo>
                    <a:pt x="0" y="283"/>
                  </a:moveTo>
                  <a:cubicBezTo>
                    <a:pt x="52" y="263"/>
                    <a:pt x="81" y="260"/>
                    <a:pt x="120" y="228"/>
                  </a:cubicBezTo>
                  <a:cubicBezTo>
                    <a:pt x="225" y="142"/>
                    <a:pt x="91" y="247"/>
                    <a:pt x="174" y="163"/>
                  </a:cubicBezTo>
                  <a:cubicBezTo>
                    <a:pt x="218" y="118"/>
                    <a:pt x="310" y="64"/>
                    <a:pt x="370" y="44"/>
                  </a:cubicBezTo>
                  <a:cubicBezTo>
                    <a:pt x="392" y="29"/>
                    <a:pt x="435" y="0"/>
                    <a:pt x="435" y="0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4" name="Freeform 31">
              <a:extLst>
                <a:ext uri="{FF2B5EF4-FFF2-40B4-BE49-F238E27FC236}">
                  <a16:creationId xmlns:a16="http://schemas.microsoft.com/office/drawing/2014/main" id="{56D84DB3-CE3D-2006-CB7A-6DF19CC6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822"/>
              <a:ext cx="485" cy="340"/>
            </a:xfrm>
            <a:custGeom>
              <a:avLst/>
              <a:gdLst>
                <a:gd name="T0" fmla="*/ 0 w 289"/>
                <a:gd name="T1" fmla="*/ 1652 h 279"/>
                <a:gd name="T2" fmla="*/ 10319 w 289"/>
                <a:gd name="T3" fmla="*/ 1202 h 279"/>
                <a:gd name="T4" fmla="*/ 20573 w 289"/>
                <a:gd name="T5" fmla="*/ 433 h 279"/>
                <a:gd name="T6" fmla="*/ 28633 w 289"/>
                <a:gd name="T7" fmla="*/ 108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9"/>
                <a:gd name="T13" fmla="*/ 0 h 279"/>
                <a:gd name="T14" fmla="*/ 289 w 289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9" h="279">
                  <a:moveTo>
                    <a:pt x="0" y="279"/>
                  </a:moveTo>
                  <a:cubicBezTo>
                    <a:pt x="35" y="256"/>
                    <a:pt x="63" y="227"/>
                    <a:pt x="98" y="203"/>
                  </a:cubicBezTo>
                  <a:cubicBezTo>
                    <a:pt x="110" y="163"/>
                    <a:pt x="161" y="99"/>
                    <a:pt x="195" y="73"/>
                  </a:cubicBezTo>
                  <a:cubicBezTo>
                    <a:pt x="289" y="0"/>
                    <a:pt x="239" y="53"/>
                    <a:pt x="271" y="18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5" name="Rectangle 32">
              <a:extLst>
                <a:ext uri="{FF2B5EF4-FFF2-40B4-BE49-F238E27FC236}">
                  <a16:creationId xmlns:a16="http://schemas.microsoft.com/office/drawing/2014/main" id="{DB9B2734-1736-79E3-2A08-8C3F4927D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564"/>
              <a:ext cx="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66FFFF"/>
                  </a:solidFill>
                  <a:sym typeface="Symbol" panose="05050102010706020507" pitchFamily="18" charset="2"/>
                </a:rPr>
                <a:t></a:t>
              </a:r>
            </a:p>
          </p:txBody>
        </p:sp>
        <p:sp>
          <p:nvSpPr>
            <p:cNvPr id="149537" name="Freeform 33">
              <a:extLst>
                <a:ext uri="{FF2B5EF4-FFF2-40B4-BE49-F238E27FC236}">
                  <a16:creationId xmlns:a16="http://schemas.microsoft.com/office/drawing/2014/main" id="{975232A8-992A-83BB-0299-EAB169CE0EEA}"/>
                </a:ext>
              </a:extLst>
            </p:cNvPr>
            <p:cNvSpPr>
              <a:spLocks/>
            </p:cNvSpPr>
            <p:nvPr/>
          </p:nvSpPr>
          <p:spPr bwMode="auto">
            <a:xfrm rot="-10800000">
              <a:off x="3946" y="2140"/>
              <a:ext cx="728" cy="117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44" y="76"/>
                </a:cxn>
                <a:cxn ang="0">
                  <a:pos x="109" y="55"/>
                </a:cxn>
                <a:cxn ang="0">
                  <a:pos x="185" y="66"/>
                </a:cxn>
                <a:cxn ang="0">
                  <a:pos x="217" y="87"/>
                </a:cxn>
                <a:cxn ang="0">
                  <a:pos x="261" y="98"/>
                </a:cxn>
                <a:cxn ang="0">
                  <a:pos x="435" y="44"/>
                </a:cxn>
                <a:cxn ang="0">
                  <a:pos x="467" y="22"/>
                </a:cxn>
                <a:cxn ang="0">
                  <a:pos x="533" y="0"/>
                </a:cxn>
                <a:cxn ang="0">
                  <a:pos x="598" y="22"/>
                </a:cxn>
                <a:cxn ang="0">
                  <a:pos x="728" y="109"/>
                </a:cxn>
              </a:cxnLst>
              <a:rect l="0" t="0" r="r" b="b"/>
              <a:pathLst>
                <a:path w="728" h="131">
                  <a:moveTo>
                    <a:pt x="0" y="131"/>
                  </a:moveTo>
                  <a:cubicBezTo>
                    <a:pt x="12" y="95"/>
                    <a:pt x="5" y="93"/>
                    <a:pt x="44" y="76"/>
                  </a:cubicBezTo>
                  <a:cubicBezTo>
                    <a:pt x="65" y="67"/>
                    <a:pt x="109" y="55"/>
                    <a:pt x="109" y="55"/>
                  </a:cubicBezTo>
                  <a:cubicBezTo>
                    <a:pt x="134" y="59"/>
                    <a:pt x="160" y="59"/>
                    <a:pt x="185" y="66"/>
                  </a:cubicBezTo>
                  <a:cubicBezTo>
                    <a:pt x="197" y="70"/>
                    <a:pt x="205" y="82"/>
                    <a:pt x="217" y="87"/>
                  </a:cubicBezTo>
                  <a:cubicBezTo>
                    <a:pt x="231" y="93"/>
                    <a:pt x="246" y="94"/>
                    <a:pt x="261" y="98"/>
                  </a:cubicBezTo>
                  <a:cubicBezTo>
                    <a:pt x="394" y="85"/>
                    <a:pt x="341" y="107"/>
                    <a:pt x="435" y="44"/>
                  </a:cubicBezTo>
                  <a:cubicBezTo>
                    <a:pt x="446" y="37"/>
                    <a:pt x="455" y="26"/>
                    <a:pt x="467" y="22"/>
                  </a:cubicBezTo>
                  <a:cubicBezTo>
                    <a:pt x="489" y="15"/>
                    <a:pt x="533" y="0"/>
                    <a:pt x="533" y="0"/>
                  </a:cubicBezTo>
                  <a:cubicBezTo>
                    <a:pt x="555" y="7"/>
                    <a:pt x="579" y="9"/>
                    <a:pt x="598" y="22"/>
                  </a:cubicBezTo>
                  <a:cubicBezTo>
                    <a:pt x="641" y="51"/>
                    <a:pt x="682" y="85"/>
                    <a:pt x="728" y="109"/>
                  </a:cubicBezTo>
                </a:path>
              </a:pathLst>
            </a:custGeom>
            <a:gradFill rotWithShape="1">
              <a:gsLst>
                <a:gs pos="0">
                  <a:srgbClr val="3399FF">
                    <a:alpha val="38000"/>
                  </a:srgbClr>
                </a:gs>
                <a:gs pos="50000">
                  <a:srgbClr val="3399FF">
                    <a:gamma/>
                    <a:shade val="46275"/>
                    <a:invGamma/>
                    <a:alpha val="39999"/>
                  </a:srgbClr>
                </a:gs>
                <a:gs pos="100000">
                  <a:srgbClr val="3399FF">
                    <a:alpha val="38000"/>
                  </a:srgbClr>
                </a:gs>
              </a:gsLst>
              <a:lin ang="2700000" scaled="1"/>
            </a:gradFill>
            <a:ln w="38100" cmpd="sng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219" name="Rectangle 34">
              <a:extLst>
                <a:ext uri="{FF2B5EF4-FFF2-40B4-BE49-F238E27FC236}">
                  <a16:creationId xmlns:a16="http://schemas.microsoft.com/office/drawing/2014/main" id="{B4B4B0A4-18D0-9088-1373-2A7C78882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" y="841"/>
              <a:ext cx="680" cy="1315"/>
            </a:xfrm>
            <a:prstGeom prst="rect">
              <a:avLst/>
            </a:prstGeom>
            <a:gradFill rotWithShape="1">
              <a:gsLst>
                <a:gs pos="0">
                  <a:srgbClr val="3399FF">
                    <a:alpha val="39000"/>
                  </a:srgbClr>
                </a:gs>
                <a:gs pos="100000">
                  <a:srgbClr val="184776">
                    <a:alpha val="39998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220" name="Line 35">
              <a:extLst>
                <a:ext uri="{FF2B5EF4-FFF2-40B4-BE49-F238E27FC236}">
                  <a16:creationId xmlns:a16="http://schemas.microsoft.com/office/drawing/2014/main" id="{DBD742C6-DEBF-7242-572A-F3495AA77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0" y="1984"/>
              <a:ext cx="720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1" name="Text Box 36">
              <a:extLst>
                <a:ext uri="{FF2B5EF4-FFF2-40B4-BE49-F238E27FC236}">
                  <a16:creationId xmlns:a16="http://schemas.microsoft.com/office/drawing/2014/main" id="{237973E4-B688-E0B3-6C41-AA5EB957E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1" y="172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66FF33"/>
                  </a:solidFill>
                </a:rPr>
                <a:t>d</a:t>
              </a:r>
            </a:p>
          </p:txBody>
        </p:sp>
        <p:sp>
          <p:nvSpPr>
            <p:cNvPr id="6222" name="AutoShape 37">
              <a:extLst>
                <a:ext uri="{FF2B5EF4-FFF2-40B4-BE49-F238E27FC236}">
                  <a16:creationId xmlns:a16="http://schemas.microsoft.com/office/drawing/2014/main" id="{E9E588D7-C767-184B-48FD-1D0701E039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079" y="1096"/>
              <a:ext cx="1678" cy="499"/>
            </a:xfrm>
            <a:prstGeom prst="parallelogram">
              <a:avLst>
                <a:gd name="adj" fmla="val 74338"/>
              </a:avLst>
            </a:prstGeom>
            <a:gradFill rotWithShape="1">
              <a:gsLst>
                <a:gs pos="0">
                  <a:srgbClr val="3399FF">
                    <a:alpha val="37000"/>
                  </a:srgbClr>
                </a:gs>
                <a:gs pos="100000">
                  <a:srgbClr val="184776">
                    <a:alpha val="3700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223" name="Line 38">
              <a:extLst>
                <a:ext uri="{FF2B5EF4-FFF2-40B4-BE49-F238E27FC236}">
                  <a16:creationId xmlns:a16="http://schemas.microsoft.com/office/drawing/2014/main" id="{2F3C23BD-C8F6-1109-6DEF-EA9A2D69D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1" y="853"/>
              <a:ext cx="0" cy="133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4" name="Line 39">
              <a:extLst>
                <a:ext uri="{FF2B5EF4-FFF2-40B4-BE49-F238E27FC236}">
                  <a16:creationId xmlns:a16="http://schemas.microsoft.com/office/drawing/2014/main" id="{DCD8EBED-B419-3272-A951-21E7BEF6C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811"/>
              <a:ext cx="0" cy="133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5" name="Line 40">
              <a:extLst>
                <a:ext uri="{FF2B5EF4-FFF2-40B4-BE49-F238E27FC236}">
                  <a16:creationId xmlns:a16="http://schemas.microsoft.com/office/drawing/2014/main" id="{ADAAF616-1461-E96C-8FDE-DD939D9EC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3" y="825"/>
              <a:ext cx="0" cy="1357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6" name="Line 41">
              <a:extLst>
                <a:ext uri="{FF2B5EF4-FFF2-40B4-BE49-F238E27FC236}">
                  <a16:creationId xmlns:a16="http://schemas.microsoft.com/office/drawing/2014/main" id="{73F52A6E-A10C-99AE-5A89-9906EC397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3" y="507"/>
              <a:ext cx="454" cy="318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9546" name="Text Box 42">
            <a:extLst>
              <a:ext uri="{FF2B5EF4-FFF2-40B4-BE49-F238E27FC236}">
                <a16:creationId xmlns:a16="http://schemas.microsoft.com/office/drawing/2014/main" id="{9C033591-F4B0-1B54-F27A-9479A1317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1849438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/>
              <a:t>S</a:t>
            </a:r>
          </a:p>
        </p:txBody>
      </p:sp>
      <p:sp>
        <p:nvSpPr>
          <p:cNvPr id="149547" name="Line 43">
            <a:extLst>
              <a:ext uri="{FF2B5EF4-FFF2-40B4-BE49-F238E27FC236}">
                <a16:creationId xmlns:a16="http://schemas.microsoft.com/office/drawing/2014/main" id="{E6946E23-652C-C365-3048-5B612953F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2575" y="1330325"/>
            <a:ext cx="863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48" name="Line 44">
            <a:extLst>
              <a:ext uri="{FF2B5EF4-FFF2-40B4-BE49-F238E27FC236}">
                <a16:creationId xmlns:a16="http://schemas.microsoft.com/office/drawing/2014/main" id="{9891DA55-54F2-2D34-087E-6E30DD60C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1775" y="1330325"/>
            <a:ext cx="863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45">
            <a:extLst>
              <a:ext uri="{FF2B5EF4-FFF2-40B4-BE49-F238E27FC236}">
                <a16:creationId xmlns:a16="http://schemas.microsoft.com/office/drawing/2014/main" id="{7543A761-32A9-F187-5365-8EDE613C908A}"/>
              </a:ext>
            </a:extLst>
          </p:cNvPr>
          <p:cNvGrpSpPr>
            <a:grpSpLocks/>
          </p:cNvGrpSpPr>
          <p:nvPr/>
        </p:nvGrpSpPr>
        <p:grpSpPr bwMode="auto">
          <a:xfrm>
            <a:off x="4159250" y="4667250"/>
            <a:ext cx="863600" cy="936625"/>
            <a:chOff x="4060" y="2795"/>
            <a:chExt cx="544" cy="590"/>
          </a:xfrm>
        </p:grpSpPr>
        <p:sp>
          <p:nvSpPr>
            <p:cNvPr id="6203" name="Rectangle 46">
              <a:extLst>
                <a:ext uri="{FF2B5EF4-FFF2-40B4-BE49-F238E27FC236}">
                  <a16:creationId xmlns:a16="http://schemas.microsoft.com/office/drawing/2014/main" id="{47EE0698-312F-0887-8100-866418616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2795"/>
              <a:ext cx="452" cy="590"/>
            </a:xfrm>
            <a:prstGeom prst="rect">
              <a:avLst/>
            </a:prstGeom>
            <a:noFill/>
            <a:ln w="19050">
              <a:solidFill>
                <a:srgbClr val="FF7C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9551" name="Oval 47">
              <a:extLst>
                <a:ext uri="{FF2B5EF4-FFF2-40B4-BE49-F238E27FC236}">
                  <a16:creationId xmlns:a16="http://schemas.microsoft.com/office/drawing/2014/main" id="{8659221F-60E4-685E-BE13-B646E6B5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" y="2795"/>
              <a:ext cx="90" cy="59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9999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205" name="Rectangle 48">
              <a:extLst>
                <a:ext uri="{FF2B5EF4-FFF2-40B4-BE49-F238E27FC236}">
                  <a16:creationId xmlns:a16="http://schemas.microsoft.com/office/drawing/2014/main" id="{66DB7A9D-578C-F830-746D-61565BF90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2795"/>
              <a:ext cx="432" cy="590"/>
            </a:xfrm>
            <a:prstGeom prst="rect">
              <a:avLst/>
            </a:prstGeom>
            <a:gradFill rotWithShape="1">
              <a:gsLst>
                <a:gs pos="0">
                  <a:srgbClr val="005E47">
                    <a:alpha val="7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5E47">
                    <a:alpha val="70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9553" name="Oval 49">
              <a:extLst>
                <a:ext uri="{FF2B5EF4-FFF2-40B4-BE49-F238E27FC236}">
                  <a16:creationId xmlns:a16="http://schemas.microsoft.com/office/drawing/2014/main" id="{E1CA4330-C18A-6B90-DAA7-1E17F2159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2795"/>
              <a:ext cx="90" cy="59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89999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9999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149554" name="Text Box 50">
            <a:extLst>
              <a:ext uri="{FF2B5EF4-FFF2-40B4-BE49-F238E27FC236}">
                <a16:creationId xmlns:a16="http://schemas.microsoft.com/office/drawing/2014/main" id="{0107F7DF-EB8F-EA69-E96F-E1C7C448E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8577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S</a:t>
            </a:r>
          </a:p>
        </p:txBody>
      </p:sp>
      <p:grpSp>
        <p:nvGrpSpPr>
          <p:cNvPr id="6" name="Group 51">
            <a:extLst>
              <a:ext uri="{FF2B5EF4-FFF2-40B4-BE49-F238E27FC236}">
                <a16:creationId xmlns:a16="http://schemas.microsoft.com/office/drawing/2014/main" id="{1CC6333D-EE20-29E2-DF50-8241294D69B7}"/>
              </a:ext>
            </a:extLst>
          </p:cNvPr>
          <p:cNvGrpSpPr>
            <a:grpSpLocks/>
          </p:cNvGrpSpPr>
          <p:nvPr/>
        </p:nvGrpSpPr>
        <p:grpSpPr bwMode="auto">
          <a:xfrm>
            <a:off x="4014788" y="5661025"/>
            <a:ext cx="1143000" cy="457200"/>
            <a:chOff x="4012" y="3512"/>
            <a:chExt cx="720" cy="288"/>
          </a:xfrm>
        </p:grpSpPr>
        <p:sp>
          <p:nvSpPr>
            <p:cNvPr id="6201" name="Line 52">
              <a:extLst>
                <a:ext uri="{FF2B5EF4-FFF2-40B4-BE49-F238E27FC236}">
                  <a16:creationId xmlns:a16="http://schemas.microsoft.com/office/drawing/2014/main" id="{0C00515A-CCD3-F0B1-7B15-40634871C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3773"/>
              <a:ext cx="720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2" name="Text Box 53">
              <a:extLst>
                <a:ext uri="{FF2B5EF4-FFF2-40B4-BE49-F238E27FC236}">
                  <a16:creationId xmlns:a16="http://schemas.microsoft.com/office/drawing/2014/main" id="{0ED6E85F-11FA-6720-B4DA-C91F33C3C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4" y="351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66FF33"/>
                  </a:solidFill>
                </a:rPr>
                <a:t>d</a:t>
              </a:r>
            </a:p>
          </p:txBody>
        </p:sp>
      </p:grpSp>
      <p:grpSp>
        <p:nvGrpSpPr>
          <p:cNvPr id="7" name="Group 54">
            <a:extLst>
              <a:ext uri="{FF2B5EF4-FFF2-40B4-BE49-F238E27FC236}">
                <a16:creationId xmlns:a16="http://schemas.microsoft.com/office/drawing/2014/main" id="{37FDB874-D651-1926-FF56-3316D0792660}"/>
              </a:ext>
            </a:extLst>
          </p:cNvPr>
          <p:cNvGrpSpPr>
            <a:grpSpLocks/>
          </p:cNvGrpSpPr>
          <p:nvPr/>
        </p:nvGrpSpPr>
        <p:grpSpPr bwMode="auto">
          <a:xfrm>
            <a:off x="4006850" y="3990975"/>
            <a:ext cx="1174750" cy="2409825"/>
            <a:chOff x="4007" y="2528"/>
            <a:chExt cx="740" cy="1518"/>
          </a:xfrm>
        </p:grpSpPr>
        <p:grpSp>
          <p:nvGrpSpPr>
            <p:cNvPr id="6189" name="Group 55">
              <a:extLst>
                <a:ext uri="{FF2B5EF4-FFF2-40B4-BE49-F238E27FC236}">
                  <a16:creationId xmlns:a16="http://schemas.microsoft.com/office/drawing/2014/main" id="{2481DF11-62EF-CD31-34FD-40AE02850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7" y="2610"/>
              <a:ext cx="724" cy="1292"/>
              <a:chOff x="4007" y="2610"/>
              <a:chExt cx="724" cy="1292"/>
            </a:xfrm>
          </p:grpSpPr>
          <p:sp>
            <p:nvSpPr>
              <p:cNvPr id="6197" name="Line 56">
                <a:extLst>
                  <a:ext uri="{FF2B5EF4-FFF2-40B4-BE49-F238E27FC236}">
                    <a16:creationId xmlns:a16="http://schemas.microsoft.com/office/drawing/2014/main" id="{B2D2378B-073D-3885-AD0E-9557EE689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9" y="2976"/>
                <a:ext cx="672" cy="601"/>
              </a:xfrm>
              <a:prstGeom prst="line">
                <a:avLst/>
              </a:prstGeom>
              <a:noFill/>
              <a:ln w="1905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8" name="Line 57">
                <a:extLst>
                  <a:ext uri="{FF2B5EF4-FFF2-40B4-BE49-F238E27FC236}">
                    <a16:creationId xmlns:a16="http://schemas.microsoft.com/office/drawing/2014/main" id="{CC5BA110-D46C-A102-FDA5-574047050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07" y="2614"/>
                <a:ext cx="240" cy="214"/>
              </a:xfrm>
              <a:prstGeom prst="line">
                <a:avLst/>
              </a:prstGeom>
              <a:noFill/>
              <a:ln w="1905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9" name="Line 58">
                <a:extLst>
                  <a:ext uri="{FF2B5EF4-FFF2-40B4-BE49-F238E27FC236}">
                    <a16:creationId xmlns:a16="http://schemas.microsoft.com/office/drawing/2014/main" id="{88A49825-A501-6EFB-BDED-48464A64B7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18" y="2610"/>
                <a:ext cx="624" cy="558"/>
              </a:xfrm>
              <a:prstGeom prst="line">
                <a:avLst/>
              </a:prstGeom>
              <a:noFill/>
              <a:ln w="19050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0" name="Line 59">
                <a:extLst>
                  <a:ext uri="{FF2B5EF4-FFF2-40B4-BE49-F238E27FC236}">
                    <a16:creationId xmlns:a16="http://schemas.microsoft.com/office/drawing/2014/main" id="{761022F8-6663-677F-FC15-5CD347459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9" y="3429"/>
                <a:ext cx="528" cy="473"/>
              </a:xfrm>
              <a:prstGeom prst="line">
                <a:avLst/>
              </a:prstGeom>
              <a:noFill/>
              <a:ln w="9525">
                <a:solidFill>
                  <a:srgbClr val="B2B2B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90" name="Group 60">
              <a:extLst>
                <a:ext uri="{FF2B5EF4-FFF2-40B4-BE49-F238E27FC236}">
                  <a16:creationId xmlns:a16="http://schemas.microsoft.com/office/drawing/2014/main" id="{B1B517CC-1A46-CEF7-B72D-2ADE0B7FE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2" y="2528"/>
              <a:ext cx="735" cy="1518"/>
              <a:chOff x="4012" y="2528"/>
              <a:chExt cx="735" cy="1518"/>
            </a:xfrm>
          </p:grpSpPr>
          <p:grpSp>
            <p:nvGrpSpPr>
              <p:cNvPr id="6191" name="Group 61">
                <a:extLst>
                  <a:ext uri="{FF2B5EF4-FFF2-40B4-BE49-F238E27FC236}">
                    <a16:creationId xmlns:a16="http://schemas.microsoft.com/office/drawing/2014/main" id="{DB87FDDF-7BBB-7AF6-03F1-A088C1FA70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2" y="2528"/>
                <a:ext cx="735" cy="1518"/>
                <a:chOff x="4012" y="2528"/>
                <a:chExt cx="735" cy="1518"/>
              </a:xfrm>
            </p:grpSpPr>
            <p:sp>
              <p:nvSpPr>
                <p:cNvPr id="6194" name="Freeform 62">
                  <a:extLst>
                    <a:ext uri="{FF2B5EF4-FFF2-40B4-BE49-F238E27FC236}">
                      <a16:creationId xmlns:a16="http://schemas.microsoft.com/office/drawing/2014/main" id="{81941D6B-1C59-EEB1-1246-6B04E9BDAA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2528"/>
                  <a:ext cx="728" cy="117"/>
                </a:xfrm>
                <a:custGeom>
                  <a:avLst/>
                  <a:gdLst>
                    <a:gd name="T0" fmla="*/ 0 w 728"/>
                    <a:gd name="T1" fmla="*/ 47 h 131"/>
                    <a:gd name="T2" fmla="*/ 44 w 728"/>
                    <a:gd name="T3" fmla="*/ 27 h 131"/>
                    <a:gd name="T4" fmla="*/ 109 w 728"/>
                    <a:gd name="T5" fmla="*/ 20 h 131"/>
                    <a:gd name="T6" fmla="*/ 185 w 728"/>
                    <a:gd name="T7" fmla="*/ 24 h 131"/>
                    <a:gd name="T8" fmla="*/ 217 w 728"/>
                    <a:gd name="T9" fmla="*/ 32 h 131"/>
                    <a:gd name="T10" fmla="*/ 261 w 728"/>
                    <a:gd name="T11" fmla="*/ 36 h 131"/>
                    <a:gd name="T12" fmla="*/ 435 w 728"/>
                    <a:gd name="T13" fmla="*/ 16 h 131"/>
                    <a:gd name="T14" fmla="*/ 467 w 728"/>
                    <a:gd name="T15" fmla="*/ 9 h 131"/>
                    <a:gd name="T16" fmla="*/ 533 w 728"/>
                    <a:gd name="T17" fmla="*/ 0 h 131"/>
                    <a:gd name="T18" fmla="*/ 598 w 728"/>
                    <a:gd name="T19" fmla="*/ 9 h 131"/>
                    <a:gd name="T20" fmla="*/ 728 w 728"/>
                    <a:gd name="T21" fmla="*/ 40 h 1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28"/>
                    <a:gd name="T34" fmla="*/ 0 h 131"/>
                    <a:gd name="T35" fmla="*/ 728 w 728"/>
                    <a:gd name="T36" fmla="*/ 131 h 1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28" h="131">
                      <a:moveTo>
                        <a:pt x="0" y="131"/>
                      </a:moveTo>
                      <a:cubicBezTo>
                        <a:pt x="12" y="95"/>
                        <a:pt x="5" y="93"/>
                        <a:pt x="44" y="76"/>
                      </a:cubicBezTo>
                      <a:cubicBezTo>
                        <a:pt x="65" y="67"/>
                        <a:pt x="109" y="55"/>
                        <a:pt x="109" y="55"/>
                      </a:cubicBezTo>
                      <a:cubicBezTo>
                        <a:pt x="134" y="59"/>
                        <a:pt x="160" y="59"/>
                        <a:pt x="185" y="66"/>
                      </a:cubicBezTo>
                      <a:cubicBezTo>
                        <a:pt x="197" y="70"/>
                        <a:pt x="205" y="82"/>
                        <a:pt x="217" y="87"/>
                      </a:cubicBezTo>
                      <a:cubicBezTo>
                        <a:pt x="231" y="93"/>
                        <a:pt x="246" y="94"/>
                        <a:pt x="261" y="98"/>
                      </a:cubicBezTo>
                      <a:cubicBezTo>
                        <a:pt x="394" y="85"/>
                        <a:pt x="341" y="107"/>
                        <a:pt x="435" y="44"/>
                      </a:cubicBezTo>
                      <a:cubicBezTo>
                        <a:pt x="446" y="37"/>
                        <a:pt x="455" y="26"/>
                        <a:pt x="467" y="22"/>
                      </a:cubicBezTo>
                      <a:cubicBezTo>
                        <a:pt x="489" y="15"/>
                        <a:pt x="533" y="0"/>
                        <a:pt x="533" y="0"/>
                      </a:cubicBezTo>
                      <a:cubicBezTo>
                        <a:pt x="555" y="7"/>
                        <a:pt x="579" y="9"/>
                        <a:pt x="598" y="22"/>
                      </a:cubicBezTo>
                      <a:cubicBezTo>
                        <a:pt x="641" y="51"/>
                        <a:pt x="682" y="85"/>
                        <a:pt x="728" y="109"/>
                      </a:cubicBezTo>
                    </a:path>
                  </a:pathLst>
                </a:custGeom>
                <a:gradFill rotWithShape="1">
                  <a:gsLst>
                    <a:gs pos="0">
                      <a:srgbClr val="184776">
                        <a:alpha val="21999"/>
                      </a:srgbClr>
                    </a:gs>
                    <a:gs pos="100000">
                      <a:srgbClr val="3399FF">
                        <a:alpha val="21999"/>
                      </a:srgbClr>
                    </a:gs>
                  </a:gsLst>
                  <a:lin ang="2700000" scaled="1"/>
                </a:gradFill>
                <a:ln w="3810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5" name="Freeform 63">
                  <a:extLst>
                    <a:ext uri="{FF2B5EF4-FFF2-40B4-BE49-F238E27FC236}">
                      <a16:creationId xmlns:a16="http://schemas.microsoft.com/office/drawing/2014/main" id="{B552E842-1A76-5AA1-4A14-A8FD7A7305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012" y="3929"/>
                  <a:ext cx="728" cy="117"/>
                </a:xfrm>
                <a:custGeom>
                  <a:avLst/>
                  <a:gdLst>
                    <a:gd name="T0" fmla="*/ 0 w 728"/>
                    <a:gd name="T1" fmla="*/ 47 h 131"/>
                    <a:gd name="T2" fmla="*/ 44 w 728"/>
                    <a:gd name="T3" fmla="*/ 27 h 131"/>
                    <a:gd name="T4" fmla="*/ 109 w 728"/>
                    <a:gd name="T5" fmla="*/ 20 h 131"/>
                    <a:gd name="T6" fmla="*/ 185 w 728"/>
                    <a:gd name="T7" fmla="*/ 24 h 131"/>
                    <a:gd name="T8" fmla="*/ 217 w 728"/>
                    <a:gd name="T9" fmla="*/ 32 h 131"/>
                    <a:gd name="T10" fmla="*/ 261 w 728"/>
                    <a:gd name="T11" fmla="*/ 36 h 131"/>
                    <a:gd name="T12" fmla="*/ 435 w 728"/>
                    <a:gd name="T13" fmla="*/ 16 h 131"/>
                    <a:gd name="T14" fmla="*/ 467 w 728"/>
                    <a:gd name="T15" fmla="*/ 9 h 131"/>
                    <a:gd name="T16" fmla="*/ 533 w 728"/>
                    <a:gd name="T17" fmla="*/ 0 h 131"/>
                    <a:gd name="T18" fmla="*/ 598 w 728"/>
                    <a:gd name="T19" fmla="*/ 9 h 131"/>
                    <a:gd name="T20" fmla="*/ 728 w 728"/>
                    <a:gd name="T21" fmla="*/ 40 h 13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28"/>
                    <a:gd name="T34" fmla="*/ 0 h 131"/>
                    <a:gd name="T35" fmla="*/ 728 w 728"/>
                    <a:gd name="T36" fmla="*/ 131 h 131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28" h="131">
                      <a:moveTo>
                        <a:pt x="0" y="131"/>
                      </a:moveTo>
                      <a:cubicBezTo>
                        <a:pt x="12" y="95"/>
                        <a:pt x="5" y="93"/>
                        <a:pt x="44" y="76"/>
                      </a:cubicBezTo>
                      <a:cubicBezTo>
                        <a:pt x="65" y="67"/>
                        <a:pt x="109" y="55"/>
                        <a:pt x="109" y="55"/>
                      </a:cubicBezTo>
                      <a:cubicBezTo>
                        <a:pt x="134" y="59"/>
                        <a:pt x="160" y="59"/>
                        <a:pt x="185" y="66"/>
                      </a:cubicBezTo>
                      <a:cubicBezTo>
                        <a:pt x="197" y="70"/>
                        <a:pt x="205" y="82"/>
                        <a:pt x="217" y="87"/>
                      </a:cubicBezTo>
                      <a:cubicBezTo>
                        <a:pt x="231" y="93"/>
                        <a:pt x="246" y="94"/>
                        <a:pt x="261" y="98"/>
                      </a:cubicBezTo>
                      <a:cubicBezTo>
                        <a:pt x="394" y="85"/>
                        <a:pt x="341" y="107"/>
                        <a:pt x="435" y="44"/>
                      </a:cubicBezTo>
                      <a:cubicBezTo>
                        <a:pt x="446" y="37"/>
                        <a:pt x="455" y="26"/>
                        <a:pt x="467" y="22"/>
                      </a:cubicBezTo>
                      <a:cubicBezTo>
                        <a:pt x="489" y="15"/>
                        <a:pt x="533" y="0"/>
                        <a:pt x="533" y="0"/>
                      </a:cubicBezTo>
                      <a:cubicBezTo>
                        <a:pt x="555" y="7"/>
                        <a:pt x="579" y="9"/>
                        <a:pt x="598" y="22"/>
                      </a:cubicBezTo>
                      <a:cubicBezTo>
                        <a:pt x="641" y="51"/>
                        <a:pt x="682" y="85"/>
                        <a:pt x="728" y="109"/>
                      </a:cubicBezTo>
                    </a:path>
                  </a:pathLst>
                </a:custGeom>
                <a:gradFill rotWithShape="1">
                  <a:gsLst>
                    <a:gs pos="0">
                      <a:srgbClr val="3399FF">
                        <a:alpha val="21999"/>
                      </a:srgbClr>
                    </a:gs>
                    <a:gs pos="50000">
                      <a:srgbClr val="184776">
                        <a:alpha val="21999"/>
                      </a:srgbClr>
                    </a:gs>
                    <a:gs pos="100000">
                      <a:srgbClr val="3399FF">
                        <a:alpha val="21999"/>
                      </a:srgbClr>
                    </a:gs>
                  </a:gsLst>
                  <a:lin ang="2700000" scaled="1"/>
                </a:gradFill>
                <a:ln w="3810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6" name="Rectangle 64">
                  <a:extLst>
                    <a:ext uri="{FF2B5EF4-FFF2-40B4-BE49-F238E27FC236}">
                      <a16:creationId xmlns:a16="http://schemas.microsoft.com/office/drawing/2014/main" id="{88137AF0-A23F-8773-317B-DAACC11ED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8" y="2630"/>
                  <a:ext cx="680" cy="131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99FF">
                        <a:alpha val="21999"/>
                      </a:srgbClr>
                    </a:gs>
                    <a:gs pos="100000">
                      <a:srgbClr val="184776">
                        <a:alpha val="23000"/>
                      </a:srgbClr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</p:grpSp>
          <p:sp>
            <p:nvSpPr>
              <p:cNvPr id="6192" name="Line 65">
                <a:extLst>
                  <a:ext uri="{FF2B5EF4-FFF2-40B4-BE49-F238E27FC236}">
                    <a16:creationId xmlns:a16="http://schemas.microsoft.com/office/drawing/2014/main" id="{BFBCC6B3-3F02-D944-7E5A-789256A58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8" y="2642"/>
                <a:ext cx="0" cy="1332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3" name="Line 66">
                <a:extLst>
                  <a:ext uri="{FF2B5EF4-FFF2-40B4-BE49-F238E27FC236}">
                    <a16:creationId xmlns:a16="http://schemas.microsoft.com/office/drawing/2014/main" id="{DCF079FE-45CE-64C5-1EBA-3675BD55C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38" y="2600"/>
                <a:ext cx="0" cy="133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9571" name="Line 67">
            <a:extLst>
              <a:ext uri="{FF2B5EF4-FFF2-40B4-BE49-F238E27FC236}">
                <a16:creationId xmlns:a16="http://schemas.microsoft.com/office/drawing/2014/main" id="{592832B3-14F8-2F8C-0812-4F3B662FB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3113" y="4132263"/>
            <a:ext cx="0" cy="2154237"/>
          </a:xfrm>
          <a:prstGeom prst="line">
            <a:avLst/>
          </a:prstGeom>
          <a:noFill/>
          <a:ln w="38100">
            <a:solidFill>
              <a:srgbClr val="FFCC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68">
            <a:extLst>
              <a:ext uri="{FF2B5EF4-FFF2-40B4-BE49-F238E27FC236}">
                <a16:creationId xmlns:a16="http://schemas.microsoft.com/office/drawing/2014/main" id="{E20FB001-3FE7-C17B-DD82-BBE87A768EE3}"/>
              </a:ext>
            </a:extLst>
          </p:cNvPr>
          <p:cNvGrpSpPr>
            <a:grpSpLocks/>
          </p:cNvGrpSpPr>
          <p:nvPr/>
        </p:nvGrpSpPr>
        <p:grpSpPr bwMode="auto">
          <a:xfrm>
            <a:off x="4565650" y="4003675"/>
            <a:ext cx="404813" cy="630238"/>
            <a:chOff x="4383" y="2472"/>
            <a:chExt cx="255" cy="397"/>
          </a:xfrm>
        </p:grpSpPr>
        <p:sp>
          <p:nvSpPr>
            <p:cNvPr id="6186" name="Text Box 69">
              <a:extLst>
                <a:ext uri="{FF2B5EF4-FFF2-40B4-BE49-F238E27FC236}">
                  <a16:creationId xmlns:a16="http://schemas.microsoft.com/office/drawing/2014/main" id="{B151D11B-F80D-E314-8C39-329F6A544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6" y="24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66"/>
                  </a:solidFill>
                </a:rPr>
                <a:t>x</a:t>
              </a:r>
            </a:p>
          </p:txBody>
        </p:sp>
        <p:sp>
          <p:nvSpPr>
            <p:cNvPr id="6187" name="Line 70">
              <a:extLst>
                <a:ext uri="{FF2B5EF4-FFF2-40B4-BE49-F238E27FC236}">
                  <a16:creationId xmlns:a16="http://schemas.microsoft.com/office/drawing/2014/main" id="{0D4A9601-5EBD-6E23-CA18-1565169E6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8" y="2614"/>
              <a:ext cx="0" cy="255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8" name="Line 71">
              <a:extLst>
                <a:ext uri="{FF2B5EF4-FFF2-40B4-BE49-F238E27FC236}">
                  <a16:creationId xmlns:a16="http://schemas.microsoft.com/office/drawing/2014/main" id="{2F7A626E-D4C5-2764-F12B-A01EA4F83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3" y="2755"/>
              <a:ext cx="255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72">
            <a:extLst>
              <a:ext uri="{FF2B5EF4-FFF2-40B4-BE49-F238E27FC236}">
                <a16:creationId xmlns:a16="http://schemas.microsoft.com/office/drawing/2014/main" id="{290289AD-6DF9-28E1-3D6B-5DB692779BD2}"/>
              </a:ext>
            </a:extLst>
          </p:cNvPr>
          <p:cNvGrpSpPr>
            <a:grpSpLocks/>
          </p:cNvGrpSpPr>
          <p:nvPr/>
        </p:nvGrpSpPr>
        <p:grpSpPr bwMode="auto">
          <a:xfrm>
            <a:off x="7599363" y="1617663"/>
            <a:ext cx="933450" cy="936625"/>
            <a:chOff x="4831" y="1181"/>
            <a:chExt cx="588" cy="590"/>
          </a:xfrm>
        </p:grpSpPr>
        <p:sp>
          <p:nvSpPr>
            <p:cNvPr id="6183" name="Rectangle 73">
              <a:extLst>
                <a:ext uri="{FF2B5EF4-FFF2-40B4-BE49-F238E27FC236}">
                  <a16:creationId xmlns:a16="http://schemas.microsoft.com/office/drawing/2014/main" id="{BE623184-1341-170E-4197-8A1F9B53D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" y="1181"/>
              <a:ext cx="432" cy="590"/>
            </a:xfrm>
            <a:prstGeom prst="rect">
              <a:avLst/>
            </a:prstGeom>
            <a:noFill/>
            <a:ln w="19050">
              <a:solidFill>
                <a:srgbClr val="FF7C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84" name="Oval 74">
              <a:extLst>
                <a:ext uri="{FF2B5EF4-FFF2-40B4-BE49-F238E27FC236}">
                  <a16:creationId xmlns:a16="http://schemas.microsoft.com/office/drawing/2014/main" id="{638177EC-8BB5-3497-23DD-85D378D3C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1181"/>
              <a:ext cx="317" cy="590"/>
            </a:xfrm>
            <a:prstGeom prst="ellipse">
              <a:avLst/>
            </a:prstGeom>
            <a:gradFill rotWithShape="1">
              <a:gsLst>
                <a:gs pos="0">
                  <a:srgbClr val="00CC99">
                    <a:alpha val="89998"/>
                  </a:srgbClr>
                </a:gs>
                <a:gs pos="100000">
                  <a:srgbClr val="005E47">
                    <a:alpha val="89998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7C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85" name="Rectangle 75">
              <a:extLst>
                <a:ext uri="{FF2B5EF4-FFF2-40B4-BE49-F238E27FC236}">
                  <a16:creationId xmlns:a16="http://schemas.microsoft.com/office/drawing/2014/main" id="{0E6757BD-B297-58AB-592C-EEB91DF57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" y="1181"/>
              <a:ext cx="432" cy="590"/>
            </a:xfrm>
            <a:prstGeom prst="rect">
              <a:avLst/>
            </a:prstGeom>
            <a:gradFill rotWithShape="1">
              <a:gsLst>
                <a:gs pos="0">
                  <a:srgbClr val="005E47">
                    <a:alpha val="7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5E47">
                    <a:alpha val="70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49580" name="Oval 76">
            <a:extLst>
              <a:ext uri="{FF2B5EF4-FFF2-40B4-BE49-F238E27FC236}">
                <a16:creationId xmlns:a16="http://schemas.microsoft.com/office/drawing/2014/main" id="{643701DB-929B-F929-FE9A-A61A36E5C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913" y="1617663"/>
            <a:ext cx="503237" cy="936625"/>
          </a:xfrm>
          <a:prstGeom prst="ellipse">
            <a:avLst/>
          </a:prstGeom>
          <a:gradFill rotWithShape="1">
            <a:gsLst>
              <a:gs pos="0">
                <a:schemeClr val="accent1">
                  <a:alpha val="89999"/>
                </a:schemeClr>
              </a:gs>
              <a:gs pos="100000">
                <a:schemeClr val="accent1">
                  <a:gamma/>
                  <a:shade val="46275"/>
                  <a:invGamma/>
                  <a:alpha val="89999"/>
                </a:scheme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7C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pSp>
        <p:nvGrpSpPr>
          <p:cNvPr id="13" name="Group 77">
            <a:extLst>
              <a:ext uri="{FF2B5EF4-FFF2-40B4-BE49-F238E27FC236}">
                <a16:creationId xmlns:a16="http://schemas.microsoft.com/office/drawing/2014/main" id="{E2AABCF7-A21F-1837-FB3B-2F51640400F7}"/>
              </a:ext>
            </a:extLst>
          </p:cNvPr>
          <p:cNvGrpSpPr>
            <a:grpSpLocks/>
          </p:cNvGrpSpPr>
          <p:nvPr/>
        </p:nvGrpSpPr>
        <p:grpSpPr bwMode="auto">
          <a:xfrm>
            <a:off x="5664200" y="4252913"/>
            <a:ext cx="2868613" cy="1995487"/>
            <a:chOff x="2902" y="2666"/>
            <a:chExt cx="2001" cy="1392"/>
          </a:xfrm>
        </p:grpSpPr>
        <p:sp>
          <p:nvSpPr>
            <p:cNvPr id="6178" name="Line 78">
              <a:extLst>
                <a:ext uri="{FF2B5EF4-FFF2-40B4-BE49-F238E27FC236}">
                  <a16:creationId xmlns:a16="http://schemas.microsoft.com/office/drawing/2014/main" id="{6A97EE4E-32DB-3716-7EC2-2A50135D4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2" y="3410"/>
              <a:ext cx="172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Line 79">
              <a:extLst>
                <a:ext uri="{FF2B5EF4-FFF2-40B4-BE49-F238E27FC236}">
                  <a16:creationId xmlns:a16="http://schemas.microsoft.com/office/drawing/2014/main" id="{1B0E5082-8074-EFDA-8241-4765CA273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6" y="2762"/>
              <a:ext cx="0" cy="12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Text Box 80">
              <a:extLst>
                <a:ext uri="{FF2B5EF4-FFF2-40B4-BE49-F238E27FC236}">
                  <a16:creationId xmlns:a16="http://schemas.microsoft.com/office/drawing/2014/main" id="{010661AC-3E42-1FF5-D7C0-881F6CEF2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3268"/>
              <a:ext cx="235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x</a:t>
              </a:r>
            </a:p>
          </p:txBody>
        </p:sp>
        <p:sp>
          <p:nvSpPr>
            <p:cNvPr id="6181" name="Text Box 81">
              <a:extLst>
                <a:ext uri="{FF2B5EF4-FFF2-40B4-BE49-F238E27FC236}">
                  <a16:creationId xmlns:a16="http://schemas.microsoft.com/office/drawing/2014/main" id="{10C1B71C-AFB7-88CA-3CD5-E1B56ABCC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3412"/>
              <a:ext cx="282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O</a:t>
              </a:r>
            </a:p>
          </p:txBody>
        </p:sp>
        <p:sp>
          <p:nvSpPr>
            <p:cNvPr id="6182" name="Text Box 82">
              <a:extLst>
                <a:ext uri="{FF2B5EF4-FFF2-40B4-BE49-F238E27FC236}">
                  <a16:creationId xmlns:a16="http://schemas.microsoft.com/office/drawing/2014/main" id="{24386F41-6BCA-EBED-6355-CFA6D48E0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66"/>
              <a:ext cx="341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FFFF66"/>
                  </a:solidFill>
                </a:rPr>
                <a:t>E</a:t>
              </a:r>
              <a:r>
                <a:rPr lang="en-US" altLang="zh-CN" b="1" i="1" baseline="-25000">
                  <a:solidFill>
                    <a:srgbClr val="FFFF66"/>
                  </a:solidFill>
                </a:rPr>
                <a:t>x</a:t>
              </a:r>
              <a:endParaRPr lang="en-US" altLang="zh-CN" b="1" i="1">
                <a:solidFill>
                  <a:srgbClr val="FFFF66"/>
                </a:solidFill>
              </a:endParaRPr>
            </a:p>
          </p:txBody>
        </p:sp>
      </p:grpSp>
      <p:grpSp>
        <p:nvGrpSpPr>
          <p:cNvPr id="14" name="Group 83">
            <a:extLst>
              <a:ext uri="{FF2B5EF4-FFF2-40B4-BE49-F238E27FC236}">
                <a16:creationId xmlns:a16="http://schemas.microsoft.com/office/drawing/2014/main" id="{05EFAF82-C135-D731-0A8A-FDAE7775A8EE}"/>
              </a:ext>
            </a:extLst>
          </p:cNvPr>
          <p:cNvGrpSpPr>
            <a:grpSpLocks/>
          </p:cNvGrpSpPr>
          <p:nvPr/>
        </p:nvGrpSpPr>
        <p:grpSpPr bwMode="auto">
          <a:xfrm>
            <a:off x="5622925" y="4867275"/>
            <a:ext cx="2647950" cy="923925"/>
            <a:chOff x="3612" y="3066"/>
            <a:chExt cx="1668" cy="582"/>
          </a:xfrm>
        </p:grpSpPr>
        <p:sp>
          <p:nvSpPr>
            <p:cNvPr id="6175" name="Line 84">
              <a:extLst>
                <a:ext uri="{FF2B5EF4-FFF2-40B4-BE49-F238E27FC236}">
                  <a16:creationId xmlns:a16="http://schemas.microsoft.com/office/drawing/2014/main" id="{F4FEE9E1-A202-2CD7-EF18-AD77B8A76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3648"/>
              <a:ext cx="480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Line 85">
              <a:extLst>
                <a:ext uri="{FF2B5EF4-FFF2-40B4-BE49-F238E27FC236}">
                  <a16:creationId xmlns:a16="http://schemas.microsoft.com/office/drawing/2014/main" id="{4F97B9EA-7C83-6F22-D721-DCF7C1113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070"/>
              <a:ext cx="528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86">
              <a:extLst>
                <a:ext uri="{FF2B5EF4-FFF2-40B4-BE49-F238E27FC236}">
                  <a16:creationId xmlns:a16="http://schemas.microsoft.com/office/drawing/2014/main" id="{D141FEF4-7FFB-B351-08CE-BA5881D94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066"/>
              <a:ext cx="672" cy="58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49591" name="Picture 87" descr="j0293240">
            <a:extLst>
              <a:ext uri="{FF2B5EF4-FFF2-40B4-BE49-F238E27FC236}">
                <a16:creationId xmlns:a16="http://schemas.microsoft.com/office/drawing/2014/main" id="{831B22BE-1EB8-D1E9-95DB-DACED378E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animBg="1"/>
      <p:bldP spid="149515" grpId="0" autoUpdateAnimBg="0"/>
      <p:bldP spid="149516" grpId="0" autoUpdateAnimBg="0"/>
      <p:bldP spid="149517" grpId="0" autoUpdateAnimBg="0"/>
      <p:bldP spid="149520" grpId="0" autoUpdateAnimBg="0"/>
      <p:bldP spid="149523" grpId="0" autoUpdateAnimBg="0"/>
      <p:bldP spid="149524" grpId="0" autoUpdateAnimBg="0"/>
      <p:bldP spid="149525" grpId="0" autoUpdateAnimBg="0"/>
      <p:bldP spid="149526" grpId="0" autoUpdateAnimBg="0"/>
      <p:bldP spid="149546" grpId="0" autoUpdateAnimBg="0"/>
      <p:bldP spid="149554" grpId="0" autoUpdateAnimBg="0"/>
      <p:bldP spid="14958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Oval 2">
            <a:extLst>
              <a:ext uri="{FF2B5EF4-FFF2-40B4-BE49-F238E27FC236}">
                <a16:creationId xmlns:a16="http://schemas.microsoft.com/office/drawing/2014/main" id="{5F9D0B3F-407E-81A4-0628-CB5FE9FF7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643438"/>
            <a:ext cx="214313" cy="82550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D4B6623-7487-2F2B-DCAF-1591C1252531}"/>
              </a:ext>
            </a:extLst>
          </p:cNvPr>
          <p:cNvGrpSpPr>
            <a:grpSpLocks/>
          </p:cNvGrpSpPr>
          <p:nvPr/>
        </p:nvGrpSpPr>
        <p:grpSpPr bwMode="auto">
          <a:xfrm>
            <a:off x="7181850" y="3368675"/>
            <a:ext cx="266700" cy="1284288"/>
            <a:chOff x="4604" y="2705"/>
            <a:chExt cx="136" cy="974"/>
          </a:xfrm>
        </p:grpSpPr>
        <p:sp>
          <p:nvSpPr>
            <p:cNvPr id="7205" name="Line 4">
              <a:extLst>
                <a:ext uri="{FF2B5EF4-FFF2-40B4-BE49-F238E27FC236}">
                  <a16:creationId xmlns:a16="http://schemas.microsoft.com/office/drawing/2014/main" id="{0A28110F-3597-E342-BE50-A9A68FD90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705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6" name="Line 5">
              <a:extLst>
                <a:ext uri="{FF2B5EF4-FFF2-40B4-BE49-F238E27FC236}">
                  <a16:creationId xmlns:a16="http://schemas.microsoft.com/office/drawing/2014/main" id="{D8E6B577-5C77-30CD-94B1-376562BB2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728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2" name="Text Box 6">
            <a:extLst>
              <a:ext uri="{FF2B5EF4-FFF2-40B4-BE49-F238E27FC236}">
                <a16:creationId xmlns:a16="http://schemas.microsoft.com/office/drawing/2014/main" id="{EC7202CE-38FC-A79A-6AF9-90AF424F3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125"/>
            <a:ext cx="673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“</a:t>
            </a:r>
            <a:r>
              <a:rPr lang="zh-CN" altLang="en-US" b="1">
                <a:latin typeface="宋体" panose="02010600030101010101" pitchFamily="2" charset="-122"/>
              </a:rPr>
              <a:t>无限长</a:t>
            </a:r>
            <a:r>
              <a:rPr lang="zh-CN" altLang="en-US" b="1"/>
              <a:t>”</a:t>
            </a:r>
            <a:r>
              <a:rPr lang="zh-CN" altLang="en-US" b="1">
                <a:latin typeface="宋体" panose="02010600030101010101" pitchFamily="2" charset="-122"/>
              </a:rPr>
              <a:t> 均匀带电直线，电荷线密度为</a:t>
            </a:r>
            <a:r>
              <a:rPr lang="en-US" altLang="zh-CN" b="1">
                <a:solidFill>
                  <a:srgbClr val="66FFFF"/>
                </a:solidFill>
              </a:rPr>
              <a:t>+</a:t>
            </a: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>
                <a:latin typeface="宋体" panose="02010600030101010101" pitchFamily="2" charset="-122"/>
              </a:rPr>
              <a:t>            </a:t>
            </a:r>
          </a:p>
        </p:txBody>
      </p:sp>
      <p:sp>
        <p:nvSpPr>
          <p:cNvPr id="7173" name="Text Box 7">
            <a:extLst>
              <a:ext uri="{FF2B5EF4-FFF2-40B4-BE49-F238E27FC236}">
                <a16:creationId xmlns:a16="http://schemas.microsoft.com/office/drawing/2014/main" id="{2DB51FE1-C739-57CD-C1E8-4EE212E1A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573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7174" name="Rectangle 8">
            <a:extLst>
              <a:ext uri="{FF2B5EF4-FFF2-40B4-BE49-F238E27FC236}">
                <a16:creationId xmlns:a16="http://schemas.microsoft.com/office/drawing/2014/main" id="{254B82CD-3F5F-45AC-1438-9DB473E6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34448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7175" name="Rectangle 9">
            <a:extLst>
              <a:ext uri="{FF2B5EF4-FFF2-40B4-BE49-F238E27FC236}">
                <a16:creationId xmlns:a16="http://schemas.microsoft.com/office/drawing/2014/main" id="{92E9CCB2-B0E9-46F5-C337-0FC152EBB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901700"/>
            <a:ext cx="293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电场强度</a:t>
            </a:r>
            <a:r>
              <a:rPr lang="zh-CN" altLang="en-US" b="1">
                <a:sym typeface="Symbol" panose="05050102010706020507" pitchFamily="18" charset="2"/>
              </a:rPr>
              <a:t>分布</a:t>
            </a:r>
          </a:p>
        </p:txBody>
      </p:sp>
      <p:sp>
        <p:nvSpPr>
          <p:cNvPr id="7176" name="Rectangle 10">
            <a:extLst>
              <a:ext uri="{FF2B5EF4-FFF2-40B4-BE49-F238E27FC236}">
                <a16:creationId xmlns:a16="http://schemas.microsoft.com/office/drawing/2014/main" id="{2EB852A3-79E1-E1AD-4BB5-ED1DD95BE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778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B9B2AD20-7B38-8197-A989-4379DBED3952}"/>
              </a:ext>
            </a:extLst>
          </p:cNvPr>
          <p:cNvGrpSpPr>
            <a:grpSpLocks/>
          </p:cNvGrpSpPr>
          <p:nvPr/>
        </p:nvGrpSpPr>
        <p:grpSpPr bwMode="auto">
          <a:xfrm>
            <a:off x="7191375" y="666750"/>
            <a:ext cx="260350" cy="1952625"/>
            <a:chOff x="4604" y="868"/>
            <a:chExt cx="136" cy="974"/>
          </a:xfrm>
        </p:grpSpPr>
        <p:sp>
          <p:nvSpPr>
            <p:cNvPr id="7203" name="Line 12">
              <a:extLst>
                <a:ext uri="{FF2B5EF4-FFF2-40B4-BE49-F238E27FC236}">
                  <a16:creationId xmlns:a16="http://schemas.microsoft.com/office/drawing/2014/main" id="{82EDDF51-BC41-F037-A0C4-C07CEC7CE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868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4" name="Line 13">
              <a:extLst>
                <a:ext uri="{FF2B5EF4-FFF2-40B4-BE49-F238E27FC236}">
                  <a16:creationId xmlns:a16="http://schemas.microsoft.com/office/drawing/2014/main" id="{8D0AE5D5-EAC1-BE79-1730-FD3071A21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891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0542" name="Rectangle 14">
            <a:extLst>
              <a:ext uri="{FF2B5EF4-FFF2-40B4-BE49-F238E27FC236}">
                <a16:creationId xmlns:a16="http://schemas.microsoft.com/office/drawing/2014/main" id="{EBBA68C6-DD42-DAD8-95DF-49D14FD1B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601663"/>
            <a:ext cx="220662" cy="4087812"/>
          </a:xfrm>
          <a:prstGeom prst="rect">
            <a:avLst/>
          </a:prstGeom>
          <a:gradFill rotWithShape="1">
            <a:gsLst>
              <a:gs pos="0">
                <a:srgbClr val="76762F">
                  <a:alpha val="79999"/>
                </a:srgbClr>
              </a:gs>
              <a:gs pos="50000">
                <a:srgbClr val="FFFF66">
                  <a:alpha val="79999"/>
                </a:srgbClr>
              </a:gs>
              <a:gs pos="100000">
                <a:srgbClr val="76762F">
                  <a:alpha val="79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43" name="Oval 15">
            <a:extLst>
              <a:ext uri="{FF2B5EF4-FFF2-40B4-BE49-F238E27FC236}">
                <a16:creationId xmlns:a16="http://schemas.microsoft.com/office/drawing/2014/main" id="{B6D7481D-6345-A173-E8CB-902780311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555625"/>
            <a:ext cx="214313" cy="82550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44" name="Oval 16">
            <a:extLst>
              <a:ext uri="{FF2B5EF4-FFF2-40B4-BE49-F238E27FC236}">
                <a16:creationId xmlns:a16="http://schemas.microsoft.com/office/drawing/2014/main" id="{34FFBEE8-3EF7-5B71-B3F2-DC076B55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4651375"/>
            <a:ext cx="214312" cy="82550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45" name="Rectangle 17">
            <a:extLst>
              <a:ext uri="{FF2B5EF4-FFF2-40B4-BE49-F238E27FC236}">
                <a16:creationId xmlns:a16="http://schemas.microsoft.com/office/drawing/2014/main" id="{D91E9E6D-DB49-DE06-80AA-8CE8016A4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760663"/>
            <a:ext cx="225425" cy="1935162"/>
          </a:xfrm>
          <a:prstGeom prst="rect">
            <a:avLst/>
          </a:prstGeom>
          <a:gradFill rotWithShape="1">
            <a:gsLst>
              <a:gs pos="0">
                <a:srgbClr val="76762F">
                  <a:alpha val="79999"/>
                </a:srgbClr>
              </a:gs>
              <a:gs pos="50000">
                <a:srgbClr val="FFFF66">
                  <a:alpha val="79999"/>
                </a:srgbClr>
              </a:gs>
              <a:gs pos="100000">
                <a:srgbClr val="76762F">
                  <a:alpha val="79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EB93D23-64B2-4688-8B3D-377B24AE589A}"/>
              </a:ext>
            </a:extLst>
          </p:cNvPr>
          <p:cNvGrpSpPr>
            <a:grpSpLocks/>
          </p:cNvGrpSpPr>
          <p:nvPr/>
        </p:nvGrpSpPr>
        <p:grpSpPr bwMode="auto">
          <a:xfrm>
            <a:off x="7186613" y="3368675"/>
            <a:ext cx="215900" cy="1284288"/>
            <a:chOff x="4604" y="2705"/>
            <a:chExt cx="136" cy="974"/>
          </a:xfrm>
        </p:grpSpPr>
        <p:sp>
          <p:nvSpPr>
            <p:cNvPr id="7201" name="Line 19">
              <a:extLst>
                <a:ext uri="{FF2B5EF4-FFF2-40B4-BE49-F238E27FC236}">
                  <a16:creationId xmlns:a16="http://schemas.microsoft.com/office/drawing/2014/main" id="{C92C430F-D726-2EE5-652A-FF95F25E7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705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Line 20">
              <a:extLst>
                <a:ext uri="{FF2B5EF4-FFF2-40B4-BE49-F238E27FC236}">
                  <a16:creationId xmlns:a16="http://schemas.microsoft.com/office/drawing/2014/main" id="{B8F0BE9C-0A12-2798-2932-08DC56D3B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728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F3E7EE5E-4C9C-1BE5-5AC0-8042A5A5BF87}"/>
              </a:ext>
            </a:extLst>
          </p:cNvPr>
          <p:cNvGrpSpPr>
            <a:grpSpLocks/>
          </p:cNvGrpSpPr>
          <p:nvPr/>
        </p:nvGrpSpPr>
        <p:grpSpPr bwMode="auto">
          <a:xfrm>
            <a:off x="7186613" y="1711325"/>
            <a:ext cx="215900" cy="1546225"/>
            <a:chOff x="4604" y="868"/>
            <a:chExt cx="136" cy="974"/>
          </a:xfrm>
        </p:grpSpPr>
        <p:sp>
          <p:nvSpPr>
            <p:cNvPr id="7199" name="Line 22">
              <a:extLst>
                <a:ext uri="{FF2B5EF4-FFF2-40B4-BE49-F238E27FC236}">
                  <a16:creationId xmlns:a16="http://schemas.microsoft.com/office/drawing/2014/main" id="{36FB1DF4-F8D9-50AA-1C26-408541E3A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868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Line 23">
              <a:extLst>
                <a:ext uri="{FF2B5EF4-FFF2-40B4-BE49-F238E27FC236}">
                  <a16:creationId xmlns:a16="http://schemas.microsoft.com/office/drawing/2014/main" id="{4D5033A3-DBE5-170C-A010-137DFB8EA5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891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4">
            <a:extLst>
              <a:ext uri="{FF2B5EF4-FFF2-40B4-BE49-F238E27FC236}">
                <a16:creationId xmlns:a16="http://schemas.microsoft.com/office/drawing/2014/main" id="{41EC1BED-1F4A-3D38-3898-6E1AD0E0EAE7}"/>
              </a:ext>
            </a:extLst>
          </p:cNvPr>
          <p:cNvGrpSpPr>
            <a:grpSpLocks/>
          </p:cNvGrpSpPr>
          <p:nvPr/>
        </p:nvGrpSpPr>
        <p:grpSpPr bwMode="auto">
          <a:xfrm>
            <a:off x="7189788" y="666750"/>
            <a:ext cx="209550" cy="2770188"/>
            <a:chOff x="4604" y="868"/>
            <a:chExt cx="136" cy="974"/>
          </a:xfrm>
        </p:grpSpPr>
        <p:sp>
          <p:nvSpPr>
            <p:cNvPr id="7197" name="Line 25">
              <a:extLst>
                <a:ext uri="{FF2B5EF4-FFF2-40B4-BE49-F238E27FC236}">
                  <a16:creationId xmlns:a16="http://schemas.microsoft.com/office/drawing/2014/main" id="{62A816C7-8D46-7215-CD2F-B4DF85799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868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8" name="Line 26">
              <a:extLst>
                <a:ext uri="{FF2B5EF4-FFF2-40B4-BE49-F238E27FC236}">
                  <a16:creationId xmlns:a16="http://schemas.microsoft.com/office/drawing/2014/main" id="{739E57D8-F76A-FC28-0FEB-A471A07FB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891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0555" name="AutoShape 27">
            <a:extLst>
              <a:ext uri="{FF2B5EF4-FFF2-40B4-BE49-F238E27FC236}">
                <a16:creationId xmlns:a16="http://schemas.microsoft.com/office/drawing/2014/main" id="{2A2066A1-11BA-B674-9871-AB095CF3D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5" y="2033588"/>
            <a:ext cx="3870325" cy="1441450"/>
          </a:xfrm>
          <a:prstGeom prst="parallelogram">
            <a:avLst>
              <a:gd name="adj" fmla="val 46242"/>
            </a:avLst>
          </a:prstGeom>
          <a:gradFill rotWithShape="1">
            <a:gsLst>
              <a:gs pos="0">
                <a:srgbClr val="008080">
                  <a:alpha val="70000"/>
                </a:srgbClr>
              </a:gs>
              <a:gs pos="100000">
                <a:srgbClr val="003B3B"/>
              </a:gs>
            </a:gsLst>
            <a:lin ang="189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56" name="Oval 28">
            <a:extLst>
              <a:ext uri="{FF2B5EF4-FFF2-40B4-BE49-F238E27FC236}">
                <a16:creationId xmlns:a16="http://schemas.microsoft.com/office/drawing/2014/main" id="{EF295D0F-63DA-5EB5-6481-110B9C5BC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2214563"/>
            <a:ext cx="2835275" cy="1079500"/>
          </a:xfrm>
          <a:prstGeom prst="ellips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7" name="Group 29">
            <a:extLst>
              <a:ext uri="{FF2B5EF4-FFF2-40B4-BE49-F238E27FC236}">
                <a16:creationId xmlns:a16="http://schemas.microsoft.com/office/drawing/2014/main" id="{F03ED326-7E0D-B43A-70F3-5BC37D841C0C}"/>
              </a:ext>
            </a:extLst>
          </p:cNvPr>
          <p:cNvGrpSpPr>
            <a:grpSpLocks/>
          </p:cNvGrpSpPr>
          <p:nvPr/>
        </p:nvGrpSpPr>
        <p:grpSpPr bwMode="auto">
          <a:xfrm>
            <a:off x="5876925" y="1943100"/>
            <a:ext cx="2835275" cy="1639888"/>
            <a:chOff x="3702" y="1224"/>
            <a:chExt cx="1786" cy="1033"/>
          </a:xfrm>
        </p:grpSpPr>
        <p:sp>
          <p:nvSpPr>
            <p:cNvPr id="7192" name="Line 30">
              <a:extLst>
                <a:ext uri="{FF2B5EF4-FFF2-40B4-BE49-F238E27FC236}">
                  <a16:creationId xmlns:a16="http://schemas.microsoft.com/office/drawing/2014/main" id="{B733F674-665C-1F72-3115-4DAFBAD02B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1" y="1423"/>
              <a:ext cx="709" cy="624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Line 31">
              <a:extLst>
                <a:ext uri="{FF2B5EF4-FFF2-40B4-BE49-F238E27FC236}">
                  <a16:creationId xmlns:a16="http://schemas.microsoft.com/office/drawing/2014/main" id="{3E801C6A-73A7-6302-3C86-28771B03FB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490103" flipH="1">
              <a:off x="4289" y="1460"/>
              <a:ext cx="624" cy="549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Line 32">
              <a:extLst>
                <a:ext uri="{FF2B5EF4-FFF2-40B4-BE49-F238E27FC236}">
                  <a16:creationId xmlns:a16="http://schemas.microsoft.com/office/drawing/2014/main" id="{1511DA72-D0BD-8A53-19AC-4B7B00E1E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735"/>
              <a:ext cx="1786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5" name="Line 33">
              <a:extLst>
                <a:ext uri="{FF2B5EF4-FFF2-40B4-BE49-F238E27FC236}">
                  <a16:creationId xmlns:a16="http://schemas.microsoft.com/office/drawing/2014/main" id="{3EEF3AA1-351F-C87A-F7F1-28FA46AC1C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77758" flipH="1">
              <a:off x="3994" y="1224"/>
              <a:ext cx="1169" cy="103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Line 34">
              <a:extLst>
                <a:ext uri="{FF2B5EF4-FFF2-40B4-BE49-F238E27FC236}">
                  <a16:creationId xmlns:a16="http://schemas.microsoft.com/office/drawing/2014/main" id="{13E61A9F-A0A5-4142-A979-7A7B87BD40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528904" flipH="1">
              <a:off x="4089" y="1294"/>
              <a:ext cx="1024" cy="902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0563" name="Oval 35">
            <a:extLst>
              <a:ext uri="{FF2B5EF4-FFF2-40B4-BE49-F238E27FC236}">
                <a16:creationId xmlns:a16="http://schemas.microsoft.com/office/drawing/2014/main" id="{E618A18E-A4A5-5427-9974-40DA10181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713038"/>
            <a:ext cx="214312" cy="82550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64" name="Rectangle 36">
            <a:extLst>
              <a:ext uri="{FF2B5EF4-FFF2-40B4-BE49-F238E27FC236}">
                <a16:creationId xmlns:a16="http://schemas.microsoft.com/office/drawing/2014/main" id="{07F6C7B1-13D7-58B1-844E-7EC8A3661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601663"/>
            <a:ext cx="219075" cy="2159000"/>
          </a:xfrm>
          <a:prstGeom prst="rect">
            <a:avLst/>
          </a:prstGeom>
          <a:gradFill rotWithShape="1">
            <a:gsLst>
              <a:gs pos="0">
                <a:srgbClr val="76762F">
                  <a:alpha val="79999"/>
                </a:srgbClr>
              </a:gs>
              <a:gs pos="50000">
                <a:srgbClr val="FFFF66">
                  <a:alpha val="79999"/>
                </a:srgbClr>
              </a:gs>
              <a:gs pos="100000">
                <a:srgbClr val="76762F">
                  <a:alpha val="79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65" name="Oval 37">
            <a:extLst>
              <a:ext uri="{FF2B5EF4-FFF2-40B4-BE49-F238E27FC236}">
                <a16:creationId xmlns:a16="http://schemas.microsoft.com/office/drawing/2014/main" id="{0FC723E7-6D70-6DA3-84C9-1DFE34F0A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555625"/>
            <a:ext cx="214313" cy="82550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0566" name="Text Box 38">
            <a:extLst>
              <a:ext uri="{FF2B5EF4-FFF2-40B4-BE49-F238E27FC236}">
                <a16:creationId xmlns:a16="http://schemas.microsoft.com/office/drawing/2014/main" id="{D7F21F1B-8EF9-EDFD-5CE2-B23DFD95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1457325"/>
            <a:ext cx="422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电场分布具有轴对称性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5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animBg="1"/>
      <p:bldP spid="150542" grpId="0" animBg="1"/>
      <p:bldP spid="150543" grpId="0" animBg="1"/>
      <p:bldP spid="150544" grpId="0" animBg="1"/>
      <p:bldP spid="150545" grpId="0" animBg="1"/>
      <p:bldP spid="150555" grpId="0" animBg="1"/>
      <p:bldP spid="150556" grpId="0" animBg="1"/>
      <p:bldP spid="150563" grpId="0" animBg="1"/>
      <p:bldP spid="150564" grpId="0" animBg="1"/>
      <p:bldP spid="150565" grpId="0" animBg="1"/>
      <p:bldP spid="15056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>
            <a:extLst>
              <a:ext uri="{FF2B5EF4-FFF2-40B4-BE49-F238E27FC236}">
                <a16:creationId xmlns:a16="http://schemas.microsoft.com/office/drawing/2014/main" id="{424C5699-F61A-038C-80B8-204DCF045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7388" y="1884363"/>
            <a:ext cx="360362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5" name="Oval 3">
            <a:extLst>
              <a:ext uri="{FF2B5EF4-FFF2-40B4-BE49-F238E27FC236}">
                <a16:creationId xmlns:a16="http://schemas.microsoft.com/office/drawing/2014/main" id="{D760FBD5-0C49-A4A6-3E4B-CCDABDDA0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5" y="4554538"/>
            <a:ext cx="215900" cy="71437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797CDFBB-0A59-8E9F-EE34-C9DF27321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14700"/>
            <a:ext cx="220663" cy="1285875"/>
          </a:xfrm>
          <a:prstGeom prst="rect">
            <a:avLst/>
          </a:prstGeom>
          <a:gradFill rotWithShape="1">
            <a:gsLst>
              <a:gs pos="0">
                <a:srgbClr val="76762F">
                  <a:alpha val="79999"/>
                </a:srgbClr>
              </a:gs>
              <a:gs pos="50000">
                <a:srgbClr val="FFFF66">
                  <a:alpha val="79999"/>
                </a:srgbClr>
              </a:gs>
              <a:gs pos="100000">
                <a:srgbClr val="76762F">
                  <a:alpha val="79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8197" name="Group 5">
            <a:extLst>
              <a:ext uri="{FF2B5EF4-FFF2-40B4-BE49-F238E27FC236}">
                <a16:creationId xmlns:a16="http://schemas.microsoft.com/office/drawing/2014/main" id="{FD685E39-4022-38EB-394B-FC31E03067E2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3316288"/>
            <a:ext cx="215900" cy="1284287"/>
            <a:chOff x="4604" y="2705"/>
            <a:chExt cx="136" cy="974"/>
          </a:xfrm>
        </p:grpSpPr>
        <p:sp>
          <p:nvSpPr>
            <p:cNvPr id="8266" name="Line 6">
              <a:extLst>
                <a:ext uri="{FF2B5EF4-FFF2-40B4-BE49-F238E27FC236}">
                  <a16:creationId xmlns:a16="http://schemas.microsoft.com/office/drawing/2014/main" id="{52C8ED0A-C047-0D25-107C-1D4DB748E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705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7" name="Line 7">
              <a:extLst>
                <a:ext uri="{FF2B5EF4-FFF2-40B4-BE49-F238E27FC236}">
                  <a16:creationId xmlns:a16="http://schemas.microsoft.com/office/drawing/2014/main" id="{FFD64409-0AB6-2BCF-7952-F164B0D65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728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198" name="Oval 8">
            <a:extLst>
              <a:ext uri="{FF2B5EF4-FFF2-40B4-BE49-F238E27FC236}">
                <a16:creationId xmlns:a16="http://schemas.microsoft.com/office/drawing/2014/main" id="{751CE501-6D1D-502B-D8E9-26492F86403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48500" y="2209800"/>
            <a:ext cx="503238" cy="1995488"/>
          </a:xfrm>
          <a:prstGeom prst="ellipse">
            <a:avLst/>
          </a:prstGeom>
          <a:gradFill rotWithShape="1">
            <a:gsLst>
              <a:gs pos="0">
                <a:srgbClr val="00CC99">
                  <a:alpha val="92998"/>
                </a:srgbClr>
              </a:gs>
              <a:gs pos="100000">
                <a:srgbClr val="005E47">
                  <a:alpha val="92998"/>
                </a:srgbClr>
              </a:gs>
            </a:gsLst>
            <a:path path="shape">
              <a:fillToRect l="50000" t="50000" r="50000" b="50000"/>
            </a:path>
          </a:gradFill>
          <a:ln w="317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199" name="Rectangle 9">
            <a:extLst>
              <a:ext uri="{FF2B5EF4-FFF2-40B4-BE49-F238E27FC236}">
                <a16:creationId xmlns:a16="http://schemas.microsoft.com/office/drawing/2014/main" id="{7FBA0482-A690-A354-AD2F-547E9461F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2001838"/>
            <a:ext cx="215900" cy="122396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8200" name="Group 10">
            <a:extLst>
              <a:ext uri="{FF2B5EF4-FFF2-40B4-BE49-F238E27FC236}">
                <a16:creationId xmlns:a16="http://schemas.microsoft.com/office/drawing/2014/main" id="{93263594-9077-EEE6-8032-FF8A086D400B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1658938"/>
            <a:ext cx="215900" cy="1546225"/>
            <a:chOff x="4604" y="868"/>
            <a:chExt cx="136" cy="974"/>
          </a:xfrm>
        </p:grpSpPr>
        <p:sp>
          <p:nvSpPr>
            <p:cNvPr id="8264" name="Line 11">
              <a:extLst>
                <a:ext uri="{FF2B5EF4-FFF2-40B4-BE49-F238E27FC236}">
                  <a16:creationId xmlns:a16="http://schemas.microsoft.com/office/drawing/2014/main" id="{293E2C27-A6C4-DD7A-59DC-9FC681F8B1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868"/>
              <a:ext cx="0" cy="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5" name="Line 12">
              <a:extLst>
                <a:ext uri="{FF2B5EF4-FFF2-40B4-BE49-F238E27FC236}">
                  <a16:creationId xmlns:a16="http://schemas.microsoft.com/office/drawing/2014/main" id="{00AD174F-D4BC-2D9B-77DB-0FA2D03F7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891"/>
              <a:ext cx="0" cy="9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565" name="Line 13">
            <a:extLst>
              <a:ext uri="{FF2B5EF4-FFF2-40B4-BE49-F238E27FC236}">
                <a16:creationId xmlns:a16="http://schemas.microsoft.com/office/drawing/2014/main" id="{2068C543-5A69-2AD6-E61E-0F9EBD651B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8750" y="2533650"/>
            <a:ext cx="792163" cy="133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Text Box 14">
            <a:extLst>
              <a:ext uri="{FF2B5EF4-FFF2-40B4-BE49-F238E27FC236}">
                <a16:creationId xmlns:a16="http://schemas.microsoft.com/office/drawing/2014/main" id="{42A4E266-91AF-E02A-4F17-A9CA2984F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125"/>
            <a:ext cx="673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“</a:t>
            </a:r>
            <a:r>
              <a:rPr lang="zh-CN" altLang="en-US" b="1">
                <a:latin typeface="宋体" panose="02010600030101010101" pitchFamily="2" charset="-122"/>
              </a:rPr>
              <a:t>无限长</a:t>
            </a:r>
            <a:r>
              <a:rPr lang="zh-CN" altLang="en-US" b="1"/>
              <a:t>”</a:t>
            </a:r>
            <a:r>
              <a:rPr lang="zh-CN" altLang="en-US" b="1">
                <a:latin typeface="宋体" panose="02010600030101010101" pitchFamily="2" charset="-122"/>
              </a:rPr>
              <a:t> 均匀带电直线，电荷线密度为</a:t>
            </a:r>
            <a:r>
              <a:rPr lang="en-US" altLang="zh-CN" b="1">
                <a:solidFill>
                  <a:srgbClr val="66FFFF"/>
                </a:solidFill>
              </a:rPr>
              <a:t>+</a:t>
            </a:r>
            <a:r>
              <a:rPr lang="en-US" altLang="zh-CN" b="1">
                <a:solidFill>
                  <a:srgbClr val="66FFFF"/>
                </a:solidFill>
                <a:sym typeface="Symbol" panose="05050102010706020507" pitchFamily="18" charset="2"/>
              </a:rPr>
              <a:t></a:t>
            </a:r>
            <a:r>
              <a:rPr lang="en-US" altLang="zh-CN" b="1">
                <a:latin typeface="宋体" panose="02010600030101010101" pitchFamily="2" charset="-122"/>
              </a:rPr>
              <a:t>            </a:t>
            </a:r>
          </a:p>
        </p:txBody>
      </p:sp>
      <p:sp>
        <p:nvSpPr>
          <p:cNvPr id="8203" name="Text Box 15">
            <a:extLst>
              <a:ext uri="{FF2B5EF4-FFF2-40B4-BE49-F238E27FC236}">
                <a16:creationId xmlns:a16="http://schemas.microsoft.com/office/drawing/2014/main" id="{90F1628F-010B-AB14-136E-CC70263B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573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8204" name="Text Box 16">
            <a:extLst>
              <a:ext uri="{FF2B5EF4-FFF2-40B4-BE49-F238E27FC236}">
                <a16:creationId xmlns:a16="http://schemas.microsoft.com/office/drawing/2014/main" id="{1BD8383F-E86B-6997-89E3-FD25B10E8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1457325"/>
            <a:ext cx="422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电场分布具有轴对称性</a:t>
            </a:r>
          </a:p>
        </p:txBody>
      </p:sp>
      <p:sp>
        <p:nvSpPr>
          <p:cNvPr id="151569" name="Text Box 17">
            <a:extLst>
              <a:ext uri="{FF2B5EF4-FFF2-40B4-BE49-F238E27FC236}">
                <a16:creationId xmlns:a16="http://schemas.microsoft.com/office/drawing/2014/main" id="{CF7C3E72-3C49-90EC-9040-3CBBF12E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403350"/>
            <a:ext cx="50863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3663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>
                <a:latin typeface="宋体" panose="02010600030101010101" pitchFamily="2" charset="-122"/>
              </a:rPr>
              <a:t>                     </a:t>
            </a:r>
            <a:r>
              <a:rPr lang="zh-CN" altLang="en-US" b="1">
                <a:latin typeface="宋体" panose="02010600030101010101" pitchFamily="2" charset="-122"/>
              </a:rPr>
              <a:t>， 以</a:t>
            </a:r>
            <a:r>
              <a:rPr lang="zh-CN" altLang="en-US" b="1"/>
              <a:t>高为</a:t>
            </a:r>
            <a:r>
              <a:rPr lang="en-US" altLang="zh-CN" b="1" i="1">
                <a:solidFill>
                  <a:srgbClr val="66FFFF"/>
                </a:solidFill>
              </a:rPr>
              <a:t>l 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/>
              <a:t>  </a:t>
            </a:r>
            <a:r>
              <a:rPr lang="zh-CN" altLang="en-US" b="1"/>
              <a:t>的</a:t>
            </a:r>
            <a:r>
              <a:rPr lang="zh-CN" altLang="en-US" b="1">
                <a:latin typeface="宋体" panose="02010600030101010101" pitchFamily="2" charset="-122"/>
              </a:rPr>
              <a:t>同轴圆柱面</a:t>
            </a:r>
            <a:r>
              <a:rPr lang="zh-CN" altLang="en-US" b="1"/>
              <a:t>为高斯面，电通量</a:t>
            </a:r>
          </a:p>
        </p:txBody>
      </p:sp>
      <p:graphicFrame>
        <p:nvGraphicFramePr>
          <p:cNvPr id="151570" name="Object 2">
            <a:extLst>
              <a:ext uri="{FF2B5EF4-FFF2-40B4-BE49-F238E27FC236}">
                <a16:creationId xmlns:a16="http://schemas.microsoft.com/office/drawing/2014/main" id="{ADDC9942-0B02-8191-0FF3-2579901B77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0938" y="2549525"/>
          <a:ext cx="17986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5553" imgH="579065" progId="Equation.3">
                  <p:embed/>
                </p:oleObj>
              </mc:Choice>
              <mc:Fallback>
                <p:oleObj name="公式" r:id="rId2" imgW="1775553" imgH="57906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2549525"/>
                        <a:ext cx="179863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1" name="Object 3">
            <a:extLst>
              <a:ext uri="{FF2B5EF4-FFF2-40B4-BE49-F238E27FC236}">
                <a16:creationId xmlns:a16="http://schemas.microsoft.com/office/drawing/2014/main" id="{DF26C306-B461-3CB0-ECA8-7312A587DD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3" y="4359275"/>
          <a:ext cx="3841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32767" imgH="792535" progId="Equation.3">
                  <p:embed/>
                </p:oleObj>
              </mc:Choice>
              <mc:Fallback>
                <p:oleObj name="公式" r:id="rId4" imgW="3832767" imgH="7925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4359275"/>
                        <a:ext cx="3841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Rectangle 20">
            <a:extLst>
              <a:ext uri="{FF2B5EF4-FFF2-40B4-BE49-F238E27FC236}">
                <a16:creationId xmlns:a16="http://schemas.microsoft.com/office/drawing/2014/main" id="{07E396A6-86E5-12BB-3374-41B72CC87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34448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8209" name="Rectangle 21">
            <a:extLst>
              <a:ext uri="{FF2B5EF4-FFF2-40B4-BE49-F238E27FC236}">
                <a16:creationId xmlns:a16="http://schemas.microsoft.com/office/drawing/2014/main" id="{6FD1EF27-0758-4264-84C4-20778B65A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901700"/>
            <a:ext cx="293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电场强度</a:t>
            </a:r>
            <a:r>
              <a:rPr lang="zh-CN" altLang="en-US" b="1">
                <a:sym typeface="Symbol" panose="05050102010706020507" pitchFamily="18" charset="2"/>
              </a:rPr>
              <a:t>分布</a:t>
            </a:r>
          </a:p>
        </p:txBody>
      </p:sp>
      <p:sp>
        <p:nvSpPr>
          <p:cNvPr id="8210" name="Rectangle 22">
            <a:extLst>
              <a:ext uri="{FF2B5EF4-FFF2-40B4-BE49-F238E27FC236}">
                <a16:creationId xmlns:a16="http://schemas.microsoft.com/office/drawing/2014/main" id="{E09CD82C-D3A8-E4B1-470F-09BBF7718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778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51575" name="Text Box 23">
            <a:extLst>
              <a:ext uri="{FF2B5EF4-FFF2-40B4-BE49-F238E27FC236}">
                <a16:creationId xmlns:a16="http://schemas.microsoft.com/office/drawing/2014/main" id="{1F746C7E-A92D-97DA-229C-9D9960EAF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37163"/>
            <a:ext cx="265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根据高斯定理</a:t>
            </a:r>
            <a:endParaRPr lang="zh-CN" altLang="en-US" b="1">
              <a:solidFill>
                <a:srgbClr val="FFFF66"/>
              </a:solidFill>
              <a:latin typeface="宋体" panose="02010600030101010101" pitchFamily="2" charset="-122"/>
            </a:endParaRPr>
          </a:p>
        </p:txBody>
      </p:sp>
      <p:sp>
        <p:nvSpPr>
          <p:cNvPr id="8212" name="Oval 24">
            <a:extLst>
              <a:ext uri="{FF2B5EF4-FFF2-40B4-BE49-F238E27FC236}">
                <a16:creationId xmlns:a16="http://schemas.microsoft.com/office/drawing/2014/main" id="{7B922545-A4F2-086A-8B15-EA4DE4418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3171825"/>
            <a:ext cx="215900" cy="71438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8213" name="Rectangle 25">
            <a:extLst>
              <a:ext uri="{FF2B5EF4-FFF2-40B4-BE49-F238E27FC236}">
                <a16:creationId xmlns:a16="http://schemas.microsoft.com/office/drawing/2014/main" id="{B49E841A-6F9E-107B-78C2-225EDAF0CF1E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622256" y="1545432"/>
            <a:ext cx="1336675" cy="1995488"/>
          </a:xfrm>
          <a:prstGeom prst="rect">
            <a:avLst/>
          </a:prstGeom>
          <a:gradFill rotWithShape="1">
            <a:gsLst>
              <a:gs pos="0">
                <a:srgbClr val="005E47">
                  <a:alpha val="70000"/>
                </a:srgbClr>
              </a:gs>
              <a:gs pos="50000">
                <a:srgbClr val="00CC99">
                  <a:alpha val="70000"/>
                </a:srgbClr>
              </a:gs>
              <a:gs pos="100000">
                <a:srgbClr val="005E47">
                  <a:alpha val="7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8214" name="Group 26">
            <a:extLst>
              <a:ext uri="{FF2B5EF4-FFF2-40B4-BE49-F238E27FC236}">
                <a16:creationId xmlns:a16="http://schemas.microsoft.com/office/drawing/2014/main" id="{02DDAD3F-00A3-6D22-6079-E248DD0F5D78}"/>
              </a:ext>
            </a:extLst>
          </p:cNvPr>
          <p:cNvGrpSpPr>
            <a:grpSpLocks/>
          </p:cNvGrpSpPr>
          <p:nvPr/>
        </p:nvGrpSpPr>
        <p:grpSpPr bwMode="auto">
          <a:xfrm>
            <a:off x="6292850" y="1927225"/>
            <a:ext cx="2016125" cy="1276350"/>
            <a:chOff x="4059" y="1827"/>
            <a:chExt cx="1270" cy="804"/>
          </a:xfrm>
        </p:grpSpPr>
        <p:sp>
          <p:nvSpPr>
            <p:cNvPr id="8262" name="Line 27">
              <a:extLst>
                <a:ext uri="{FF2B5EF4-FFF2-40B4-BE49-F238E27FC236}">
                  <a16:creationId xmlns:a16="http://schemas.microsoft.com/office/drawing/2014/main" id="{16DE19B5-04E5-8E30-F2A0-F2BE83153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" y="1827"/>
              <a:ext cx="0" cy="8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3" name="Line 28">
              <a:extLst>
                <a:ext uri="{FF2B5EF4-FFF2-40B4-BE49-F238E27FC236}">
                  <a16:creationId xmlns:a16="http://schemas.microsoft.com/office/drawing/2014/main" id="{551C6565-0090-7B4E-A487-E2AA52C6D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827"/>
              <a:ext cx="0" cy="80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581" name="Oval 29">
            <a:extLst>
              <a:ext uri="{FF2B5EF4-FFF2-40B4-BE49-F238E27FC236}">
                <a16:creationId xmlns:a16="http://schemas.microsoft.com/office/drawing/2014/main" id="{D30175C0-D754-1283-A9A5-175F7260642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48500" y="912813"/>
            <a:ext cx="503237" cy="1995488"/>
          </a:xfrm>
          <a:prstGeom prst="ellipse">
            <a:avLst/>
          </a:prstGeom>
          <a:gradFill rotWithShape="1">
            <a:gsLst>
              <a:gs pos="0">
                <a:schemeClr val="accent1">
                  <a:alpha val="89999"/>
                </a:schemeClr>
              </a:gs>
              <a:gs pos="100000">
                <a:schemeClr val="accent1">
                  <a:gamma/>
                  <a:shade val="46275"/>
                  <a:invGamma/>
                  <a:alpha val="89999"/>
                </a:scheme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1582" name="Freeform 30">
            <a:extLst>
              <a:ext uri="{FF2B5EF4-FFF2-40B4-BE49-F238E27FC236}">
                <a16:creationId xmlns:a16="http://schemas.microsoft.com/office/drawing/2014/main" id="{7B2492C9-7539-9CFA-8CF2-DA508893A27D}"/>
              </a:ext>
            </a:extLst>
          </p:cNvPr>
          <p:cNvSpPr>
            <a:spLocks/>
          </p:cNvSpPr>
          <p:nvPr/>
        </p:nvSpPr>
        <p:spPr bwMode="auto">
          <a:xfrm>
            <a:off x="6292850" y="2306638"/>
            <a:ext cx="360363" cy="649287"/>
          </a:xfrm>
          <a:custGeom>
            <a:avLst/>
            <a:gdLst>
              <a:gd name="T0" fmla="*/ 2147483646 w 1204"/>
              <a:gd name="T1" fmla="*/ 2147483646 h 2401"/>
              <a:gd name="T2" fmla="*/ 2147483646 w 1204"/>
              <a:gd name="T3" fmla="*/ 2147483646 h 2401"/>
              <a:gd name="T4" fmla="*/ 2147483646 w 1204"/>
              <a:gd name="T5" fmla="*/ 2147483646 h 2401"/>
              <a:gd name="T6" fmla="*/ 2147483646 w 1204"/>
              <a:gd name="T7" fmla="*/ 2147483646 h 2401"/>
              <a:gd name="T8" fmla="*/ 2147483646 w 1204"/>
              <a:gd name="T9" fmla="*/ 2147483646 h 2401"/>
              <a:gd name="T10" fmla="*/ 2147483646 w 1204"/>
              <a:gd name="T11" fmla="*/ 2147483646 h 2401"/>
              <a:gd name="T12" fmla="*/ 2147483646 w 1204"/>
              <a:gd name="T13" fmla="*/ 2147483646 h 2401"/>
              <a:gd name="T14" fmla="*/ 2147483646 w 1204"/>
              <a:gd name="T15" fmla="*/ 2147483646 h 2401"/>
              <a:gd name="T16" fmla="*/ 2147483646 w 1204"/>
              <a:gd name="T17" fmla="*/ 2147483646 h 2401"/>
              <a:gd name="T18" fmla="*/ 2147483646 w 1204"/>
              <a:gd name="T19" fmla="*/ 2147483646 h 2401"/>
              <a:gd name="T20" fmla="*/ 2147483646 w 1204"/>
              <a:gd name="T21" fmla="*/ 2147483646 h 2401"/>
              <a:gd name="T22" fmla="*/ 2147483646 w 1204"/>
              <a:gd name="T23" fmla="*/ 2147483646 h 2401"/>
              <a:gd name="T24" fmla="*/ 2147483646 w 1204"/>
              <a:gd name="T25" fmla="*/ 2147483646 h 2401"/>
              <a:gd name="T26" fmla="*/ 2147483646 w 1204"/>
              <a:gd name="T27" fmla="*/ 2147483646 h 2401"/>
              <a:gd name="T28" fmla="*/ 2147483646 w 1204"/>
              <a:gd name="T29" fmla="*/ 2147483646 h 2401"/>
              <a:gd name="T30" fmla="*/ 2147483646 w 1204"/>
              <a:gd name="T31" fmla="*/ 2147483646 h 2401"/>
              <a:gd name="T32" fmla="*/ 2147483646 w 1204"/>
              <a:gd name="T33" fmla="*/ 2147483646 h 2401"/>
              <a:gd name="T34" fmla="*/ 2147483646 w 1204"/>
              <a:gd name="T35" fmla="*/ 2147483646 h 2401"/>
              <a:gd name="T36" fmla="*/ 2147483646 w 1204"/>
              <a:gd name="T37" fmla="*/ 2147483646 h 2401"/>
              <a:gd name="T38" fmla="*/ 2147483646 w 1204"/>
              <a:gd name="T39" fmla="*/ 2147483646 h 2401"/>
              <a:gd name="T40" fmla="*/ 2147483646 w 1204"/>
              <a:gd name="T41" fmla="*/ 2147483646 h 2401"/>
              <a:gd name="T42" fmla="*/ 2147483646 w 1204"/>
              <a:gd name="T43" fmla="*/ 2147483646 h 2401"/>
              <a:gd name="T44" fmla="*/ 2147483646 w 1204"/>
              <a:gd name="T45" fmla="*/ 2147483646 h 2401"/>
              <a:gd name="T46" fmla="*/ 2147483646 w 1204"/>
              <a:gd name="T47" fmla="*/ 2147483646 h 2401"/>
              <a:gd name="T48" fmla="*/ 2147483646 w 1204"/>
              <a:gd name="T49" fmla="*/ 2147483646 h 2401"/>
              <a:gd name="T50" fmla="*/ 2147483646 w 1204"/>
              <a:gd name="T51" fmla="*/ 2147483646 h 2401"/>
              <a:gd name="T52" fmla="*/ 2147483646 w 1204"/>
              <a:gd name="T53" fmla="*/ 2147483646 h 2401"/>
              <a:gd name="T54" fmla="*/ 2147483646 w 1204"/>
              <a:gd name="T55" fmla="*/ 2147483646 h 2401"/>
              <a:gd name="T56" fmla="*/ 2147483646 w 1204"/>
              <a:gd name="T57" fmla="*/ 2147483646 h 2401"/>
              <a:gd name="T58" fmla="*/ 2147483646 w 1204"/>
              <a:gd name="T59" fmla="*/ 2147483646 h 2401"/>
              <a:gd name="T60" fmla="*/ 2147483646 w 1204"/>
              <a:gd name="T61" fmla="*/ 2147483646 h 2401"/>
              <a:gd name="T62" fmla="*/ 2147483646 w 1204"/>
              <a:gd name="T63" fmla="*/ 2147483646 h 2401"/>
              <a:gd name="T64" fmla="*/ 2147483646 w 1204"/>
              <a:gd name="T65" fmla="*/ 2147483646 h 2401"/>
              <a:gd name="T66" fmla="*/ 2147483646 w 1204"/>
              <a:gd name="T67" fmla="*/ 2147483646 h 2401"/>
              <a:gd name="T68" fmla="*/ 0 w 1204"/>
              <a:gd name="T69" fmla="*/ 2147483646 h 2401"/>
              <a:gd name="T70" fmla="*/ 2147483646 w 1204"/>
              <a:gd name="T71" fmla="*/ 2147483646 h 2401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1204"/>
              <a:gd name="T109" fmla="*/ 0 h 2401"/>
              <a:gd name="T110" fmla="*/ 1204 w 1204"/>
              <a:gd name="T111" fmla="*/ 2401 h 2401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1204" h="2401">
                <a:moveTo>
                  <a:pt x="12" y="12"/>
                </a:moveTo>
                <a:cubicBezTo>
                  <a:pt x="40" y="92"/>
                  <a:pt x="10" y="0"/>
                  <a:pt x="37" y="123"/>
                </a:cubicBezTo>
                <a:cubicBezTo>
                  <a:pt x="61" y="233"/>
                  <a:pt x="36" y="42"/>
                  <a:pt x="98" y="233"/>
                </a:cubicBezTo>
                <a:cubicBezTo>
                  <a:pt x="118" y="293"/>
                  <a:pt x="145" y="334"/>
                  <a:pt x="196" y="368"/>
                </a:cubicBezTo>
                <a:cubicBezTo>
                  <a:pt x="259" y="458"/>
                  <a:pt x="417" y="528"/>
                  <a:pt x="515" y="576"/>
                </a:cubicBezTo>
                <a:cubicBezTo>
                  <a:pt x="605" y="620"/>
                  <a:pt x="502" y="584"/>
                  <a:pt x="588" y="613"/>
                </a:cubicBezTo>
                <a:cubicBezTo>
                  <a:pt x="613" y="621"/>
                  <a:pt x="662" y="637"/>
                  <a:pt x="662" y="637"/>
                </a:cubicBezTo>
                <a:cubicBezTo>
                  <a:pt x="721" y="677"/>
                  <a:pt x="683" y="656"/>
                  <a:pt x="772" y="686"/>
                </a:cubicBezTo>
                <a:cubicBezTo>
                  <a:pt x="784" y="690"/>
                  <a:pt x="797" y="695"/>
                  <a:pt x="809" y="699"/>
                </a:cubicBezTo>
                <a:cubicBezTo>
                  <a:pt x="821" y="703"/>
                  <a:pt x="846" y="711"/>
                  <a:pt x="846" y="711"/>
                </a:cubicBezTo>
                <a:cubicBezTo>
                  <a:pt x="911" y="754"/>
                  <a:pt x="992" y="772"/>
                  <a:pt x="1066" y="797"/>
                </a:cubicBezTo>
                <a:cubicBezTo>
                  <a:pt x="1091" y="805"/>
                  <a:pt x="1115" y="813"/>
                  <a:pt x="1140" y="821"/>
                </a:cubicBezTo>
                <a:cubicBezTo>
                  <a:pt x="1152" y="825"/>
                  <a:pt x="1177" y="833"/>
                  <a:pt x="1177" y="833"/>
                </a:cubicBezTo>
                <a:cubicBezTo>
                  <a:pt x="1185" y="845"/>
                  <a:pt x="1199" y="855"/>
                  <a:pt x="1201" y="870"/>
                </a:cubicBezTo>
                <a:cubicBezTo>
                  <a:pt x="1204" y="895"/>
                  <a:pt x="1191" y="919"/>
                  <a:pt x="1189" y="944"/>
                </a:cubicBezTo>
                <a:cubicBezTo>
                  <a:pt x="1183" y="1009"/>
                  <a:pt x="1181" y="1075"/>
                  <a:pt x="1177" y="1140"/>
                </a:cubicBezTo>
                <a:cubicBezTo>
                  <a:pt x="1198" y="1496"/>
                  <a:pt x="1184" y="1851"/>
                  <a:pt x="1164" y="2206"/>
                </a:cubicBezTo>
                <a:cubicBezTo>
                  <a:pt x="1169" y="2246"/>
                  <a:pt x="1192" y="2348"/>
                  <a:pt x="1164" y="2390"/>
                </a:cubicBezTo>
                <a:cubicBezTo>
                  <a:pt x="1157" y="2401"/>
                  <a:pt x="1139" y="2383"/>
                  <a:pt x="1128" y="2377"/>
                </a:cubicBezTo>
                <a:cubicBezTo>
                  <a:pt x="1102" y="2362"/>
                  <a:pt x="1079" y="2344"/>
                  <a:pt x="1054" y="2328"/>
                </a:cubicBezTo>
                <a:cubicBezTo>
                  <a:pt x="1021" y="2306"/>
                  <a:pt x="914" y="2281"/>
                  <a:pt x="870" y="2267"/>
                </a:cubicBezTo>
                <a:cubicBezTo>
                  <a:pt x="858" y="2263"/>
                  <a:pt x="845" y="2259"/>
                  <a:pt x="833" y="2255"/>
                </a:cubicBezTo>
                <a:cubicBezTo>
                  <a:pt x="821" y="2251"/>
                  <a:pt x="797" y="2243"/>
                  <a:pt x="797" y="2243"/>
                </a:cubicBezTo>
                <a:cubicBezTo>
                  <a:pt x="745" y="2208"/>
                  <a:pt x="697" y="2189"/>
                  <a:pt x="637" y="2169"/>
                </a:cubicBezTo>
                <a:cubicBezTo>
                  <a:pt x="605" y="2158"/>
                  <a:pt x="555" y="2151"/>
                  <a:pt x="527" y="2132"/>
                </a:cubicBezTo>
                <a:cubicBezTo>
                  <a:pt x="432" y="2069"/>
                  <a:pt x="482" y="2092"/>
                  <a:pt x="380" y="2059"/>
                </a:cubicBezTo>
                <a:cubicBezTo>
                  <a:pt x="368" y="2055"/>
                  <a:pt x="343" y="2047"/>
                  <a:pt x="343" y="2047"/>
                </a:cubicBezTo>
                <a:cubicBezTo>
                  <a:pt x="319" y="2031"/>
                  <a:pt x="286" y="2022"/>
                  <a:pt x="270" y="1998"/>
                </a:cubicBezTo>
                <a:cubicBezTo>
                  <a:pt x="237" y="1949"/>
                  <a:pt x="257" y="1969"/>
                  <a:pt x="208" y="1936"/>
                </a:cubicBezTo>
                <a:cubicBezTo>
                  <a:pt x="142" y="1837"/>
                  <a:pt x="230" y="1960"/>
                  <a:pt x="147" y="1875"/>
                </a:cubicBezTo>
                <a:cubicBezTo>
                  <a:pt x="109" y="1836"/>
                  <a:pt x="134" y="1844"/>
                  <a:pt x="110" y="1801"/>
                </a:cubicBezTo>
                <a:cubicBezTo>
                  <a:pt x="96" y="1775"/>
                  <a:pt x="61" y="1728"/>
                  <a:pt x="61" y="1728"/>
                </a:cubicBezTo>
                <a:cubicBezTo>
                  <a:pt x="57" y="1716"/>
                  <a:pt x="55" y="1703"/>
                  <a:pt x="49" y="1691"/>
                </a:cubicBezTo>
                <a:cubicBezTo>
                  <a:pt x="43" y="1678"/>
                  <a:pt x="30" y="1668"/>
                  <a:pt x="25" y="1654"/>
                </a:cubicBezTo>
                <a:cubicBezTo>
                  <a:pt x="13" y="1622"/>
                  <a:pt x="10" y="1588"/>
                  <a:pt x="0" y="1556"/>
                </a:cubicBezTo>
                <a:cubicBezTo>
                  <a:pt x="25" y="1044"/>
                  <a:pt x="12" y="524"/>
                  <a:pt x="12" y="12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583" name="AutoShape 31">
            <a:extLst>
              <a:ext uri="{FF2B5EF4-FFF2-40B4-BE49-F238E27FC236}">
                <a16:creationId xmlns:a16="http://schemas.microsoft.com/office/drawing/2014/main" id="{009FA77A-F97B-C15E-0E79-07160C79D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1730375"/>
            <a:ext cx="1512888" cy="36036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199" y="10800"/>
                </a:moveTo>
                <a:cubicBezTo>
                  <a:pt x="2199" y="15550"/>
                  <a:pt x="6050" y="19401"/>
                  <a:pt x="10800" y="19401"/>
                </a:cubicBezTo>
                <a:cubicBezTo>
                  <a:pt x="15550" y="19401"/>
                  <a:pt x="19401" y="15550"/>
                  <a:pt x="19401" y="10800"/>
                </a:cubicBezTo>
                <a:cubicBezTo>
                  <a:pt x="19401" y="6050"/>
                  <a:pt x="15550" y="2199"/>
                  <a:pt x="10800" y="2199"/>
                </a:cubicBezTo>
                <a:cubicBezTo>
                  <a:pt x="6050" y="2199"/>
                  <a:pt x="2199" y="6050"/>
                  <a:pt x="2199" y="1080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8" name="Oval 32">
            <a:extLst>
              <a:ext uri="{FF2B5EF4-FFF2-40B4-BE49-F238E27FC236}">
                <a16:creationId xmlns:a16="http://schemas.microsoft.com/office/drawing/2014/main" id="{C3F39FCF-CE5A-C199-2BFC-A53A2218A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1874838"/>
            <a:ext cx="215900" cy="71437"/>
          </a:xfrm>
          <a:prstGeom prst="ellipse">
            <a:avLst/>
          </a:prstGeom>
          <a:gradFill rotWithShape="1">
            <a:gsLst>
              <a:gs pos="0">
                <a:srgbClr val="FFFF66">
                  <a:alpha val="89998"/>
                </a:srgbClr>
              </a:gs>
              <a:gs pos="100000">
                <a:srgbClr val="76762F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8219" name="Group 33">
            <a:extLst>
              <a:ext uri="{FF2B5EF4-FFF2-40B4-BE49-F238E27FC236}">
                <a16:creationId xmlns:a16="http://schemas.microsoft.com/office/drawing/2014/main" id="{124A0427-2AE4-4407-0B5B-790ED6DC7E3D}"/>
              </a:ext>
            </a:extLst>
          </p:cNvPr>
          <p:cNvGrpSpPr>
            <a:grpSpLocks/>
          </p:cNvGrpSpPr>
          <p:nvPr/>
        </p:nvGrpSpPr>
        <p:grpSpPr bwMode="auto">
          <a:xfrm>
            <a:off x="7188200" y="549275"/>
            <a:ext cx="220663" cy="1368425"/>
            <a:chOff x="4623" y="799"/>
            <a:chExt cx="142" cy="997"/>
          </a:xfrm>
        </p:grpSpPr>
        <p:sp>
          <p:nvSpPr>
            <p:cNvPr id="8257" name="Rectangle 34">
              <a:extLst>
                <a:ext uri="{FF2B5EF4-FFF2-40B4-BE49-F238E27FC236}">
                  <a16:creationId xmlns:a16="http://schemas.microsoft.com/office/drawing/2014/main" id="{00DAE69F-831F-1338-A34C-7F82761CF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799"/>
              <a:ext cx="142" cy="987"/>
            </a:xfrm>
            <a:prstGeom prst="rect">
              <a:avLst/>
            </a:prstGeom>
            <a:gradFill rotWithShape="1">
              <a:gsLst>
                <a:gs pos="0">
                  <a:srgbClr val="76762F">
                    <a:alpha val="79999"/>
                  </a:srgbClr>
                </a:gs>
                <a:gs pos="50000">
                  <a:srgbClr val="FFFF66">
                    <a:alpha val="79999"/>
                  </a:srgbClr>
                </a:gs>
                <a:gs pos="100000">
                  <a:srgbClr val="76762F">
                    <a:alpha val="79999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58" name="Oval 35">
              <a:extLst>
                <a:ext uri="{FF2B5EF4-FFF2-40B4-BE49-F238E27FC236}">
                  <a16:creationId xmlns:a16="http://schemas.microsoft.com/office/drawing/2014/main" id="{5330B127-A7E5-C931-7FF8-4F0943D73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799"/>
              <a:ext cx="136" cy="45"/>
            </a:xfrm>
            <a:prstGeom prst="ellipse">
              <a:avLst/>
            </a:prstGeom>
            <a:gradFill rotWithShape="1">
              <a:gsLst>
                <a:gs pos="0">
                  <a:srgbClr val="FFFF66">
                    <a:alpha val="89998"/>
                  </a:srgbClr>
                </a:gs>
                <a:gs pos="100000">
                  <a:srgbClr val="76762F">
                    <a:alpha val="89998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8259" name="Group 36">
              <a:extLst>
                <a:ext uri="{FF2B5EF4-FFF2-40B4-BE49-F238E27FC236}">
                  <a16:creationId xmlns:a16="http://schemas.microsoft.com/office/drawing/2014/main" id="{E141E1C9-D881-484D-31C9-B987DCB90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6" y="822"/>
              <a:ext cx="136" cy="974"/>
              <a:chOff x="4604" y="868"/>
              <a:chExt cx="136" cy="974"/>
            </a:xfrm>
          </p:grpSpPr>
          <p:sp>
            <p:nvSpPr>
              <p:cNvPr id="8260" name="Line 37">
                <a:extLst>
                  <a:ext uri="{FF2B5EF4-FFF2-40B4-BE49-F238E27FC236}">
                    <a16:creationId xmlns:a16="http://schemas.microsoft.com/office/drawing/2014/main" id="{8D74C827-DEA2-2748-52F9-BD1E5ED8D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4" y="868"/>
                <a:ext cx="0" cy="9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61" name="Line 38">
                <a:extLst>
                  <a:ext uri="{FF2B5EF4-FFF2-40B4-BE49-F238E27FC236}">
                    <a16:creationId xmlns:a16="http://schemas.microsoft.com/office/drawing/2014/main" id="{5D67AD88-FCFF-137B-9EB1-623597334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0" y="891"/>
                <a:ext cx="0" cy="9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39">
            <a:extLst>
              <a:ext uri="{FF2B5EF4-FFF2-40B4-BE49-F238E27FC236}">
                <a16:creationId xmlns:a16="http://schemas.microsoft.com/office/drawing/2014/main" id="{D7A61950-6870-3745-6C15-4C7B2B1FE5E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00913" y="1798638"/>
            <a:ext cx="792162" cy="192087"/>
            <a:chOff x="4195" y="1752"/>
            <a:chExt cx="499" cy="121"/>
          </a:xfrm>
        </p:grpSpPr>
        <p:sp>
          <p:nvSpPr>
            <p:cNvPr id="8253" name="Line 40">
              <a:extLst>
                <a:ext uri="{FF2B5EF4-FFF2-40B4-BE49-F238E27FC236}">
                  <a16:creationId xmlns:a16="http://schemas.microsoft.com/office/drawing/2014/main" id="{B0D12620-FE18-DC9E-37C2-E1C613B7A2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449" y="1551"/>
              <a:ext cx="38" cy="453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4" name="Line 41">
              <a:extLst>
                <a:ext uri="{FF2B5EF4-FFF2-40B4-BE49-F238E27FC236}">
                  <a16:creationId xmlns:a16="http://schemas.microsoft.com/office/drawing/2014/main" id="{27F07611-4616-D572-04EF-34FBA1B87D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1" y="1797"/>
              <a:ext cx="453" cy="7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5" name="Freeform 42">
              <a:extLst>
                <a:ext uri="{FF2B5EF4-FFF2-40B4-BE49-F238E27FC236}">
                  <a16:creationId xmlns:a16="http://schemas.microsoft.com/office/drawing/2014/main" id="{5D25C4B1-8C17-3249-531E-58993A722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763"/>
              <a:ext cx="47" cy="94"/>
            </a:xfrm>
            <a:custGeom>
              <a:avLst/>
              <a:gdLst>
                <a:gd name="T0" fmla="*/ 47 w 47"/>
                <a:gd name="T1" fmla="*/ 0 h 94"/>
                <a:gd name="T2" fmla="*/ 0 w 47"/>
                <a:gd name="T3" fmla="*/ 59 h 94"/>
                <a:gd name="T4" fmla="*/ 12 w 47"/>
                <a:gd name="T5" fmla="*/ 94 h 94"/>
                <a:gd name="T6" fmla="*/ 0 60000 65536"/>
                <a:gd name="T7" fmla="*/ 0 60000 65536"/>
                <a:gd name="T8" fmla="*/ 0 60000 65536"/>
                <a:gd name="T9" fmla="*/ 0 w 47"/>
                <a:gd name="T10" fmla="*/ 0 h 94"/>
                <a:gd name="T11" fmla="*/ 47 w 47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94">
                  <a:moveTo>
                    <a:pt x="47" y="0"/>
                  </a:moveTo>
                  <a:cubicBezTo>
                    <a:pt x="21" y="18"/>
                    <a:pt x="0" y="22"/>
                    <a:pt x="0" y="59"/>
                  </a:cubicBezTo>
                  <a:cubicBezTo>
                    <a:pt x="0" y="71"/>
                    <a:pt x="12" y="94"/>
                    <a:pt x="12" y="94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6" name="Freeform 43">
              <a:extLst>
                <a:ext uri="{FF2B5EF4-FFF2-40B4-BE49-F238E27FC236}">
                  <a16:creationId xmlns:a16="http://schemas.microsoft.com/office/drawing/2014/main" id="{0A7CBAA8-D3FE-7967-07FD-379BFB23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752"/>
              <a:ext cx="68" cy="112"/>
            </a:xfrm>
            <a:custGeom>
              <a:avLst/>
              <a:gdLst>
                <a:gd name="T0" fmla="*/ 5 w 94"/>
                <a:gd name="T1" fmla="*/ 0 h 94"/>
                <a:gd name="T2" fmla="*/ 4 w 94"/>
                <a:gd name="T3" fmla="*/ 452 h 94"/>
                <a:gd name="T4" fmla="*/ 0 60000 65536"/>
                <a:gd name="T5" fmla="*/ 0 60000 65536"/>
                <a:gd name="T6" fmla="*/ 0 w 94"/>
                <a:gd name="T7" fmla="*/ 0 h 94"/>
                <a:gd name="T8" fmla="*/ 94 w 94"/>
                <a:gd name="T9" fmla="*/ 94 h 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4" h="94">
                  <a:moveTo>
                    <a:pt x="94" y="0"/>
                  </a:moveTo>
                  <a:cubicBezTo>
                    <a:pt x="42" y="18"/>
                    <a:pt x="0" y="62"/>
                    <a:pt x="71" y="94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596" name="Line 44">
            <a:extLst>
              <a:ext uri="{FF2B5EF4-FFF2-40B4-BE49-F238E27FC236}">
                <a16:creationId xmlns:a16="http://schemas.microsoft.com/office/drawing/2014/main" id="{EC12EC2F-0DD8-F14E-C60D-8D26E3329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2019300"/>
            <a:ext cx="0" cy="6477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45">
            <a:extLst>
              <a:ext uri="{FF2B5EF4-FFF2-40B4-BE49-F238E27FC236}">
                <a16:creationId xmlns:a16="http://schemas.microsoft.com/office/drawing/2014/main" id="{3A05638A-17D6-D19B-68FF-203C3F519A0B}"/>
              </a:ext>
            </a:extLst>
          </p:cNvPr>
          <p:cNvGrpSpPr>
            <a:grpSpLocks/>
          </p:cNvGrpSpPr>
          <p:nvPr/>
        </p:nvGrpSpPr>
        <p:grpSpPr bwMode="auto">
          <a:xfrm>
            <a:off x="6221413" y="2527300"/>
            <a:ext cx="215900" cy="180975"/>
            <a:chOff x="3946" y="1746"/>
            <a:chExt cx="136" cy="114"/>
          </a:xfrm>
        </p:grpSpPr>
        <p:sp>
          <p:nvSpPr>
            <p:cNvPr id="8251" name="Line 46">
              <a:extLst>
                <a:ext uri="{FF2B5EF4-FFF2-40B4-BE49-F238E27FC236}">
                  <a16:creationId xmlns:a16="http://schemas.microsoft.com/office/drawing/2014/main" id="{055A9022-3FDC-CF46-52EB-8745D8670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6" y="1746"/>
              <a:ext cx="136" cy="2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2" name="Line 47">
              <a:extLst>
                <a:ext uri="{FF2B5EF4-FFF2-40B4-BE49-F238E27FC236}">
                  <a16:creationId xmlns:a16="http://schemas.microsoft.com/office/drawing/2014/main" id="{5F0E2DC3-503E-00A4-DC7D-28B9B8EE7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1769"/>
              <a:ext cx="0" cy="9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23" name="Group 48">
            <a:extLst>
              <a:ext uri="{FF2B5EF4-FFF2-40B4-BE49-F238E27FC236}">
                <a16:creationId xmlns:a16="http://schemas.microsoft.com/office/drawing/2014/main" id="{3BDF8348-66CC-AA14-1D9A-8BCA0514BEF4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1317625"/>
            <a:ext cx="862013" cy="701675"/>
            <a:chOff x="4083" y="1010"/>
            <a:chExt cx="543" cy="442"/>
          </a:xfrm>
        </p:grpSpPr>
        <p:sp>
          <p:nvSpPr>
            <p:cNvPr id="8249" name="Line 49">
              <a:extLst>
                <a:ext uri="{FF2B5EF4-FFF2-40B4-BE49-F238E27FC236}">
                  <a16:creationId xmlns:a16="http://schemas.microsoft.com/office/drawing/2014/main" id="{778B57A2-7673-E663-8F57-9D7F72651C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3" y="1361"/>
              <a:ext cx="543" cy="91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0" name="Text Box 50">
              <a:extLst>
                <a:ext uri="{FF2B5EF4-FFF2-40B4-BE49-F238E27FC236}">
                  <a16:creationId xmlns:a16="http://schemas.microsoft.com/office/drawing/2014/main" id="{9A8BE192-881F-0B8A-B308-E804F2419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" y="1010"/>
              <a:ext cx="2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r</a:t>
              </a:r>
            </a:p>
          </p:txBody>
        </p:sp>
      </p:grpSp>
      <p:grpSp>
        <p:nvGrpSpPr>
          <p:cNvPr id="10" name="Group 51">
            <a:extLst>
              <a:ext uri="{FF2B5EF4-FFF2-40B4-BE49-F238E27FC236}">
                <a16:creationId xmlns:a16="http://schemas.microsoft.com/office/drawing/2014/main" id="{1E90488F-E515-428E-38A4-8B832301378C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842963"/>
            <a:ext cx="420687" cy="1065212"/>
            <a:chOff x="4883" y="531"/>
            <a:chExt cx="265" cy="671"/>
          </a:xfrm>
        </p:grpSpPr>
        <p:sp>
          <p:nvSpPr>
            <p:cNvPr id="8247" name="Line 52">
              <a:extLst>
                <a:ext uri="{FF2B5EF4-FFF2-40B4-BE49-F238E27FC236}">
                  <a16:creationId xmlns:a16="http://schemas.microsoft.com/office/drawing/2014/main" id="{3DEF1A3D-8D0E-61F2-C01B-6B1035B42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8" y="818"/>
              <a:ext cx="1" cy="384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8" name="Object 9">
              <a:extLst>
                <a:ext uri="{FF2B5EF4-FFF2-40B4-BE49-F238E27FC236}">
                  <a16:creationId xmlns:a16="http://schemas.microsoft.com/office/drawing/2014/main" id="{DF201C07-DE6C-E521-3D20-1A4B39F6B6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83" y="531"/>
            <a:ext cx="2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88651" imgH="350631" progId="Equation.3">
                    <p:embed/>
                  </p:oleObj>
                </mc:Choice>
                <mc:Fallback>
                  <p:oleObj name="公式" r:id="rId6" imgW="388651" imgH="35063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3" y="531"/>
                          <a:ext cx="26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1606" name="Object 4">
            <a:extLst>
              <a:ext uri="{FF2B5EF4-FFF2-40B4-BE49-F238E27FC236}">
                <a16:creationId xmlns:a16="http://schemas.microsoft.com/office/drawing/2014/main" id="{3D5F4EF6-536C-F55B-BEF9-DF4153C1C8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9613" y="2811463"/>
          <a:ext cx="3571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29" imgH="137160" progId="Equation.3">
                  <p:embed/>
                </p:oleObj>
              </mc:Choice>
              <mc:Fallback>
                <p:oleObj name="Equation" r:id="rId8" imgW="99029" imgH="13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2811463"/>
                        <a:ext cx="35718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5">
            <a:extLst>
              <a:ext uri="{FF2B5EF4-FFF2-40B4-BE49-F238E27FC236}">
                <a16:creationId xmlns:a16="http://schemas.microsoft.com/office/drawing/2014/main" id="{EDC35BE1-B7E5-B632-BBBC-129C9A9B2DB2}"/>
              </a:ext>
            </a:extLst>
          </p:cNvPr>
          <p:cNvGrpSpPr>
            <a:grpSpLocks/>
          </p:cNvGrpSpPr>
          <p:nvPr/>
        </p:nvGrpSpPr>
        <p:grpSpPr bwMode="auto">
          <a:xfrm>
            <a:off x="7950200" y="1401763"/>
            <a:ext cx="1042988" cy="476250"/>
            <a:chOff x="5035" y="1063"/>
            <a:chExt cx="657" cy="300"/>
          </a:xfrm>
        </p:grpSpPr>
        <p:sp>
          <p:nvSpPr>
            <p:cNvPr id="8245" name="Line 56">
              <a:extLst>
                <a:ext uri="{FF2B5EF4-FFF2-40B4-BE49-F238E27FC236}">
                  <a16:creationId xmlns:a16="http://schemas.microsoft.com/office/drawing/2014/main" id="{72229291-25B4-414A-773D-58E5A0274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5" y="1361"/>
              <a:ext cx="657" cy="2"/>
            </a:xfrm>
            <a:prstGeom prst="line">
              <a:avLst/>
            </a:prstGeom>
            <a:noFill/>
            <a:ln w="38100">
              <a:solidFill>
                <a:srgbClr val="FF7C8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6" name="Object 8">
              <a:extLst>
                <a:ext uri="{FF2B5EF4-FFF2-40B4-BE49-F238E27FC236}">
                  <a16:creationId xmlns:a16="http://schemas.microsoft.com/office/drawing/2014/main" id="{A5FEEF91-AA18-85E4-0C7B-33ADA95B6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3" y="1063"/>
            <a:ext cx="20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51304" imgH="335169" progId="Equation.3">
                    <p:embed/>
                  </p:oleObj>
                </mc:Choice>
                <mc:Fallback>
                  <p:oleObj name="公式" r:id="rId10" imgW="251304" imgH="335169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3" y="1063"/>
                          <a:ext cx="20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610" name="Line 58">
            <a:extLst>
              <a:ext uri="{FF2B5EF4-FFF2-40B4-BE49-F238E27FC236}">
                <a16:creationId xmlns:a16="http://schemas.microsoft.com/office/drawing/2014/main" id="{5058AE7B-9736-51F5-815C-26F2FF09A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7663" y="2667000"/>
            <a:ext cx="1081087" cy="180975"/>
          </a:xfrm>
          <a:prstGeom prst="line">
            <a:avLst/>
          </a:prstGeom>
          <a:noFill/>
          <a:ln w="38100">
            <a:solidFill>
              <a:srgbClr val="FF7C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Group 59">
            <a:extLst>
              <a:ext uri="{FF2B5EF4-FFF2-40B4-BE49-F238E27FC236}">
                <a16:creationId xmlns:a16="http://schemas.microsoft.com/office/drawing/2014/main" id="{A0CA5720-0E4C-72D7-8131-379F1F834084}"/>
              </a:ext>
            </a:extLst>
          </p:cNvPr>
          <p:cNvGrpSpPr>
            <a:grpSpLocks/>
          </p:cNvGrpSpPr>
          <p:nvPr/>
        </p:nvGrpSpPr>
        <p:grpSpPr bwMode="auto">
          <a:xfrm>
            <a:off x="7950200" y="1730375"/>
            <a:ext cx="142875" cy="144463"/>
            <a:chOff x="5035" y="1270"/>
            <a:chExt cx="90" cy="91"/>
          </a:xfrm>
        </p:grpSpPr>
        <p:sp>
          <p:nvSpPr>
            <p:cNvPr id="8243" name="Line 60">
              <a:extLst>
                <a:ext uri="{FF2B5EF4-FFF2-40B4-BE49-F238E27FC236}">
                  <a16:creationId xmlns:a16="http://schemas.microsoft.com/office/drawing/2014/main" id="{9885365F-DA07-1654-C82C-24DE0A65A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5" y="1270"/>
              <a:ext cx="90" cy="0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61">
              <a:extLst>
                <a:ext uri="{FF2B5EF4-FFF2-40B4-BE49-F238E27FC236}">
                  <a16:creationId xmlns:a16="http://schemas.microsoft.com/office/drawing/2014/main" id="{CC383F3E-4A62-FEAC-8626-DE4B58A8E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5" y="1270"/>
              <a:ext cx="0" cy="91"/>
            </a:xfrm>
            <a:prstGeom prst="line">
              <a:avLst/>
            </a:prstGeom>
            <a:noFill/>
            <a:ln w="95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614" name="Line 62">
            <a:extLst>
              <a:ext uri="{FF2B5EF4-FFF2-40B4-BE49-F238E27FC236}">
                <a16:creationId xmlns:a16="http://schemas.microsoft.com/office/drawing/2014/main" id="{F37D1C23-2FC3-7E6A-8E6D-9213B8DA88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6588" y="2667000"/>
            <a:ext cx="719137" cy="12065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1615" name="Object 5">
            <a:extLst>
              <a:ext uri="{FF2B5EF4-FFF2-40B4-BE49-F238E27FC236}">
                <a16:creationId xmlns:a16="http://schemas.microsoft.com/office/drawing/2014/main" id="{F2939AA6-6E64-D4E1-B4C8-2DA550218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2263" y="5289550"/>
          <a:ext cx="23129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70698" imgH="403999" progId="Equation.3">
                  <p:embed/>
                </p:oleObj>
              </mc:Choice>
              <mc:Fallback>
                <p:oleObj name="公式" r:id="rId12" imgW="2270698" imgH="4039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5289550"/>
                        <a:ext cx="23129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16" name="Object 6">
            <a:extLst>
              <a:ext uri="{FF2B5EF4-FFF2-40B4-BE49-F238E27FC236}">
                <a16:creationId xmlns:a16="http://schemas.microsoft.com/office/drawing/2014/main" id="{887B13C7-EA25-1900-9EC0-5E39DADB7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754688"/>
          <a:ext cx="20843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65176" imgH="883809" progId="Equation.3">
                  <p:embed/>
                </p:oleObj>
              </mc:Choice>
              <mc:Fallback>
                <p:oleObj name="公式" r:id="rId14" imgW="2065176" imgH="88380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754688"/>
                        <a:ext cx="20843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617" name="Object 7">
            <a:extLst>
              <a:ext uri="{FF2B5EF4-FFF2-40B4-BE49-F238E27FC236}">
                <a16:creationId xmlns:a16="http://schemas.microsoft.com/office/drawing/2014/main" id="{66BC4270-A88D-6F0B-131A-FC42E0D5F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3" y="3368675"/>
          <a:ext cx="4365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28409" imgH="792535" progId="Equation.3">
                  <p:embed/>
                </p:oleObj>
              </mc:Choice>
              <mc:Fallback>
                <p:oleObj name="公式" r:id="rId16" imgW="4328409" imgH="7925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368675"/>
                        <a:ext cx="4365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18" name="Line 66">
            <a:extLst>
              <a:ext uri="{FF2B5EF4-FFF2-40B4-BE49-F238E27FC236}">
                <a16:creationId xmlns:a16="http://schemas.microsoft.com/office/drawing/2014/main" id="{1EDDE358-FDDF-21E5-AB41-4578194B77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9475" y="6489700"/>
            <a:ext cx="274478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619" name="Line 67">
            <a:extLst>
              <a:ext uri="{FF2B5EF4-FFF2-40B4-BE49-F238E27FC236}">
                <a16:creationId xmlns:a16="http://schemas.microsoft.com/office/drawing/2014/main" id="{6354D487-0A3C-2710-3146-7491197B0F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9963" y="5016500"/>
            <a:ext cx="0" cy="1473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620" name="Text Box 68">
            <a:extLst>
              <a:ext uri="{FF2B5EF4-FFF2-40B4-BE49-F238E27FC236}">
                <a16:creationId xmlns:a16="http://schemas.microsoft.com/office/drawing/2014/main" id="{63C56713-909E-6AEF-EABC-7381F0DEE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963" y="607695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66"/>
                </a:solidFill>
              </a:rPr>
              <a:t>r</a:t>
            </a:r>
          </a:p>
        </p:txBody>
      </p:sp>
      <p:sp>
        <p:nvSpPr>
          <p:cNvPr id="151621" name="Text Box 69">
            <a:extLst>
              <a:ext uri="{FF2B5EF4-FFF2-40B4-BE49-F238E27FC236}">
                <a16:creationId xmlns:a16="http://schemas.microsoft.com/office/drawing/2014/main" id="{179A4F36-9E49-3685-0231-680A0E943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763" y="48688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66"/>
                </a:solidFill>
              </a:rPr>
              <a:t>E</a:t>
            </a:r>
          </a:p>
        </p:txBody>
      </p:sp>
      <p:sp>
        <p:nvSpPr>
          <p:cNvPr id="151622" name="Freeform 70">
            <a:extLst>
              <a:ext uri="{FF2B5EF4-FFF2-40B4-BE49-F238E27FC236}">
                <a16:creationId xmlns:a16="http://schemas.microsoft.com/office/drawing/2014/main" id="{D107E03B-73A3-D7E8-9A93-DF4661C12593}"/>
              </a:ext>
            </a:extLst>
          </p:cNvPr>
          <p:cNvSpPr>
            <a:spLocks/>
          </p:cNvSpPr>
          <p:nvPr/>
        </p:nvSpPr>
        <p:spPr bwMode="auto">
          <a:xfrm rot="5400000" flipH="1">
            <a:off x="7520782" y="5387181"/>
            <a:ext cx="944562" cy="898525"/>
          </a:xfrm>
          <a:custGeom>
            <a:avLst/>
            <a:gdLst>
              <a:gd name="T0" fmla="*/ 0 w 1008"/>
              <a:gd name="T1" fmla="*/ 0 h 816"/>
              <a:gd name="T2" fmla="*/ 2147483646 w 1008"/>
              <a:gd name="T3" fmla="*/ 2147483646 h 816"/>
              <a:gd name="T4" fmla="*/ 2147483646 w 1008"/>
              <a:gd name="T5" fmla="*/ 2147483646 h 816"/>
              <a:gd name="T6" fmla="*/ 0 60000 65536"/>
              <a:gd name="T7" fmla="*/ 0 60000 65536"/>
              <a:gd name="T8" fmla="*/ 0 60000 65536"/>
              <a:gd name="T9" fmla="*/ 0 w 1008"/>
              <a:gd name="T10" fmla="*/ 0 h 816"/>
              <a:gd name="T11" fmla="*/ 1008 w 1008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816">
                <a:moveTo>
                  <a:pt x="0" y="0"/>
                </a:moveTo>
                <a:cubicBezTo>
                  <a:pt x="60" y="220"/>
                  <a:pt x="120" y="440"/>
                  <a:pt x="288" y="576"/>
                </a:cubicBezTo>
                <a:cubicBezTo>
                  <a:pt x="456" y="712"/>
                  <a:pt x="732" y="764"/>
                  <a:pt x="1008" y="816"/>
                </a:cubicBezTo>
              </a:path>
            </a:pathLst>
          </a:cu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38" name="Group 71">
            <a:extLst>
              <a:ext uri="{FF2B5EF4-FFF2-40B4-BE49-F238E27FC236}">
                <a16:creationId xmlns:a16="http://schemas.microsoft.com/office/drawing/2014/main" id="{6D790A01-F54B-91B8-1256-2939E850988C}"/>
              </a:ext>
            </a:extLst>
          </p:cNvPr>
          <p:cNvGrpSpPr>
            <a:grpSpLocks/>
          </p:cNvGrpSpPr>
          <p:nvPr/>
        </p:nvGrpSpPr>
        <p:grpSpPr bwMode="auto">
          <a:xfrm>
            <a:off x="8307388" y="1898650"/>
            <a:ext cx="630237" cy="1350963"/>
            <a:chOff x="5233" y="1196"/>
            <a:chExt cx="397" cy="851"/>
          </a:xfrm>
        </p:grpSpPr>
        <p:sp>
          <p:nvSpPr>
            <p:cNvPr id="8240" name="Line 72">
              <a:extLst>
                <a:ext uri="{FF2B5EF4-FFF2-40B4-BE49-F238E27FC236}">
                  <a16:creationId xmlns:a16="http://schemas.microsoft.com/office/drawing/2014/main" id="{6B8D4484-2706-BBCA-DBA1-326313C1B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3" y="2047"/>
              <a:ext cx="227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1" name="Line 73">
              <a:extLst>
                <a:ext uri="{FF2B5EF4-FFF2-40B4-BE49-F238E27FC236}">
                  <a16:creationId xmlns:a16="http://schemas.microsoft.com/office/drawing/2014/main" id="{F8E0D57C-C43C-DE23-BD76-B06EA0561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5" y="1196"/>
              <a:ext cx="0" cy="851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2" name="Text Box 74">
              <a:extLst>
                <a:ext uri="{FF2B5EF4-FFF2-40B4-BE49-F238E27FC236}">
                  <a16:creationId xmlns:a16="http://schemas.microsoft.com/office/drawing/2014/main" id="{0BBAA928-3241-CB8C-24D3-AF166145B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7" y="1418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CC66"/>
                  </a:solidFill>
                </a:rPr>
                <a:t>l</a:t>
              </a:r>
            </a:p>
          </p:txBody>
        </p:sp>
      </p:grpSp>
      <p:pic>
        <p:nvPicPr>
          <p:cNvPr id="151627" name="Picture 75" descr="j0293240">
            <a:extLst>
              <a:ext uri="{FF2B5EF4-FFF2-40B4-BE49-F238E27FC236}">
                <a16:creationId xmlns:a16="http://schemas.microsoft.com/office/drawing/2014/main" id="{1B4D2FF8-2798-BFC4-B938-4E2387EEF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2000"/>
                                        <p:tgtEl>
                                          <p:spTgt spid="15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5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5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5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3000"/>
                                        <p:tgtEl>
                                          <p:spTgt spid="15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1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1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9" grpId="0" autoUpdateAnimBg="0"/>
      <p:bldP spid="151575" grpId="0" autoUpdateAnimBg="0"/>
      <p:bldP spid="151620" grpId="0"/>
      <p:bldP spid="1516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2">
            <a:extLst>
              <a:ext uri="{FF2B5EF4-FFF2-40B4-BE49-F238E27FC236}">
                <a16:creationId xmlns:a16="http://schemas.microsoft.com/office/drawing/2014/main" id="{23ED2A1C-FCBD-3652-DB1D-05DB09462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92125"/>
            <a:ext cx="122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总结</a:t>
            </a:r>
          </a:p>
        </p:txBody>
      </p:sp>
      <p:sp>
        <p:nvSpPr>
          <p:cNvPr id="155651" name="AutoShape 3">
            <a:extLst>
              <a:ext uri="{FF2B5EF4-FFF2-40B4-BE49-F238E27FC236}">
                <a16:creationId xmlns:a16="http://schemas.microsoft.com/office/drawing/2014/main" id="{7AE4696B-127C-C43B-EB28-D0CA58A80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5652" name="Text Box 4">
            <a:extLst>
              <a:ext uri="{FF2B5EF4-FFF2-40B4-BE49-F238E27FC236}">
                <a16:creationId xmlns:a16="http://schemas.microsoft.com/office/drawing/2014/main" id="{B9A9439E-ABD1-99D4-2656-2A3B02D1F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5392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hlink"/>
                </a:solidFill>
              </a:rPr>
              <a:t>静电场的高斯定理适用于一切静电场；</a:t>
            </a:r>
          </a:p>
        </p:txBody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38718E0D-9256-4F30-84EC-6B733E558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12875"/>
            <a:ext cx="5699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hlink"/>
                </a:solidFill>
              </a:rPr>
              <a:t>高斯定理并不能求出所有静电场的分布。</a:t>
            </a:r>
          </a:p>
        </p:txBody>
      </p:sp>
      <p:sp>
        <p:nvSpPr>
          <p:cNvPr id="155654" name="Text Box 6">
            <a:extLst>
              <a:ext uri="{FF2B5EF4-FFF2-40B4-BE49-F238E27FC236}">
                <a16:creationId xmlns:a16="http://schemas.microsoft.com/office/drawing/2014/main" id="{0A56B884-67D0-D92E-DBF1-FCF961450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836738"/>
            <a:ext cx="5538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用高斯定理求电场强度的步骤：</a:t>
            </a:r>
          </a:p>
        </p:txBody>
      </p:sp>
      <p:sp>
        <p:nvSpPr>
          <p:cNvPr id="155655" name="Text Box 7">
            <a:extLst>
              <a:ext uri="{FF2B5EF4-FFF2-40B4-BE49-F238E27FC236}">
                <a16:creationId xmlns:a16="http://schemas.microsoft.com/office/drawing/2014/main" id="{FBFE4925-CA36-788A-F3F6-C0635A31E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349500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(1)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分析电荷对称性；  </a:t>
            </a:r>
          </a:p>
        </p:txBody>
      </p:sp>
      <p:sp>
        <p:nvSpPr>
          <p:cNvPr id="155656" name="Text Box 8">
            <a:extLst>
              <a:ext uri="{FF2B5EF4-FFF2-40B4-BE49-F238E27FC236}">
                <a16:creationId xmlns:a16="http://schemas.microsoft.com/office/drawing/2014/main" id="{6DF0612E-C1D2-E844-68F9-D32DDC52B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46388"/>
            <a:ext cx="367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(2)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根据对称性取高斯面；</a:t>
            </a:r>
          </a:p>
        </p:txBody>
      </p:sp>
      <p:sp>
        <p:nvSpPr>
          <p:cNvPr id="155657" name="Text Box 9">
            <a:extLst>
              <a:ext uri="{FF2B5EF4-FFF2-40B4-BE49-F238E27FC236}">
                <a16:creationId xmlns:a16="http://schemas.microsoft.com/office/drawing/2014/main" id="{B7437939-2210-4FC6-5D81-FDB74777B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208338"/>
            <a:ext cx="4276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  <a:sym typeface="Symbol" panose="05050102010706020507" pitchFamily="18" charset="2"/>
              </a:rPr>
              <a:t>  </a:t>
            </a:r>
            <a:r>
              <a:rPr lang="zh-CN" altLang="en-US" b="1">
                <a:ea typeface="楷体_GB2312" pitchFamily="49" charset="-122"/>
                <a:sym typeface="Symbol" panose="05050102010706020507" pitchFamily="18" charset="2"/>
              </a:rPr>
              <a:t>高斯面必须是闭合曲面</a:t>
            </a:r>
            <a:endParaRPr lang="zh-CN" altLang="en-US" b="1">
              <a:ea typeface="楷体_GB2312" pitchFamily="49" charset="-122"/>
            </a:endParaRPr>
          </a:p>
        </p:txBody>
      </p:sp>
      <p:sp>
        <p:nvSpPr>
          <p:cNvPr id="155658" name="Text Box 10">
            <a:extLst>
              <a:ext uri="{FF2B5EF4-FFF2-40B4-BE49-F238E27FC236}">
                <a16:creationId xmlns:a16="http://schemas.microsoft.com/office/drawing/2014/main" id="{E7F4045B-C84C-2330-2D01-14A67F738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706813"/>
            <a:ext cx="5114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  <a:sym typeface="Symbol" panose="05050102010706020507" pitchFamily="18" charset="2"/>
              </a:rPr>
              <a:t>  </a:t>
            </a:r>
            <a:r>
              <a:rPr lang="zh-CN" altLang="en-US" b="1">
                <a:ea typeface="楷体_GB2312" pitchFamily="49" charset="-122"/>
                <a:sym typeface="Symbol" panose="05050102010706020507" pitchFamily="18" charset="2"/>
              </a:rPr>
              <a:t>高斯面必须通过所求的点</a:t>
            </a:r>
          </a:p>
        </p:txBody>
      </p:sp>
      <p:sp>
        <p:nvSpPr>
          <p:cNvPr id="155659" name="Text Box 11">
            <a:extLst>
              <a:ext uri="{FF2B5EF4-FFF2-40B4-BE49-F238E27FC236}">
                <a16:creationId xmlns:a16="http://schemas.microsoft.com/office/drawing/2014/main" id="{F25E144F-597F-9A77-75A4-0975DF795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4700588"/>
            <a:ext cx="581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(3)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根据高斯定理求电场强度。</a:t>
            </a:r>
          </a:p>
        </p:txBody>
      </p:sp>
      <p:sp>
        <p:nvSpPr>
          <p:cNvPr id="155660" name="Text Box 12">
            <a:extLst>
              <a:ext uri="{FF2B5EF4-FFF2-40B4-BE49-F238E27FC236}">
                <a16:creationId xmlns:a16="http://schemas.microsoft.com/office/drawing/2014/main" id="{72411EA3-8B35-9D86-CB44-9595396DE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4198938"/>
            <a:ext cx="7324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00"/>
                </a:solidFill>
                <a:sym typeface="Symbol" panose="05050102010706020507" pitchFamily="18" charset="2"/>
              </a:rPr>
              <a:t>  </a:t>
            </a:r>
            <a:r>
              <a:rPr lang="zh-CN" altLang="en-US" b="1">
                <a:ea typeface="楷体_GB2312" pitchFamily="49" charset="-122"/>
                <a:sym typeface="Symbol" panose="05050102010706020507" pitchFamily="18" charset="2"/>
              </a:rPr>
              <a:t>高斯面的选取使通过该面的电通量易于计算</a:t>
            </a:r>
          </a:p>
        </p:txBody>
      </p:sp>
      <p:sp>
        <p:nvSpPr>
          <p:cNvPr id="155661" name="Text Box 13">
            <a:extLst>
              <a:ext uri="{FF2B5EF4-FFF2-40B4-BE49-F238E27FC236}">
                <a16:creationId xmlns:a16="http://schemas.microsoft.com/office/drawing/2014/main" id="{6E355F73-D6C6-7E4F-2640-C54E699FC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5276850"/>
            <a:ext cx="351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两种计算电场的方法</a:t>
            </a:r>
          </a:p>
        </p:txBody>
      </p:sp>
      <p:sp>
        <p:nvSpPr>
          <p:cNvPr id="155662" name="Text Box 14">
            <a:extLst>
              <a:ext uri="{FF2B5EF4-FFF2-40B4-BE49-F238E27FC236}">
                <a16:creationId xmlns:a16="http://schemas.microsoft.com/office/drawing/2014/main" id="{54A58C3D-717A-0CDD-FDF2-FAFD0FB6B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0" y="589597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9900"/>
                </a:solidFill>
                <a:ea typeface="楷体_GB2312" pitchFamily="49" charset="-122"/>
              </a:rPr>
              <a:t>电场叠加原理</a:t>
            </a:r>
          </a:p>
        </p:txBody>
      </p:sp>
      <p:sp>
        <p:nvSpPr>
          <p:cNvPr id="155663" name="Text Box 15">
            <a:extLst>
              <a:ext uri="{FF2B5EF4-FFF2-40B4-BE49-F238E27FC236}">
                <a16:creationId xmlns:a16="http://schemas.microsoft.com/office/drawing/2014/main" id="{6B20A800-B828-B9EE-95BC-08AF347C8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5" y="58769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9900"/>
                </a:solidFill>
                <a:ea typeface="楷体_GB2312" pitchFamily="49" charset="-122"/>
              </a:rPr>
              <a:t>高斯定理</a:t>
            </a:r>
          </a:p>
        </p:txBody>
      </p:sp>
      <p:pic>
        <p:nvPicPr>
          <p:cNvPr id="155664" name="Picture 16" descr="j0293240">
            <a:extLst>
              <a:ext uri="{FF2B5EF4-FFF2-40B4-BE49-F238E27FC236}">
                <a16:creationId xmlns:a16="http://schemas.microsoft.com/office/drawing/2014/main" id="{7B6C5599-BA1E-83F1-E919-332DCE00A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0" grpId="0" autoUpdateAnimBg="0"/>
      <p:bldP spid="155651" grpId="0" animBg="1"/>
      <p:bldP spid="155652" grpId="0"/>
      <p:bldP spid="155653" grpId="0"/>
      <p:bldP spid="155654" grpId="0" autoUpdateAnimBg="0"/>
      <p:bldP spid="155655" grpId="0" autoUpdateAnimBg="0"/>
      <p:bldP spid="155656" grpId="0" autoUpdateAnimBg="0"/>
      <p:bldP spid="155657" grpId="0" autoUpdateAnimBg="0"/>
      <p:bldP spid="155658" grpId="0" autoUpdateAnimBg="0"/>
      <p:bldP spid="155659" grpId="0" autoUpdateAnimBg="0"/>
      <p:bldP spid="155660" grpId="0" autoUpdateAnimBg="0"/>
      <p:bldP spid="155661" grpId="0"/>
      <p:bldP spid="155662" grpId="0"/>
      <p:bldP spid="1556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 descr="图形1">
            <a:extLst>
              <a:ext uri="{FF2B5EF4-FFF2-40B4-BE49-F238E27FC236}">
                <a16:creationId xmlns:a16="http://schemas.microsoft.com/office/drawing/2014/main" id="{FB4A5BD5-139A-C9B7-EE5A-E36C3D8F9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908050"/>
            <a:ext cx="3024188" cy="2116138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8963" name="Text Box 3">
            <a:extLst>
              <a:ext uri="{FF2B5EF4-FFF2-40B4-BE49-F238E27FC236}">
                <a16:creationId xmlns:a16="http://schemas.microsoft.com/office/drawing/2014/main" id="{0F741606-9FAD-BA7B-91AC-C681CAB21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6889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68964" name="Text Box 4">
            <a:extLst>
              <a:ext uri="{FF2B5EF4-FFF2-40B4-BE49-F238E27FC236}">
                <a16:creationId xmlns:a16="http://schemas.microsoft.com/office/drawing/2014/main" id="{B05BBDB3-6D8F-B755-83FC-41C0D19D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765175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电荷体密度</a:t>
            </a:r>
          </a:p>
        </p:txBody>
      </p:sp>
      <p:graphicFrame>
        <p:nvGraphicFramePr>
          <p:cNvPr id="168965" name="Object 2">
            <a:extLst>
              <a:ext uri="{FF2B5EF4-FFF2-40B4-BE49-F238E27FC236}">
                <a16:creationId xmlns:a16="http://schemas.microsoft.com/office/drawing/2014/main" id="{0BE0B27B-40AE-0A96-3467-418A45B4BE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836613"/>
          <a:ext cx="2778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1304" imgH="289782" progId="Equation.3">
                  <p:embed/>
                </p:oleObj>
              </mc:Choice>
              <mc:Fallback>
                <p:oleObj name="公式" r:id="rId3" imgW="251304" imgH="28978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836613"/>
                        <a:ext cx="2778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6" name="Text Box 6">
            <a:extLst>
              <a:ext uri="{FF2B5EF4-FFF2-40B4-BE49-F238E27FC236}">
                <a16:creationId xmlns:a16="http://schemas.microsoft.com/office/drawing/2014/main" id="{852C102C-D719-C692-02ED-0F0F1F6D6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336675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半径为</a:t>
            </a:r>
            <a:r>
              <a:rPr lang="en-US" altLang="zh-CN" b="1"/>
              <a:t>:</a:t>
            </a:r>
          </a:p>
        </p:txBody>
      </p:sp>
      <p:graphicFrame>
        <p:nvGraphicFramePr>
          <p:cNvPr id="168967" name="Object 3">
            <a:extLst>
              <a:ext uri="{FF2B5EF4-FFF2-40B4-BE49-F238E27FC236}">
                <a16:creationId xmlns:a16="http://schemas.microsoft.com/office/drawing/2014/main" id="{3185CD97-1B53-91E3-3AD4-A6084A864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412875"/>
          <a:ext cx="14525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32684" imgH="388537" progId="Equation.3">
                  <p:embed/>
                </p:oleObj>
              </mc:Choice>
              <mc:Fallback>
                <p:oleObj name="公式" r:id="rId5" imgW="1432684" imgH="38853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412875"/>
                        <a:ext cx="14525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8" name="Text Box 8">
            <a:extLst>
              <a:ext uri="{FF2B5EF4-FFF2-40B4-BE49-F238E27FC236}">
                <a16:creationId xmlns:a16="http://schemas.microsoft.com/office/drawing/2014/main" id="{392BD1E4-C602-7B5D-FBF6-79BEAAA90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8970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68969" name="Text Box 9">
            <a:extLst>
              <a:ext uri="{FF2B5EF4-FFF2-40B4-BE49-F238E27FC236}">
                <a16:creationId xmlns:a16="http://schemas.microsoft.com/office/drawing/2014/main" id="{4E4E012A-F0D2-0C22-B0DE-848FD596E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1958975"/>
            <a:ext cx="246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重叠区域的电场</a:t>
            </a:r>
          </a:p>
        </p:txBody>
      </p:sp>
      <p:sp>
        <p:nvSpPr>
          <p:cNvPr id="168970" name="Text Box 10">
            <a:extLst>
              <a:ext uri="{FF2B5EF4-FFF2-40B4-BE49-F238E27FC236}">
                <a16:creationId xmlns:a16="http://schemas.microsoft.com/office/drawing/2014/main" id="{21F7C982-F0BC-FCA3-0262-B4D628CCA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25606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168971" name="Object 4">
            <a:extLst>
              <a:ext uri="{FF2B5EF4-FFF2-40B4-BE49-F238E27FC236}">
                <a16:creationId xmlns:a16="http://schemas.microsoft.com/office/drawing/2014/main" id="{D273C8F0-3D83-105F-80AF-50668D912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6938" y="1193800"/>
          <a:ext cx="542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18036" imgH="297263" progId="Equation.3">
                  <p:embed/>
                </p:oleObj>
              </mc:Choice>
              <mc:Fallback>
                <p:oleObj name="公式" r:id="rId7" imgW="518036" imgH="29726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1193800"/>
                        <a:ext cx="542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2" name="Object 5">
            <a:extLst>
              <a:ext uri="{FF2B5EF4-FFF2-40B4-BE49-F238E27FC236}">
                <a16:creationId xmlns:a16="http://schemas.microsoft.com/office/drawing/2014/main" id="{4C26FC9F-F991-963E-F551-EA8339911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1408113"/>
          <a:ext cx="5429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18036" imgH="289782" progId="Equation.3">
                  <p:embed/>
                </p:oleObj>
              </mc:Choice>
              <mc:Fallback>
                <p:oleObj name="公式" r:id="rId9" imgW="518036" imgH="28978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1408113"/>
                        <a:ext cx="5429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3" name="Text Box 13">
            <a:extLst>
              <a:ext uri="{FF2B5EF4-FFF2-40B4-BE49-F238E27FC236}">
                <a16:creationId xmlns:a16="http://schemas.microsoft.com/office/drawing/2014/main" id="{8BC201A4-896A-F9E7-5358-23D845796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1336675"/>
            <a:ext cx="442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chemeClr val="tx1"/>
                </a:solidFill>
              </a:rPr>
              <a:t>r</a:t>
            </a:r>
            <a:r>
              <a:rPr lang="en-US" altLang="zh-CN" sz="2800" baseline="-25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8974" name="Text Box 14">
            <a:extLst>
              <a:ext uri="{FF2B5EF4-FFF2-40B4-BE49-F238E27FC236}">
                <a16:creationId xmlns:a16="http://schemas.microsoft.com/office/drawing/2014/main" id="{4C3223F7-C7D8-1328-69F8-A0F6C9BAC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5" y="1465263"/>
            <a:ext cx="442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chemeClr val="tx1"/>
                </a:solidFill>
              </a:rPr>
              <a:t>r</a:t>
            </a:r>
            <a:r>
              <a:rPr lang="en-US" altLang="zh-CN" sz="2800" baseline="-25000">
                <a:solidFill>
                  <a:schemeClr val="tx1"/>
                </a:solidFill>
              </a:rPr>
              <a:t>2</a:t>
            </a:r>
          </a:p>
        </p:txBody>
      </p:sp>
      <p:graphicFrame>
        <p:nvGraphicFramePr>
          <p:cNvPr id="168975" name="Object 6">
            <a:extLst>
              <a:ext uri="{FF2B5EF4-FFF2-40B4-BE49-F238E27FC236}">
                <a16:creationId xmlns:a16="http://schemas.microsoft.com/office/drawing/2014/main" id="{1B7F8F22-E461-DCD6-249C-BE16C5DAB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997200"/>
          <a:ext cx="3246437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231129" imgH="1325714" progId="Equation.3">
                  <p:embed/>
                </p:oleObj>
              </mc:Choice>
              <mc:Fallback>
                <p:oleObj name="公式" r:id="rId11" imgW="3231129" imgH="13257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3246437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6" name="Object 7">
            <a:extLst>
              <a:ext uri="{FF2B5EF4-FFF2-40B4-BE49-F238E27FC236}">
                <a16:creationId xmlns:a16="http://schemas.microsoft.com/office/drawing/2014/main" id="{0C4EC50E-CE1F-D432-20F7-8107F42DF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065463"/>
          <a:ext cx="4068762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061678" imgH="1325714" progId="Equation.3">
                  <p:embed/>
                </p:oleObj>
              </mc:Choice>
              <mc:Fallback>
                <p:oleObj name="公式" r:id="rId13" imgW="4061678" imgH="132571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065463"/>
                        <a:ext cx="4068762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7" name="Object 8">
            <a:extLst>
              <a:ext uri="{FF2B5EF4-FFF2-40B4-BE49-F238E27FC236}">
                <a16:creationId xmlns:a16="http://schemas.microsoft.com/office/drawing/2014/main" id="{03A807BE-4DBF-F107-D89E-09A8F71DE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363" y="4505325"/>
          <a:ext cx="54324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433153" imgH="1341175" progId="Equation.3">
                  <p:embed/>
                </p:oleObj>
              </mc:Choice>
              <mc:Fallback>
                <p:oleObj name="公式" r:id="rId15" imgW="5433153" imgH="134117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4505325"/>
                        <a:ext cx="54324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8" name="Line 18">
            <a:extLst>
              <a:ext uri="{FF2B5EF4-FFF2-40B4-BE49-F238E27FC236}">
                <a16:creationId xmlns:a16="http://schemas.microsoft.com/office/drawing/2014/main" id="{551B3603-BF5F-FE58-8B3B-E9B247B75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5224463"/>
            <a:ext cx="504825" cy="0"/>
          </a:xfrm>
          <a:prstGeom prst="line">
            <a:avLst/>
          </a:prstGeom>
          <a:noFill/>
          <a:ln w="952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68979" name="Picture 19" descr="j0293240">
            <a:extLst>
              <a:ext uri="{FF2B5EF4-FFF2-40B4-BE49-F238E27FC236}">
                <a16:creationId xmlns:a16="http://schemas.microsoft.com/office/drawing/2014/main" id="{10DA9971-DAE0-36C5-D0A1-C92B3543C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4" grpId="0"/>
      <p:bldP spid="168966" grpId="0"/>
      <p:bldP spid="168968" grpId="0"/>
      <p:bldP spid="168969" grpId="0"/>
      <p:bldP spid="168970" grpId="0"/>
      <p:bldP spid="168973" grpId="0"/>
      <p:bldP spid="1689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2">
            <a:extLst>
              <a:ext uri="{FF2B5EF4-FFF2-40B4-BE49-F238E27FC236}">
                <a16:creationId xmlns:a16="http://schemas.microsoft.com/office/drawing/2014/main" id="{0749B701-D0D0-C568-4239-E74E76E18676}"/>
              </a:ext>
            </a:extLst>
          </p:cNvPr>
          <p:cNvGrpSpPr>
            <a:grpSpLocks/>
          </p:cNvGrpSpPr>
          <p:nvPr/>
        </p:nvGrpSpPr>
        <p:grpSpPr bwMode="auto">
          <a:xfrm>
            <a:off x="3133725" y="1241425"/>
            <a:ext cx="2655888" cy="2835275"/>
            <a:chOff x="1974" y="782"/>
            <a:chExt cx="1673" cy="1786"/>
          </a:xfrm>
        </p:grpSpPr>
        <p:sp>
          <p:nvSpPr>
            <p:cNvPr id="11321" name="Oval 3">
              <a:extLst>
                <a:ext uri="{FF2B5EF4-FFF2-40B4-BE49-F238E27FC236}">
                  <a16:creationId xmlns:a16="http://schemas.microsoft.com/office/drawing/2014/main" id="{11CF6A7C-8867-1579-1B39-124A9E493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839"/>
              <a:ext cx="1616" cy="1672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33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22" name="Rectangle 4">
              <a:extLst>
                <a:ext uri="{FF2B5EF4-FFF2-40B4-BE49-F238E27FC236}">
                  <a16:creationId xmlns:a16="http://schemas.microsoft.com/office/drawing/2014/main" id="{CC81C39A-DA65-E6D2-DFB9-1D804177D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782"/>
              <a:ext cx="851" cy="1786"/>
            </a:xfrm>
            <a:prstGeom prst="rect">
              <a:avLst/>
            </a:prstGeom>
            <a:solidFill>
              <a:srgbClr val="003300">
                <a:alpha val="9215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23" name="Text Box 5">
              <a:extLst>
                <a:ext uri="{FF2B5EF4-FFF2-40B4-BE49-F238E27FC236}">
                  <a16:creationId xmlns:a16="http://schemas.microsoft.com/office/drawing/2014/main" id="{A5B64D06-4267-3B82-4660-390EBD9B7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1779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 i="1">
                  <a:solidFill>
                    <a:srgbClr val="FFCC66"/>
                  </a:solidFill>
                </a:rPr>
                <a:t>R</a:t>
              </a:r>
            </a:p>
          </p:txBody>
        </p:sp>
        <p:sp>
          <p:nvSpPr>
            <p:cNvPr id="11324" name="Line 6">
              <a:extLst>
                <a:ext uri="{FF2B5EF4-FFF2-40B4-BE49-F238E27FC236}">
                  <a16:creationId xmlns:a16="http://schemas.microsoft.com/office/drawing/2014/main" id="{9EF7E4A7-897C-E31D-8AB9-A819586D2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8" y="1689"/>
              <a:ext cx="538" cy="596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39" name="Group 7">
            <a:extLst>
              <a:ext uri="{FF2B5EF4-FFF2-40B4-BE49-F238E27FC236}">
                <a16:creationId xmlns:a16="http://schemas.microsoft.com/office/drawing/2014/main" id="{CE00216E-2532-CC2E-03EF-6D9B682D7553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957263"/>
            <a:ext cx="2971800" cy="3163887"/>
            <a:chOff x="1803" y="603"/>
            <a:chExt cx="1872" cy="1993"/>
          </a:xfrm>
        </p:grpSpPr>
        <p:sp>
          <p:nvSpPr>
            <p:cNvPr id="11317" name="Line 8">
              <a:extLst>
                <a:ext uri="{FF2B5EF4-FFF2-40B4-BE49-F238E27FC236}">
                  <a16:creationId xmlns:a16="http://schemas.microsoft.com/office/drawing/2014/main" id="{349088BB-8A70-D4F0-0AD9-3CD2747BF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" y="1689"/>
              <a:ext cx="187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8" name="Line 9">
              <a:extLst>
                <a:ext uri="{FF2B5EF4-FFF2-40B4-BE49-F238E27FC236}">
                  <a16:creationId xmlns:a16="http://schemas.microsoft.com/office/drawing/2014/main" id="{4DAC996B-1920-608E-689B-EE82D4CC7E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6" y="612"/>
              <a:ext cx="0" cy="198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9" name="Text Box 10">
              <a:extLst>
                <a:ext uri="{FF2B5EF4-FFF2-40B4-BE49-F238E27FC236}">
                  <a16:creationId xmlns:a16="http://schemas.microsoft.com/office/drawing/2014/main" id="{566C2A9F-C33B-A8E6-7C69-3A0B05380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3" y="168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11320" name="Text Box 11">
              <a:extLst>
                <a:ext uri="{FF2B5EF4-FFF2-40B4-BE49-F238E27FC236}">
                  <a16:creationId xmlns:a16="http://schemas.microsoft.com/office/drawing/2014/main" id="{E64811BD-390F-61BE-FE09-9A721FB50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" y="603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2000" b="1" i="1">
                  <a:solidFill>
                    <a:schemeClr val="hlink"/>
                  </a:solidFill>
                </a:rPr>
                <a:t>y</a:t>
              </a:r>
            </a:p>
          </p:txBody>
        </p:sp>
      </p:grpSp>
      <p:sp>
        <p:nvSpPr>
          <p:cNvPr id="11268" name="Line 12">
            <a:extLst>
              <a:ext uri="{FF2B5EF4-FFF2-40B4-BE49-F238E27FC236}">
                <a16:creationId xmlns:a16="http://schemas.microsoft.com/office/drawing/2014/main" id="{E63237FF-A0F0-6914-6785-1F0E37DCDC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7663" y="1192213"/>
            <a:ext cx="0" cy="39163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Oval 13">
            <a:extLst>
              <a:ext uri="{FF2B5EF4-FFF2-40B4-BE49-F238E27FC236}">
                <a16:creationId xmlns:a16="http://schemas.microsoft.com/office/drawing/2014/main" id="{9A15F684-29FC-7AE0-2A52-771A89D6D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695825"/>
            <a:ext cx="2468563" cy="668338"/>
          </a:xfrm>
          <a:prstGeom prst="ellipse">
            <a:avLst/>
          </a:prstGeom>
          <a:solidFill>
            <a:srgbClr val="339966">
              <a:alpha val="87842"/>
            </a:srgbClr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0" name="Line 14">
            <a:extLst>
              <a:ext uri="{FF2B5EF4-FFF2-40B4-BE49-F238E27FC236}">
                <a16:creationId xmlns:a16="http://schemas.microsoft.com/office/drawing/2014/main" id="{2D35B9D4-EC64-9968-3FE4-074821579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413" y="1622425"/>
            <a:ext cx="0" cy="3427413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Rectangle 15">
            <a:extLst>
              <a:ext uri="{FF2B5EF4-FFF2-40B4-BE49-F238E27FC236}">
                <a16:creationId xmlns:a16="http://schemas.microsoft.com/office/drawing/2014/main" id="{B292C6E0-A96D-E069-3F7A-B9C9B7AFF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1582738"/>
            <a:ext cx="493712" cy="3467100"/>
          </a:xfrm>
          <a:prstGeom prst="rect">
            <a:avLst/>
          </a:prstGeom>
          <a:gradFill rotWithShape="1">
            <a:gsLst>
              <a:gs pos="0">
                <a:srgbClr val="18472F"/>
              </a:gs>
              <a:gs pos="100000">
                <a:srgbClr val="339966">
                  <a:alpha val="70000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2" name="Oval 16">
            <a:extLst>
              <a:ext uri="{FF2B5EF4-FFF2-40B4-BE49-F238E27FC236}">
                <a16:creationId xmlns:a16="http://schemas.microsoft.com/office/drawing/2014/main" id="{4C7290BB-9B49-EB4A-8980-E4A727FD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1308100"/>
            <a:ext cx="2468562" cy="669925"/>
          </a:xfrm>
          <a:prstGeom prst="ellipse">
            <a:avLst/>
          </a:prstGeom>
          <a:gradFill rotWithShape="1">
            <a:gsLst>
              <a:gs pos="0">
                <a:srgbClr val="339966"/>
              </a:gs>
              <a:gs pos="100000">
                <a:srgbClr val="18472F"/>
              </a:gs>
            </a:gsLst>
            <a:lin ang="18900000" scaled="1"/>
          </a:gra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3" name="Oval 17">
            <a:extLst>
              <a:ext uri="{FF2B5EF4-FFF2-40B4-BE49-F238E27FC236}">
                <a16:creationId xmlns:a16="http://schemas.microsoft.com/office/drawing/2014/main" id="{B6843167-52DD-AA7D-1AB9-D16A79B9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309688"/>
            <a:ext cx="2468563" cy="669925"/>
          </a:xfrm>
          <a:prstGeom prst="ellipse">
            <a:avLst/>
          </a:prstGeom>
          <a:solidFill>
            <a:srgbClr val="003366">
              <a:alpha val="41176"/>
            </a:srgbClr>
          </a:solidFill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AutoShape 18">
            <a:extLst>
              <a:ext uri="{FF2B5EF4-FFF2-40B4-BE49-F238E27FC236}">
                <a16:creationId xmlns:a16="http://schemas.microsoft.com/office/drawing/2014/main" id="{D114EF38-E0CF-1CDB-CA2B-F4DB1E3E2B7D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-339725" y="2511425"/>
            <a:ext cx="3898900" cy="1727200"/>
          </a:xfrm>
          <a:prstGeom prst="parallelogram">
            <a:avLst>
              <a:gd name="adj" fmla="val 27914"/>
            </a:avLst>
          </a:prstGeom>
          <a:gradFill rotWithShape="1">
            <a:gsLst>
              <a:gs pos="0">
                <a:srgbClr val="339966"/>
              </a:gs>
              <a:gs pos="100000">
                <a:srgbClr val="18472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5" name="AutoShape 19">
            <a:extLst>
              <a:ext uri="{FF2B5EF4-FFF2-40B4-BE49-F238E27FC236}">
                <a16:creationId xmlns:a16="http://schemas.microsoft.com/office/drawing/2014/main" id="{F5335BB6-4D24-2FE9-6457-6F701C6CFC4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-340518" y="2512219"/>
            <a:ext cx="3898900" cy="1728787"/>
          </a:xfrm>
          <a:prstGeom prst="parallelogram">
            <a:avLst>
              <a:gd name="adj" fmla="val 27888"/>
            </a:avLst>
          </a:prstGeom>
          <a:solidFill>
            <a:srgbClr val="003366">
              <a:alpha val="4117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6" name="Freeform 20">
            <a:extLst>
              <a:ext uri="{FF2B5EF4-FFF2-40B4-BE49-F238E27FC236}">
                <a16:creationId xmlns:a16="http://schemas.microsoft.com/office/drawing/2014/main" id="{838B8EC1-1FC2-15B2-BF35-44C8B185B4B3}"/>
              </a:ext>
            </a:extLst>
          </p:cNvPr>
          <p:cNvSpPr>
            <a:spLocks/>
          </p:cNvSpPr>
          <p:nvPr/>
        </p:nvSpPr>
        <p:spPr bwMode="auto">
          <a:xfrm>
            <a:off x="746125" y="4733925"/>
            <a:ext cx="1622425" cy="590550"/>
          </a:xfrm>
          <a:custGeom>
            <a:avLst/>
            <a:gdLst>
              <a:gd name="T0" fmla="*/ 1115849998 w 2311"/>
              <a:gd name="T1" fmla="*/ 65383784 h 1038"/>
              <a:gd name="T2" fmla="*/ 1000025983 w 2311"/>
              <a:gd name="T3" fmla="*/ 50170579 h 1038"/>
              <a:gd name="T4" fmla="*/ 947782634 w 2311"/>
              <a:gd name="T5" fmla="*/ 38518311 h 1038"/>
              <a:gd name="T6" fmla="*/ 855123282 w 2311"/>
              <a:gd name="T7" fmla="*/ 31073285 h 1038"/>
              <a:gd name="T8" fmla="*/ 692477808 w 2311"/>
              <a:gd name="T9" fmla="*/ 15860648 h 1038"/>
              <a:gd name="T10" fmla="*/ 385421767 w 2311"/>
              <a:gd name="T11" fmla="*/ 647443 h 1038"/>
              <a:gd name="T12" fmla="*/ 32036400 w 2311"/>
              <a:gd name="T13" fmla="*/ 4531533 h 1038"/>
              <a:gd name="T14" fmla="*/ 8871737 w 2311"/>
              <a:gd name="T15" fmla="*/ 8091900 h 1038"/>
              <a:gd name="T16" fmla="*/ 3449847 w 2311"/>
              <a:gd name="T17" fmla="*/ 99370563 h 1038"/>
              <a:gd name="T18" fmla="*/ 8871737 w 2311"/>
              <a:gd name="T19" fmla="*/ 331774176 h 1038"/>
              <a:gd name="T20" fmla="*/ 26614510 w 2311"/>
              <a:gd name="T21" fmla="*/ 335334544 h 1038"/>
              <a:gd name="T22" fmla="*/ 78365725 w 2311"/>
              <a:gd name="T23" fmla="*/ 324005997 h 1038"/>
              <a:gd name="T24" fmla="*/ 223268426 w 2311"/>
              <a:gd name="T25" fmla="*/ 316560971 h 1038"/>
              <a:gd name="T26" fmla="*/ 582568518 w 2311"/>
              <a:gd name="T27" fmla="*/ 267037835 h 1038"/>
              <a:gd name="T28" fmla="*/ 1011361897 w 2311"/>
              <a:gd name="T29" fmla="*/ 217514130 h 1038"/>
              <a:gd name="T30" fmla="*/ 1098106524 w 2311"/>
              <a:gd name="T31" fmla="*/ 198416835 h 1038"/>
              <a:gd name="T32" fmla="*/ 1139014661 w 2311"/>
              <a:gd name="T33" fmla="*/ 164106904 h 1038"/>
              <a:gd name="T34" fmla="*/ 1133099935 w 2311"/>
              <a:gd name="T35" fmla="*/ 130120126 h 1038"/>
              <a:gd name="T36" fmla="*/ 1115849998 w 2311"/>
              <a:gd name="T37" fmla="*/ 76712900 h 1038"/>
              <a:gd name="T38" fmla="*/ 1115849998 w 2311"/>
              <a:gd name="T39" fmla="*/ 65383784 h 103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2311" h="1038">
                <a:moveTo>
                  <a:pt x="2264" y="202"/>
                </a:moveTo>
                <a:cubicBezTo>
                  <a:pt x="2195" y="192"/>
                  <a:pt x="2092" y="176"/>
                  <a:pt x="2029" y="155"/>
                </a:cubicBezTo>
                <a:cubicBezTo>
                  <a:pt x="1994" y="143"/>
                  <a:pt x="1960" y="123"/>
                  <a:pt x="1923" y="119"/>
                </a:cubicBezTo>
                <a:cubicBezTo>
                  <a:pt x="1790" y="105"/>
                  <a:pt x="1852" y="113"/>
                  <a:pt x="1735" y="96"/>
                </a:cubicBezTo>
                <a:cubicBezTo>
                  <a:pt x="1624" y="59"/>
                  <a:pt x="1526" y="57"/>
                  <a:pt x="1405" y="49"/>
                </a:cubicBezTo>
                <a:cubicBezTo>
                  <a:pt x="1213" y="0"/>
                  <a:pt x="973" y="9"/>
                  <a:pt x="782" y="2"/>
                </a:cubicBezTo>
                <a:cubicBezTo>
                  <a:pt x="543" y="6"/>
                  <a:pt x="304" y="7"/>
                  <a:pt x="65" y="14"/>
                </a:cubicBezTo>
                <a:cubicBezTo>
                  <a:pt x="49" y="14"/>
                  <a:pt x="21" y="9"/>
                  <a:pt x="18" y="25"/>
                </a:cubicBezTo>
                <a:cubicBezTo>
                  <a:pt x="0" y="117"/>
                  <a:pt x="11" y="213"/>
                  <a:pt x="7" y="307"/>
                </a:cubicBezTo>
                <a:cubicBezTo>
                  <a:pt x="11" y="546"/>
                  <a:pt x="3" y="786"/>
                  <a:pt x="18" y="1025"/>
                </a:cubicBezTo>
                <a:cubicBezTo>
                  <a:pt x="19" y="1038"/>
                  <a:pt x="42" y="1037"/>
                  <a:pt x="54" y="1036"/>
                </a:cubicBezTo>
                <a:cubicBezTo>
                  <a:pt x="91" y="1032"/>
                  <a:pt x="122" y="1004"/>
                  <a:pt x="159" y="1001"/>
                </a:cubicBezTo>
                <a:cubicBezTo>
                  <a:pt x="257" y="993"/>
                  <a:pt x="355" y="990"/>
                  <a:pt x="453" y="978"/>
                </a:cubicBezTo>
                <a:cubicBezTo>
                  <a:pt x="700" y="947"/>
                  <a:pt x="938" y="875"/>
                  <a:pt x="1182" y="825"/>
                </a:cubicBezTo>
                <a:cubicBezTo>
                  <a:pt x="1471" y="766"/>
                  <a:pt x="1761" y="721"/>
                  <a:pt x="2052" y="672"/>
                </a:cubicBezTo>
                <a:cubicBezTo>
                  <a:pt x="2104" y="636"/>
                  <a:pt x="2168" y="634"/>
                  <a:pt x="2228" y="613"/>
                </a:cubicBezTo>
                <a:cubicBezTo>
                  <a:pt x="2308" y="534"/>
                  <a:pt x="2288" y="575"/>
                  <a:pt x="2311" y="507"/>
                </a:cubicBezTo>
                <a:cubicBezTo>
                  <a:pt x="2307" y="472"/>
                  <a:pt x="2305" y="437"/>
                  <a:pt x="2299" y="402"/>
                </a:cubicBezTo>
                <a:cubicBezTo>
                  <a:pt x="2289" y="347"/>
                  <a:pt x="2276" y="292"/>
                  <a:pt x="2264" y="237"/>
                </a:cubicBezTo>
                <a:cubicBezTo>
                  <a:pt x="2256" y="198"/>
                  <a:pt x="2238" y="202"/>
                  <a:pt x="2264" y="202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7" name="Rectangle 21">
            <a:extLst>
              <a:ext uri="{FF2B5EF4-FFF2-40B4-BE49-F238E27FC236}">
                <a16:creationId xmlns:a16="http://schemas.microsoft.com/office/drawing/2014/main" id="{47B0924C-DC8C-B4FB-D462-CFDEEAA08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5246688"/>
            <a:ext cx="776288" cy="195262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8" name="Rectangle 22">
            <a:extLst>
              <a:ext uri="{FF2B5EF4-FFF2-40B4-BE49-F238E27FC236}">
                <a16:creationId xmlns:a16="http://schemas.microsoft.com/office/drawing/2014/main" id="{34A89C59-F834-AF9D-BEA9-B8B3D4A13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4816475"/>
            <a:ext cx="1765300" cy="557213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9" name="Line 23">
            <a:extLst>
              <a:ext uri="{FF2B5EF4-FFF2-40B4-BE49-F238E27FC236}">
                <a16:creationId xmlns:a16="http://schemas.microsoft.com/office/drawing/2014/main" id="{84CBF89B-C6A7-3C93-B842-78D50C7772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0625" y="1425575"/>
            <a:ext cx="0" cy="33623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Line 24">
            <a:extLst>
              <a:ext uri="{FF2B5EF4-FFF2-40B4-BE49-F238E27FC236}">
                <a16:creationId xmlns:a16="http://schemas.microsoft.com/office/drawing/2014/main" id="{4ED45D40-9C0F-2F33-6145-652B0DD24F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125" y="1936750"/>
            <a:ext cx="0" cy="33623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1" name="Freeform 25">
            <a:extLst>
              <a:ext uri="{FF2B5EF4-FFF2-40B4-BE49-F238E27FC236}">
                <a16:creationId xmlns:a16="http://schemas.microsoft.com/office/drawing/2014/main" id="{C04B9B00-1265-5AD6-2FBD-4E12E79A8F5D}"/>
              </a:ext>
            </a:extLst>
          </p:cNvPr>
          <p:cNvSpPr>
            <a:spLocks/>
          </p:cNvSpPr>
          <p:nvPr/>
        </p:nvSpPr>
        <p:spPr bwMode="auto">
          <a:xfrm>
            <a:off x="252413" y="5008563"/>
            <a:ext cx="493712" cy="276225"/>
          </a:xfrm>
          <a:custGeom>
            <a:avLst/>
            <a:gdLst>
              <a:gd name="T0" fmla="*/ 309754508 w 739"/>
              <a:gd name="T1" fmla="*/ 0 h 332"/>
              <a:gd name="T2" fmla="*/ 0 w 739"/>
              <a:gd name="T3" fmla="*/ 8306718 h 332"/>
              <a:gd name="T4" fmla="*/ 52667513 w 739"/>
              <a:gd name="T5" fmla="*/ 89989446 h 332"/>
              <a:gd name="T6" fmla="*/ 83910329 w 739"/>
              <a:gd name="T7" fmla="*/ 105910655 h 332"/>
              <a:gd name="T8" fmla="*/ 94622343 w 739"/>
              <a:gd name="T9" fmla="*/ 130831642 h 332"/>
              <a:gd name="T10" fmla="*/ 125865828 w 739"/>
              <a:gd name="T11" fmla="*/ 146752851 h 332"/>
              <a:gd name="T12" fmla="*/ 220488172 w 739"/>
              <a:gd name="T13" fmla="*/ 195900933 h 332"/>
              <a:gd name="T14" fmla="*/ 262443670 w 739"/>
              <a:gd name="T15" fmla="*/ 211822143 h 332"/>
              <a:gd name="T16" fmla="*/ 293686487 w 739"/>
              <a:gd name="T17" fmla="*/ 228435579 h 332"/>
              <a:gd name="T18" fmla="*/ 314664237 w 739"/>
              <a:gd name="T19" fmla="*/ 220128861 h 332"/>
              <a:gd name="T20" fmla="*/ 309754508 w 739"/>
              <a:gd name="T21" fmla="*/ 0 h 33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39" h="332">
                <a:moveTo>
                  <a:pt x="694" y="0"/>
                </a:moveTo>
                <a:cubicBezTo>
                  <a:pt x="469" y="29"/>
                  <a:pt x="228" y="3"/>
                  <a:pt x="0" y="12"/>
                </a:cubicBezTo>
                <a:cubicBezTo>
                  <a:pt x="36" y="66"/>
                  <a:pt x="50" y="108"/>
                  <a:pt x="118" y="130"/>
                </a:cubicBezTo>
                <a:cubicBezTo>
                  <a:pt x="141" y="138"/>
                  <a:pt x="188" y="153"/>
                  <a:pt x="188" y="153"/>
                </a:cubicBezTo>
                <a:cubicBezTo>
                  <a:pt x="196" y="165"/>
                  <a:pt x="200" y="181"/>
                  <a:pt x="212" y="189"/>
                </a:cubicBezTo>
                <a:cubicBezTo>
                  <a:pt x="233" y="202"/>
                  <a:pt x="259" y="204"/>
                  <a:pt x="282" y="212"/>
                </a:cubicBezTo>
                <a:cubicBezTo>
                  <a:pt x="353" y="236"/>
                  <a:pt x="423" y="260"/>
                  <a:pt x="494" y="283"/>
                </a:cubicBezTo>
                <a:cubicBezTo>
                  <a:pt x="599" y="317"/>
                  <a:pt x="434" y="263"/>
                  <a:pt x="588" y="306"/>
                </a:cubicBezTo>
                <a:cubicBezTo>
                  <a:pt x="612" y="313"/>
                  <a:pt x="658" y="330"/>
                  <a:pt x="658" y="330"/>
                </a:cubicBezTo>
                <a:cubicBezTo>
                  <a:pt x="674" y="326"/>
                  <a:pt x="697" y="332"/>
                  <a:pt x="705" y="318"/>
                </a:cubicBezTo>
                <a:cubicBezTo>
                  <a:pt x="739" y="257"/>
                  <a:pt x="700" y="68"/>
                  <a:pt x="694" y="0"/>
                </a:cubicBezTo>
                <a:close/>
              </a:path>
            </a:pathLst>
          </a:custGeom>
          <a:gradFill rotWithShape="1">
            <a:gsLst>
              <a:gs pos="0">
                <a:srgbClr val="18472F"/>
              </a:gs>
              <a:gs pos="100000">
                <a:srgbClr val="3399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2" name="Line 26">
            <a:extLst>
              <a:ext uri="{FF2B5EF4-FFF2-40B4-BE49-F238E27FC236}">
                <a16:creationId xmlns:a16="http://schemas.microsoft.com/office/drawing/2014/main" id="{A3C4F813-FA11-6058-710C-AB629C33E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975" y="4813300"/>
            <a:ext cx="1587500" cy="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3" name="Line 27">
            <a:extLst>
              <a:ext uri="{FF2B5EF4-FFF2-40B4-BE49-F238E27FC236}">
                <a16:creationId xmlns:a16="http://schemas.microsoft.com/office/drawing/2014/main" id="{FAEB0410-3590-2701-7937-ECEC70905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5900" y="954088"/>
            <a:ext cx="0" cy="4230687"/>
          </a:xfrm>
          <a:prstGeom prst="line">
            <a:avLst/>
          </a:prstGeom>
          <a:noFill/>
          <a:ln w="9525">
            <a:solidFill>
              <a:srgbClr val="FFCC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4" name="Rectangle 28">
            <a:extLst>
              <a:ext uri="{FF2B5EF4-FFF2-40B4-BE49-F238E27FC236}">
                <a16:creationId xmlns:a16="http://schemas.microsoft.com/office/drawing/2014/main" id="{925D54E2-9485-4CAF-AF0B-80B44B8F7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228725"/>
            <a:ext cx="298450" cy="4133850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061" name="Freeform 29">
            <a:extLst>
              <a:ext uri="{FF2B5EF4-FFF2-40B4-BE49-F238E27FC236}">
                <a16:creationId xmlns:a16="http://schemas.microsoft.com/office/drawing/2014/main" id="{D3022182-00AB-A769-F6D9-B02E407A6229}"/>
              </a:ext>
            </a:extLst>
          </p:cNvPr>
          <p:cNvSpPr>
            <a:spLocks/>
          </p:cNvSpPr>
          <p:nvPr/>
        </p:nvSpPr>
        <p:spPr bwMode="auto">
          <a:xfrm>
            <a:off x="3494088" y="1601788"/>
            <a:ext cx="134937" cy="134937"/>
          </a:xfrm>
          <a:custGeom>
            <a:avLst/>
            <a:gdLst>
              <a:gd name="T0" fmla="*/ 107105847 w 170"/>
              <a:gd name="T1" fmla="*/ 0 h 170"/>
              <a:gd name="T2" fmla="*/ 53553320 w 170"/>
              <a:gd name="T3" fmla="*/ 53553320 h 170"/>
              <a:gd name="T4" fmla="*/ 0 w 170"/>
              <a:gd name="T5" fmla="*/ 107105847 h 1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0" h="170">
                <a:moveTo>
                  <a:pt x="170" y="0"/>
                </a:moveTo>
                <a:cubicBezTo>
                  <a:pt x="141" y="28"/>
                  <a:pt x="113" y="57"/>
                  <a:pt x="85" y="85"/>
                </a:cubicBezTo>
                <a:cubicBezTo>
                  <a:pt x="57" y="113"/>
                  <a:pt x="14" y="156"/>
                  <a:pt x="0" y="170"/>
                </a:cubicBezTo>
              </a:path>
            </a:pathLst>
          </a:custGeom>
          <a:noFill/>
          <a:ln w="57150" cap="flat" cmpd="sng">
            <a:solidFill>
              <a:srgbClr val="FF6699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2" name="Line 30">
            <a:extLst>
              <a:ext uri="{FF2B5EF4-FFF2-40B4-BE49-F238E27FC236}">
                <a16:creationId xmlns:a16="http://schemas.microsoft.com/office/drawing/2014/main" id="{7888BDA1-AAF5-3467-9089-674A1886A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650" y="2681288"/>
            <a:ext cx="854075" cy="98901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63" name="Group 31">
            <a:extLst>
              <a:ext uri="{FF2B5EF4-FFF2-40B4-BE49-F238E27FC236}">
                <a16:creationId xmlns:a16="http://schemas.microsoft.com/office/drawing/2014/main" id="{8E15556B-26DB-CA62-247D-12494B7A7773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1189038"/>
            <a:ext cx="1230312" cy="1492250"/>
            <a:chOff x="2021" y="749"/>
            <a:chExt cx="775" cy="940"/>
          </a:xfrm>
        </p:grpSpPr>
        <p:sp>
          <p:nvSpPr>
            <p:cNvPr id="11310" name="Line 32">
              <a:extLst>
                <a:ext uri="{FF2B5EF4-FFF2-40B4-BE49-F238E27FC236}">
                  <a16:creationId xmlns:a16="http://schemas.microsoft.com/office/drawing/2014/main" id="{698E4AF4-4EBE-6AA8-C106-AFFC1B8E5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6" y="1009"/>
              <a:ext cx="510" cy="6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1" name="Line 33">
              <a:extLst>
                <a:ext uri="{FF2B5EF4-FFF2-40B4-BE49-F238E27FC236}">
                  <a16:creationId xmlns:a16="http://schemas.microsoft.com/office/drawing/2014/main" id="{4458EE52-76A6-24A9-A470-77E5288B1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1" y="1094"/>
              <a:ext cx="595" cy="595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2" name="Arc 34">
              <a:extLst>
                <a:ext uri="{FF2B5EF4-FFF2-40B4-BE49-F238E27FC236}">
                  <a16:creationId xmlns:a16="http://schemas.microsoft.com/office/drawing/2014/main" id="{4A3AE392-7AD1-0F5E-ED57-8B017D78B6B1}"/>
                </a:ext>
              </a:extLst>
            </p:cNvPr>
            <p:cNvSpPr>
              <a:spLocks/>
            </p:cNvSpPr>
            <p:nvPr/>
          </p:nvSpPr>
          <p:spPr bwMode="auto">
            <a:xfrm rot="1029456" flipH="1">
              <a:off x="2524" y="1183"/>
              <a:ext cx="271" cy="251"/>
            </a:xfrm>
            <a:custGeom>
              <a:avLst/>
              <a:gdLst>
                <a:gd name="T0" fmla="*/ 1 w 20632"/>
                <a:gd name="T1" fmla="*/ 0 h 21269"/>
                <a:gd name="T2" fmla="*/ 4 w 20632"/>
                <a:gd name="T3" fmla="*/ 2 h 21269"/>
                <a:gd name="T4" fmla="*/ 0 w 20632"/>
                <a:gd name="T5" fmla="*/ 3 h 21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32" h="21269" fill="none" extrusionOk="0">
                  <a:moveTo>
                    <a:pt x="3768" y="0"/>
                  </a:moveTo>
                  <a:cubicBezTo>
                    <a:pt x="11731" y="1411"/>
                    <a:pt x="18238" y="7151"/>
                    <a:pt x="20632" y="14875"/>
                  </a:cubicBezTo>
                </a:path>
                <a:path w="20632" h="21269" stroke="0" extrusionOk="0">
                  <a:moveTo>
                    <a:pt x="3768" y="0"/>
                  </a:moveTo>
                  <a:cubicBezTo>
                    <a:pt x="11731" y="1411"/>
                    <a:pt x="18238" y="7151"/>
                    <a:pt x="20632" y="14875"/>
                  </a:cubicBezTo>
                  <a:lnTo>
                    <a:pt x="0" y="21269"/>
                  </a:lnTo>
                  <a:lnTo>
                    <a:pt x="3768" y="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3" name="Arc 35">
              <a:extLst>
                <a:ext uri="{FF2B5EF4-FFF2-40B4-BE49-F238E27FC236}">
                  <a16:creationId xmlns:a16="http://schemas.microsoft.com/office/drawing/2014/main" id="{2A0778D2-77D9-1277-8BC5-428E663DF32D}"/>
                </a:ext>
              </a:extLst>
            </p:cNvPr>
            <p:cNvSpPr>
              <a:spLocks/>
            </p:cNvSpPr>
            <p:nvPr/>
          </p:nvSpPr>
          <p:spPr bwMode="auto">
            <a:xfrm rot="18833448" flipH="1">
              <a:off x="2401" y="1379"/>
              <a:ext cx="142" cy="138"/>
            </a:xfrm>
            <a:custGeom>
              <a:avLst/>
              <a:gdLst>
                <a:gd name="T0" fmla="*/ 0 w 14041"/>
                <a:gd name="T1" fmla="*/ 0 h 21269"/>
                <a:gd name="T2" fmla="*/ 1 w 14041"/>
                <a:gd name="T3" fmla="*/ 0 h 21269"/>
                <a:gd name="T4" fmla="*/ 0 w 14041"/>
                <a:gd name="T5" fmla="*/ 1 h 212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41" h="21269" fill="none" extrusionOk="0">
                  <a:moveTo>
                    <a:pt x="3768" y="0"/>
                  </a:moveTo>
                  <a:cubicBezTo>
                    <a:pt x="7564" y="673"/>
                    <a:pt x="11111" y="2349"/>
                    <a:pt x="14040" y="4855"/>
                  </a:cubicBezTo>
                </a:path>
                <a:path w="14041" h="21269" stroke="0" extrusionOk="0">
                  <a:moveTo>
                    <a:pt x="3768" y="0"/>
                  </a:moveTo>
                  <a:cubicBezTo>
                    <a:pt x="7564" y="673"/>
                    <a:pt x="11111" y="2349"/>
                    <a:pt x="14040" y="4855"/>
                  </a:cubicBezTo>
                  <a:lnTo>
                    <a:pt x="0" y="21269"/>
                  </a:lnTo>
                  <a:lnTo>
                    <a:pt x="3768" y="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4" name="Text Box 36">
              <a:extLst>
                <a:ext uri="{FF2B5EF4-FFF2-40B4-BE49-F238E27FC236}">
                  <a16:creationId xmlns:a16="http://schemas.microsoft.com/office/drawing/2014/main" id="{CC787227-8500-82BF-207E-77DF06DC0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3" y="948"/>
              <a:ext cx="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>
                  <a:solidFill>
                    <a:srgbClr val="FFCC66"/>
                  </a:solidFill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11315" name="Text Box 37">
              <a:extLst>
                <a:ext uri="{FF2B5EF4-FFF2-40B4-BE49-F238E27FC236}">
                  <a16:creationId xmlns:a16="http://schemas.microsoft.com/office/drawing/2014/main" id="{ABB6690B-0722-9F35-BF50-F5DE69CE2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" y="1316"/>
              <a:ext cx="3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>
                  <a:solidFill>
                    <a:srgbClr val="FFCC66"/>
                  </a:solidFill>
                  <a:sym typeface="Symbol" panose="05050102010706020507" pitchFamily="18" charset="2"/>
                </a:rPr>
                <a:t>d</a:t>
              </a:r>
            </a:p>
          </p:txBody>
        </p:sp>
        <p:sp>
          <p:nvSpPr>
            <p:cNvPr id="11316" name="Text Box 38">
              <a:extLst>
                <a:ext uri="{FF2B5EF4-FFF2-40B4-BE49-F238E27FC236}">
                  <a16:creationId xmlns:a16="http://schemas.microsoft.com/office/drawing/2014/main" id="{99D295BF-AD0A-384F-6FD0-7F320B8A1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749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CC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>
                  <a:solidFill>
                    <a:srgbClr val="FFCC66"/>
                  </a:solidFill>
                  <a:sym typeface="Symbol" panose="05050102010706020507" pitchFamily="18" charset="2"/>
                </a:rPr>
                <a:t>d</a:t>
              </a:r>
              <a:r>
                <a:rPr lang="en-US" altLang="zh-CN" i="1">
                  <a:solidFill>
                    <a:srgbClr val="FFCC66"/>
                  </a:solidFill>
                  <a:sym typeface="Symbol" panose="05050102010706020507" pitchFamily="18" charset="2"/>
                </a:rPr>
                <a:t>l</a:t>
              </a:r>
            </a:p>
          </p:txBody>
        </p:sp>
      </p:grpSp>
      <p:sp>
        <p:nvSpPr>
          <p:cNvPr id="44071" name="Line 39">
            <a:extLst>
              <a:ext uri="{FF2B5EF4-FFF2-40B4-BE49-F238E27FC236}">
                <a16:creationId xmlns:a16="http://schemas.microsoft.com/office/drawing/2014/main" id="{89B83F7F-EBD4-1856-8713-D29EC9C102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0238" y="2681288"/>
            <a:ext cx="854075" cy="1587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2" name="Line 40">
            <a:extLst>
              <a:ext uri="{FF2B5EF4-FFF2-40B4-BE49-F238E27FC236}">
                <a16:creationId xmlns:a16="http://schemas.microsoft.com/office/drawing/2014/main" id="{5F3F58FA-975E-3FCA-B2EB-C50D5840A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650" y="2681288"/>
            <a:ext cx="0" cy="990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73" name="Object 41">
            <a:extLst>
              <a:ext uri="{FF2B5EF4-FFF2-40B4-BE49-F238E27FC236}">
                <a16:creationId xmlns:a16="http://schemas.microsoft.com/office/drawing/2014/main" id="{2B7AA691-C4B3-8B48-A4BF-42FBA5151F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0663" y="3446463"/>
          <a:ext cx="442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6969" imgH="365594" progId="Equation.3">
                  <p:embed/>
                </p:oleObj>
              </mc:Choice>
              <mc:Fallback>
                <p:oleObj name="公式" r:id="rId2" imgW="426969" imgH="365594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3" y="3446463"/>
                        <a:ext cx="4429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4" name="Object 42">
            <a:extLst>
              <a:ext uri="{FF2B5EF4-FFF2-40B4-BE49-F238E27FC236}">
                <a16:creationId xmlns:a16="http://schemas.microsoft.com/office/drawing/2014/main" id="{F762A562-C643-BD2B-D100-97E9D484CF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8400" y="2141538"/>
          <a:ext cx="542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33462" imgH="457366" progId="Equation.3">
                  <p:embed/>
                </p:oleObj>
              </mc:Choice>
              <mc:Fallback>
                <p:oleObj name="公式" r:id="rId4" imgW="533462" imgH="457366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2141538"/>
                        <a:ext cx="542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5" name="Object 43">
            <a:extLst>
              <a:ext uri="{FF2B5EF4-FFF2-40B4-BE49-F238E27FC236}">
                <a16:creationId xmlns:a16="http://schemas.microsoft.com/office/drawing/2014/main" id="{E13DAC6A-4432-189C-7D90-CBA7C0EBB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8813" y="3492500"/>
          <a:ext cx="5556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40927" imgH="495272" progId="Equation.3">
                  <p:embed/>
                </p:oleObj>
              </mc:Choice>
              <mc:Fallback>
                <p:oleObj name="公式" r:id="rId6" imgW="540927" imgH="495272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813" y="3492500"/>
                        <a:ext cx="5556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6" name="Object 44">
            <a:extLst>
              <a:ext uri="{FF2B5EF4-FFF2-40B4-BE49-F238E27FC236}">
                <a16:creationId xmlns:a16="http://schemas.microsoft.com/office/drawing/2014/main" id="{50F226B3-EE5B-3738-2755-155E2DAA8783}"/>
              </a:ext>
            </a:extLst>
          </p:cNvPr>
          <p:cNvGraphicFramePr>
            <a:graphicFrameLocks/>
          </p:cNvGraphicFramePr>
          <p:nvPr/>
        </p:nvGraphicFramePr>
        <p:xfrm>
          <a:off x="3222625" y="4989513"/>
          <a:ext cx="560546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623747" imgH="899271" progId="Equation.3">
                  <p:embed/>
                </p:oleObj>
              </mc:Choice>
              <mc:Fallback>
                <p:oleObj name="公式" r:id="rId8" imgW="5623747" imgH="899271" progId="Equation.3">
                  <p:embed/>
                  <p:pic>
                    <p:nvPicPr>
                      <p:cNvPr id="0" name="Object 4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5" y="4989513"/>
                        <a:ext cx="560546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7" name="Object 45">
            <a:extLst>
              <a:ext uri="{FF2B5EF4-FFF2-40B4-BE49-F238E27FC236}">
                <a16:creationId xmlns:a16="http://schemas.microsoft.com/office/drawing/2014/main" id="{2B06C2ED-F8CA-3DA0-9521-2C080518AD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2250" y="5994400"/>
          <a:ext cx="37988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09876" imgH="571583" progId="Equation.3">
                  <p:embed/>
                </p:oleObj>
              </mc:Choice>
              <mc:Fallback>
                <p:oleObj name="公式" r:id="rId10" imgW="3809876" imgH="571583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5994400"/>
                        <a:ext cx="37988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78" name="Text Box 46">
            <a:extLst>
              <a:ext uri="{FF2B5EF4-FFF2-40B4-BE49-F238E27FC236}">
                <a16:creationId xmlns:a16="http://schemas.microsoft.com/office/drawing/2014/main" id="{85560FE0-54E9-38E8-E615-B77FB7FCA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0" y="1106488"/>
            <a:ext cx="203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b="1">
                <a:ea typeface="楷体_GB2312" pitchFamily="49" charset="-122"/>
              </a:rPr>
              <a:t>电荷元线密度</a:t>
            </a:r>
          </a:p>
        </p:txBody>
      </p:sp>
      <p:graphicFrame>
        <p:nvGraphicFramePr>
          <p:cNvPr id="44079" name="Object 47">
            <a:extLst>
              <a:ext uri="{FF2B5EF4-FFF2-40B4-BE49-F238E27FC236}">
                <a16:creationId xmlns:a16="http://schemas.microsoft.com/office/drawing/2014/main" id="{3A8A3FC3-8B27-E8D8-3155-6E0D103FB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7288" y="1647825"/>
          <a:ext cx="26511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51884" imgH="807498" progId="Equation.3">
                  <p:embed/>
                </p:oleObj>
              </mc:Choice>
              <mc:Fallback>
                <p:oleObj name="公式" r:id="rId12" imgW="2651884" imgH="807498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288" y="1647825"/>
                        <a:ext cx="26511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0" name="Object 48">
            <a:extLst>
              <a:ext uri="{FF2B5EF4-FFF2-40B4-BE49-F238E27FC236}">
                <a16:creationId xmlns:a16="http://schemas.microsoft.com/office/drawing/2014/main" id="{65D09E19-DA16-1633-2012-9360D5BB7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2713" y="3279775"/>
          <a:ext cx="17954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90482" imgH="899271" progId="Equation.3">
                  <p:embed/>
                </p:oleObj>
              </mc:Choice>
              <mc:Fallback>
                <p:oleObj name="公式" r:id="rId14" imgW="1790482" imgH="899271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713" y="3279775"/>
                        <a:ext cx="17954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1" name="Rectangle 49">
            <a:extLst>
              <a:ext uri="{FF2B5EF4-FFF2-40B4-BE49-F238E27FC236}">
                <a16:creationId xmlns:a16="http://schemas.microsoft.com/office/drawing/2014/main" id="{E062CACA-2F97-AA78-BBD8-46535F947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36838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b="1">
                <a:ea typeface="楷体_GB2312" pitchFamily="49" charset="-122"/>
              </a:rPr>
              <a:t>根据高斯定理</a:t>
            </a:r>
          </a:p>
        </p:txBody>
      </p:sp>
      <p:graphicFrame>
        <p:nvGraphicFramePr>
          <p:cNvPr id="44082" name="Object 50">
            <a:extLst>
              <a:ext uri="{FF2B5EF4-FFF2-40B4-BE49-F238E27FC236}">
                <a16:creationId xmlns:a16="http://schemas.microsoft.com/office/drawing/2014/main" id="{3893430A-8BCA-B8F3-5121-F4DA071E4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1763" y="4392613"/>
          <a:ext cx="19700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66147" imgH="418961" progId="Equation.3">
                  <p:embed/>
                </p:oleObj>
              </mc:Choice>
              <mc:Fallback>
                <p:oleObj name="公式" r:id="rId16" imgW="1966147" imgH="418961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4392613"/>
                        <a:ext cx="19700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3" name="Object 51">
            <a:extLst>
              <a:ext uri="{FF2B5EF4-FFF2-40B4-BE49-F238E27FC236}">
                <a16:creationId xmlns:a16="http://schemas.microsoft.com/office/drawing/2014/main" id="{1BE54116-9749-F262-BCFC-274056097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9225" y="4398963"/>
          <a:ext cx="20335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26858" imgH="457366" progId="Equation.3">
                  <p:embed/>
                </p:oleObj>
              </mc:Choice>
              <mc:Fallback>
                <p:oleObj name="公式" r:id="rId18" imgW="2026858" imgH="457366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225" y="4398963"/>
                        <a:ext cx="20335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4" name="Rectangle 52">
            <a:extLst>
              <a:ext uri="{FF2B5EF4-FFF2-40B4-BE49-F238E27FC236}">
                <a16:creationId xmlns:a16="http://schemas.microsoft.com/office/drawing/2014/main" id="{DE0CFFC8-563B-397A-7EFB-48EC409D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1314450"/>
            <a:ext cx="134937" cy="3375025"/>
          </a:xfrm>
          <a:prstGeom prst="rect">
            <a:avLst/>
          </a:prstGeom>
          <a:solidFill>
            <a:srgbClr val="FF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085" name="Text Box 53">
            <a:extLst>
              <a:ext uri="{FF2B5EF4-FFF2-40B4-BE49-F238E27FC236}">
                <a16:creationId xmlns:a16="http://schemas.microsoft.com/office/drawing/2014/main" id="{E90F3B7A-8455-0C30-F01C-C79BA721D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035550"/>
            <a:ext cx="184467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zh-CN" altLang="en-US" b="1">
                <a:ea typeface="楷体_GB2312" pitchFamily="49" charset="-122"/>
              </a:rPr>
              <a:t>整个带电面电场强度</a:t>
            </a:r>
          </a:p>
          <a:p>
            <a:pPr algn="ctr">
              <a:lnSpc>
                <a:spcPct val="125000"/>
              </a:lnSpc>
            </a:pPr>
            <a:r>
              <a:rPr lang="zh-CN" altLang="en-US" b="1">
                <a:ea typeface="楷体_GB2312" pitchFamily="49" charset="-122"/>
              </a:rPr>
              <a:t>分量</a:t>
            </a:r>
          </a:p>
        </p:txBody>
      </p:sp>
      <p:sp>
        <p:nvSpPr>
          <p:cNvPr id="44086" name="Text Box 54">
            <a:extLst>
              <a:ext uri="{FF2B5EF4-FFF2-40B4-BE49-F238E27FC236}">
                <a16:creationId xmlns:a16="http://schemas.microsoft.com/office/drawing/2014/main" id="{837661D3-BA08-C357-8664-B8165287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2860675"/>
            <a:ext cx="34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>
                <a:solidFill>
                  <a:srgbClr val="FFCC66"/>
                </a:solidFill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1304" name="Text Box 55">
            <a:extLst>
              <a:ext uri="{FF2B5EF4-FFF2-40B4-BE49-F238E27FC236}">
                <a16:creationId xmlns:a16="http://schemas.microsoft.com/office/drawing/2014/main" id="{1D8B4050-4B93-B1E8-4684-6D5ECB9A1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361950"/>
            <a:ext cx="9272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</a:rPr>
              <a:t>例</a:t>
            </a:r>
            <a:r>
              <a:rPr lang="en-US" altLang="zh-CN" b="1">
                <a:solidFill>
                  <a:srgbClr val="FFFF00"/>
                </a:solidFill>
              </a:rPr>
              <a:t> </a:t>
            </a:r>
            <a:r>
              <a:rPr lang="zh-CN" altLang="en-US" b="1"/>
              <a:t>均匀带电无限长半圆柱面，电荷线密度 </a:t>
            </a:r>
            <a:r>
              <a:rPr lang="zh-CN" altLang="en-US" b="1" i="1">
                <a:solidFill>
                  <a:srgbClr val="00FFFF"/>
                </a:solidFill>
                <a:sym typeface="Symbol" panose="05050102010706020507" pitchFamily="18" charset="2"/>
              </a:rPr>
              <a:t></a:t>
            </a:r>
            <a:r>
              <a:rPr lang="zh-CN" altLang="en-US" b="1">
                <a:sym typeface="Symbol" panose="05050102010706020507" pitchFamily="18" charset="2"/>
              </a:rPr>
              <a:t>。</a:t>
            </a:r>
            <a:r>
              <a:rPr lang="zh-CN" altLang="en-US" b="1">
                <a:solidFill>
                  <a:srgbClr val="FFFF66"/>
                </a:solidFill>
                <a:sym typeface="Symbol" panose="05050102010706020507" pitchFamily="18" charset="2"/>
              </a:rPr>
              <a:t>求</a:t>
            </a:r>
            <a:r>
              <a:rPr lang="zh-CN" altLang="en-US" b="1">
                <a:sym typeface="Symbol" panose="05050102010706020507" pitchFamily="18" charset="2"/>
              </a:rPr>
              <a:t>轴线上的场强。</a:t>
            </a:r>
          </a:p>
        </p:txBody>
      </p:sp>
      <p:sp>
        <p:nvSpPr>
          <p:cNvPr id="11305" name="Text Box 56">
            <a:extLst>
              <a:ext uri="{FF2B5EF4-FFF2-40B4-BE49-F238E27FC236}">
                <a16:creationId xmlns:a16="http://schemas.microsoft.com/office/drawing/2014/main" id="{8CF77223-8E8D-9C93-2F82-310830388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775" y="1089025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4089" name="Oval 57">
            <a:extLst>
              <a:ext uri="{FF2B5EF4-FFF2-40B4-BE49-F238E27FC236}">
                <a16:creationId xmlns:a16="http://schemas.microsoft.com/office/drawing/2014/main" id="{1461EADE-9BA6-B656-03C7-EC9E3447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636838"/>
            <a:ext cx="90487" cy="90487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07" name="Freeform 58">
            <a:extLst>
              <a:ext uri="{FF2B5EF4-FFF2-40B4-BE49-F238E27FC236}">
                <a16:creationId xmlns:a16="http://schemas.microsoft.com/office/drawing/2014/main" id="{B1FA2D11-2EA5-CB3F-70DE-27617F50A4DD}"/>
              </a:ext>
            </a:extLst>
          </p:cNvPr>
          <p:cNvSpPr>
            <a:spLocks/>
          </p:cNvSpPr>
          <p:nvPr/>
        </p:nvSpPr>
        <p:spPr bwMode="auto">
          <a:xfrm>
            <a:off x="746125" y="4654550"/>
            <a:ext cx="1727200" cy="160338"/>
          </a:xfrm>
          <a:custGeom>
            <a:avLst/>
            <a:gdLst>
              <a:gd name="T0" fmla="*/ 0 w 2495"/>
              <a:gd name="T1" fmla="*/ 73088690 h 208"/>
              <a:gd name="T2" fmla="*/ 421243658 w 2495"/>
              <a:gd name="T3" fmla="*/ 5348197 h 208"/>
              <a:gd name="T4" fmla="*/ 896639709 w 2495"/>
              <a:gd name="T5" fmla="*/ 39218058 h 208"/>
              <a:gd name="T6" fmla="*/ 1195679295 w 2495"/>
              <a:gd name="T7" fmla="*/ 123597472 h 2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95" h="208">
                <a:moveTo>
                  <a:pt x="0" y="123"/>
                </a:moveTo>
                <a:cubicBezTo>
                  <a:pt x="283" y="70"/>
                  <a:pt x="567" y="18"/>
                  <a:pt x="879" y="9"/>
                </a:cubicBezTo>
                <a:cubicBezTo>
                  <a:pt x="1191" y="0"/>
                  <a:pt x="1602" y="33"/>
                  <a:pt x="1871" y="66"/>
                </a:cubicBezTo>
                <a:cubicBezTo>
                  <a:pt x="2140" y="99"/>
                  <a:pt x="2391" y="184"/>
                  <a:pt x="2495" y="208"/>
                </a:cubicBezTo>
              </a:path>
            </a:pathLst>
          </a:custGeom>
          <a:solidFill>
            <a:srgbClr val="003300"/>
          </a:solidFill>
          <a:ln w="952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8" name="Freeform 59">
            <a:extLst>
              <a:ext uri="{FF2B5EF4-FFF2-40B4-BE49-F238E27FC236}">
                <a16:creationId xmlns:a16="http://schemas.microsoft.com/office/drawing/2014/main" id="{94B8E28C-A978-A20A-F1B6-D4AEC65259C7}"/>
              </a:ext>
            </a:extLst>
          </p:cNvPr>
          <p:cNvSpPr>
            <a:spLocks/>
          </p:cNvSpPr>
          <p:nvPr/>
        </p:nvSpPr>
        <p:spPr bwMode="auto">
          <a:xfrm>
            <a:off x="746125" y="1289050"/>
            <a:ext cx="1727200" cy="160338"/>
          </a:xfrm>
          <a:custGeom>
            <a:avLst/>
            <a:gdLst>
              <a:gd name="T0" fmla="*/ 0 w 2495"/>
              <a:gd name="T1" fmla="*/ 73088690 h 208"/>
              <a:gd name="T2" fmla="*/ 421243658 w 2495"/>
              <a:gd name="T3" fmla="*/ 5348197 h 208"/>
              <a:gd name="T4" fmla="*/ 896639709 w 2495"/>
              <a:gd name="T5" fmla="*/ 39218058 h 208"/>
              <a:gd name="T6" fmla="*/ 1195679295 w 2495"/>
              <a:gd name="T7" fmla="*/ 123597472 h 2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495" h="208">
                <a:moveTo>
                  <a:pt x="0" y="123"/>
                </a:moveTo>
                <a:cubicBezTo>
                  <a:pt x="283" y="70"/>
                  <a:pt x="567" y="18"/>
                  <a:pt x="879" y="9"/>
                </a:cubicBezTo>
                <a:cubicBezTo>
                  <a:pt x="1191" y="0"/>
                  <a:pt x="1602" y="33"/>
                  <a:pt x="1871" y="66"/>
                </a:cubicBezTo>
                <a:cubicBezTo>
                  <a:pt x="2140" y="99"/>
                  <a:pt x="2391" y="184"/>
                  <a:pt x="2495" y="208"/>
                </a:cubicBez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4094" name="Picture 62">
            <a:extLst>
              <a:ext uri="{FF2B5EF4-FFF2-40B4-BE49-F238E27FC236}">
                <a16:creationId xmlns:a16="http://schemas.microsoft.com/office/drawing/2014/main" id="{44D25780-63FA-0DA8-E069-57EB0E1AF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4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78" grpId="0"/>
      <p:bldP spid="44081" grpId="0"/>
      <p:bldP spid="44085" grpId="0"/>
      <p:bldP spid="440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36F298AA-01AC-5A32-1DA1-6B5F7C618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476250"/>
            <a:ext cx="6388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b="1">
                <a:solidFill>
                  <a:srgbClr val="00FF00"/>
                </a:solidFill>
                <a:ea typeface="黑体" panose="02010609060101010101" pitchFamily="49" charset="-122"/>
              </a:rPr>
              <a:t>8.4</a:t>
            </a:r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静电场的环路定理   电势能</a:t>
            </a:r>
          </a:p>
        </p:txBody>
      </p:sp>
      <p:sp>
        <p:nvSpPr>
          <p:cNvPr id="169987" name="Text Box 3">
            <a:extLst>
              <a:ext uri="{FF2B5EF4-FFF2-40B4-BE49-F238E27FC236}">
                <a16:creationId xmlns:a16="http://schemas.microsoft.com/office/drawing/2014/main" id="{96E69484-EDC2-3583-D5F6-23A04F5DB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357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</a:rPr>
              <a:t>静电力作功的特点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BFE48BE0-4911-2642-F891-1D20F3C4C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738313"/>
            <a:ext cx="3748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• </a:t>
            </a:r>
            <a:r>
              <a:rPr lang="zh-CN" altLang="en-US" b="1">
                <a:solidFill>
                  <a:srgbClr val="66FFFF"/>
                </a:solidFill>
              </a:rPr>
              <a:t>单个点电荷产生的电场中</a:t>
            </a:r>
          </a:p>
        </p:txBody>
      </p:sp>
      <p:graphicFrame>
        <p:nvGraphicFramePr>
          <p:cNvPr id="169989" name="Object 2">
            <a:extLst>
              <a:ext uri="{FF2B5EF4-FFF2-40B4-BE49-F238E27FC236}">
                <a16:creationId xmlns:a16="http://schemas.microsoft.com/office/drawing/2014/main" id="{B414A2D0-8023-1DCD-0B50-58B0DC679045}"/>
              </a:ext>
            </a:extLst>
          </p:cNvPr>
          <p:cNvGraphicFramePr>
            <a:graphicFrameLocks/>
          </p:cNvGraphicFramePr>
          <p:nvPr/>
        </p:nvGraphicFramePr>
        <p:xfrm>
          <a:off x="1722438" y="5449888"/>
          <a:ext cx="20304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3967" imgH="883809" progId="Equation.3">
                  <p:embed/>
                </p:oleObj>
              </mc:Choice>
              <mc:Fallback>
                <p:oleObj name="Equation" r:id="rId2" imgW="2003967" imgH="88380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5449888"/>
                        <a:ext cx="20304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0" name="Object 3">
            <a:extLst>
              <a:ext uri="{FF2B5EF4-FFF2-40B4-BE49-F238E27FC236}">
                <a16:creationId xmlns:a16="http://schemas.microsoft.com/office/drawing/2014/main" id="{EA55385E-20D1-3A19-861B-EE8334FE5C5F}"/>
              </a:ext>
            </a:extLst>
          </p:cNvPr>
          <p:cNvGraphicFramePr>
            <a:graphicFrameLocks/>
          </p:cNvGraphicFramePr>
          <p:nvPr/>
        </p:nvGraphicFramePr>
        <p:xfrm>
          <a:off x="1349375" y="2349500"/>
          <a:ext cx="17399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6880" imgH="708743" progId="Equation.3">
                  <p:embed/>
                </p:oleObj>
              </mc:Choice>
              <mc:Fallback>
                <p:oleObj name="公式" r:id="rId4" imgW="1706880" imgH="708743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2349500"/>
                        <a:ext cx="173990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1" name="Object 4">
            <a:extLst>
              <a:ext uri="{FF2B5EF4-FFF2-40B4-BE49-F238E27FC236}">
                <a16:creationId xmlns:a16="http://schemas.microsoft.com/office/drawing/2014/main" id="{842763AA-0508-C637-4A2B-964BBCDE1509}"/>
              </a:ext>
            </a:extLst>
          </p:cNvPr>
          <p:cNvGraphicFramePr>
            <a:graphicFrameLocks/>
          </p:cNvGraphicFramePr>
          <p:nvPr/>
        </p:nvGraphicFramePr>
        <p:xfrm>
          <a:off x="3903663" y="5438775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242" imgH="883809" progId="Equation.3">
                  <p:embed/>
                </p:oleObj>
              </mc:Choice>
              <mc:Fallback>
                <p:oleObj name="Equation" r:id="rId6" imgW="2156242" imgH="88380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3663" y="5438775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2" name="Object 5">
            <a:extLst>
              <a:ext uri="{FF2B5EF4-FFF2-40B4-BE49-F238E27FC236}">
                <a16:creationId xmlns:a16="http://schemas.microsoft.com/office/drawing/2014/main" id="{7D4DC461-47B2-0CEC-50C2-22B9083C7CC2}"/>
              </a:ext>
            </a:extLst>
          </p:cNvPr>
          <p:cNvGraphicFramePr>
            <a:graphicFrameLocks/>
          </p:cNvGraphicFramePr>
          <p:nvPr/>
        </p:nvGraphicFramePr>
        <p:xfrm>
          <a:off x="1708150" y="4441825"/>
          <a:ext cx="25415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7073" imgH="708743" progId="Equation.3">
                  <p:embed/>
                </p:oleObj>
              </mc:Choice>
              <mc:Fallback>
                <p:oleObj name="Equation" r:id="rId8" imgW="2507073" imgH="708743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4441825"/>
                        <a:ext cx="254158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3" name="AutoShape 9">
            <a:extLst>
              <a:ext uri="{FF2B5EF4-FFF2-40B4-BE49-F238E27FC236}">
                <a16:creationId xmlns:a16="http://schemas.microsoft.com/office/drawing/2014/main" id="{5FFA5459-BD9F-A5BA-547F-87C58B8E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3" y="1557338"/>
            <a:ext cx="304800" cy="381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200" i="1">
                <a:solidFill>
                  <a:srgbClr val="00FFFF"/>
                </a:solidFill>
              </a:rPr>
              <a:t>b</a:t>
            </a:r>
            <a:endParaRPr lang="en-US" altLang="zh-CN" sz="3200" i="1">
              <a:solidFill>
                <a:schemeClr val="tx1"/>
              </a:solidFill>
            </a:endParaRPr>
          </a:p>
        </p:txBody>
      </p:sp>
      <p:sp>
        <p:nvSpPr>
          <p:cNvPr id="169994" name="Arc 10">
            <a:extLst>
              <a:ext uri="{FF2B5EF4-FFF2-40B4-BE49-F238E27FC236}">
                <a16:creationId xmlns:a16="http://schemas.microsoft.com/office/drawing/2014/main" id="{772BBDAC-1D0A-4C67-AF13-78424546AA08}"/>
              </a:ext>
            </a:extLst>
          </p:cNvPr>
          <p:cNvSpPr>
            <a:spLocks/>
          </p:cNvSpPr>
          <p:nvPr/>
        </p:nvSpPr>
        <p:spPr bwMode="auto">
          <a:xfrm flipV="1">
            <a:off x="6342063" y="1903413"/>
            <a:ext cx="1651000" cy="1752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sp>
        <p:nvSpPr>
          <p:cNvPr id="169995" name="Line 11">
            <a:extLst>
              <a:ext uri="{FF2B5EF4-FFF2-40B4-BE49-F238E27FC236}">
                <a16:creationId xmlns:a16="http://schemas.microsoft.com/office/drawing/2014/main" id="{0A8229D4-374A-B81D-99A7-3C30753F20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1870075"/>
            <a:ext cx="3517900" cy="1143000"/>
          </a:xfrm>
          <a:prstGeom prst="line">
            <a:avLst/>
          </a:prstGeom>
          <a:noFill/>
          <a:ln w="28575">
            <a:solidFill>
              <a:srgbClr val="00FFFF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6" name="Line 12">
            <a:extLst>
              <a:ext uri="{FF2B5EF4-FFF2-40B4-BE49-F238E27FC236}">
                <a16:creationId xmlns:a16="http://schemas.microsoft.com/office/drawing/2014/main" id="{6F84519D-5B7B-1982-2C53-CC3FFD537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013075"/>
            <a:ext cx="1828800" cy="660400"/>
          </a:xfrm>
          <a:prstGeom prst="line">
            <a:avLst/>
          </a:prstGeom>
          <a:noFill/>
          <a:ln w="28575">
            <a:solidFill>
              <a:srgbClr val="00FFFF"/>
            </a:solidFill>
            <a:prstDash val="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7" name="Line 13">
            <a:extLst>
              <a:ext uri="{FF2B5EF4-FFF2-40B4-BE49-F238E27FC236}">
                <a16:creationId xmlns:a16="http://schemas.microsoft.com/office/drawing/2014/main" id="{1D316643-F420-1150-0C44-486EC51E1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013075"/>
            <a:ext cx="3071812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8" name="Line 14">
            <a:extLst>
              <a:ext uri="{FF2B5EF4-FFF2-40B4-BE49-F238E27FC236}">
                <a16:creationId xmlns:a16="http://schemas.microsoft.com/office/drawing/2014/main" id="{F8CF780D-A6E1-FDDA-F139-ECC1E5523E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4063" y="2327275"/>
            <a:ext cx="3378200" cy="6731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9" name="AutoShape 15">
            <a:extLst>
              <a:ext uri="{FF2B5EF4-FFF2-40B4-BE49-F238E27FC236}">
                <a16:creationId xmlns:a16="http://schemas.microsoft.com/office/drawing/2014/main" id="{CCF55E5A-2E7A-DD2D-0961-5CB83219D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263" y="3603625"/>
            <a:ext cx="304800" cy="304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200" i="1">
                <a:solidFill>
                  <a:srgbClr val="00FFFF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0000" name="AutoShape 16">
            <a:extLst>
              <a:ext uri="{FF2B5EF4-FFF2-40B4-BE49-F238E27FC236}">
                <a16:creationId xmlns:a16="http://schemas.microsoft.com/office/drawing/2014/main" id="{A630AAFF-BA46-9FDC-AF7A-1C3A3863B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3433763"/>
            <a:ext cx="304800" cy="355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/>
              <a:t>L</a:t>
            </a:r>
            <a:endParaRPr lang="en-US" altLang="zh-CN" sz="2200"/>
          </a:p>
          <a:p>
            <a:pPr algn="just" eaLnBrk="1" hangingPunct="1"/>
            <a:endParaRPr lang="en-US" altLang="zh-CN" sz="1000">
              <a:solidFill>
                <a:schemeClr val="tx1"/>
              </a:solidFill>
            </a:endParaRPr>
          </a:p>
        </p:txBody>
      </p:sp>
      <p:graphicFrame>
        <p:nvGraphicFramePr>
          <p:cNvPr id="170001" name="Object 6">
            <a:extLst>
              <a:ext uri="{FF2B5EF4-FFF2-40B4-BE49-F238E27FC236}">
                <a16:creationId xmlns:a16="http://schemas.microsoft.com/office/drawing/2014/main" id="{183FD400-E45B-D123-84A1-E87F99629A13}"/>
              </a:ext>
            </a:extLst>
          </p:cNvPr>
          <p:cNvGraphicFramePr>
            <a:graphicFrameLocks/>
          </p:cNvGraphicFramePr>
          <p:nvPr/>
        </p:nvGraphicFramePr>
        <p:xfrm>
          <a:off x="6113463" y="1900238"/>
          <a:ext cx="2555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0949" imgH="403999" progId="Equation.3">
                  <p:embed/>
                </p:oleObj>
              </mc:Choice>
              <mc:Fallback>
                <p:oleObj name="Equation" r:id="rId10" imgW="220949" imgH="40399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1900238"/>
                        <a:ext cx="2555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2" name="Object 7">
            <a:extLst>
              <a:ext uri="{FF2B5EF4-FFF2-40B4-BE49-F238E27FC236}">
                <a16:creationId xmlns:a16="http://schemas.microsoft.com/office/drawing/2014/main" id="{321ACB30-424E-4053-5581-C489C370311F}"/>
              </a:ext>
            </a:extLst>
          </p:cNvPr>
          <p:cNvGraphicFramePr>
            <a:graphicFrameLocks/>
          </p:cNvGraphicFramePr>
          <p:nvPr/>
        </p:nvGraphicFramePr>
        <p:xfrm>
          <a:off x="5970588" y="2997200"/>
          <a:ext cx="2413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484" imgH="441905" progId="Equation.3">
                  <p:embed/>
                </p:oleObj>
              </mc:Choice>
              <mc:Fallback>
                <p:oleObj name="Equation" r:id="rId12" imgW="213484" imgH="44190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2997200"/>
                        <a:ext cx="2413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3" name="Object 8">
            <a:extLst>
              <a:ext uri="{FF2B5EF4-FFF2-40B4-BE49-F238E27FC236}">
                <a16:creationId xmlns:a16="http://schemas.microsoft.com/office/drawing/2014/main" id="{89AFB81D-226C-6C87-5814-77FC82568A3E}"/>
              </a:ext>
            </a:extLst>
          </p:cNvPr>
          <p:cNvGraphicFramePr>
            <a:graphicFrameLocks/>
          </p:cNvGraphicFramePr>
          <p:nvPr/>
        </p:nvGraphicFramePr>
        <p:xfrm>
          <a:off x="5199063" y="3386138"/>
          <a:ext cx="26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6376" imgH="403999" progId="Equation.3">
                  <p:embed/>
                </p:oleObj>
              </mc:Choice>
              <mc:Fallback>
                <p:oleObj name="Equation" r:id="rId14" imgW="236376" imgH="40399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3386138"/>
                        <a:ext cx="266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04" name="Oval 20">
            <a:extLst>
              <a:ext uri="{FF2B5EF4-FFF2-40B4-BE49-F238E27FC236}">
                <a16:creationId xmlns:a16="http://schemas.microsoft.com/office/drawing/2014/main" id="{ECD1293F-D0AD-885A-DEA9-0126CED98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928938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0005" name="Line 21">
            <a:extLst>
              <a:ext uri="{FF2B5EF4-FFF2-40B4-BE49-F238E27FC236}">
                <a16:creationId xmlns:a16="http://schemas.microsoft.com/office/drawing/2014/main" id="{AF509D77-B01F-85EA-1886-9BB1EB53A9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7463" y="2327275"/>
            <a:ext cx="304800" cy="609600"/>
          </a:xfrm>
          <a:prstGeom prst="line">
            <a:avLst/>
          </a:prstGeom>
          <a:noFill/>
          <a:ln w="57150">
            <a:solidFill>
              <a:srgbClr val="FFFF00"/>
            </a:solidFill>
            <a:prstDash val="sysDot"/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0006" name="Object 9">
            <a:extLst>
              <a:ext uri="{FF2B5EF4-FFF2-40B4-BE49-F238E27FC236}">
                <a16:creationId xmlns:a16="http://schemas.microsoft.com/office/drawing/2014/main" id="{C281EA83-17BE-814D-CE82-3C2E9E1015D2}"/>
              </a:ext>
            </a:extLst>
          </p:cNvPr>
          <p:cNvGraphicFramePr>
            <a:graphicFrameLocks/>
          </p:cNvGraphicFramePr>
          <p:nvPr/>
        </p:nvGraphicFramePr>
        <p:xfrm>
          <a:off x="7291388" y="2455863"/>
          <a:ext cx="39211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5760" imgH="335169" progId="Equation.3">
                  <p:embed/>
                </p:oleObj>
              </mc:Choice>
              <mc:Fallback>
                <p:oleObj name="Equation" r:id="rId16" imgW="365760" imgH="33516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2455863"/>
                        <a:ext cx="39211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7" name="Object 10">
            <a:extLst>
              <a:ext uri="{FF2B5EF4-FFF2-40B4-BE49-F238E27FC236}">
                <a16:creationId xmlns:a16="http://schemas.microsoft.com/office/drawing/2014/main" id="{E9E2E4A5-0185-7342-CBF6-4AA00E7EEDEF}"/>
              </a:ext>
            </a:extLst>
          </p:cNvPr>
          <p:cNvGraphicFramePr>
            <a:graphicFrameLocks/>
          </p:cNvGraphicFramePr>
          <p:nvPr/>
        </p:nvGraphicFramePr>
        <p:xfrm>
          <a:off x="7632700" y="3413125"/>
          <a:ext cx="3667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5404" imgH="289782" progId="Equation.3">
                  <p:embed/>
                </p:oleObj>
              </mc:Choice>
              <mc:Fallback>
                <p:oleObj name="Equation" r:id="rId18" imgW="335404" imgH="289782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413125"/>
                        <a:ext cx="3667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>
            <a:extLst>
              <a:ext uri="{FF2B5EF4-FFF2-40B4-BE49-F238E27FC236}">
                <a16:creationId xmlns:a16="http://schemas.microsoft.com/office/drawing/2014/main" id="{9E92D712-B3CC-FCDA-E4B0-FB9D09625F82}"/>
              </a:ext>
            </a:extLst>
          </p:cNvPr>
          <p:cNvGrpSpPr>
            <a:grpSpLocks/>
          </p:cNvGrpSpPr>
          <p:nvPr/>
        </p:nvGrpSpPr>
        <p:grpSpPr bwMode="auto">
          <a:xfrm>
            <a:off x="7637463" y="3060700"/>
            <a:ext cx="304800" cy="390525"/>
            <a:chOff x="4800" y="2099"/>
            <a:chExt cx="192" cy="246"/>
          </a:xfrm>
        </p:grpSpPr>
        <p:sp>
          <p:nvSpPr>
            <p:cNvPr id="12328" name="Line 25">
              <a:extLst>
                <a:ext uri="{FF2B5EF4-FFF2-40B4-BE49-F238E27FC236}">
                  <a16:creationId xmlns:a16="http://schemas.microsoft.com/office/drawing/2014/main" id="{F69EC80C-361E-45FE-9281-DCD94E94E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099"/>
              <a:ext cx="0" cy="24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Line 26">
              <a:extLst>
                <a:ext uri="{FF2B5EF4-FFF2-40B4-BE49-F238E27FC236}">
                  <a16:creationId xmlns:a16="http://schemas.microsoft.com/office/drawing/2014/main" id="{5D84407A-6B4F-DD25-8F7D-E71798E10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261"/>
              <a:ext cx="19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0" name="Line 27">
              <a:extLst>
                <a:ext uri="{FF2B5EF4-FFF2-40B4-BE49-F238E27FC236}">
                  <a16:creationId xmlns:a16="http://schemas.microsoft.com/office/drawing/2014/main" id="{45BD3771-1A88-B887-DF30-5F07BFFF2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105"/>
              <a:ext cx="0" cy="24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0012" name="AutoShape 28">
            <a:extLst>
              <a:ext uri="{FF2B5EF4-FFF2-40B4-BE49-F238E27FC236}">
                <a16:creationId xmlns:a16="http://schemas.microsoft.com/office/drawing/2014/main" id="{ACB40ADF-1108-8B51-517F-B06C900A0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3" y="2433638"/>
            <a:ext cx="609600" cy="609600"/>
          </a:xfrm>
          <a:prstGeom prst="wedgeRectCallout">
            <a:avLst>
              <a:gd name="adj1" fmla="val -100523"/>
              <a:gd name="adj2" fmla="val 69532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i="1">
                <a:sym typeface="Symbol" panose="05050102010706020507" pitchFamily="18" charset="2"/>
              </a:rPr>
              <a:t></a:t>
            </a:r>
            <a:endParaRPr lang="en-US" altLang="zh-CN" sz="2800" i="1"/>
          </a:p>
        </p:txBody>
      </p:sp>
      <p:sp>
        <p:nvSpPr>
          <p:cNvPr id="170013" name="Oval 29">
            <a:extLst>
              <a:ext uri="{FF2B5EF4-FFF2-40B4-BE49-F238E27FC236}">
                <a16:creationId xmlns:a16="http://schemas.microsoft.com/office/drawing/2014/main" id="{B12260EC-6B64-EA4C-BBF4-5CAF48B47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2970213"/>
            <a:ext cx="125412" cy="125412"/>
          </a:xfrm>
          <a:prstGeom prst="ellips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70014" name="Object 11">
            <a:extLst>
              <a:ext uri="{FF2B5EF4-FFF2-40B4-BE49-F238E27FC236}">
                <a16:creationId xmlns:a16="http://schemas.microsoft.com/office/drawing/2014/main" id="{5CDC1357-6424-322D-9508-D69C17F0C608}"/>
              </a:ext>
            </a:extLst>
          </p:cNvPr>
          <p:cNvGraphicFramePr>
            <a:graphicFrameLocks/>
          </p:cNvGraphicFramePr>
          <p:nvPr/>
        </p:nvGraphicFramePr>
        <p:xfrm>
          <a:off x="4398963" y="3233738"/>
          <a:ext cx="2301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8058" imgH="274320" progId="Equation.3">
                  <p:embed/>
                </p:oleObj>
              </mc:Choice>
              <mc:Fallback>
                <p:oleObj name="Equation" r:id="rId20" imgW="198058" imgH="27432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3233738"/>
                        <a:ext cx="2301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15" name="Line 31">
            <a:extLst>
              <a:ext uri="{FF2B5EF4-FFF2-40B4-BE49-F238E27FC236}">
                <a16:creationId xmlns:a16="http://schemas.microsoft.com/office/drawing/2014/main" id="{08020BB4-2171-C44E-0C66-02FEFD84E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4613" y="3013075"/>
            <a:ext cx="5588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0016" name="Object 12">
            <a:extLst>
              <a:ext uri="{FF2B5EF4-FFF2-40B4-BE49-F238E27FC236}">
                <a16:creationId xmlns:a16="http://schemas.microsoft.com/office/drawing/2014/main" id="{C5E5A094-18DA-75F7-0C05-2DA8F100C201}"/>
              </a:ext>
            </a:extLst>
          </p:cNvPr>
          <p:cNvGraphicFramePr>
            <a:graphicFrameLocks/>
          </p:cNvGraphicFramePr>
          <p:nvPr/>
        </p:nvGraphicFramePr>
        <p:xfrm>
          <a:off x="8289925" y="287655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1304" imgH="312226" progId="Equation.3">
                  <p:embed/>
                </p:oleObj>
              </mc:Choice>
              <mc:Fallback>
                <p:oleObj name="Equation" r:id="rId22" imgW="251304" imgH="31222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9925" y="287655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17" name="Arc 33">
            <a:extLst>
              <a:ext uri="{FF2B5EF4-FFF2-40B4-BE49-F238E27FC236}">
                <a16:creationId xmlns:a16="http://schemas.microsoft.com/office/drawing/2014/main" id="{83EE052B-D341-DB40-DEDE-F809FB46B178}"/>
              </a:ext>
            </a:extLst>
          </p:cNvPr>
          <p:cNvSpPr>
            <a:spLocks/>
          </p:cNvSpPr>
          <p:nvPr/>
        </p:nvSpPr>
        <p:spPr bwMode="auto">
          <a:xfrm rot="2297410">
            <a:off x="7696200" y="2843213"/>
            <a:ext cx="219075" cy="150812"/>
          </a:xfrm>
          <a:custGeom>
            <a:avLst/>
            <a:gdLst>
              <a:gd name="T0" fmla="*/ 2147483646 w 20638"/>
              <a:gd name="T1" fmla="*/ 0 h 21479"/>
              <a:gd name="T2" fmla="*/ 2147483646 w 20638"/>
              <a:gd name="T3" fmla="*/ 2147483646 h 21479"/>
              <a:gd name="T4" fmla="*/ 0 w 20638"/>
              <a:gd name="T5" fmla="*/ 2147483646 h 21479"/>
              <a:gd name="T6" fmla="*/ 0 60000 65536"/>
              <a:gd name="T7" fmla="*/ 0 60000 65536"/>
              <a:gd name="T8" fmla="*/ 0 60000 65536"/>
              <a:gd name="T9" fmla="*/ 0 w 20638"/>
              <a:gd name="T10" fmla="*/ 0 h 21479"/>
              <a:gd name="T11" fmla="*/ 20638 w 20638"/>
              <a:gd name="T12" fmla="*/ 21479 h 214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38" h="21479" fill="none" extrusionOk="0">
                <a:moveTo>
                  <a:pt x="2283" y="0"/>
                </a:moveTo>
                <a:cubicBezTo>
                  <a:pt x="10871" y="913"/>
                  <a:pt x="18089" y="6853"/>
                  <a:pt x="20638" y="15104"/>
                </a:cubicBezTo>
              </a:path>
              <a:path w="20638" h="21479" stroke="0" extrusionOk="0">
                <a:moveTo>
                  <a:pt x="2283" y="0"/>
                </a:moveTo>
                <a:cubicBezTo>
                  <a:pt x="10871" y="913"/>
                  <a:pt x="18089" y="6853"/>
                  <a:pt x="20638" y="15104"/>
                </a:cubicBezTo>
                <a:lnTo>
                  <a:pt x="0" y="21479"/>
                </a:lnTo>
                <a:lnTo>
                  <a:pt x="2283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8" name="Line 34">
            <a:extLst>
              <a:ext uri="{FF2B5EF4-FFF2-40B4-BE49-F238E27FC236}">
                <a16:creationId xmlns:a16="http://schemas.microsoft.com/office/drawing/2014/main" id="{3CE53A7A-9CD3-72A7-899C-0B7EA0D67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2263" y="2403475"/>
            <a:ext cx="0" cy="609600"/>
          </a:xfrm>
          <a:prstGeom prst="line">
            <a:avLst/>
          </a:prstGeom>
          <a:noFill/>
          <a:ln w="12700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9" name="Oval 35">
            <a:extLst>
              <a:ext uri="{FF2B5EF4-FFF2-40B4-BE49-F238E27FC236}">
                <a16:creationId xmlns:a16="http://schemas.microsoft.com/office/drawing/2014/main" id="{81CA39C7-C649-3786-B583-1F4CDC4D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63" y="3587750"/>
            <a:ext cx="125412" cy="125413"/>
          </a:xfrm>
          <a:prstGeom prst="ellips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0020" name="Text Box 36">
            <a:extLst>
              <a:ext uri="{FF2B5EF4-FFF2-40B4-BE49-F238E27FC236}">
                <a16:creationId xmlns:a16="http://schemas.microsoft.com/office/drawing/2014/main" id="{447DBEC4-FA57-BEDF-5557-520282299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063" y="2854325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q</a:t>
            </a:r>
            <a:r>
              <a:rPr lang="en-US" altLang="zh-CN" baseline="-25000">
                <a:solidFill>
                  <a:srgbClr val="FFFF00"/>
                </a:solidFill>
              </a:rPr>
              <a:t>0</a:t>
            </a:r>
          </a:p>
        </p:txBody>
      </p:sp>
      <p:graphicFrame>
        <p:nvGraphicFramePr>
          <p:cNvPr id="170021" name="Object 13">
            <a:extLst>
              <a:ext uri="{FF2B5EF4-FFF2-40B4-BE49-F238E27FC236}">
                <a16:creationId xmlns:a16="http://schemas.microsoft.com/office/drawing/2014/main" id="{B029F236-7336-BE60-56AD-F6B2C18B594B}"/>
              </a:ext>
            </a:extLst>
          </p:cNvPr>
          <p:cNvGraphicFramePr>
            <a:graphicFrameLocks/>
          </p:cNvGraphicFramePr>
          <p:nvPr/>
        </p:nvGraphicFramePr>
        <p:xfrm>
          <a:off x="1739900" y="3357563"/>
          <a:ext cx="19685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35293" imgH="708743" progId="Equation.3">
                  <p:embed/>
                </p:oleObj>
              </mc:Choice>
              <mc:Fallback>
                <p:oleObj name="Equation" r:id="rId24" imgW="1935293" imgH="708743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3357563"/>
                        <a:ext cx="19685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2" name="Rectangle 38">
            <a:extLst>
              <a:ext uri="{FF2B5EF4-FFF2-40B4-BE49-F238E27FC236}">
                <a16:creationId xmlns:a16="http://schemas.microsoft.com/office/drawing/2014/main" id="{F4B85922-F6AF-944A-E645-B5E1C0E8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567055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ea typeface="楷体_GB2312" pitchFamily="49" charset="-122"/>
              </a:rPr>
              <a:t>(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与路径无关</a:t>
            </a:r>
            <a:r>
              <a:rPr lang="en-US" altLang="zh-CN" sz="2000" b="1">
                <a:ea typeface="楷体_GB2312" pitchFamily="49" charset="-122"/>
              </a:rPr>
              <a:t>)</a:t>
            </a:r>
          </a:p>
        </p:txBody>
      </p:sp>
      <p:sp>
        <p:nvSpPr>
          <p:cNvPr id="170023" name="Text Box 39">
            <a:extLst>
              <a:ext uri="{FF2B5EF4-FFF2-40B4-BE49-F238E27FC236}">
                <a16:creationId xmlns:a16="http://schemas.microsoft.com/office/drawing/2014/main" id="{8F9D3090-70C1-8BCA-6949-9C71CCA2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5479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66FFFF"/>
                </a:solidFill>
              </a:rPr>
              <a:t>O</a:t>
            </a:r>
          </a:p>
        </p:txBody>
      </p:sp>
      <p:sp>
        <p:nvSpPr>
          <p:cNvPr id="170024" name="Oval 40">
            <a:extLst>
              <a:ext uri="{FF2B5EF4-FFF2-40B4-BE49-F238E27FC236}">
                <a16:creationId xmlns:a16="http://schemas.microsoft.com/office/drawing/2014/main" id="{1EEAB041-9694-538A-770C-D27B070C6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1804988"/>
            <a:ext cx="125412" cy="125412"/>
          </a:xfrm>
          <a:prstGeom prst="ellipse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70025" name="Object 14">
            <a:extLst>
              <a:ext uri="{FF2B5EF4-FFF2-40B4-BE49-F238E27FC236}">
                <a16:creationId xmlns:a16="http://schemas.microsoft.com/office/drawing/2014/main" id="{1734C791-1A55-CECD-2428-DD7C594FEAA6}"/>
              </a:ext>
            </a:extLst>
          </p:cNvPr>
          <p:cNvGraphicFramePr>
            <a:graphicFrameLocks/>
          </p:cNvGraphicFramePr>
          <p:nvPr/>
        </p:nvGraphicFramePr>
        <p:xfrm>
          <a:off x="4962525" y="4437063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865369" imgH="807498" progId="Equation.3">
                  <p:embed/>
                </p:oleObj>
              </mc:Choice>
              <mc:Fallback>
                <p:oleObj name="公式" r:id="rId26" imgW="2865369" imgH="80749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4437063"/>
                        <a:ext cx="2895600" cy="838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0026" name="Picture 42" descr="j0293240">
            <a:extLst>
              <a:ext uri="{FF2B5EF4-FFF2-40B4-BE49-F238E27FC236}">
                <a16:creationId xmlns:a16="http://schemas.microsoft.com/office/drawing/2014/main" id="{C54A2767-200B-D34C-96C0-F2F2D275C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7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70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70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7" grpId="0" autoUpdateAnimBg="0"/>
      <p:bldP spid="169988" grpId="0" autoUpdateAnimBg="0"/>
      <p:bldP spid="169993" grpId="0" autoUpdateAnimBg="0"/>
      <p:bldP spid="169999" grpId="0" autoUpdateAnimBg="0"/>
      <p:bldP spid="170000" grpId="0" autoUpdateAnimBg="0"/>
      <p:bldP spid="170004" grpId="0" animBg="1"/>
      <p:bldP spid="170012" grpId="0" autoUpdateAnimBg="0"/>
      <p:bldP spid="170013" grpId="0" animBg="1"/>
      <p:bldP spid="170019" grpId="0" animBg="1"/>
      <p:bldP spid="170020" grpId="0"/>
      <p:bldP spid="170022" grpId="0" autoUpdateAnimBg="0"/>
      <p:bldP spid="170023" grpId="0" autoUpdateAnimBg="0"/>
      <p:bldP spid="1700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10" name="Object 2">
            <a:extLst>
              <a:ext uri="{FF2B5EF4-FFF2-40B4-BE49-F238E27FC236}">
                <a16:creationId xmlns:a16="http://schemas.microsoft.com/office/drawing/2014/main" id="{82F08692-8500-E0A9-9584-B05DC419557B}"/>
              </a:ext>
            </a:extLst>
          </p:cNvPr>
          <p:cNvGraphicFramePr>
            <a:graphicFrameLocks/>
          </p:cNvGraphicFramePr>
          <p:nvPr/>
        </p:nvGraphicFramePr>
        <p:xfrm>
          <a:off x="900113" y="1341438"/>
          <a:ext cx="391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8549" imgH="708743" progId="Equation.3">
                  <p:embed/>
                </p:oleObj>
              </mc:Choice>
              <mc:Fallback>
                <p:oleObj name="Equation" r:id="rId2" imgW="3878549" imgH="70874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3911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1" name="Object 3">
            <a:extLst>
              <a:ext uri="{FF2B5EF4-FFF2-40B4-BE49-F238E27FC236}">
                <a16:creationId xmlns:a16="http://schemas.microsoft.com/office/drawing/2014/main" id="{23E4DF6B-F35D-E7E7-4B14-62E470E393B9}"/>
              </a:ext>
            </a:extLst>
          </p:cNvPr>
          <p:cNvGraphicFramePr>
            <a:graphicFrameLocks/>
          </p:cNvGraphicFramePr>
          <p:nvPr/>
        </p:nvGraphicFramePr>
        <p:xfrm>
          <a:off x="1462088" y="2171700"/>
          <a:ext cx="27273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7667" imgH="906752" progId="Equation.3">
                  <p:embed/>
                </p:oleObj>
              </mc:Choice>
              <mc:Fallback>
                <p:oleObj name="Equation" r:id="rId4" imgW="2697667" imgH="906752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088" y="2171700"/>
                        <a:ext cx="27273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>
            <a:extLst>
              <a:ext uri="{FF2B5EF4-FFF2-40B4-BE49-F238E27FC236}">
                <a16:creationId xmlns:a16="http://schemas.microsoft.com/office/drawing/2014/main" id="{3677768F-55B8-F442-3837-23139B7B3478}"/>
              </a:ext>
            </a:extLst>
          </p:cNvPr>
          <p:cNvGraphicFramePr>
            <a:graphicFrameLocks/>
          </p:cNvGraphicFramePr>
          <p:nvPr/>
        </p:nvGraphicFramePr>
        <p:xfrm>
          <a:off x="1481138" y="3238500"/>
          <a:ext cx="24622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0936" imgH="906752" progId="Equation.3">
                  <p:embed/>
                </p:oleObj>
              </mc:Choice>
              <mc:Fallback>
                <p:oleObj name="Equation" r:id="rId6" imgW="2430936" imgH="90675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3238500"/>
                        <a:ext cx="24622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3" name="Object 5">
            <a:extLst>
              <a:ext uri="{FF2B5EF4-FFF2-40B4-BE49-F238E27FC236}">
                <a16:creationId xmlns:a16="http://schemas.microsoft.com/office/drawing/2014/main" id="{9EFB54EB-05A5-49AD-E270-1A1CAC486618}"/>
              </a:ext>
            </a:extLst>
          </p:cNvPr>
          <p:cNvGraphicFramePr>
            <a:graphicFrameLocks/>
          </p:cNvGraphicFramePr>
          <p:nvPr/>
        </p:nvGraphicFramePr>
        <p:xfrm>
          <a:off x="1500188" y="4346575"/>
          <a:ext cx="271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89704" imgH="883809" progId="Equation.3">
                  <p:embed/>
                </p:oleObj>
              </mc:Choice>
              <mc:Fallback>
                <p:oleObj name="Equation" r:id="rId8" imgW="2689704" imgH="88380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4346575"/>
                        <a:ext cx="271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4" name="Text Box 6">
            <a:extLst>
              <a:ext uri="{FF2B5EF4-FFF2-40B4-BE49-F238E27FC236}">
                <a16:creationId xmlns:a16="http://schemas.microsoft.com/office/drawing/2014/main" id="{8E86CC50-0CF4-8B95-F829-8EECC8519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5233988"/>
            <a:ext cx="1943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FF00"/>
                </a:solidFill>
              </a:rPr>
              <a:t>  </a:t>
            </a:r>
            <a:r>
              <a:rPr lang="zh-CN" altLang="en-US" b="1">
                <a:solidFill>
                  <a:srgbClr val="FFFF00"/>
                </a:solidFill>
              </a:rPr>
              <a:t>结论</a:t>
            </a:r>
          </a:p>
        </p:txBody>
      </p:sp>
      <p:sp>
        <p:nvSpPr>
          <p:cNvPr id="171015" name="Text Box 7">
            <a:extLst>
              <a:ext uri="{FF2B5EF4-FFF2-40B4-BE49-F238E27FC236}">
                <a16:creationId xmlns:a16="http://schemas.microsoft.com/office/drawing/2014/main" id="{0E847E29-6236-C8E6-35CA-A11DA9805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588000"/>
            <a:ext cx="7883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ea typeface="楷体_GB2312" pitchFamily="49" charset="-122"/>
              </a:rPr>
              <a:t>电场力作功只与始末位置有关，与路径无关，所以静电力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  <a:ea typeface="楷体_GB2312" pitchFamily="49" charset="-122"/>
              </a:rPr>
              <a:t>保守力</a:t>
            </a:r>
            <a:r>
              <a:rPr lang="zh-CN" altLang="en-US" b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lang="zh-CN" altLang="en-US" b="1">
                <a:ea typeface="楷体_GB2312" pitchFamily="49" charset="-122"/>
              </a:rPr>
              <a:t>静电场是</a:t>
            </a: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保守力场</a:t>
            </a:r>
            <a:r>
              <a:rPr lang="zh-CN" altLang="en-US" b="1">
                <a:ea typeface="楷体_GB2312" pitchFamily="49" charset="-122"/>
              </a:rPr>
              <a:t>。</a:t>
            </a:r>
          </a:p>
        </p:txBody>
      </p:sp>
      <p:sp>
        <p:nvSpPr>
          <p:cNvPr id="171016" name="Text Box 8">
            <a:extLst>
              <a:ext uri="{FF2B5EF4-FFF2-40B4-BE49-F238E27FC236}">
                <a16:creationId xmlns:a16="http://schemas.microsoft.com/office/drawing/2014/main" id="{05A5937F-2295-0597-2548-19CDED35A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280988"/>
            <a:ext cx="470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FF00"/>
                </a:solidFill>
              </a:rPr>
              <a:t>• </a:t>
            </a:r>
            <a:r>
              <a:rPr lang="zh-CN" altLang="en-US" b="1">
                <a:solidFill>
                  <a:srgbClr val="66FFFF"/>
                </a:solidFill>
              </a:rPr>
              <a:t>任意带电体系产生的电场中</a:t>
            </a:r>
          </a:p>
        </p:txBody>
      </p:sp>
      <p:sp>
        <p:nvSpPr>
          <p:cNvPr id="171017" name="Text Box 9">
            <a:extLst>
              <a:ext uri="{FF2B5EF4-FFF2-40B4-BE49-F238E27FC236}">
                <a16:creationId xmlns:a16="http://schemas.microsoft.com/office/drawing/2014/main" id="{0FC399A3-9DD5-6D2C-42D9-B9518E8FC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779463"/>
            <a:ext cx="5557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宋体" panose="02010600030101010101" pitchFamily="2" charset="-122"/>
              </a:rPr>
              <a:t>电荷系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1</a:t>
            </a:r>
            <a:r>
              <a:rPr lang="zh-CN" altLang="en-US" b="1">
                <a:solidFill>
                  <a:srgbClr val="66FFFF"/>
                </a:solidFill>
              </a:rPr>
              <a:t>、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2</a:t>
            </a:r>
            <a:r>
              <a:rPr lang="zh-CN" altLang="en-US" b="1">
                <a:solidFill>
                  <a:srgbClr val="66FFFF"/>
                </a:solidFill>
              </a:rPr>
              <a:t>、</a:t>
            </a:r>
            <a:r>
              <a:rPr lang="en-US" altLang="zh-CN" b="1">
                <a:solidFill>
                  <a:srgbClr val="66FFFF"/>
                </a:solidFill>
              </a:rPr>
              <a:t>…</a:t>
            </a:r>
            <a:r>
              <a:rPr lang="zh-CN" altLang="en-US" b="1">
                <a:latin typeface="宋体" panose="02010600030101010101" pitchFamily="2" charset="-122"/>
              </a:rPr>
              <a:t>的电场中，移动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0</a:t>
            </a:r>
            <a:r>
              <a:rPr lang="zh-CN" altLang="en-US" b="1">
                <a:latin typeface="宋体" panose="02010600030101010101" pitchFamily="2" charset="-122"/>
              </a:rPr>
              <a:t>，有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676D230C-AC24-615A-8221-3B56EC1D288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787650"/>
            <a:ext cx="2000250" cy="2089150"/>
            <a:chOff x="4032" y="1756"/>
            <a:chExt cx="1260" cy="1316"/>
          </a:xfrm>
        </p:grpSpPr>
        <p:sp>
          <p:nvSpPr>
            <p:cNvPr id="13332" name="Oval 11">
              <a:extLst>
                <a:ext uri="{FF2B5EF4-FFF2-40B4-BE49-F238E27FC236}">
                  <a16:creationId xmlns:a16="http://schemas.microsoft.com/office/drawing/2014/main" id="{B2EA3A52-4541-F79A-D67A-721825DE0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271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3333" name="Object 6">
              <a:extLst>
                <a:ext uri="{FF2B5EF4-FFF2-40B4-BE49-F238E27FC236}">
                  <a16:creationId xmlns:a16="http://schemas.microsoft.com/office/drawing/2014/main" id="{91C85544-9CC6-0D6B-0D70-1EFC018F51C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03" y="2608"/>
            <a:ext cx="20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7087" imgH="403999" progId="Equation.3">
                    <p:embed/>
                  </p:oleObj>
                </mc:Choice>
                <mc:Fallback>
                  <p:oleObj name="Equation" r:id="rId10" imgW="297087" imgH="403999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3" y="2608"/>
                          <a:ext cx="209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4" name="Oval 13">
              <a:extLst>
                <a:ext uri="{FF2B5EF4-FFF2-40B4-BE49-F238E27FC236}">
                  <a16:creationId xmlns:a16="http://schemas.microsoft.com/office/drawing/2014/main" id="{AACB4E42-D7AD-189E-14D2-B001B1F2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37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3335" name="Object 7">
              <a:extLst>
                <a:ext uri="{FF2B5EF4-FFF2-40B4-BE49-F238E27FC236}">
                  <a16:creationId xmlns:a16="http://schemas.microsoft.com/office/drawing/2014/main" id="{DB57B992-3B02-9969-ACB5-28008382FC5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48" y="2272"/>
            <a:ext cx="3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03107" imgH="403999" progId="Equation.3">
                    <p:embed/>
                  </p:oleObj>
                </mc:Choice>
                <mc:Fallback>
                  <p:oleObj name="Equation" r:id="rId12" imgW="503107" imgH="403999" progId="Equation.3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272"/>
                          <a:ext cx="3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Oval 15">
              <a:extLst>
                <a:ext uri="{FF2B5EF4-FFF2-40B4-BE49-F238E27FC236}">
                  <a16:creationId xmlns:a16="http://schemas.microsoft.com/office/drawing/2014/main" id="{541CB800-FA16-7B60-5FCD-8EA92F83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2326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3337" name="Object 8">
              <a:extLst>
                <a:ext uri="{FF2B5EF4-FFF2-40B4-BE49-F238E27FC236}">
                  <a16:creationId xmlns:a16="http://schemas.microsoft.com/office/drawing/2014/main" id="{8F33BB99-3519-2FD1-121A-724ABB11C94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07" y="2212"/>
            <a:ext cx="17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51304" imgH="403999" progId="Equation.3">
                    <p:embed/>
                  </p:oleObj>
                </mc:Choice>
                <mc:Fallback>
                  <p:oleObj name="Equation" r:id="rId14" imgW="251304" imgH="403999" progId="Equation.3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" y="2212"/>
                          <a:ext cx="17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Oval 17">
              <a:extLst>
                <a:ext uri="{FF2B5EF4-FFF2-40B4-BE49-F238E27FC236}">
                  <a16:creationId xmlns:a16="http://schemas.microsoft.com/office/drawing/2014/main" id="{9ED8DE73-4A7D-ADA0-C8BB-05D59234F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199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3339" name="Object 9">
              <a:extLst>
                <a:ext uri="{FF2B5EF4-FFF2-40B4-BE49-F238E27FC236}">
                  <a16:creationId xmlns:a16="http://schemas.microsoft.com/office/drawing/2014/main" id="{AD4CE28B-A6EF-C720-94A0-C968C28CB79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00" y="1884"/>
            <a:ext cx="20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97087" imgH="388537" progId="Equation.3">
                    <p:embed/>
                  </p:oleObj>
                </mc:Choice>
                <mc:Fallback>
                  <p:oleObj name="Equation" r:id="rId16" imgW="297087" imgH="388537" progId="Equation.3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884"/>
                          <a:ext cx="20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0" name="Oval 19">
              <a:extLst>
                <a:ext uri="{FF2B5EF4-FFF2-40B4-BE49-F238E27FC236}">
                  <a16:creationId xmlns:a16="http://schemas.microsoft.com/office/drawing/2014/main" id="{0247C9AB-A2CA-5639-F170-D7433450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199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3341" name="Object 10">
              <a:extLst>
                <a:ext uri="{FF2B5EF4-FFF2-40B4-BE49-F238E27FC236}">
                  <a16:creationId xmlns:a16="http://schemas.microsoft.com/office/drawing/2014/main" id="{6D3744E2-B1DF-2CF2-1792-0E8FB860D6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28" y="1897"/>
            <a:ext cx="18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59267" imgH="388537" progId="Equation.3">
                    <p:embed/>
                  </p:oleObj>
                </mc:Choice>
                <mc:Fallback>
                  <p:oleObj name="Equation" r:id="rId18" imgW="259267" imgH="388537" progId="Equation.3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1897"/>
                          <a:ext cx="18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2" name="Freeform 21">
              <a:extLst>
                <a:ext uri="{FF2B5EF4-FFF2-40B4-BE49-F238E27FC236}">
                  <a16:creationId xmlns:a16="http://schemas.microsoft.com/office/drawing/2014/main" id="{E4522D45-20EA-C3C2-A4F7-791B6AFF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756"/>
              <a:ext cx="1260" cy="1316"/>
            </a:xfrm>
            <a:custGeom>
              <a:avLst/>
              <a:gdLst>
                <a:gd name="T0" fmla="*/ 168 w 1260"/>
                <a:gd name="T1" fmla="*/ 1110 h 1316"/>
                <a:gd name="T2" fmla="*/ 84 w 1260"/>
                <a:gd name="T3" fmla="*/ 1038 h 1316"/>
                <a:gd name="T4" fmla="*/ 36 w 1260"/>
                <a:gd name="T5" fmla="*/ 930 h 1316"/>
                <a:gd name="T6" fmla="*/ 0 w 1260"/>
                <a:gd name="T7" fmla="*/ 606 h 1316"/>
                <a:gd name="T8" fmla="*/ 36 w 1260"/>
                <a:gd name="T9" fmla="*/ 414 h 1316"/>
                <a:gd name="T10" fmla="*/ 72 w 1260"/>
                <a:gd name="T11" fmla="*/ 318 h 1316"/>
                <a:gd name="T12" fmla="*/ 84 w 1260"/>
                <a:gd name="T13" fmla="*/ 222 h 1316"/>
                <a:gd name="T14" fmla="*/ 180 w 1260"/>
                <a:gd name="T15" fmla="*/ 174 h 1316"/>
                <a:gd name="T16" fmla="*/ 288 w 1260"/>
                <a:gd name="T17" fmla="*/ 114 h 1316"/>
                <a:gd name="T18" fmla="*/ 528 w 1260"/>
                <a:gd name="T19" fmla="*/ 66 h 1316"/>
                <a:gd name="T20" fmla="*/ 1152 w 1260"/>
                <a:gd name="T21" fmla="*/ 78 h 1316"/>
                <a:gd name="T22" fmla="*/ 1212 w 1260"/>
                <a:gd name="T23" fmla="*/ 234 h 1316"/>
                <a:gd name="T24" fmla="*/ 1260 w 1260"/>
                <a:gd name="T25" fmla="*/ 546 h 1316"/>
                <a:gd name="T26" fmla="*/ 1212 w 1260"/>
                <a:gd name="T27" fmla="*/ 1026 h 1316"/>
                <a:gd name="T28" fmla="*/ 1164 w 1260"/>
                <a:gd name="T29" fmla="*/ 1134 h 1316"/>
                <a:gd name="T30" fmla="*/ 948 w 1260"/>
                <a:gd name="T31" fmla="*/ 1254 h 1316"/>
                <a:gd name="T32" fmla="*/ 900 w 1260"/>
                <a:gd name="T33" fmla="*/ 1278 h 1316"/>
                <a:gd name="T34" fmla="*/ 804 w 1260"/>
                <a:gd name="T35" fmla="*/ 1302 h 1316"/>
                <a:gd name="T36" fmla="*/ 468 w 1260"/>
                <a:gd name="T37" fmla="*/ 1290 h 1316"/>
                <a:gd name="T38" fmla="*/ 348 w 1260"/>
                <a:gd name="T39" fmla="*/ 1194 h 1316"/>
                <a:gd name="T40" fmla="*/ 168 w 1260"/>
                <a:gd name="T41" fmla="*/ 1110 h 13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260"/>
                <a:gd name="T64" fmla="*/ 0 h 1316"/>
                <a:gd name="T65" fmla="*/ 1260 w 1260"/>
                <a:gd name="T66" fmla="*/ 1316 h 13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260" h="1316">
                  <a:moveTo>
                    <a:pt x="168" y="1110"/>
                  </a:moveTo>
                  <a:cubicBezTo>
                    <a:pt x="140" y="1086"/>
                    <a:pt x="106" y="1068"/>
                    <a:pt x="84" y="1038"/>
                  </a:cubicBezTo>
                  <a:cubicBezTo>
                    <a:pt x="60" y="1006"/>
                    <a:pt x="58" y="963"/>
                    <a:pt x="36" y="930"/>
                  </a:cubicBezTo>
                  <a:cubicBezTo>
                    <a:pt x="8" y="820"/>
                    <a:pt x="7" y="724"/>
                    <a:pt x="0" y="606"/>
                  </a:cubicBezTo>
                  <a:cubicBezTo>
                    <a:pt x="8" y="547"/>
                    <a:pt x="19" y="472"/>
                    <a:pt x="36" y="414"/>
                  </a:cubicBezTo>
                  <a:cubicBezTo>
                    <a:pt x="70" y="301"/>
                    <a:pt x="53" y="429"/>
                    <a:pt x="72" y="318"/>
                  </a:cubicBezTo>
                  <a:cubicBezTo>
                    <a:pt x="77" y="286"/>
                    <a:pt x="65" y="248"/>
                    <a:pt x="84" y="222"/>
                  </a:cubicBezTo>
                  <a:cubicBezTo>
                    <a:pt x="105" y="193"/>
                    <a:pt x="149" y="191"/>
                    <a:pt x="180" y="174"/>
                  </a:cubicBezTo>
                  <a:cubicBezTo>
                    <a:pt x="213" y="156"/>
                    <a:pt x="253" y="126"/>
                    <a:pt x="288" y="114"/>
                  </a:cubicBezTo>
                  <a:cubicBezTo>
                    <a:pt x="393" y="79"/>
                    <a:pt x="429" y="78"/>
                    <a:pt x="528" y="66"/>
                  </a:cubicBezTo>
                  <a:cubicBezTo>
                    <a:pt x="727" y="0"/>
                    <a:pt x="947" y="49"/>
                    <a:pt x="1152" y="78"/>
                  </a:cubicBezTo>
                  <a:cubicBezTo>
                    <a:pt x="1170" y="132"/>
                    <a:pt x="1194" y="181"/>
                    <a:pt x="1212" y="234"/>
                  </a:cubicBezTo>
                  <a:cubicBezTo>
                    <a:pt x="1227" y="338"/>
                    <a:pt x="1239" y="443"/>
                    <a:pt x="1260" y="546"/>
                  </a:cubicBezTo>
                  <a:cubicBezTo>
                    <a:pt x="1253" y="695"/>
                    <a:pt x="1254" y="877"/>
                    <a:pt x="1212" y="1026"/>
                  </a:cubicBezTo>
                  <a:cubicBezTo>
                    <a:pt x="1208" y="1041"/>
                    <a:pt x="1172" y="1126"/>
                    <a:pt x="1164" y="1134"/>
                  </a:cubicBezTo>
                  <a:cubicBezTo>
                    <a:pt x="1108" y="1190"/>
                    <a:pt x="1022" y="1229"/>
                    <a:pt x="948" y="1254"/>
                  </a:cubicBezTo>
                  <a:cubicBezTo>
                    <a:pt x="931" y="1260"/>
                    <a:pt x="917" y="1272"/>
                    <a:pt x="900" y="1278"/>
                  </a:cubicBezTo>
                  <a:cubicBezTo>
                    <a:pt x="869" y="1288"/>
                    <a:pt x="804" y="1302"/>
                    <a:pt x="804" y="1302"/>
                  </a:cubicBezTo>
                  <a:cubicBezTo>
                    <a:pt x="692" y="1298"/>
                    <a:pt x="577" y="1316"/>
                    <a:pt x="468" y="1290"/>
                  </a:cubicBezTo>
                  <a:cubicBezTo>
                    <a:pt x="418" y="1278"/>
                    <a:pt x="389" y="1225"/>
                    <a:pt x="348" y="1194"/>
                  </a:cubicBezTo>
                  <a:cubicBezTo>
                    <a:pt x="294" y="1153"/>
                    <a:pt x="227" y="1140"/>
                    <a:pt x="168" y="1110"/>
                  </a:cubicBezTo>
                  <a:close/>
                </a:path>
              </a:pathLst>
            </a:custGeom>
            <a:noFill/>
            <a:ln w="1270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79E7731A-48B0-652B-5ADA-96956D1A70BA}"/>
              </a:ext>
            </a:extLst>
          </p:cNvPr>
          <p:cNvGrpSpPr>
            <a:grpSpLocks/>
          </p:cNvGrpSpPr>
          <p:nvPr/>
        </p:nvGrpSpPr>
        <p:grpSpPr bwMode="auto">
          <a:xfrm>
            <a:off x="5548313" y="1366838"/>
            <a:ext cx="1838325" cy="2000250"/>
            <a:chOff x="3495" y="861"/>
            <a:chExt cx="1158" cy="1260"/>
          </a:xfrm>
        </p:grpSpPr>
        <p:sp>
          <p:nvSpPr>
            <p:cNvPr id="13326" name="Text Box 23">
              <a:extLst>
                <a:ext uri="{FF2B5EF4-FFF2-40B4-BE49-F238E27FC236}">
                  <a16:creationId xmlns:a16="http://schemas.microsoft.com/office/drawing/2014/main" id="{F67813E8-32AC-748B-CF34-A8BE2BCBF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72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a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  <p:sp>
          <p:nvSpPr>
            <p:cNvPr id="13327" name="Freeform 24">
              <a:extLst>
                <a:ext uri="{FF2B5EF4-FFF2-40B4-BE49-F238E27FC236}">
                  <a16:creationId xmlns:a16="http://schemas.microsoft.com/office/drawing/2014/main" id="{0D91785E-D5D8-9FDF-6584-8CC022F49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999"/>
              <a:ext cx="1158" cy="1071"/>
            </a:xfrm>
            <a:custGeom>
              <a:avLst/>
              <a:gdLst>
                <a:gd name="T0" fmla="*/ 0 w 1158"/>
                <a:gd name="T1" fmla="*/ 1071 h 1071"/>
                <a:gd name="T2" fmla="*/ 237 w 1158"/>
                <a:gd name="T3" fmla="*/ 991 h 1071"/>
                <a:gd name="T4" fmla="*/ 532 w 1158"/>
                <a:gd name="T5" fmla="*/ 616 h 1071"/>
                <a:gd name="T6" fmla="*/ 777 w 1158"/>
                <a:gd name="T7" fmla="*/ 246 h 1071"/>
                <a:gd name="T8" fmla="*/ 1092 w 1158"/>
                <a:gd name="T9" fmla="*/ 40 h 1071"/>
                <a:gd name="T10" fmla="*/ 1158 w 1158"/>
                <a:gd name="T11" fmla="*/ 3 h 10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58"/>
                <a:gd name="T19" fmla="*/ 0 h 1071"/>
                <a:gd name="T20" fmla="*/ 1158 w 1158"/>
                <a:gd name="T21" fmla="*/ 1071 h 10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58" h="1071">
                  <a:moveTo>
                    <a:pt x="0" y="1071"/>
                  </a:moveTo>
                  <a:cubicBezTo>
                    <a:pt x="40" y="1058"/>
                    <a:pt x="148" y="1067"/>
                    <a:pt x="237" y="991"/>
                  </a:cubicBezTo>
                  <a:cubicBezTo>
                    <a:pt x="326" y="915"/>
                    <a:pt x="442" y="740"/>
                    <a:pt x="532" y="616"/>
                  </a:cubicBezTo>
                  <a:cubicBezTo>
                    <a:pt x="622" y="492"/>
                    <a:pt x="684" y="342"/>
                    <a:pt x="777" y="246"/>
                  </a:cubicBezTo>
                  <a:cubicBezTo>
                    <a:pt x="870" y="150"/>
                    <a:pt x="1029" y="80"/>
                    <a:pt x="1092" y="40"/>
                  </a:cubicBezTo>
                  <a:cubicBezTo>
                    <a:pt x="1155" y="0"/>
                    <a:pt x="1144" y="11"/>
                    <a:pt x="1158" y="3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8" name="Text Box 25">
              <a:extLst>
                <a:ext uri="{FF2B5EF4-FFF2-40B4-BE49-F238E27FC236}">
                  <a16:creationId xmlns:a16="http://schemas.microsoft.com/office/drawing/2014/main" id="{0DA447B4-55D4-EBDA-5A5F-0194D0E18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86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b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  <p:sp>
          <p:nvSpPr>
            <p:cNvPr id="13329" name="Text Box 26">
              <a:extLst>
                <a:ext uri="{FF2B5EF4-FFF2-40B4-BE49-F238E27FC236}">
                  <a16:creationId xmlns:a16="http://schemas.microsoft.com/office/drawing/2014/main" id="{4B53D4A5-4303-FBEE-FA13-EDE1106AE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533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/>
                <a:t>L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  <p:sp>
          <p:nvSpPr>
            <p:cNvPr id="13330" name="Rectangle 27">
              <a:extLst>
                <a:ext uri="{FF2B5EF4-FFF2-40B4-BE49-F238E27FC236}">
                  <a16:creationId xmlns:a16="http://schemas.microsoft.com/office/drawing/2014/main" id="{0CD420A3-DED8-5F4C-48AA-8975D738A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833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•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  <p:sp>
          <p:nvSpPr>
            <p:cNvPr id="13331" name="Rectangle 28">
              <a:extLst>
                <a:ext uri="{FF2B5EF4-FFF2-40B4-BE49-F238E27FC236}">
                  <a16:creationId xmlns:a16="http://schemas.microsoft.com/office/drawing/2014/main" id="{384A1890-38C7-3EAA-05B2-816A6102A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1005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•</a:t>
              </a:r>
            </a:p>
          </p:txBody>
        </p:sp>
      </p:grpSp>
      <p:sp>
        <p:nvSpPr>
          <p:cNvPr id="171037" name="AutoShape 29">
            <a:extLst>
              <a:ext uri="{FF2B5EF4-FFF2-40B4-BE49-F238E27FC236}">
                <a16:creationId xmlns:a16="http://schemas.microsoft.com/office/drawing/2014/main" id="{F9B5C623-6687-145B-4C31-028A3A50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157788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pic>
        <p:nvPicPr>
          <p:cNvPr id="171038" name="Picture 30" descr="j0293240">
            <a:extLst>
              <a:ext uri="{FF2B5EF4-FFF2-40B4-BE49-F238E27FC236}">
                <a16:creationId xmlns:a16="http://schemas.microsoft.com/office/drawing/2014/main" id="{4A97F566-E73D-601A-CD68-822C5A80E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4" grpId="0" autoUpdateAnimBg="0"/>
      <p:bldP spid="171015" grpId="0" autoUpdateAnimBg="0"/>
      <p:bldP spid="171016" grpId="0" autoUpdateAnimBg="0"/>
      <p:bldP spid="171017" grpId="0" autoUpdateAnimBg="0"/>
      <p:bldP spid="1710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>
            <a:extLst>
              <a:ext uri="{FF2B5EF4-FFF2-40B4-BE49-F238E27FC236}">
                <a16:creationId xmlns:a16="http://schemas.microsoft.com/office/drawing/2014/main" id="{47B5CE48-4B33-9135-8B14-91BC0B8D1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125538"/>
            <a:ext cx="618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宋体" panose="02010600030101010101" pitchFamily="2" charset="-122"/>
              </a:rPr>
              <a:t>在静电场中，沿闭合路径移动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</a:rPr>
              <a:t>0</a:t>
            </a:r>
            <a:r>
              <a:rPr lang="zh-CN" altLang="en-US" b="1">
                <a:latin typeface="宋体" panose="02010600030101010101" pitchFamily="2" charset="-122"/>
              </a:rPr>
              <a:t>，电场力作功</a:t>
            </a:r>
          </a:p>
        </p:txBody>
      </p:sp>
      <p:graphicFrame>
        <p:nvGraphicFramePr>
          <p:cNvPr id="172035" name="Object 3">
            <a:extLst>
              <a:ext uri="{FF2B5EF4-FFF2-40B4-BE49-F238E27FC236}">
                <a16:creationId xmlns:a16="http://schemas.microsoft.com/office/drawing/2014/main" id="{03A05FC1-9461-74B3-0CF1-04FE63FA7C4C}"/>
              </a:ext>
            </a:extLst>
          </p:cNvPr>
          <p:cNvGraphicFramePr>
            <a:graphicFrameLocks/>
          </p:cNvGraphicFramePr>
          <p:nvPr/>
        </p:nvGraphicFramePr>
        <p:xfrm>
          <a:off x="971550" y="1628775"/>
          <a:ext cx="34909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9542" imgH="556121" progId="Equation.3">
                  <p:embed/>
                </p:oleObj>
              </mc:Choice>
              <mc:Fallback>
                <p:oleObj name="Equation" r:id="rId2" imgW="3459542" imgH="55612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34909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6" name="Object 4">
            <a:extLst>
              <a:ext uri="{FF2B5EF4-FFF2-40B4-BE49-F238E27FC236}">
                <a16:creationId xmlns:a16="http://schemas.microsoft.com/office/drawing/2014/main" id="{2D44D432-52D6-DCA7-F04B-CF334D2AE6BF}"/>
              </a:ext>
            </a:extLst>
          </p:cNvPr>
          <p:cNvGraphicFramePr>
            <a:graphicFrameLocks/>
          </p:cNvGraphicFramePr>
          <p:nvPr/>
        </p:nvGraphicFramePr>
        <p:xfrm>
          <a:off x="1476375" y="2997200"/>
          <a:ext cx="4087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1678" imgH="708743" progId="Equation.3">
                  <p:embed/>
                </p:oleObj>
              </mc:Choice>
              <mc:Fallback>
                <p:oleObj name="Equation" r:id="rId4" imgW="4061678" imgH="708743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97200"/>
                        <a:ext cx="40878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7" name="AutoShape 5">
            <a:extLst>
              <a:ext uri="{FF2B5EF4-FFF2-40B4-BE49-F238E27FC236}">
                <a16:creationId xmlns:a16="http://schemas.microsoft.com/office/drawing/2014/main" id="{CAC23640-A763-58D3-1E16-54D1BBED4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205038"/>
            <a:ext cx="584200" cy="5175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>
                <a:solidFill>
                  <a:srgbClr val="FFFF00"/>
                </a:solidFill>
              </a:rPr>
              <a:t>L</a:t>
            </a:r>
            <a:r>
              <a:rPr lang="en-US" altLang="zh-CN" sz="2800" baseline="-25000">
                <a:solidFill>
                  <a:srgbClr val="FFFF00"/>
                </a:solidFill>
              </a:rPr>
              <a:t>1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72038" name="AutoShape 6">
            <a:extLst>
              <a:ext uri="{FF2B5EF4-FFF2-40B4-BE49-F238E27FC236}">
                <a16:creationId xmlns:a16="http://schemas.microsoft.com/office/drawing/2014/main" id="{C353083A-70CB-9AB5-0226-9194DB616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3" y="2646363"/>
            <a:ext cx="444500" cy="3905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>
                <a:solidFill>
                  <a:srgbClr val="FFFF00"/>
                </a:solidFill>
              </a:rPr>
              <a:t>L</a:t>
            </a:r>
            <a:r>
              <a:rPr lang="en-US" altLang="zh-CN" sz="2800" baseline="-25000">
                <a:solidFill>
                  <a:srgbClr val="FFFF00"/>
                </a:solidFill>
              </a:rPr>
              <a:t>2</a:t>
            </a:r>
            <a:endParaRPr lang="en-US" altLang="zh-CN" sz="2800">
              <a:solidFill>
                <a:schemeClr val="tx1"/>
              </a:solidFill>
            </a:endParaRPr>
          </a:p>
        </p:txBody>
      </p:sp>
      <p:graphicFrame>
        <p:nvGraphicFramePr>
          <p:cNvPr id="172039" name="Object 7">
            <a:extLst>
              <a:ext uri="{FF2B5EF4-FFF2-40B4-BE49-F238E27FC236}">
                <a16:creationId xmlns:a16="http://schemas.microsoft.com/office/drawing/2014/main" id="{0BE8F2DB-BAB6-99BA-CCE0-0356FE869C05}"/>
              </a:ext>
            </a:extLst>
          </p:cNvPr>
          <p:cNvGraphicFramePr>
            <a:graphicFrameLocks/>
          </p:cNvGraphicFramePr>
          <p:nvPr/>
        </p:nvGraphicFramePr>
        <p:xfrm>
          <a:off x="1547813" y="2276475"/>
          <a:ext cx="40878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1678" imgH="708743" progId="Equation.3">
                  <p:embed/>
                </p:oleObj>
              </mc:Choice>
              <mc:Fallback>
                <p:oleObj name="Equation" r:id="rId6" imgW="4061678" imgH="70874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276475"/>
                        <a:ext cx="408781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0" name="Object 8">
            <a:extLst>
              <a:ext uri="{FF2B5EF4-FFF2-40B4-BE49-F238E27FC236}">
                <a16:creationId xmlns:a16="http://schemas.microsoft.com/office/drawing/2014/main" id="{70795EB0-5722-4DD4-B181-771AC34E0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3860800"/>
          <a:ext cx="4762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9362" imgH="289782" progId="Equation.3">
                  <p:embed/>
                </p:oleObj>
              </mc:Choice>
              <mc:Fallback>
                <p:oleObj name="Equation" r:id="rId8" imgW="449362" imgH="28978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860800"/>
                        <a:ext cx="47625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1" name="Text Box 9">
            <a:extLst>
              <a:ext uri="{FF2B5EF4-FFF2-40B4-BE49-F238E27FC236}">
                <a16:creationId xmlns:a16="http://schemas.microsoft.com/office/drawing/2014/main" id="{3B68342F-EB02-13C3-906C-983E6C0CD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496888"/>
            <a:ext cx="551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静电场的环路定理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graphicFrame>
        <p:nvGraphicFramePr>
          <p:cNvPr id="172042" name="Object 10">
            <a:extLst>
              <a:ext uri="{FF2B5EF4-FFF2-40B4-BE49-F238E27FC236}">
                <a16:creationId xmlns:a16="http://schemas.microsoft.com/office/drawing/2014/main" id="{4B549F79-C295-1A16-5987-4C41B1967F74}"/>
              </a:ext>
            </a:extLst>
          </p:cNvPr>
          <p:cNvGraphicFramePr>
            <a:graphicFrameLocks/>
          </p:cNvGraphicFramePr>
          <p:nvPr/>
        </p:nvGraphicFramePr>
        <p:xfrm>
          <a:off x="1547813" y="4437063"/>
          <a:ext cx="15478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6287" imgH="579065" progId="Equation.3">
                  <p:embed/>
                </p:oleObj>
              </mc:Choice>
              <mc:Fallback>
                <p:oleObj name="Equation" r:id="rId10" imgW="1516287" imgH="57906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437063"/>
                        <a:ext cx="1547812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3" name="Rectangle 11">
            <a:extLst>
              <a:ext uri="{FF2B5EF4-FFF2-40B4-BE49-F238E27FC236}">
                <a16:creationId xmlns:a16="http://schemas.microsoft.com/office/drawing/2014/main" id="{1820E72F-BDAC-0548-B2FF-D5F2DF3D8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365625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环路定理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DDDFCA0B-2E8F-D045-910E-C48C63E0C7AA}"/>
              </a:ext>
            </a:extLst>
          </p:cNvPr>
          <p:cNvGrpSpPr>
            <a:grpSpLocks/>
          </p:cNvGrpSpPr>
          <p:nvPr/>
        </p:nvGrpSpPr>
        <p:grpSpPr bwMode="auto">
          <a:xfrm>
            <a:off x="6748463" y="1274763"/>
            <a:ext cx="1530350" cy="2390775"/>
            <a:chOff x="4452" y="996"/>
            <a:chExt cx="964" cy="1506"/>
          </a:xfrm>
        </p:grpSpPr>
        <p:sp>
          <p:nvSpPr>
            <p:cNvPr id="14362" name="Arc 13">
              <a:extLst>
                <a:ext uri="{FF2B5EF4-FFF2-40B4-BE49-F238E27FC236}">
                  <a16:creationId xmlns:a16="http://schemas.microsoft.com/office/drawing/2014/main" id="{9296B6CB-1CBE-C69B-639E-92FE88AA90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632" y="1344"/>
              <a:ext cx="616" cy="10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Arc 14">
              <a:extLst>
                <a:ext uri="{FF2B5EF4-FFF2-40B4-BE49-F238E27FC236}">
                  <a16:creationId xmlns:a16="http://schemas.microsoft.com/office/drawing/2014/main" id="{542B40E5-5E7C-B2DC-14D8-BFD0DC052C6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44" y="1368"/>
              <a:ext cx="608" cy="9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AutoShape 15">
              <a:extLst>
                <a:ext uri="{FF2B5EF4-FFF2-40B4-BE49-F238E27FC236}">
                  <a16:creationId xmlns:a16="http://schemas.microsoft.com/office/drawing/2014/main" id="{79109F23-3DB7-BAE4-14BE-B2F240032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280"/>
              <a:ext cx="240" cy="222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3200" i="1">
                  <a:solidFill>
                    <a:srgbClr val="66FF33"/>
                  </a:solidFill>
                </a:rPr>
                <a:t>a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4365" name="Text Box 16">
              <a:extLst>
                <a:ext uri="{FF2B5EF4-FFF2-40B4-BE49-F238E27FC236}">
                  <a16:creationId xmlns:a16="http://schemas.microsoft.com/office/drawing/2014/main" id="{65B54C19-69DF-597E-633D-2DBCDD33D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2" y="996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i="1">
                  <a:solidFill>
                    <a:srgbClr val="66FF33"/>
                  </a:solidFill>
                </a:rPr>
                <a:t>b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14366" name="Oval 17">
              <a:extLst>
                <a:ext uri="{FF2B5EF4-FFF2-40B4-BE49-F238E27FC236}">
                  <a16:creationId xmlns:a16="http://schemas.microsoft.com/office/drawing/2014/main" id="{4132670B-2710-F045-BD9F-E980D5190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7" y="2293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67" name="Oval 18">
              <a:extLst>
                <a:ext uri="{FF2B5EF4-FFF2-40B4-BE49-F238E27FC236}">
                  <a16:creationId xmlns:a16="http://schemas.microsoft.com/office/drawing/2014/main" id="{F2E7FB7F-5212-258A-2BD4-D5135E7E5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" y="1333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72051" name="Line 19">
            <a:extLst>
              <a:ext uri="{FF2B5EF4-FFF2-40B4-BE49-F238E27FC236}">
                <a16:creationId xmlns:a16="http://schemas.microsoft.com/office/drawing/2014/main" id="{2FF0EAE4-5A1C-F032-E2E6-855DACF77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58038" y="2341563"/>
            <a:ext cx="142875" cy="323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52" name="Line 20">
            <a:extLst>
              <a:ext uri="{FF2B5EF4-FFF2-40B4-BE49-F238E27FC236}">
                <a16:creationId xmlns:a16="http://schemas.microsoft.com/office/drawing/2014/main" id="{06D00B40-4BB8-0B5A-E593-6523718540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8588" y="2646363"/>
            <a:ext cx="142875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72053" name="Picture 21" descr="j0293240">
            <a:extLst>
              <a:ext uri="{FF2B5EF4-FFF2-40B4-BE49-F238E27FC236}">
                <a16:creationId xmlns:a16="http://schemas.microsoft.com/office/drawing/2014/main" id="{B229DE46-E7DB-7770-3348-2CB081D75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54" name="Text Box 22">
            <a:extLst>
              <a:ext uri="{FF2B5EF4-FFF2-40B4-BE49-F238E27FC236}">
                <a16:creationId xmlns:a16="http://schemas.microsoft.com/office/drawing/2014/main" id="{3DCE738A-AD8B-7683-357A-C20E0E5B3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5661025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  <a:sym typeface="Monotype Sorts" pitchFamily="2" charset="2"/>
              </a:rPr>
              <a:t>静电场是无旋场</a:t>
            </a:r>
            <a:endParaRPr lang="zh-CN" altLang="en-US" sz="3200" b="1">
              <a:solidFill>
                <a:srgbClr val="000099"/>
              </a:solidFill>
              <a:latin typeface="宋体" panose="02010600030101010101" pitchFamily="2" charset="-122"/>
              <a:sym typeface="Monotype Sorts" pitchFamily="2" charset="2"/>
            </a:endParaRPr>
          </a:p>
        </p:txBody>
      </p:sp>
      <p:graphicFrame>
        <p:nvGraphicFramePr>
          <p:cNvPr id="172055" name="Object 23">
            <a:extLst>
              <a:ext uri="{FF2B5EF4-FFF2-40B4-BE49-F238E27FC236}">
                <a16:creationId xmlns:a16="http://schemas.microsoft.com/office/drawing/2014/main" id="{699BD467-8E76-2314-5627-5129876F5DD9}"/>
              </a:ext>
            </a:extLst>
          </p:cNvPr>
          <p:cNvGraphicFramePr>
            <a:graphicFrameLocks/>
          </p:cNvGraphicFramePr>
          <p:nvPr/>
        </p:nvGraphicFramePr>
        <p:xfrm>
          <a:off x="4572000" y="5734050"/>
          <a:ext cx="1346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18229" imgH="327688" progId="Equation.3">
                  <p:embed/>
                </p:oleObj>
              </mc:Choice>
              <mc:Fallback>
                <p:oleObj name="Equation" r:id="rId13" imgW="1318229" imgH="327688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734050"/>
                        <a:ext cx="1346200" cy="355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56" name="Object 24">
            <a:extLst>
              <a:ext uri="{FF2B5EF4-FFF2-40B4-BE49-F238E27FC236}">
                <a16:creationId xmlns:a16="http://schemas.microsoft.com/office/drawing/2014/main" id="{48A0106C-17DE-66E2-F6D7-7CE0808C5ED7}"/>
              </a:ext>
            </a:extLst>
          </p:cNvPr>
          <p:cNvGraphicFramePr>
            <a:graphicFrameLocks/>
          </p:cNvGraphicFramePr>
          <p:nvPr/>
        </p:nvGraphicFramePr>
        <p:xfrm>
          <a:off x="2384425" y="6038850"/>
          <a:ext cx="1547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6287" imgH="579065" progId="Equation.3">
                  <p:embed/>
                </p:oleObj>
              </mc:Choice>
              <mc:Fallback>
                <p:oleObj name="Equation" r:id="rId10" imgW="1516287" imgH="579065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6038850"/>
                        <a:ext cx="1547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57" name="Object 25">
            <a:extLst>
              <a:ext uri="{FF2B5EF4-FFF2-40B4-BE49-F238E27FC236}">
                <a16:creationId xmlns:a16="http://schemas.microsoft.com/office/drawing/2014/main" id="{3750FE9A-1676-EE9D-984D-6262B04A1B8D}"/>
              </a:ext>
            </a:extLst>
          </p:cNvPr>
          <p:cNvGraphicFramePr>
            <a:graphicFrameLocks/>
          </p:cNvGraphicFramePr>
          <p:nvPr/>
        </p:nvGraphicFramePr>
        <p:xfrm>
          <a:off x="619125" y="5183188"/>
          <a:ext cx="33004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68949" imgH="579065" progId="Equation.3">
                  <p:embed/>
                </p:oleObj>
              </mc:Choice>
              <mc:Fallback>
                <p:oleObj name="Equation" r:id="rId16" imgW="3268949" imgH="579065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5183188"/>
                        <a:ext cx="33004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8" name="AutoShape 26">
            <a:extLst>
              <a:ext uri="{FF2B5EF4-FFF2-40B4-BE49-F238E27FC236}">
                <a16:creationId xmlns:a16="http://schemas.microsoft.com/office/drawing/2014/main" id="{00BD14C0-F293-63C7-643B-E55186005D7B}"/>
              </a:ext>
            </a:extLst>
          </p:cNvPr>
          <p:cNvSpPr>
            <a:spLocks/>
          </p:cNvSpPr>
          <p:nvPr/>
        </p:nvSpPr>
        <p:spPr bwMode="auto">
          <a:xfrm>
            <a:off x="4122738" y="5505450"/>
            <a:ext cx="252412" cy="762000"/>
          </a:xfrm>
          <a:prstGeom prst="rightBrace">
            <a:avLst>
              <a:gd name="adj1" fmla="val 25157"/>
              <a:gd name="adj2" fmla="val 54375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AD971D53-DF5F-5AFD-5500-B8DBDE4C967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6145213"/>
            <a:ext cx="1600200" cy="533400"/>
            <a:chOff x="561" y="816"/>
            <a:chExt cx="1008" cy="336"/>
          </a:xfrm>
        </p:grpSpPr>
        <p:sp>
          <p:nvSpPr>
            <p:cNvPr id="14359" name="AutoShape 28">
              <a:extLst>
                <a:ext uri="{FF2B5EF4-FFF2-40B4-BE49-F238E27FC236}">
                  <a16:creationId xmlns:a16="http://schemas.microsoft.com/office/drawing/2014/main" id="{66BBF3AA-0123-081B-FC01-8BF7FC7FD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" y="816"/>
              <a:ext cx="1008" cy="336"/>
            </a:xfrm>
            <a:prstGeom prst="wedgeRectCallout">
              <a:avLst>
                <a:gd name="adj1" fmla="val 100991"/>
                <a:gd name="adj2" fmla="val -108037"/>
              </a:avLst>
            </a:prstGeom>
            <a:solidFill>
              <a:srgbClr val="006699"/>
            </a:solidFill>
            <a:ln w="12700">
              <a:solidFill>
                <a:srgbClr val="00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b="1">
                <a:solidFill>
                  <a:srgbClr val="00FFFF"/>
                </a:solidFill>
              </a:endParaRPr>
            </a:p>
          </p:txBody>
        </p:sp>
        <p:graphicFrame>
          <p:nvGraphicFramePr>
            <p:cNvPr id="14360" name="Object 29">
              <a:extLst>
                <a:ext uri="{FF2B5EF4-FFF2-40B4-BE49-F238E27FC236}">
                  <a16:creationId xmlns:a16="http://schemas.microsoft.com/office/drawing/2014/main" id="{8259B90C-FA64-EE3E-A9DF-0BAE2C5E78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5" y="877"/>
            <a:ext cx="17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51304" imgH="312226" progId="Equation.3">
                    <p:embed/>
                  </p:oleObj>
                </mc:Choice>
                <mc:Fallback>
                  <p:oleObj name="Equation" r:id="rId18" imgW="251304" imgH="312226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" y="877"/>
                          <a:ext cx="177" cy="219"/>
                        </a:xfrm>
                        <a:prstGeom prst="rect">
                          <a:avLst/>
                        </a:prstGeom>
                        <a:solidFill>
                          <a:srgbClr val="0066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Text Box 30">
              <a:extLst>
                <a:ext uri="{FF2B5EF4-FFF2-40B4-BE49-F238E27FC236}">
                  <a16:creationId xmlns:a16="http://schemas.microsoft.com/office/drawing/2014/main" id="{AFB48B93-14BB-8380-40F3-2D3993CEB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" y="842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/>
                <a:t>的旋度</a:t>
              </a:r>
            </a:p>
          </p:txBody>
        </p:sp>
      </p:grpSp>
      <p:sp>
        <p:nvSpPr>
          <p:cNvPr id="172063" name="Line 31">
            <a:extLst>
              <a:ext uri="{FF2B5EF4-FFF2-40B4-BE49-F238E27FC236}">
                <a16:creationId xmlns:a16="http://schemas.microsoft.com/office/drawing/2014/main" id="{CC1D3732-3BDC-D18E-E856-4535E3CDE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5713413"/>
            <a:ext cx="863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172037" grpId="0" autoUpdateAnimBg="0"/>
      <p:bldP spid="172038" grpId="0" autoUpdateAnimBg="0"/>
      <p:bldP spid="172041" grpId="0" autoUpdateAnimBg="0"/>
      <p:bldP spid="172043" grpId="0" autoUpdateAnimBg="0"/>
      <p:bldP spid="172054" grpId="0" autoUpdateAnimBg="0"/>
      <p:bldP spid="1720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0A41A4B6-90EC-7915-D10C-1C7F1BAA7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7623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讨论</a:t>
            </a:r>
          </a:p>
        </p:txBody>
      </p:sp>
      <p:sp>
        <p:nvSpPr>
          <p:cNvPr id="173059" name="AutoShape 3">
            <a:extLst>
              <a:ext uri="{FF2B5EF4-FFF2-40B4-BE49-F238E27FC236}">
                <a16:creationId xmlns:a16="http://schemas.microsoft.com/office/drawing/2014/main" id="{B364F928-E69E-2568-AEF0-94ABB9F68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3333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3060" name="Text Box 4">
            <a:extLst>
              <a:ext uri="{FF2B5EF4-FFF2-40B4-BE49-F238E27FC236}">
                <a16:creationId xmlns:a16="http://schemas.microsoft.com/office/drawing/2014/main" id="{E0F9589A-65F1-1120-32DA-F43957891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695325"/>
            <a:ext cx="81565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>
                <a:ea typeface="楷体_GB2312" pitchFamily="49" charset="-122"/>
              </a:rPr>
              <a:t>(1)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环路定理是静电场的另一重要定理，可用环路定理检验一个电场是不是静电场。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1527D917-3287-DE05-EE20-BA76F96AFBC5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2763838"/>
            <a:ext cx="2220913" cy="863600"/>
            <a:chOff x="4073" y="3310"/>
            <a:chExt cx="1399" cy="544"/>
          </a:xfrm>
        </p:grpSpPr>
        <p:sp>
          <p:nvSpPr>
            <p:cNvPr id="15382" name="Line 6">
              <a:extLst>
                <a:ext uri="{FF2B5EF4-FFF2-40B4-BE49-F238E27FC236}">
                  <a16:creationId xmlns:a16="http://schemas.microsoft.com/office/drawing/2014/main" id="{396894D2-3DDE-6869-AA92-66D975157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3310"/>
              <a:ext cx="1136" cy="2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Line 7">
              <a:extLst>
                <a:ext uri="{FF2B5EF4-FFF2-40B4-BE49-F238E27FC236}">
                  <a16:creationId xmlns:a16="http://schemas.microsoft.com/office/drawing/2014/main" id="{757D2182-250E-EBA7-1542-87E6FF83A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3406"/>
              <a:ext cx="1136" cy="2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Line 8">
              <a:extLst>
                <a:ext uri="{FF2B5EF4-FFF2-40B4-BE49-F238E27FC236}">
                  <a16:creationId xmlns:a16="http://schemas.microsoft.com/office/drawing/2014/main" id="{631ECB26-F99F-9267-5E4B-8D02864E4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1" y="3574"/>
              <a:ext cx="1128" cy="0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Line 9">
              <a:extLst>
                <a:ext uri="{FF2B5EF4-FFF2-40B4-BE49-F238E27FC236}">
                  <a16:creationId xmlns:a16="http://schemas.microsoft.com/office/drawing/2014/main" id="{66F0448E-5146-F88E-0766-50112D58B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1" y="3854"/>
              <a:ext cx="1128" cy="0"/>
            </a:xfrm>
            <a:prstGeom prst="line">
              <a:avLst/>
            </a:prstGeom>
            <a:noFill/>
            <a:ln w="25400">
              <a:solidFill>
                <a:srgbClr val="66FF33"/>
              </a:solidFill>
              <a:round/>
              <a:headEnd type="none" w="med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6" name="Object 10">
              <a:extLst>
                <a:ext uri="{FF2B5EF4-FFF2-40B4-BE49-F238E27FC236}">
                  <a16:creationId xmlns:a16="http://schemas.microsoft.com/office/drawing/2014/main" id="{AD4AE55A-CC0C-FDC6-7088-60B482B2E9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2" y="3462"/>
            <a:ext cx="19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1304" imgH="312226" progId="Equation.3">
                    <p:embed/>
                  </p:oleObj>
                </mc:Choice>
                <mc:Fallback>
                  <p:oleObj name="Equation" r:id="rId2" imgW="251304" imgH="312226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2" y="3462"/>
                          <a:ext cx="190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F356E6DB-83F6-1639-812C-3EAA73A4F62B}"/>
              </a:ext>
            </a:extLst>
          </p:cNvPr>
          <p:cNvGrpSpPr>
            <a:grpSpLocks/>
          </p:cNvGrpSpPr>
          <p:nvPr/>
        </p:nvGrpSpPr>
        <p:grpSpPr bwMode="auto">
          <a:xfrm>
            <a:off x="6259513" y="2220913"/>
            <a:ext cx="1790700" cy="1443037"/>
            <a:chOff x="4120" y="1680"/>
            <a:chExt cx="1128" cy="909"/>
          </a:xfrm>
        </p:grpSpPr>
        <p:sp>
          <p:nvSpPr>
            <p:cNvPr id="15376" name="Rectangle 12">
              <a:extLst>
                <a:ext uri="{FF2B5EF4-FFF2-40B4-BE49-F238E27FC236}">
                  <a16:creationId xmlns:a16="http://schemas.microsoft.com/office/drawing/2014/main" id="{9B22D218-D678-324D-D261-F0645D2EB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" y="2070"/>
              <a:ext cx="672" cy="336"/>
            </a:xfrm>
            <a:prstGeom prst="rect">
              <a:avLst/>
            </a:prstGeom>
            <a:noFill/>
            <a:ln w="28575">
              <a:solidFill>
                <a:srgbClr val="FF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5377" name="Text Box 13">
              <a:extLst>
                <a:ext uri="{FF2B5EF4-FFF2-40B4-BE49-F238E27FC236}">
                  <a16:creationId xmlns:a16="http://schemas.microsoft.com/office/drawing/2014/main" id="{209A3BEA-BC8B-85F7-8C52-CD4BBCC94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7" y="168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a</a:t>
              </a:r>
            </a:p>
          </p:txBody>
        </p:sp>
        <p:sp>
          <p:nvSpPr>
            <p:cNvPr id="15378" name="Text Box 14">
              <a:extLst>
                <a:ext uri="{FF2B5EF4-FFF2-40B4-BE49-F238E27FC236}">
                  <a16:creationId xmlns:a16="http://schemas.microsoft.com/office/drawing/2014/main" id="{AD88D0CF-DFE3-97B1-F827-5E6751F86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7" y="169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b</a:t>
              </a:r>
            </a:p>
          </p:txBody>
        </p:sp>
        <p:sp>
          <p:nvSpPr>
            <p:cNvPr id="15379" name="Text Box 15">
              <a:extLst>
                <a:ext uri="{FF2B5EF4-FFF2-40B4-BE49-F238E27FC236}">
                  <a16:creationId xmlns:a16="http://schemas.microsoft.com/office/drawing/2014/main" id="{03BF653F-4B4B-96A1-7733-955D5CD84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3" y="2262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c</a:t>
              </a:r>
            </a:p>
          </p:txBody>
        </p:sp>
        <p:sp>
          <p:nvSpPr>
            <p:cNvPr id="15380" name="Text Box 16">
              <a:extLst>
                <a:ext uri="{FF2B5EF4-FFF2-40B4-BE49-F238E27FC236}">
                  <a16:creationId xmlns:a16="http://schemas.microsoft.com/office/drawing/2014/main" id="{AF19DF9F-8EB3-6475-2D89-E5E6EBE03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226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d</a:t>
              </a:r>
            </a:p>
          </p:txBody>
        </p:sp>
        <p:sp>
          <p:nvSpPr>
            <p:cNvPr id="15381" name="Line 17">
              <a:extLst>
                <a:ext uri="{FF2B5EF4-FFF2-40B4-BE49-F238E27FC236}">
                  <a16:creationId xmlns:a16="http://schemas.microsoft.com/office/drawing/2014/main" id="{7CB05B06-8450-C51C-11CD-775D894E1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064"/>
              <a:ext cx="96" cy="0"/>
            </a:xfrm>
            <a:prstGeom prst="line">
              <a:avLst/>
            </a:prstGeom>
            <a:noFill/>
            <a:ln w="57150">
              <a:solidFill>
                <a:srgbClr val="FF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3074" name="Object 18">
            <a:extLst>
              <a:ext uri="{FF2B5EF4-FFF2-40B4-BE49-F238E27FC236}">
                <a16:creationId xmlns:a16="http://schemas.microsoft.com/office/drawing/2014/main" id="{93B450CA-3E79-F574-9C7D-93A8B2A20666}"/>
              </a:ext>
            </a:extLst>
          </p:cNvPr>
          <p:cNvGraphicFramePr>
            <a:graphicFrameLocks/>
          </p:cNvGraphicFramePr>
          <p:nvPr/>
        </p:nvGraphicFramePr>
        <p:xfrm>
          <a:off x="874713" y="1630363"/>
          <a:ext cx="6740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13064" imgH="655375" progId="Equation.3">
                  <p:embed/>
                </p:oleObj>
              </mc:Choice>
              <mc:Fallback>
                <p:oleObj name="Equation" r:id="rId4" imgW="6713064" imgH="655375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1630363"/>
                        <a:ext cx="6740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5" name="Object 19">
            <a:extLst>
              <a:ext uri="{FF2B5EF4-FFF2-40B4-BE49-F238E27FC236}">
                <a16:creationId xmlns:a16="http://schemas.microsoft.com/office/drawing/2014/main" id="{FC23AA07-722C-96F1-A462-B3FA784993BA}"/>
              </a:ext>
            </a:extLst>
          </p:cNvPr>
          <p:cNvGraphicFramePr>
            <a:graphicFrameLocks/>
          </p:cNvGraphicFramePr>
          <p:nvPr/>
        </p:nvGraphicFramePr>
        <p:xfrm>
          <a:off x="1924050" y="2422525"/>
          <a:ext cx="27416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12596" imgH="655375" progId="Equation.3">
                  <p:embed/>
                </p:oleObj>
              </mc:Choice>
              <mc:Fallback>
                <p:oleObj name="Equation" r:id="rId6" imgW="2712596" imgH="655375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2422525"/>
                        <a:ext cx="27416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76" name="Object 20">
            <a:extLst>
              <a:ext uri="{FF2B5EF4-FFF2-40B4-BE49-F238E27FC236}">
                <a16:creationId xmlns:a16="http://schemas.microsoft.com/office/drawing/2014/main" id="{2CE9852D-0503-65FD-6059-7D062C56B4B0}"/>
              </a:ext>
            </a:extLst>
          </p:cNvPr>
          <p:cNvGraphicFramePr>
            <a:graphicFrameLocks/>
          </p:cNvGraphicFramePr>
          <p:nvPr/>
        </p:nvGraphicFramePr>
        <p:xfrm>
          <a:off x="1943100" y="3411538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4789" imgH="289782" progId="Equation.3">
                  <p:embed/>
                </p:oleObj>
              </mc:Choice>
              <mc:Fallback>
                <p:oleObj name="Equation" r:id="rId8" imgW="464789" imgH="289782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3411538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7" name="Text Box 21">
            <a:extLst>
              <a:ext uri="{FF2B5EF4-FFF2-40B4-BE49-F238E27FC236}">
                <a16:creationId xmlns:a16="http://schemas.microsoft.com/office/drawing/2014/main" id="{329DAA45-D8A3-584F-8E16-2DC2259A0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31787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不是静电场</a:t>
            </a:r>
          </a:p>
        </p:txBody>
      </p:sp>
      <p:sp>
        <p:nvSpPr>
          <p:cNvPr id="173078" name="Text Box 22">
            <a:extLst>
              <a:ext uri="{FF2B5EF4-FFF2-40B4-BE49-F238E27FC236}">
                <a16:creationId xmlns:a16="http://schemas.microsoft.com/office/drawing/2014/main" id="{4557EEBA-02D9-FEFA-19A7-3AA4ED58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08425"/>
            <a:ext cx="625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楷体_GB2312" pitchFamily="49" charset="-122"/>
              </a:rPr>
              <a:t>(2)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环路定理要求静电场的电力线不能闭合。</a:t>
            </a:r>
          </a:p>
        </p:txBody>
      </p:sp>
      <p:sp>
        <p:nvSpPr>
          <p:cNvPr id="173079" name="Arc 23">
            <a:extLst>
              <a:ext uri="{FF2B5EF4-FFF2-40B4-BE49-F238E27FC236}">
                <a16:creationId xmlns:a16="http://schemas.microsoft.com/office/drawing/2014/main" id="{89EFEEB3-4E37-5169-07E2-547A20D4468C}"/>
              </a:ext>
            </a:extLst>
          </p:cNvPr>
          <p:cNvSpPr>
            <a:spLocks/>
          </p:cNvSpPr>
          <p:nvPr/>
        </p:nvSpPr>
        <p:spPr bwMode="auto">
          <a:xfrm rot="2418846" flipH="1">
            <a:off x="7164388" y="3789363"/>
            <a:ext cx="985837" cy="161925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707" y="16116"/>
                </a:moveTo>
                <a:cubicBezTo>
                  <a:pt x="3199" y="6620"/>
                  <a:pt x="11782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759"/>
                  <a:pt x="235" y="17927"/>
                  <a:pt x="699" y="16146"/>
                </a:cubicBezTo>
              </a:path>
              <a:path w="43200" h="43200" stroke="0" extrusionOk="0">
                <a:moveTo>
                  <a:pt x="707" y="16116"/>
                </a:moveTo>
                <a:cubicBezTo>
                  <a:pt x="3199" y="6620"/>
                  <a:pt x="11782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9759"/>
                  <a:pt x="235" y="17927"/>
                  <a:pt x="699" y="16146"/>
                </a:cubicBezTo>
                <a:lnTo>
                  <a:pt x="21600" y="21600"/>
                </a:lnTo>
                <a:lnTo>
                  <a:pt x="707" y="16116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0" name="Text Box 24">
            <a:extLst>
              <a:ext uri="{FF2B5EF4-FFF2-40B4-BE49-F238E27FC236}">
                <a16:creationId xmlns:a16="http://schemas.microsoft.com/office/drawing/2014/main" id="{58EF9032-07B2-FCD7-06FA-B00A26EBE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84763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楷体_GB2312" pitchFamily="49" charset="-122"/>
              </a:rPr>
              <a:t>(3)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静电场是有源、无旋场，可引进</a:t>
            </a:r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电势能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73081" name="Object 25">
            <a:extLst>
              <a:ext uri="{FF2B5EF4-FFF2-40B4-BE49-F238E27FC236}">
                <a16:creationId xmlns:a16="http://schemas.microsoft.com/office/drawing/2014/main" id="{8D4EFC6A-ED85-89E5-AE1A-4F19BB7A7B92}"/>
              </a:ext>
            </a:extLst>
          </p:cNvPr>
          <p:cNvGraphicFramePr>
            <a:graphicFrameLocks/>
          </p:cNvGraphicFramePr>
          <p:nvPr/>
        </p:nvGraphicFramePr>
        <p:xfrm>
          <a:off x="2484438" y="5878513"/>
          <a:ext cx="15478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6287" imgH="579065" progId="Equation.3">
                  <p:embed/>
                </p:oleObj>
              </mc:Choice>
              <mc:Fallback>
                <p:oleObj name="Equation" r:id="rId10" imgW="1516287" imgH="579065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878513"/>
                        <a:ext cx="1547812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3082" name="Picture 26" descr="j0293240">
            <a:extLst>
              <a:ext uri="{FF2B5EF4-FFF2-40B4-BE49-F238E27FC236}">
                <a16:creationId xmlns:a16="http://schemas.microsoft.com/office/drawing/2014/main" id="{0C36CA9F-9FDD-6B6D-E07E-D62928903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 autoUpdateAnimBg="0"/>
      <p:bldP spid="173058" grpId="1"/>
      <p:bldP spid="173059" grpId="0" animBg="1"/>
      <p:bldP spid="173060" grpId="0" autoUpdateAnimBg="0"/>
      <p:bldP spid="173060" grpId="1"/>
      <p:bldP spid="173077" grpId="0" autoUpdateAnimBg="0"/>
      <p:bldP spid="173077" grpId="1"/>
      <p:bldP spid="173078" grpId="0" autoUpdateAnimBg="0"/>
      <p:bldP spid="173078" grpId="1"/>
      <p:bldP spid="173080" grpId="0" autoUpdateAnimBg="0"/>
      <p:bldP spid="17308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>
            <a:extLst>
              <a:ext uri="{FF2B5EF4-FFF2-40B4-BE49-F238E27FC236}">
                <a16:creationId xmlns:a16="http://schemas.microsoft.com/office/drawing/2014/main" id="{D317FDED-00E0-7211-A4EB-8B06F1F68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311150"/>
            <a:ext cx="2559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</a:rPr>
              <a:t>三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电势能</a:t>
            </a:r>
          </a:p>
        </p:txBody>
      </p:sp>
      <p:sp>
        <p:nvSpPr>
          <p:cNvPr id="175107" name="Text Box 3">
            <a:extLst>
              <a:ext uri="{FF2B5EF4-FFF2-40B4-BE49-F238E27FC236}">
                <a16:creationId xmlns:a16="http://schemas.microsoft.com/office/drawing/2014/main" id="{9BC4CCB0-CECA-B225-BF95-AAAD8466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8" y="836613"/>
            <a:ext cx="290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FF00"/>
                </a:solidFill>
              </a:rPr>
              <a:t>• </a:t>
            </a:r>
            <a:r>
              <a:rPr lang="zh-CN" altLang="en-US" b="1">
                <a:solidFill>
                  <a:srgbClr val="66FFFF"/>
                </a:solidFill>
              </a:rPr>
              <a:t>电势能的差</a:t>
            </a: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536D640D-134D-C644-D0B2-D406F1239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1484313"/>
            <a:ext cx="119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力学</a:t>
            </a:r>
            <a:endParaRPr lang="zh-CN" altLang="en-US"/>
          </a:p>
        </p:txBody>
      </p:sp>
      <p:sp>
        <p:nvSpPr>
          <p:cNvPr id="175109" name="Text Box 5">
            <a:extLst>
              <a:ext uri="{FF2B5EF4-FFF2-40B4-BE49-F238E27FC236}">
                <a16:creationId xmlns:a16="http://schemas.microsoft.com/office/drawing/2014/main" id="{7E6D1144-86C3-4F86-2EDB-21D251F9F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84313"/>
            <a:ext cx="157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保守力场</a:t>
            </a:r>
            <a:endParaRPr lang="zh-CN" altLang="en-US"/>
          </a:p>
        </p:txBody>
      </p:sp>
      <p:sp>
        <p:nvSpPr>
          <p:cNvPr id="175110" name="Text Box 6">
            <a:extLst>
              <a:ext uri="{FF2B5EF4-FFF2-40B4-BE49-F238E27FC236}">
                <a16:creationId xmlns:a16="http://schemas.microsoft.com/office/drawing/2014/main" id="{02840114-DD59-34FE-8B88-0B65C6225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484313"/>
            <a:ext cx="218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引入势能</a:t>
            </a:r>
            <a:endParaRPr lang="zh-CN" altLang="en-US"/>
          </a:p>
        </p:txBody>
      </p:sp>
      <p:sp>
        <p:nvSpPr>
          <p:cNvPr id="175111" name="Text Box 7">
            <a:extLst>
              <a:ext uri="{FF2B5EF4-FFF2-40B4-BE49-F238E27FC236}">
                <a16:creationId xmlns:a16="http://schemas.microsoft.com/office/drawing/2014/main" id="{3E4EF83A-0299-35F5-4607-71B57A867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217011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静电场</a:t>
            </a:r>
          </a:p>
        </p:txBody>
      </p:sp>
      <p:sp>
        <p:nvSpPr>
          <p:cNvPr id="175112" name="Text Box 8">
            <a:extLst>
              <a:ext uri="{FF2B5EF4-FFF2-40B4-BE49-F238E27FC236}">
                <a16:creationId xmlns:a16="http://schemas.microsoft.com/office/drawing/2014/main" id="{F755B8D9-779F-80D0-8196-5FD0E1CCB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170113"/>
            <a:ext cx="134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保守场</a:t>
            </a:r>
            <a:endParaRPr lang="zh-CN" altLang="en-US"/>
          </a:p>
        </p:txBody>
      </p:sp>
      <p:sp>
        <p:nvSpPr>
          <p:cNvPr id="175113" name="Text Box 9">
            <a:extLst>
              <a:ext uri="{FF2B5EF4-FFF2-40B4-BE49-F238E27FC236}">
                <a16:creationId xmlns:a16="http://schemas.microsoft.com/office/drawing/2014/main" id="{736C9F32-CC94-2DD4-049F-912D49C3F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170113"/>
            <a:ext cx="264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/>
              <a:t>引入静电势能</a:t>
            </a:r>
            <a:endParaRPr lang="zh-CN" altLang="en-US"/>
          </a:p>
        </p:txBody>
      </p:sp>
      <p:sp>
        <p:nvSpPr>
          <p:cNvPr id="175114" name="AutoShape 10">
            <a:extLst>
              <a:ext uri="{FF2B5EF4-FFF2-40B4-BE49-F238E27FC236}">
                <a16:creationId xmlns:a16="http://schemas.microsoft.com/office/drawing/2014/main" id="{CBCCDCE0-8EE3-366B-AD5E-53C07D2EB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638" y="16367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5115" name="AutoShape 11">
            <a:extLst>
              <a:ext uri="{FF2B5EF4-FFF2-40B4-BE49-F238E27FC236}">
                <a16:creationId xmlns:a16="http://schemas.microsoft.com/office/drawing/2014/main" id="{1AD9CF1F-8B7B-9C3F-1B18-94546EC7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6367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5116" name="AutoShape 12">
            <a:extLst>
              <a:ext uri="{FF2B5EF4-FFF2-40B4-BE49-F238E27FC236}">
                <a16:creationId xmlns:a16="http://schemas.microsoft.com/office/drawing/2014/main" id="{F3610746-7D52-9F51-8BC9-7536415F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23225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5117" name="AutoShape 13">
            <a:extLst>
              <a:ext uri="{FF2B5EF4-FFF2-40B4-BE49-F238E27FC236}">
                <a16:creationId xmlns:a16="http://schemas.microsoft.com/office/drawing/2014/main" id="{A96639A7-6B25-088B-D282-B11A32C97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3225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8B3401C0-1137-D74C-F75E-99BB84583922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093913"/>
            <a:ext cx="1981200" cy="1905000"/>
            <a:chOff x="4272" y="1445"/>
            <a:chExt cx="1248" cy="1200"/>
          </a:xfrm>
        </p:grpSpPr>
        <p:grpSp>
          <p:nvGrpSpPr>
            <p:cNvPr id="16414" name="Group 15">
              <a:extLst>
                <a:ext uri="{FF2B5EF4-FFF2-40B4-BE49-F238E27FC236}">
                  <a16:creationId xmlns:a16="http://schemas.microsoft.com/office/drawing/2014/main" id="{3ECD7095-C7F2-DF92-3594-3FE3A8B37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445"/>
              <a:ext cx="1056" cy="0"/>
              <a:chOff x="4128" y="2736"/>
              <a:chExt cx="1056" cy="0"/>
            </a:xfrm>
          </p:grpSpPr>
          <p:sp>
            <p:nvSpPr>
              <p:cNvPr id="16425" name="Line 16">
                <a:extLst>
                  <a:ext uri="{FF2B5EF4-FFF2-40B4-BE49-F238E27FC236}">
                    <a16:creationId xmlns:a16="http://schemas.microsoft.com/office/drawing/2014/main" id="{1D419B73-0619-BED8-D858-4C645152E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736"/>
                <a:ext cx="1056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6" name="Line 17">
                <a:extLst>
                  <a:ext uri="{FF2B5EF4-FFF2-40B4-BE49-F238E27FC236}">
                    <a16:creationId xmlns:a16="http://schemas.microsoft.com/office/drawing/2014/main" id="{D15B42F5-F599-568C-A28D-1F19FF293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73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5" name="Group 18">
              <a:extLst>
                <a:ext uri="{FF2B5EF4-FFF2-40B4-BE49-F238E27FC236}">
                  <a16:creationId xmlns:a16="http://schemas.microsoft.com/office/drawing/2014/main" id="{443F6064-082D-3FAF-131D-851306FDF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845"/>
              <a:ext cx="1056" cy="0"/>
              <a:chOff x="4128" y="2736"/>
              <a:chExt cx="1056" cy="0"/>
            </a:xfrm>
          </p:grpSpPr>
          <p:sp>
            <p:nvSpPr>
              <p:cNvPr id="16423" name="Line 19">
                <a:extLst>
                  <a:ext uri="{FF2B5EF4-FFF2-40B4-BE49-F238E27FC236}">
                    <a16:creationId xmlns:a16="http://schemas.microsoft.com/office/drawing/2014/main" id="{4C818667-4660-8A57-1199-F106AD7C1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736"/>
                <a:ext cx="1056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4" name="Line 20">
                <a:extLst>
                  <a:ext uri="{FF2B5EF4-FFF2-40B4-BE49-F238E27FC236}">
                    <a16:creationId xmlns:a16="http://schemas.microsoft.com/office/drawing/2014/main" id="{051C3C92-769C-FADE-3F3B-4DF4E5C65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73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21">
              <a:extLst>
                <a:ext uri="{FF2B5EF4-FFF2-40B4-BE49-F238E27FC236}">
                  <a16:creationId xmlns:a16="http://schemas.microsoft.com/office/drawing/2014/main" id="{311E4E8C-5CB0-3FF4-7F33-637A5F62C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245"/>
              <a:ext cx="1056" cy="0"/>
              <a:chOff x="4128" y="2736"/>
              <a:chExt cx="1056" cy="0"/>
            </a:xfrm>
          </p:grpSpPr>
          <p:sp>
            <p:nvSpPr>
              <p:cNvPr id="16421" name="Line 22">
                <a:extLst>
                  <a:ext uri="{FF2B5EF4-FFF2-40B4-BE49-F238E27FC236}">
                    <a16:creationId xmlns:a16="http://schemas.microsoft.com/office/drawing/2014/main" id="{7C7FF499-66BE-2A17-7277-63C644392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736"/>
                <a:ext cx="1056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2" name="Line 23">
                <a:extLst>
                  <a:ext uri="{FF2B5EF4-FFF2-40B4-BE49-F238E27FC236}">
                    <a16:creationId xmlns:a16="http://schemas.microsoft.com/office/drawing/2014/main" id="{B4606308-5201-3A8A-40BC-1B0ACF72B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73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417" name="Group 24">
              <a:extLst>
                <a:ext uri="{FF2B5EF4-FFF2-40B4-BE49-F238E27FC236}">
                  <a16:creationId xmlns:a16="http://schemas.microsoft.com/office/drawing/2014/main" id="{148D18DA-E4EC-AF14-9D4B-D9DE5FD0E2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645"/>
              <a:ext cx="1056" cy="0"/>
              <a:chOff x="4128" y="2736"/>
              <a:chExt cx="1056" cy="0"/>
            </a:xfrm>
          </p:grpSpPr>
          <p:sp>
            <p:nvSpPr>
              <p:cNvPr id="16419" name="Line 25">
                <a:extLst>
                  <a:ext uri="{FF2B5EF4-FFF2-40B4-BE49-F238E27FC236}">
                    <a16:creationId xmlns:a16="http://schemas.microsoft.com/office/drawing/2014/main" id="{025CAEFC-A739-5063-EF71-46DD08E5F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736"/>
                <a:ext cx="1056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0" name="Line 26">
                <a:extLst>
                  <a:ext uri="{FF2B5EF4-FFF2-40B4-BE49-F238E27FC236}">
                    <a16:creationId xmlns:a16="http://schemas.microsoft.com/office/drawing/2014/main" id="{61FFF22A-9D2E-59C8-D2C7-6DF6F4497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73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6418" name="Object 27">
              <a:extLst>
                <a:ext uri="{FF2B5EF4-FFF2-40B4-BE49-F238E27FC236}">
                  <a16:creationId xmlns:a16="http://schemas.microsoft.com/office/drawing/2014/main" id="{F8C621CC-7324-08FA-8365-C83285170E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69" y="1890"/>
            <a:ext cx="151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1304" imgH="312226" progId="Equation.3">
                    <p:embed/>
                  </p:oleObj>
                </mc:Choice>
                <mc:Fallback>
                  <p:oleObj name="Equation" r:id="rId2" imgW="251304" imgH="31222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" y="1890"/>
                          <a:ext cx="151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5132" name="Object 28">
            <a:extLst>
              <a:ext uri="{FF2B5EF4-FFF2-40B4-BE49-F238E27FC236}">
                <a16:creationId xmlns:a16="http://schemas.microsoft.com/office/drawing/2014/main" id="{0C7E6C87-5CD2-40C1-66B0-3897CDB2946A}"/>
              </a:ext>
            </a:extLst>
          </p:cNvPr>
          <p:cNvGraphicFramePr>
            <a:graphicFrameLocks/>
          </p:cNvGraphicFramePr>
          <p:nvPr/>
        </p:nvGraphicFramePr>
        <p:xfrm>
          <a:off x="6862763" y="3429000"/>
          <a:ext cx="230187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058" imgH="198009" progId="Equation.3">
                  <p:embed/>
                </p:oleObj>
              </mc:Choice>
              <mc:Fallback>
                <p:oleObj name="Equation" r:id="rId4" imgW="198058" imgH="198009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3429000"/>
                        <a:ext cx="230187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3" name="Object 29">
            <a:extLst>
              <a:ext uri="{FF2B5EF4-FFF2-40B4-BE49-F238E27FC236}">
                <a16:creationId xmlns:a16="http://schemas.microsoft.com/office/drawing/2014/main" id="{BB9491C1-7E1E-3019-C534-41B7081BE163}"/>
              </a:ext>
            </a:extLst>
          </p:cNvPr>
          <p:cNvGraphicFramePr>
            <a:graphicFrameLocks/>
          </p:cNvGraphicFramePr>
          <p:nvPr/>
        </p:nvGraphicFramePr>
        <p:xfrm>
          <a:off x="7924800" y="1628775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167" imgH="289782" progId="Equation.3">
                  <p:embed/>
                </p:oleObj>
              </mc:Choice>
              <mc:Fallback>
                <p:oleObj name="Equation" r:id="rId6" imgW="175167" imgH="289782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628775"/>
                        <a:ext cx="2016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34" name="Object 30">
            <a:extLst>
              <a:ext uri="{FF2B5EF4-FFF2-40B4-BE49-F238E27FC236}">
                <a16:creationId xmlns:a16="http://schemas.microsoft.com/office/drawing/2014/main" id="{A0F4BBE1-BF1F-5B8C-53FF-CE38F3ADDC40}"/>
              </a:ext>
            </a:extLst>
          </p:cNvPr>
          <p:cNvGraphicFramePr>
            <a:graphicFrameLocks/>
          </p:cNvGraphicFramePr>
          <p:nvPr/>
        </p:nvGraphicFramePr>
        <p:xfrm>
          <a:off x="6477000" y="3406775"/>
          <a:ext cx="315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9622" imgH="403999" progId="Equation.3">
                  <p:embed/>
                </p:oleObj>
              </mc:Choice>
              <mc:Fallback>
                <p:oleObj name="Equation" r:id="rId8" imgW="289622" imgH="403999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406775"/>
                        <a:ext cx="3159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35" name="Freeform 31">
            <a:extLst>
              <a:ext uri="{FF2B5EF4-FFF2-40B4-BE49-F238E27FC236}">
                <a16:creationId xmlns:a16="http://schemas.microsoft.com/office/drawing/2014/main" id="{1A22B3B0-0EDA-C544-CB63-AB14061F3722}"/>
              </a:ext>
            </a:extLst>
          </p:cNvPr>
          <p:cNvSpPr>
            <a:spLocks/>
          </p:cNvSpPr>
          <p:nvPr/>
        </p:nvSpPr>
        <p:spPr bwMode="auto">
          <a:xfrm>
            <a:off x="6858000" y="2084388"/>
            <a:ext cx="1143000" cy="1676400"/>
          </a:xfrm>
          <a:custGeom>
            <a:avLst/>
            <a:gdLst>
              <a:gd name="T0" fmla="*/ 0 w 720"/>
              <a:gd name="T1" fmla="*/ 2147483646 h 1056"/>
              <a:gd name="T2" fmla="*/ 2147483646 w 720"/>
              <a:gd name="T3" fmla="*/ 2147483646 h 1056"/>
              <a:gd name="T4" fmla="*/ 2147483646 w 720"/>
              <a:gd name="T5" fmla="*/ 2147483646 h 1056"/>
              <a:gd name="T6" fmla="*/ 2147483646 w 720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1056"/>
              <a:gd name="T14" fmla="*/ 720 w 720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1056">
                <a:moveTo>
                  <a:pt x="0" y="1056"/>
                </a:moveTo>
                <a:cubicBezTo>
                  <a:pt x="168" y="1020"/>
                  <a:pt x="336" y="984"/>
                  <a:pt x="432" y="864"/>
                </a:cubicBezTo>
                <a:cubicBezTo>
                  <a:pt x="528" y="744"/>
                  <a:pt x="528" y="480"/>
                  <a:pt x="576" y="336"/>
                </a:cubicBezTo>
                <a:cubicBezTo>
                  <a:pt x="624" y="192"/>
                  <a:pt x="672" y="96"/>
                  <a:pt x="720" y="0"/>
                </a:cubicBezTo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136" name="Oval 32">
            <a:extLst>
              <a:ext uri="{FF2B5EF4-FFF2-40B4-BE49-F238E27FC236}">
                <a16:creationId xmlns:a16="http://schemas.microsoft.com/office/drawing/2014/main" id="{93423EA9-FE17-0262-8D6A-DE657ED9B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2046288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99"/>
              </a:solidFill>
            </a:endParaRPr>
          </a:p>
        </p:txBody>
      </p:sp>
      <p:sp>
        <p:nvSpPr>
          <p:cNvPr id="175137" name="Oval 33">
            <a:extLst>
              <a:ext uri="{FF2B5EF4-FFF2-40B4-BE49-F238E27FC236}">
                <a16:creationId xmlns:a16="http://schemas.microsoft.com/office/drawing/2014/main" id="{A8201BCA-8C6E-F850-3F12-FEBB82FFA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370205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99"/>
              </a:solidFill>
            </a:endParaRPr>
          </a:p>
        </p:txBody>
      </p:sp>
      <p:sp>
        <p:nvSpPr>
          <p:cNvPr id="175138" name="Text Box 34">
            <a:extLst>
              <a:ext uri="{FF2B5EF4-FFF2-40B4-BE49-F238E27FC236}">
                <a16:creationId xmlns:a16="http://schemas.microsoft.com/office/drawing/2014/main" id="{2AF27C51-7775-CDC9-9625-09D6CC9EE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1300"/>
            <a:ext cx="516413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zh-CN" b="1">
                <a:solidFill>
                  <a:srgbClr val="66FFFF"/>
                </a:solidFill>
              </a:rPr>
              <a:t>定义：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  <a:ea typeface="楷体_GB2312" pitchFamily="49" charset="-122"/>
              </a:rPr>
              <a:t>0 </a:t>
            </a:r>
            <a:r>
              <a:rPr lang="zh-CN" altLang="en-US" b="1">
                <a:ea typeface="楷体_GB2312" pitchFamily="49" charset="-122"/>
              </a:rPr>
              <a:t>在电场中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a</a:t>
            </a: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、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b</a:t>
            </a:r>
            <a:r>
              <a:rPr lang="en-US" altLang="zh-CN" b="1" i="1">
                <a:ea typeface="楷体_GB2312" pitchFamily="49" charset="-122"/>
              </a:rPr>
              <a:t> </a:t>
            </a:r>
            <a:r>
              <a:rPr lang="zh-CN" altLang="en-US" b="1">
                <a:ea typeface="楷体_GB2312" pitchFamily="49" charset="-122"/>
              </a:rPr>
              <a:t>两点电势能之差等于把</a:t>
            </a:r>
            <a:r>
              <a:rPr lang="zh-CN" altLang="en-US" b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q</a:t>
            </a:r>
            <a:r>
              <a:rPr lang="en-US" altLang="zh-CN" b="1" baseline="-25000">
                <a:solidFill>
                  <a:srgbClr val="66FFFF"/>
                </a:solidFill>
                <a:ea typeface="楷体_GB2312" pitchFamily="49" charset="-122"/>
              </a:rPr>
              <a:t>0 </a:t>
            </a:r>
            <a:r>
              <a:rPr lang="zh-CN" altLang="en-US" b="1">
                <a:ea typeface="楷体_GB2312" pitchFamily="49" charset="-122"/>
              </a:rPr>
              <a:t>自 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a </a:t>
            </a:r>
            <a:r>
              <a:rPr lang="zh-CN" altLang="en-US" b="1">
                <a:ea typeface="楷体_GB2312" pitchFamily="49" charset="-122"/>
              </a:rPr>
              <a:t>点移至 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b </a:t>
            </a:r>
            <a:r>
              <a:rPr lang="zh-CN" altLang="en-US" b="1">
                <a:ea typeface="楷体_GB2312" pitchFamily="49" charset="-122"/>
              </a:rPr>
              <a:t>点过程中电场力所作的功。</a:t>
            </a:r>
          </a:p>
        </p:txBody>
      </p:sp>
      <p:sp>
        <p:nvSpPr>
          <p:cNvPr id="175139" name="Rectangle 35">
            <a:extLst>
              <a:ext uri="{FF2B5EF4-FFF2-40B4-BE49-F238E27FC236}">
                <a16:creationId xmlns:a16="http://schemas.microsoft.com/office/drawing/2014/main" id="{E16D5888-DBB2-2C19-B0B7-999717103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573463"/>
            <a:ext cx="93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CC00"/>
                </a:solidFill>
              </a:rPr>
              <a:t>W</a:t>
            </a:r>
            <a:r>
              <a:rPr lang="en-US" altLang="zh-CN" sz="2800" baseline="-25000">
                <a:solidFill>
                  <a:srgbClr val="FFCC00"/>
                </a:solidFill>
              </a:rPr>
              <a:t> </a:t>
            </a:r>
            <a:r>
              <a:rPr lang="en-US" altLang="zh-CN" sz="1800" b="1" i="1">
                <a:solidFill>
                  <a:srgbClr val="FFCC00"/>
                </a:solidFill>
              </a:rPr>
              <a:t>a</a:t>
            </a:r>
            <a:endParaRPr lang="en-US" altLang="zh-CN" sz="2800"/>
          </a:p>
        </p:txBody>
      </p:sp>
      <p:sp>
        <p:nvSpPr>
          <p:cNvPr id="175140" name="Rectangle 36">
            <a:extLst>
              <a:ext uri="{FF2B5EF4-FFF2-40B4-BE49-F238E27FC236}">
                <a16:creationId xmlns:a16="http://schemas.microsoft.com/office/drawing/2014/main" id="{6D8CF7A4-FCA9-E8A8-D238-08B5671F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155733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CC00"/>
                </a:solidFill>
              </a:rPr>
              <a:t>W</a:t>
            </a:r>
            <a:r>
              <a:rPr lang="en-US" altLang="zh-CN" sz="2800" baseline="-25000">
                <a:solidFill>
                  <a:srgbClr val="FFCC00"/>
                </a:solidFill>
              </a:rPr>
              <a:t> </a:t>
            </a:r>
            <a:r>
              <a:rPr lang="en-US" altLang="zh-CN" sz="1800" b="1" i="1">
                <a:solidFill>
                  <a:srgbClr val="FFCC00"/>
                </a:solidFill>
              </a:rPr>
              <a:t>b</a:t>
            </a:r>
            <a:endParaRPr lang="en-US" altLang="zh-CN" sz="2800"/>
          </a:p>
        </p:txBody>
      </p:sp>
      <p:graphicFrame>
        <p:nvGraphicFramePr>
          <p:cNvPr id="175141" name="Object 37">
            <a:extLst>
              <a:ext uri="{FF2B5EF4-FFF2-40B4-BE49-F238E27FC236}">
                <a16:creationId xmlns:a16="http://schemas.microsoft.com/office/drawing/2014/main" id="{DC638B0D-5FE6-0581-DED2-7996E165442C}"/>
              </a:ext>
            </a:extLst>
          </p:cNvPr>
          <p:cNvGraphicFramePr>
            <a:graphicFrameLocks/>
          </p:cNvGraphicFramePr>
          <p:nvPr/>
        </p:nvGraphicFramePr>
        <p:xfrm>
          <a:off x="2627313" y="4221163"/>
          <a:ext cx="31861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54493" imgH="564102" progId="Equation.3">
                  <p:embed/>
                </p:oleObj>
              </mc:Choice>
              <mc:Fallback>
                <p:oleObj name="公式" r:id="rId10" imgW="3154493" imgH="564102" progId="Equation.3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221163"/>
                        <a:ext cx="31861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42" name="Rectangle 38">
            <a:extLst>
              <a:ext uri="{FF2B5EF4-FFF2-40B4-BE49-F238E27FC236}">
                <a16:creationId xmlns:a16="http://schemas.microsoft.com/office/drawing/2014/main" id="{7D4A872E-77A3-B927-9E2F-1EA5D40D1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4816475"/>
            <a:ext cx="2797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</a:t>
            </a:r>
            <a:r>
              <a:rPr lang="zh-CN" altLang="en-US" b="1">
                <a:solidFill>
                  <a:srgbClr val="66FFFF"/>
                </a:solidFill>
              </a:rPr>
              <a:t>电势能</a:t>
            </a:r>
          </a:p>
        </p:txBody>
      </p:sp>
      <p:sp>
        <p:nvSpPr>
          <p:cNvPr id="175143" name="Rectangle 39">
            <a:extLst>
              <a:ext uri="{FF2B5EF4-FFF2-40B4-BE49-F238E27FC236}">
                <a16:creationId xmlns:a16="http://schemas.microsoft.com/office/drawing/2014/main" id="{6FEDB3FF-0C22-7708-8302-379BA6D96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00650"/>
            <a:ext cx="726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仿宋_GB2312" pitchFamily="49" charset="-122"/>
              </a:rPr>
              <a:t>取</a:t>
            </a:r>
            <a:r>
              <a:rPr lang="zh-CN" altLang="en-US" b="1" i="1">
                <a:solidFill>
                  <a:srgbClr val="FF9900"/>
                </a:solidFill>
                <a:ea typeface="仿宋_GB2312" pitchFamily="49" charset="-122"/>
              </a:rPr>
              <a:t> </a:t>
            </a:r>
            <a:r>
              <a:rPr lang="en-US" altLang="zh-CN" b="1" i="1">
                <a:solidFill>
                  <a:srgbClr val="FF9900"/>
                </a:solidFill>
                <a:ea typeface="仿宋_GB2312" pitchFamily="49" charset="-122"/>
              </a:rPr>
              <a:t>b</a:t>
            </a:r>
            <a:r>
              <a:rPr lang="en-US" altLang="zh-CN" b="1">
                <a:ea typeface="仿宋_GB2312" pitchFamily="49" charset="-122"/>
              </a:rPr>
              <a:t> </a:t>
            </a:r>
            <a:r>
              <a:rPr lang="zh-CN" altLang="en-US" b="1">
                <a:ea typeface="仿宋_GB2312" pitchFamily="49" charset="-122"/>
              </a:rPr>
              <a:t>点为势能零点</a:t>
            </a:r>
            <a:r>
              <a:rPr lang="zh-CN" altLang="en-US" b="1">
                <a:solidFill>
                  <a:srgbClr val="00FFFF"/>
                </a:solidFill>
              </a:rPr>
              <a:t>     </a:t>
            </a:r>
            <a:r>
              <a:rPr lang="en-US" altLang="zh-CN" sz="2800" i="1">
                <a:solidFill>
                  <a:srgbClr val="FFCC00"/>
                </a:solidFill>
              </a:rPr>
              <a:t>W</a:t>
            </a:r>
            <a:r>
              <a:rPr lang="en-US" altLang="zh-CN" sz="2800" baseline="-25000">
                <a:solidFill>
                  <a:srgbClr val="FFCC00"/>
                </a:solidFill>
              </a:rPr>
              <a:t> </a:t>
            </a:r>
            <a:r>
              <a:rPr lang="en-US" altLang="zh-CN" sz="1800" b="1" i="1">
                <a:solidFill>
                  <a:srgbClr val="FFCC00"/>
                </a:solidFill>
              </a:rPr>
              <a:t>b</a:t>
            </a:r>
            <a:r>
              <a:rPr lang="en-US" altLang="zh-CN" sz="2800">
                <a:solidFill>
                  <a:srgbClr val="FFCC00"/>
                </a:solidFill>
              </a:rPr>
              <a:t> = </a:t>
            </a:r>
            <a:r>
              <a:rPr lang="en-US" altLang="zh-CN" sz="2800" i="1">
                <a:solidFill>
                  <a:srgbClr val="FFCC00"/>
                </a:solidFill>
              </a:rPr>
              <a:t>W</a:t>
            </a:r>
            <a:r>
              <a:rPr lang="en-US" altLang="zh-CN" sz="2800" baseline="-25000">
                <a:solidFill>
                  <a:srgbClr val="FFCC00"/>
                </a:solidFill>
              </a:rPr>
              <a:t> “0”</a:t>
            </a:r>
            <a:r>
              <a:rPr lang="en-US" altLang="zh-CN" sz="2800">
                <a:solidFill>
                  <a:srgbClr val="FFCC00"/>
                </a:solidFill>
              </a:rPr>
              <a:t> =0</a:t>
            </a:r>
            <a:r>
              <a:rPr lang="en-US" altLang="zh-CN" sz="2800"/>
              <a:t> </a:t>
            </a:r>
          </a:p>
        </p:txBody>
      </p:sp>
      <p:graphicFrame>
        <p:nvGraphicFramePr>
          <p:cNvPr id="175144" name="Object 40">
            <a:extLst>
              <a:ext uri="{FF2B5EF4-FFF2-40B4-BE49-F238E27FC236}">
                <a16:creationId xmlns:a16="http://schemas.microsoft.com/office/drawing/2014/main" id="{716C29A9-ABCC-B4C1-3C11-C1C5BB11A9DB}"/>
              </a:ext>
            </a:extLst>
          </p:cNvPr>
          <p:cNvGraphicFramePr>
            <a:graphicFrameLocks/>
          </p:cNvGraphicFramePr>
          <p:nvPr/>
        </p:nvGraphicFramePr>
        <p:xfrm>
          <a:off x="5364163" y="5734050"/>
          <a:ext cx="33258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99304" imgH="655375" progId="Equation.3">
                  <p:embed/>
                </p:oleObj>
              </mc:Choice>
              <mc:Fallback>
                <p:oleObj name="Equation" r:id="rId12" imgW="3299304" imgH="655375" progId="Equation.3">
                  <p:embed/>
                  <p:pic>
                    <p:nvPicPr>
                      <p:cNvPr id="0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734050"/>
                        <a:ext cx="3325812" cy="687388"/>
                      </a:xfrm>
                      <a:prstGeom prst="rect">
                        <a:avLst/>
                      </a:prstGeom>
                      <a:solidFill>
                        <a:srgbClr val="0000FF">
                          <a:alpha val="39999"/>
                        </a:srgbClr>
                      </a:solidFill>
                      <a:ln w="12700">
                        <a:solidFill>
                          <a:schemeClr val="accent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45" name="Rectangle 41">
            <a:extLst>
              <a:ext uri="{FF2B5EF4-FFF2-40B4-BE49-F238E27FC236}">
                <a16:creationId xmlns:a16="http://schemas.microsoft.com/office/drawing/2014/main" id="{F84C8229-5649-E140-893D-78C6050B4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80707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66FFFF"/>
                </a:solidFill>
              </a:rPr>
              <a:t>q</a:t>
            </a:r>
            <a:r>
              <a:rPr lang="en-US" altLang="zh-CN" sz="2800" b="1" baseline="-25000">
                <a:solidFill>
                  <a:srgbClr val="66FFFF"/>
                </a:solidFill>
              </a:rPr>
              <a:t>0 </a:t>
            </a:r>
            <a:r>
              <a:rPr lang="zh-CN" altLang="en-US" b="1">
                <a:latin typeface="宋体" panose="02010600030101010101" pitchFamily="2" charset="-122"/>
              </a:rPr>
              <a:t>在电场中某点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a </a:t>
            </a:r>
            <a:r>
              <a:rPr lang="zh-CN" altLang="en-US" b="1">
                <a:latin typeface="宋体" panose="02010600030101010101" pitchFamily="2" charset="-122"/>
              </a:rPr>
              <a:t>的电势能：</a:t>
            </a:r>
          </a:p>
        </p:txBody>
      </p:sp>
      <p:pic>
        <p:nvPicPr>
          <p:cNvPr id="175146" name="Picture 42" descr="j0293240">
            <a:extLst>
              <a:ext uri="{FF2B5EF4-FFF2-40B4-BE49-F238E27FC236}">
                <a16:creationId xmlns:a16="http://schemas.microsoft.com/office/drawing/2014/main" id="{BA7B3686-0FA2-F3D1-C609-38B52815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29363"/>
            <a:ext cx="61118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7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75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75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 autoUpdateAnimBg="0"/>
      <p:bldP spid="175107" grpId="0" autoUpdateAnimBg="0"/>
      <p:bldP spid="175108" grpId="0" autoUpdateAnimBg="0"/>
      <p:bldP spid="175109" grpId="0" autoUpdateAnimBg="0"/>
      <p:bldP spid="175110" grpId="0" autoUpdateAnimBg="0"/>
      <p:bldP spid="175111" grpId="0" autoUpdateAnimBg="0"/>
      <p:bldP spid="175112" grpId="0" autoUpdateAnimBg="0"/>
      <p:bldP spid="175113" grpId="0" autoUpdateAnimBg="0"/>
      <p:bldP spid="175114" grpId="0" animBg="1"/>
      <p:bldP spid="175115" grpId="0" animBg="1"/>
      <p:bldP spid="175116" grpId="0" animBg="1"/>
      <p:bldP spid="175117" grpId="0" animBg="1"/>
      <p:bldP spid="175136" grpId="0" animBg="1" autoUpdateAnimBg="0"/>
      <p:bldP spid="175137" grpId="0" animBg="1" autoUpdateAnimBg="0"/>
      <p:bldP spid="175138" grpId="0" autoUpdateAnimBg="0"/>
      <p:bldP spid="175139" grpId="0" autoUpdateAnimBg="0"/>
      <p:bldP spid="175140" grpId="0" autoUpdateAnimBg="0"/>
      <p:bldP spid="175142" grpId="0" autoUpdateAnimBg="0"/>
      <p:bldP spid="175143" grpId="0" autoUpdateAnimBg="0"/>
      <p:bldP spid="17514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0" name="Object 2">
            <a:extLst>
              <a:ext uri="{FF2B5EF4-FFF2-40B4-BE49-F238E27FC236}">
                <a16:creationId xmlns:a16="http://schemas.microsoft.com/office/drawing/2014/main" id="{A0C013A5-EBBB-DDB8-798C-B7875D1A8409}"/>
              </a:ext>
            </a:extLst>
          </p:cNvPr>
          <p:cNvGraphicFramePr>
            <a:graphicFrameLocks/>
          </p:cNvGraphicFramePr>
          <p:nvPr/>
        </p:nvGraphicFramePr>
        <p:xfrm>
          <a:off x="2700338" y="438150"/>
          <a:ext cx="33258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99304" imgH="655375" progId="Equation.3">
                  <p:embed/>
                </p:oleObj>
              </mc:Choice>
              <mc:Fallback>
                <p:oleObj name="Equation" r:id="rId2" imgW="3299304" imgH="65537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38150"/>
                        <a:ext cx="3325812" cy="687388"/>
                      </a:xfrm>
                      <a:prstGeom prst="rect">
                        <a:avLst/>
                      </a:prstGeom>
                      <a:solidFill>
                        <a:srgbClr val="0000FF">
                          <a:alpha val="39999"/>
                        </a:srgbClr>
                      </a:solidFill>
                      <a:ln w="12700">
                        <a:solidFill>
                          <a:schemeClr val="accent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1" name="Text Box 3">
            <a:extLst>
              <a:ext uri="{FF2B5EF4-FFF2-40B4-BE49-F238E27FC236}">
                <a16:creationId xmlns:a16="http://schemas.microsoft.com/office/drawing/2014/main" id="{E32CCFC1-BD9E-0505-8B40-3833A53E3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1763713"/>
            <a:ext cx="734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楷体_GB2312" pitchFamily="49" charset="-122"/>
              </a:rPr>
              <a:t>(1)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电势能应属于 </a:t>
            </a:r>
            <a:r>
              <a:rPr lang="en-US" altLang="zh-CN" sz="2800" b="1" i="1">
                <a:solidFill>
                  <a:srgbClr val="66FFFF"/>
                </a:solidFill>
                <a:ea typeface="楷体_GB2312" pitchFamily="49" charset="-122"/>
              </a:rPr>
              <a:t>q</a:t>
            </a:r>
            <a:r>
              <a:rPr lang="en-US" altLang="zh-CN" sz="2800" b="1" baseline="-25000">
                <a:solidFill>
                  <a:srgbClr val="66FFFF"/>
                </a:solidFill>
                <a:ea typeface="楷体_GB2312" pitchFamily="49" charset="-122"/>
              </a:rPr>
              <a:t>0 </a:t>
            </a:r>
            <a:r>
              <a:rPr lang="en-US" altLang="zh-CN" sz="2800" b="1" baseline="-2500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和产生电场的源电荷系统共有。</a:t>
            </a:r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BB1F803C-A0C3-4104-FA65-0ADE3D02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44600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73E429FB-47D4-EAA5-FAEA-6723FDDAE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459163"/>
            <a:ext cx="305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ea typeface="楷体_GB2312" pitchFamily="49" charset="-122"/>
              </a:rPr>
              <a:t>(3)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选势能零点原则：</a:t>
            </a:r>
          </a:p>
        </p:txBody>
      </p:sp>
      <p:sp>
        <p:nvSpPr>
          <p:cNvPr id="176134" name="Text Box 6">
            <a:extLst>
              <a:ext uri="{FF2B5EF4-FFF2-40B4-BE49-F238E27FC236}">
                <a16:creationId xmlns:a16="http://schemas.microsoft.com/office/drawing/2014/main" id="{488374DF-4C4D-0DB0-9EC3-68ACDF39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319338"/>
            <a:ext cx="8153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b="1">
                <a:ea typeface="楷体_GB2312" pitchFamily="49" charset="-122"/>
              </a:rPr>
              <a:t>(2)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电荷在某点电势能的值与零点选取有关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而两点的差值与零点选取无关</a:t>
            </a:r>
          </a:p>
        </p:txBody>
      </p:sp>
      <p:sp>
        <p:nvSpPr>
          <p:cNvPr id="176135" name="Rectangle 7">
            <a:extLst>
              <a:ext uri="{FF2B5EF4-FFF2-40B4-BE49-F238E27FC236}">
                <a16:creationId xmlns:a16="http://schemas.microsoft.com/office/drawing/2014/main" id="{62433AA4-D401-6E1E-AB04-E90A75A8F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5564188"/>
            <a:ext cx="661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66"/>
                </a:solidFill>
              </a:rPr>
              <a:t>•  </a:t>
            </a:r>
            <a:r>
              <a:rPr lang="en-US" altLang="zh-CN" b="1">
                <a:solidFill>
                  <a:srgbClr val="FF66FF"/>
                </a:solidFill>
              </a:rPr>
              <a:t> </a:t>
            </a:r>
            <a:r>
              <a:rPr lang="zh-CN" altLang="en-US" b="1">
                <a:ea typeface="楷体_GB2312" pitchFamily="49" charset="-122"/>
              </a:rPr>
              <a:t>实际应用中取大地、仪器外壳等为势能零点。</a:t>
            </a:r>
          </a:p>
        </p:txBody>
      </p:sp>
      <p:sp>
        <p:nvSpPr>
          <p:cNvPr id="176136" name="Rectangle 8">
            <a:extLst>
              <a:ext uri="{FF2B5EF4-FFF2-40B4-BE49-F238E27FC236}">
                <a16:creationId xmlns:a16="http://schemas.microsoft.com/office/drawing/2014/main" id="{0D13ABC6-FA64-46D6-AE90-95F9F8CFE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3957638"/>
            <a:ext cx="7661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b="1">
                <a:solidFill>
                  <a:srgbClr val="FFFF66"/>
                </a:solidFill>
              </a:rPr>
              <a:t>•</a:t>
            </a:r>
            <a:r>
              <a:rPr lang="en-US" altLang="zh-CN" b="1">
                <a:solidFill>
                  <a:srgbClr val="FF66FF"/>
                </a:solidFill>
              </a:rPr>
              <a:t>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源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电荷分布在有限范围内时，势能零点一般选在  　 </a:t>
            </a:r>
          </a:p>
          <a:p>
            <a:pPr>
              <a:lnSpc>
                <a:spcPct val="125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无穷远处。</a:t>
            </a:r>
          </a:p>
        </p:txBody>
      </p:sp>
      <p:sp>
        <p:nvSpPr>
          <p:cNvPr id="176137" name="Text Box 9">
            <a:extLst>
              <a:ext uri="{FF2B5EF4-FFF2-40B4-BE49-F238E27FC236}">
                <a16:creationId xmlns:a16="http://schemas.microsoft.com/office/drawing/2014/main" id="{8675D238-DB7B-5137-D009-C75014218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106988"/>
            <a:ext cx="7224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66"/>
                </a:solidFill>
              </a:rPr>
              <a:t>•</a:t>
            </a:r>
            <a:r>
              <a:rPr lang="en-US" altLang="zh-CN" b="1">
                <a:solidFill>
                  <a:srgbClr val="FF66FF"/>
                </a:solidFill>
              </a:rPr>
              <a:t>   </a:t>
            </a:r>
            <a:r>
              <a:rPr lang="zh-CN" altLang="en-US" b="1">
                <a:ea typeface="楷体_GB2312" pitchFamily="49" charset="-122"/>
              </a:rPr>
              <a:t>无限大带电体，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势能零点一般</a:t>
            </a:r>
            <a:r>
              <a:rPr lang="zh-CN" altLang="en-US" b="1">
                <a:ea typeface="楷体_GB2312" pitchFamily="49" charset="-122"/>
              </a:rPr>
              <a:t>选在有限远处一点。</a:t>
            </a:r>
          </a:p>
        </p:txBody>
      </p:sp>
      <p:sp>
        <p:nvSpPr>
          <p:cNvPr id="176138" name="AutoShape 10">
            <a:extLst>
              <a:ext uri="{FF2B5EF4-FFF2-40B4-BE49-F238E27FC236}">
                <a16:creationId xmlns:a16="http://schemas.microsoft.com/office/drawing/2014/main" id="{810077B6-3350-CB00-3214-538CFC395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pic>
        <p:nvPicPr>
          <p:cNvPr id="176139" name="Picture 11" descr="j0293240">
            <a:extLst>
              <a:ext uri="{FF2B5EF4-FFF2-40B4-BE49-F238E27FC236}">
                <a16:creationId xmlns:a16="http://schemas.microsoft.com/office/drawing/2014/main" id="{E7F879B4-E522-5CE3-0839-747FB55C2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autoUpdateAnimBg="0"/>
      <p:bldP spid="176132" grpId="0" autoUpdateAnimBg="0"/>
      <p:bldP spid="176133" grpId="0" autoUpdateAnimBg="0"/>
      <p:bldP spid="176134" grpId="0" autoUpdateAnimBg="0"/>
      <p:bldP spid="176135" grpId="0" autoUpdateAnimBg="0"/>
      <p:bldP spid="176136" grpId="0" autoUpdateAnimBg="0"/>
      <p:bldP spid="176137" grpId="0" autoUpdateAnimBg="0"/>
      <p:bldP spid="1761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>
            <a:extLst>
              <a:ext uri="{FF2B5EF4-FFF2-40B4-BE49-F238E27FC236}">
                <a16:creationId xmlns:a16="http://schemas.microsoft.com/office/drawing/2014/main" id="{71AC90C4-4E96-53B9-C047-4A868F972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6063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如图所示</a:t>
            </a:r>
            <a:r>
              <a:rPr lang="en-US" altLang="zh-CN" b="1">
                <a:latin typeface="宋体" panose="02010600030101010101" pitchFamily="2" charset="-122"/>
              </a:rPr>
              <a:t>, </a:t>
            </a:r>
            <a:r>
              <a:rPr lang="zh-CN" altLang="en-US" b="1">
                <a:latin typeface="宋体" panose="02010600030101010101" pitchFamily="2" charset="-122"/>
              </a:rPr>
              <a:t>在带电量为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zh-CN" altLang="en-US" b="1">
                <a:latin typeface="宋体" panose="02010600030101010101" pitchFamily="2" charset="-122"/>
              </a:rPr>
              <a:t>的点电荷所产生的静电场中，有一带电量为</a:t>
            </a:r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zh-CN" altLang="en-US" b="1">
                <a:latin typeface="宋体" panose="02010600030101010101" pitchFamily="2" charset="-122"/>
              </a:rPr>
              <a:t>的点电荷</a:t>
            </a:r>
          </a:p>
        </p:txBody>
      </p:sp>
      <p:graphicFrame>
        <p:nvGraphicFramePr>
          <p:cNvPr id="177155" name="Object 3">
            <a:extLst>
              <a:ext uri="{FF2B5EF4-FFF2-40B4-BE49-F238E27FC236}">
                <a16:creationId xmlns:a16="http://schemas.microsoft.com/office/drawing/2014/main" id="{B514CDC5-66CC-61BB-979F-8B8A2BE8BFF9}"/>
              </a:ext>
            </a:extLst>
          </p:cNvPr>
          <p:cNvGraphicFramePr>
            <a:graphicFrameLocks/>
          </p:cNvGraphicFramePr>
          <p:nvPr/>
        </p:nvGraphicFramePr>
        <p:xfrm>
          <a:off x="369888" y="2276475"/>
          <a:ext cx="50657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26162" imgH="822960" progId="Equation.3">
                  <p:embed/>
                </p:oleObj>
              </mc:Choice>
              <mc:Fallback>
                <p:oleObj name="公式" r:id="rId2" imgW="5326162" imgH="82296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2276475"/>
                        <a:ext cx="50657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6" name="Rectangle 4">
            <a:extLst>
              <a:ext uri="{FF2B5EF4-FFF2-40B4-BE49-F238E27FC236}">
                <a16:creationId xmlns:a16="http://schemas.microsoft.com/office/drawing/2014/main" id="{327098C5-CF80-C73B-4C49-3379432CF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16970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177157" name="Text Box 5">
            <a:extLst>
              <a:ext uri="{FF2B5EF4-FFF2-40B4-BE49-F238E27FC236}">
                <a16:creationId xmlns:a16="http://schemas.microsoft.com/office/drawing/2014/main" id="{63ACB428-CCAD-050E-AAFE-70832EAFB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324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选无穷远为电势能零点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4A425989-0115-10C3-2850-016FD28355E1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125538"/>
            <a:ext cx="3257550" cy="2590800"/>
            <a:chOff x="3360" y="1200"/>
            <a:chExt cx="2052" cy="1632"/>
          </a:xfrm>
        </p:grpSpPr>
        <p:sp>
          <p:nvSpPr>
            <p:cNvPr id="18449" name="Line 7">
              <a:extLst>
                <a:ext uri="{FF2B5EF4-FFF2-40B4-BE49-F238E27FC236}">
                  <a16:creationId xmlns:a16="http://schemas.microsoft.com/office/drawing/2014/main" id="{D0C69FF7-ADAB-1F97-D454-FF965023F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1449"/>
              <a:ext cx="1104" cy="67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Line 8">
              <a:extLst>
                <a:ext uri="{FF2B5EF4-FFF2-40B4-BE49-F238E27FC236}">
                  <a16:creationId xmlns:a16="http://schemas.microsoft.com/office/drawing/2014/main" id="{3C93C9B1-07A6-82EA-F533-C60F698B4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2121"/>
              <a:ext cx="1632" cy="48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9">
              <a:extLst>
                <a:ext uri="{FF2B5EF4-FFF2-40B4-BE49-F238E27FC236}">
                  <a16:creationId xmlns:a16="http://schemas.microsoft.com/office/drawing/2014/main" id="{D881259F-723E-4B19-2D97-7E87AA316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2121"/>
              <a:ext cx="192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Text Box 10">
              <a:extLst>
                <a:ext uri="{FF2B5EF4-FFF2-40B4-BE49-F238E27FC236}">
                  <a16:creationId xmlns:a16="http://schemas.microsoft.com/office/drawing/2014/main" id="{3624A868-BFEB-6880-F61D-A6BE750E7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20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i="1">
                  <a:solidFill>
                    <a:srgbClr val="66FF33"/>
                  </a:solidFill>
                </a:rPr>
                <a:t>b</a:t>
              </a:r>
              <a:endParaRPr lang="en-US" altLang="zh-CN" i="1">
                <a:solidFill>
                  <a:srgbClr val="FF3300"/>
                </a:solidFill>
              </a:endParaRPr>
            </a:p>
          </p:txBody>
        </p:sp>
        <p:sp>
          <p:nvSpPr>
            <p:cNvPr id="18453" name="Oval 11">
              <a:extLst>
                <a:ext uri="{FF2B5EF4-FFF2-40B4-BE49-F238E27FC236}">
                  <a16:creationId xmlns:a16="http://schemas.microsoft.com/office/drawing/2014/main" id="{3EE91CF1-9E03-150C-35A9-FC27F24B0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534"/>
              <a:ext cx="88" cy="8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54" name="Text Box 12">
              <a:extLst>
                <a:ext uri="{FF2B5EF4-FFF2-40B4-BE49-F238E27FC236}">
                  <a16:creationId xmlns:a16="http://schemas.microsoft.com/office/drawing/2014/main" id="{D569979D-741A-B2B0-DF7E-13BDC5A12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250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i="1">
                  <a:solidFill>
                    <a:srgbClr val="66FF33"/>
                  </a:solidFill>
                </a:rPr>
                <a:t>a</a:t>
              </a:r>
              <a:endParaRPr lang="en-US" altLang="zh-CN">
                <a:solidFill>
                  <a:srgbClr val="66FF33"/>
                </a:solidFill>
              </a:endParaRPr>
            </a:p>
          </p:txBody>
        </p:sp>
        <p:sp>
          <p:nvSpPr>
            <p:cNvPr id="18455" name="Line 13">
              <a:extLst>
                <a:ext uri="{FF2B5EF4-FFF2-40B4-BE49-F238E27FC236}">
                  <a16:creationId xmlns:a16="http://schemas.microsoft.com/office/drawing/2014/main" id="{9A6FE305-EF95-79BC-B8B3-E12436243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4" y="1200"/>
              <a:ext cx="384" cy="24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6" name="Object 14">
              <a:extLst>
                <a:ext uri="{FF2B5EF4-FFF2-40B4-BE49-F238E27FC236}">
                  <a16:creationId xmlns:a16="http://schemas.microsoft.com/office/drawing/2014/main" id="{A1495239-D5DB-103C-8445-2E7575C811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8" y="1209"/>
            <a:ext cx="22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7347" imgH="106735" progId="Equation.3">
                    <p:embed/>
                  </p:oleObj>
                </mc:Choice>
                <mc:Fallback>
                  <p:oleObj name="公式" r:id="rId4" imgW="137347" imgH="10673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8" y="1209"/>
                          <a:ext cx="22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7" name="Oval 15">
              <a:extLst>
                <a:ext uri="{FF2B5EF4-FFF2-40B4-BE49-F238E27FC236}">
                  <a16:creationId xmlns:a16="http://schemas.microsoft.com/office/drawing/2014/main" id="{8459C57D-FDA6-77F6-2593-C26CBCE29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" y="2073"/>
              <a:ext cx="88" cy="8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58" name="Text Box 16">
              <a:extLst>
                <a:ext uri="{FF2B5EF4-FFF2-40B4-BE49-F238E27FC236}">
                  <a16:creationId xmlns:a16="http://schemas.microsoft.com/office/drawing/2014/main" id="{BD8A9108-ACA9-83F2-C27E-D17AF3AB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" y="1785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800" i="1">
                  <a:solidFill>
                    <a:srgbClr val="66FF33"/>
                  </a:solidFill>
                </a:rPr>
                <a:t>c</a:t>
              </a:r>
            </a:p>
          </p:txBody>
        </p:sp>
        <p:sp>
          <p:nvSpPr>
            <p:cNvPr id="18459" name="Oval 17">
              <a:extLst>
                <a:ext uri="{FF2B5EF4-FFF2-40B4-BE49-F238E27FC236}">
                  <a16:creationId xmlns:a16="http://schemas.microsoft.com/office/drawing/2014/main" id="{7D05AB27-9A82-5FC4-B506-32837A81F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4" y="2121"/>
              <a:ext cx="96" cy="4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18460" name="Group 18">
              <a:extLst>
                <a:ext uri="{FF2B5EF4-FFF2-40B4-BE49-F238E27FC236}">
                  <a16:creationId xmlns:a16="http://schemas.microsoft.com/office/drawing/2014/main" id="{4BF57B57-4F99-4D01-6A44-A40FD36E0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749"/>
              <a:ext cx="255" cy="424"/>
              <a:chOff x="3564" y="3189"/>
              <a:chExt cx="255" cy="424"/>
            </a:xfrm>
          </p:grpSpPr>
          <p:sp>
            <p:nvSpPr>
              <p:cNvPr id="18463" name="Oval 19">
                <a:extLst>
                  <a:ext uri="{FF2B5EF4-FFF2-40B4-BE49-F238E27FC236}">
                    <a16:creationId xmlns:a16="http://schemas.microsoft.com/office/drawing/2014/main" id="{8B9BA91D-F899-AE2E-3D6F-F11B965B9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0" y="3525"/>
                <a:ext cx="88" cy="8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464" name="Text Box 20">
                <a:extLst>
                  <a:ext uri="{FF2B5EF4-FFF2-40B4-BE49-F238E27FC236}">
                    <a16:creationId xmlns:a16="http://schemas.microsoft.com/office/drawing/2014/main" id="{C37225C4-6837-5E39-31A2-BF29A2691C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4" y="3189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i="1">
                    <a:solidFill>
                      <a:srgbClr val="FFFF00"/>
                    </a:solidFill>
                  </a:rPr>
                  <a:t>Q</a:t>
                </a:r>
                <a:endParaRPr lang="en-US" altLang="zh-CN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18461" name="Oval 21">
              <a:extLst>
                <a:ext uri="{FF2B5EF4-FFF2-40B4-BE49-F238E27FC236}">
                  <a16:creationId xmlns:a16="http://schemas.microsoft.com/office/drawing/2014/main" id="{D890CD53-5DA9-D61E-8825-6BE32A923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" y="2505"/>
              <a:ext cx="88" cy="8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8462" name="Object 22">
              <a:extLst>
                <a:ext uri="{FF2B5EF4-FFF2-40B4-BE49-F238E27FC236}">
                  <a16:creationId xmlns:a16="http://schemas.microsoft.com/office/drawing/2014/main" id="{E6B5CFE5-CDB0-6F3B-337A-30A8F647A29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96" y="2280"/>
            <a:ext cx="145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8058" imgH="274320" progId="Equation.3">
                    <p:embed/>
                  </p:oleObj>
                </mc:Choice>
                <mc:Fallback>
                  <p:oleObj name="Equation" r:id="rId6" imgW="198058" imgH="274320" progId="Equation.3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280"/>
                          <a:ext cx="145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75" name="Rectangle 23">
            <a:extLst>
              <a:ext uri="{FF2B5EF4-FFF2-40B4-BE49-F238E27FC236}">
                <a16:creationId xmlns:a16="http://schemas.microsoft.com/office/drawing/2014/main" id="{B984FFB4-911C-DBC6-8182-52FB3CE62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8413"/>
            <a:ext cx="3929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zh-CN" altLang="en-US" b="1">
                <a:latin typeface="宋体" panose="02010600030101010101" pitchFamily="2" charset="-122"/>
              </a:rPr>
              <a:t>在</a:t>
            </a:r>
            <a:r>
              <a:rPr lang="en-US" altLang="zh-CN" b="1" i="1">
                <a:solidFill>
                  <a:srgbClr val="66FFFF"/>
                </a:solidFill>
              </a:rPr>
              <a:t>a </a:t>
            </a:r>
            <a:r>
              <a:rPr lang="zh-CN" altLang="en-US" b="1">
                <a:latin typeface="宋体" panose="02010600030101010101" pitchFamily="2" charset="-122"/>
              </a:rPr>
              <a:t>点和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b </a:t>
            </a:r>
            <a:r>
              <a:rPr lang="zh-CN" altLang="en-US" b="1">
                <a:latin typeface="宋体" panose="02010600030101010101" pitchFamily="2" charset="-122"/>
              </a:rPr>
              <a:t>点的电势能</a:t>
            </a:r>
          </a:p>
        </p:txBody>
      </p:sp>
      <p:sp>
        <p:nvSpPr>
          <p:cNvPr id="177176" name="Rectangle 24">
            <a:extLst>
              <a:ext uri="{FF2B5EF4-FFF2-40B4-BE49-F238E27FC236}">
                <a16:creationId xmlns:a16="http://schemas.microsoft.com/office/drawing/2014/main" id="{728FD094-C0D5-2F82-6A95-AB46A5437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1858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77177" name="Rectangle 25">
            <a:extLst>
              <a:ext uri="{FF2B5EF4-FFF2-40B4-BE49-F238E27FC236}">
                <a16:creationId xmlns:a16="http://schemas.microsoft.com/office/drawing/2014/main" id="{593C9061-EDFC-59B5-E630-CD2E39D1D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304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graphicFrame>
        <p:nvGraphicFramePr>
          <p:cNvPr id="177178" name="Object 26">
            <a:extLst>
              <a:ext uri="{FF2B5EF4-FFF2-40B4-BE49-F238E27FC236}">
                <a16:creationId xmlns:a16="http://schemas.microsoft.com/office/drawing/2014/main" id="{3BAAB687-BD75-E705-44C6-AE0EE18BB32D}"/>
              </a:ext>
            </a:extLst>
          </p:cNvPr>
          <p:cNvGraphicFramePr>
            <a:graphicFrameLocks/>
          </p:cNvGraphicFramePr>
          <p:nvPr/>
        </p:nvGraphicFramePr>
        <p:xfrm>
          <a:off x="4495800" y="3924300"/>
          <a:ext cx="4214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3598" imgH="883809" progId="Equation.3">
                  <p:embed/>
                </p:oleObj>
              </mc:Choice>
              <mc:Fallback>
                <p:oleObj name="Equation" r:id="rId8" imgW="4183598" imgH="883809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924300"/>
                        <a:ext cx="4214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79" name="Text Box 27">
            <a:extLst>
              <a:ext uri="{FF2B5EF4-FFF2-40B4-BE49-F238E27FC236}">
                <a16:creationId xmlns:a16="http://schemas.microsoft.com/office/drawing/2014/main" id="{58F2917B-DF54-6C56-079E-A0BEE0AC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选</a:t>
            </a:r>
            <a:r>
              <a:rPr lang="zh-CN" altLang="en-US" b="1">
                <a:solidFill>
                  <a:srgbClr val="66FFFF"/>
                </a:solidFill>
              </a:rPr>
              <a:t> </a:t>
            </a:r>
            <a:r>
              <a:rPr lang="en-US" altLang="zh-CN" b="1" i="1">
                <a:solidFill>
                  <a:srgbClr val="66FFFF"/>
                </a:solidFill>
              </a:rPr>
              <a:t>C </a:t>
            </a:r>
            <a:r>
              <a:rPr lang="zh-CN" altLang="en-US" b="1">
                <a:latin typeface="宋体" panose="02010600030101010101" pitchFamily="2" charset="-122"/>
              </a:rPr>
              <a:t>点为电势能零点</a:t>
            </a:r>
          </a:p>
        </p:txBody>
      </p:sp>
      <p:graphicFrame>
        <p:nvGraphicFramePr>
          <p:cNvPr id="177180" name="Object 28">
            <a:extLst>
              <a:ext uri="{FF2B5EF4-FFF2-40B4-BE49-F238E27FC236}">
                <a16:creationId xmlns:a16="http://schemas.microsoft.com/office/drawing/2014/main" id="{EEFC2664-EDFB-842A-CB2A-F2492B2571E6}"/>
              </a:ext>
            </a:extLst>
          </p:cNvPr>
          <p:cNvGraphicFramePr>
            <a:graphicFrameLocks/>
          </p:cNvGraphicFramePr>
          <p:nvPr/>
        </p:nvGraphicFramePr>
        <p:xfrm>
          <a:off x="388938" y="3235325"/>
          <a:ext cx="3390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60513" imgH="883809" progId="Equation.3">
                  <p:embed/>
                </p:oleObj>
              </mc:Choice>
              <mc:Fallback>
                <p:oleObj name="Equation" r:id="rId10" imgW="3360513" imgH="883809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3235325"/>
                        <a:ext cx="3390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81" name="Object 29">
            <a:extLst>
              <a:ext uri="{FF2B5EF4-FFF2-40B4-BE49-F238E27FC236}">
                <a16:creationId xmlns:a16="http://schemas.microsoft.com/office/drawing/2014/main" id="{802F4D12-AEF2-3D7D-25AE-6FB9EB265400}"/>
              </a:ext>
            </a:extLst>
          </p:cNvPr>
          <p:cNvGraphicFramePr>
            <a:graphicFrameLocks/>
          </p:cNvGraphicFramePr>
          <p:nvPr/>
        </p:nvGraphicFramePr>
        <p:xfrm>
          <a:off x="1066800" y="4762500"/>
          <a:ext cx="42402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13953" imgH="883809" progId="Equation.3">
                  <p:embed/>
                </p:oleObj>
              </mc:Choice>
              <mc:Fallback>
                <p:oleObj name="Equation" r:id="rId12" imgW="4213953" imgH="883809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762500"/>
                        <a:ext cx="42402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82" name="Object 30">
            <a:extLst>
              <a:ext uri="{FF2B5EF4-FFF2-40B4-BE49-F238E27FC236}">
                <a16:creationId xmlns:a16="http://schemas.microsoft.com/office/drawing/2014/main" id="{98C33E4B-A5FD-219C-F1EC-732320147454}"/>
              </a:ext>
            </a:extLst>
          </p:cNvPr>
          <p:cNvGraphicFramePr>
            <a:graphicFrameLocks/>
          </p:cNvGraphicFramePr>
          <p:nvPr/>
        </p:nvGraphicFramePr>
        <p:xfrm>
          <a:off x="3676650" y="5657850"/>
          <a:ext cx="4937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07156" imgH="883809" progId="Equation.3">
                  <p:embed/>
                </p:oleObj>
              </mc:Choice>
              <mc:Fallback>
                <p:oleObj name="Equation" r:id="rId14" imgW="4907156" imgH="883809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5657850"/>
                        <a:ext cx="4937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83" name="Text Box 31">
            <a:extLst>
              <a:ext uri="{FF2B5EF4-FFF2-40B4-BE49-F238E27FC236}">
                <a16:creationId xmlns:a16="http://schemas.microsoft.com/office/drawing/2014/main" id="{FBB42768-D705-E5FE-98AE-99DA99997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8293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两点的电势能差：</a:t>
            </a:r>
          </a:p>
        </p:txBody>
      </p:sp>
      <p:pic>
        <p:nvPicPr>
          <p:cNvPr id="177184" name="Picture 32" descr="j0293240">
            <a:extLst>
              <a:ext uri="{FF2B5EF4-FFF2-40B4-BE49-F238E27FC236}">
                <a16:creationId xmlns:a16="http://schemas.microsoft.com/office/drawing/2014/main" id="{CC0889A5-DA68-23FA-2033-5CE54316A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 autoUpdateAnimBg="0"/>
      <p:bldP spid="177156" grpId="0" autoUpdateAnimBg="0"/>
      <p:bldP spid="177157" grpId="0" autoUpdateAnimBg="0"/>
      <p:bldP spid="177175" grpId="0" autoUpdateAnimBg="0"/>
      <p:bldP spid="177176" grpId="0" autoUpdateAnimBg="0"/>
      <p:bldP spid="177177" grpId="0" autoUpdateAnimBg="0"/>
      <p:bldP spid="177179" grpId="0" autoUpdateAnimBg="0"/>
      <p:bldP spid="17718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6B0D996B-1296-D927-623E-3621A6CF7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413" y="333375"/>
            <a:ext cx="419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§8.5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电势   电势差</a:t>
            </a:r>
          </a:p>
        </p:txBody>
      </p:sp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A3CA8F37-3E3F-76FA-25EE-67E720B69F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333375"/>
          <a:ext cx="22256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5716" imgH="281801" progId="Equation.3">
                  <p:embed/>
                </p:oleObj>
              </mc:Choice>
              <mc:Fallback>
                <p:oleObj name="公式" r:id="rId2" imgW="1005716" imgH="2818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333375"/>
                        <a:ext cx="2225675" cy="693738"/>
                      </a:xfrm>
                      <a:prstGeom prst="rect">
                        <a:avLst/>
                      </a:prstGeom>
                      <a:solidFill>
                        <a:srgbClr val="336699">
                          <a:alpha val="39999"/>
                        </a:srgbClr>
                      </a:solidFill>
                      <a:ln w="12700">
                        <a:solidFill>
                          <a:srgbClr val="33CCCC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0" name="Rectangle 4">
            <a:extLst>
              <a:ext uri="{FF2B5EF4-FFF2-40B4-BE49-F238E27FC236}">
                <a16:creationId xmlns:a16="http://schemas.microsoft.com/office/drawing/2014/main" id="{5F33D57A-05C7-93F0-179F-B8FC597A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908050"/>
            <a:ext cx="472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</a:rPr>
              <a:t>一</a:t>
            </a:r>
            <a:r>
              <a:rPr lang="en-US" altLang="zh-CN" sz="2800" b="1">
                <a:solidFill>
                  <a:srgbClr val="FFFF00"/>
                </a:solidFill>
              </a:rPr>
              <a:t>. </a:t>
            </a:r>
            <a:r>
              <a:rPr lang="zh-CN" altLang="en-US" sz="2800" b="1">
                <a:solidFill>
                  <a:srgbClr val="FFFF00"/>
                </a:solidFill>
              </a:rPr>
              <a:t>电势</a:t>
            </a:r>
          </a:p>
        </p:txBody>
      </p:sp>
      <p:sp>
        <p:nvSpPr>
          <p:cNvPr id="178181" name="Rectangle 5">
            <a:extLst>
              <a:ext uri="{FF2B5EF4-FFF2-40B4-BE49-F238E27FC236}">
                <a16:creationId xmlns:a16="http://schemas.microsoft.com/office/drawing/2014/main" id="{59FD44D5-2F89-579D-E4BC-F349CA222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71625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电势定义</a:t>
            </a:r>
          </a:p>
        </p:txBody>
      </p:sp>
      <p:graphicFrame>
        <p:nvGraphicFramePr>
          <p:cNvPr id="178182" name="Object 6">
            <a:extLst>
              <a:ext uri="{FF2B5EF4-FFF2-40B4-BE49-F238E27FC236}">
                <a16:creationId xmlns:a16="http://schemas.microsoft.com/office/drawing/2014/main" id="{F9353A62-D77B-5D3F-0344-3A3346811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074863"/>
          <a:ext cx="12684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26664" imgH="868846" progId="Equation.3">
                  <p:embed/>
                </p:oleObj>
              </mc:Choice>
              <mc:Fallback>
                <p:oleObj name="Equation" r:id="rId4" imgW="1226664" imgH="8688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74863"/>
                        <a:ext cx="1268412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3" name="AutoShape 7">
            <a:extLst>
              <a:ext uri="{FF2B5EF4-FFF2-40B4-BE49-F238E27FC236}">
                <a16:creationId xmlns:a16="http://schemas.microsoft.com/office/drawing/2014/main" id="{4A3A47A5-2885-B2C3-4508-C9CB131C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363788"/>
            <a:ext cx="609600" cy="361950"/>
          </a:xfrm>
          <a:prstGeom prst="leftRightArrow">
            <a:avLst>
              <a:gd name="adj1" fmla="val 50000"/>
              <a:gd name="adj2" fmla="val 33684"/>
            </a:avLst>
          </a:prstGeom>
          <a:solidFill>
            <a:srgbClr val="FFCCFF"/>
          </a:solidFill>
          <a:ln w="12699">
            <a:solidFill>
              <a:srgbClr val="FFCC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78184" name="Object 8">
            <a:extLst>
              <a:ext uri="{FF2B5EF4-FFF2-40B4-BE49-F238E27FC236}">
                <a16:creationId xmlns:a16="http://schemas.microsoft.com/office/drawing/2014/main" id="{D94AD2DE-82C6-3062-C306-81D5EEE06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074863"/>
          <a:ext cx="32464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5702" imgH="868846" progId="Equation.3">
                  <p:embed/>
                </p:oleObj>
              </mc:Choice>
              <mc:Fallback>
                <p:oleObj name="Equation" r:id="rId6" imgW="3215702" imgH="8688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074863"/>
                        <a:ext cx="3246438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AutoShape 9">
            <a:extLst>
              <a:ext uri="{FF2B5EF4-FFF2-40B4-BE49-F238E27FC236}">
                <a16:creationId xmlns:a16="http://schemas.microsoft.com/office/drawing/2014/main" id="{0546CD1A-A4FF-17E8-DAF4-567D5C70F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122363"/>
            <a:ext cx="2303462" cy="1025525"/>
          </a:xfrm>
          <a:prstGeom prst="wedgeRectCallout">
            <a:avLst>
              <a:gd name="adj1" fmla="val -73431"/>
              <a:gd name="adj2" fmla="val 58824"/>
            </a:avLst>
          </a:prstGeom>
          <a:noFill/>
          <a:ln w="19050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单位正电荷自该点</a:t>
            </a:r>
            <a:r>
              <a:rPr lang="zh-CN" altLang="en-US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000" b="1">
                <a:ea typeface="楷体_GB2312" pitchFamily="49" charset="-122"/>
              </a:rPr>
              <a:t>“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势能零点</a:t>
            </a:r>
            <a:r>
              <a:rPr lang="zh-CN" altLang="en-US" sz="2000" b="1">
                <a:ea typeface="楷体_GB2312" pitchFamily="49" charset="-122"/>
              </a:rPr>
              <a:t>”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过程中电场力作的功。</a:t>
            </a:r>
            <a:endParaRPr lang="zh-CN" altLang="en-US" sz="2000" b="1">
              <a:solidFill>
                <a:srgbClr val="00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8186" name="Text Box 10">
            <a:extLst>
              <a:ext uri="{FF2B5EF4-FFF2-40B4-BE49-F238E27FC236}">
                <a16:creationId xmlns:a16="http://schemas.microsoft.com/office/drawing/2014/main" id="{B0A7E946-7C68-5C86-F24E-6D00A8800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37185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电势差</a:t>
            </a:r>
          </a:p>
        </p:txBody>
      </p:sp>
      <p:graphicFrame>
        <p:nvGraphicFramePr>
          <p:cNvPr id="178187" name="Object 11">
            <a:extLst>
              <a:ext uri="{FF2B5EF4-FFF2-40B4-BE49-F238E27FC236}">
                <a16:creationId xmlns:a16="http://schemas.microsoft.com/office/drawing/2014/main" id="{705EE4BB-862D-758F-4843-F5E68800B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0888" y="3227388"/>
          <a:ext cx="47117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40424" imgH="868846" progId="Equation.3">
                  <p:embed/>
                </p:oleObj>
              </mc:Choice>
              <mc:Fallback>
                <p:oleObj name="Equation" r:id="rId8" imgW="4640424" imgH="86884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3227388"/>
                        <a:ext cx="47117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8" name="AutoShape 12">
            <a:extLst>
              <a:ext uri="{FF2B5EF4-FFF2-40B4-BE49-F238E27FC236}">
                <a16:creationId xmlns:a16="http://schemas.microsoft.com/office/drawing/2014/main" id="{DBFC5DDA-DB44-65A3-9C6E-D56912300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2363788"/>
            <a:ext cx="1944688" cy="1025525"/>
          </a:xfrm>
          <a:prstGeom prst="wedgeRectCallout">
            <a:avLst>
              <a:gd name="adj1" fmla="val -74245"/>
              <a:gd name="adj2" fmla="val 54954"/>
            </a:avLst>
          </a:prstGeom>
          <a:noFill/>
          <a:ln w="19050">
            <a:solidFill>
              <a:srgbClr val="66FF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单位正电荷自 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过程中电场力作的功。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327EADA3-A23B-DC65-3EE7-B922F6DE8370}"/>
              </a:ext>
            </a:extLst>
          </p:cNvPr>
          <p:cNvGrpSpPr>
            <a:grpSpLocks/>
          </p:cNvGrpSpPr>
          <p:nvPr/>
        </p:nvGrpSpPr>
        <p:grpSpPr bwMode="auto">
          <a:xfrm>
            <a:off x="6888163" y="5472113"/>
            <a:ext cx="565150" cy="457200"/>
            <a:chOff x="4885" y="3462"/>
            <a:chExt cx="356" cy="288"/>
          </a:xfrm>
        </p:grpSpPr>
        <p:sp>
          <p:nvSpPr>
            <p:cNvPr id="19486" name="Oval 14">
              <a:extLst>
                <a:ext uri="{FF2B5EF4-FFF2-40B4-BE49-F238E27FC236}">
                  <a16:creationId xmlns:a16="http://schemas.microsoft.com/office/drawing/2014/main" id="{712AFF9E-7574-E8E1-0599-81698A7A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" y="3606"/>
              <a:ext cx="88" cy="88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87" name="Text Box 15">
              <a:extLst>
                <a:ext uri="{FF2B5EF4-FFF2-40B4-BE49-F238E27FC236}">
                  <a16:creationId xmlns:a16="http://schemas.microsoft.com/office/drawing/2014/main" id="{3B04F0BB-65EC-0706-2736-1225AE604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346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FFFF00"/>
                  </a:solidFill>
                </a:rPr>
                <a:t>a</a:t>
              </a:r>
              <a:endParaRPr lang="en-US" altLang="zh-CN" b="1">
                <a:solidFill>
                  <a:srgbClr val="FFFF00"/>
                </a:solidFill>
              </a:endParaRP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B3962991-5163-3143-90E5-7B04A2641FE4}"/>
              </a:ext>
            </a:extLst>
          </p:cNvPr>
          <p:cNvGrpSpPr>
            <a:grpSpLocks/>
          </p:cNvGrpSpPr>
          <p:nvPr/>
        </p:nvGrpSpPr>
        <p:grpSpPr bwMode="auto">
          <a:xfrm>
            <a:off x="6946900" y="4481513"/>
            <a:ext cx="474663" cy="1209675"/>
            <a:chOff x="4933" y="2694"/>
            <a:chExt cx="299" cy="960"/>
          </a:xfrm>
        </p:grpSpPr>
        <p:sp>
          <p:nvSpPr>
            <p:cNvPr id="19484" name="Text Box 17">
              <a:extLst>
                <a:ext uri="{FF2B5EF4-FFF2-40B4-BE49-F238E27FC236}">
                  <a16:creationId xmlns:a16="http://schemas.microsoft.com/office/drawing/2014/main" id="{B48E0634-63FB-9879-13DF-D9B12472E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" y="3086"/>
              <a:ext cx="203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FF00"/>
                  </a:solidFill>
                </a:rPr>
                <a:t>r</a:t>
              </a:r>
              <a:endParaRPr lang="en-US" altLang="zh-CN" sz="2800" b="1">
                <a:solidFill>
                  <a:srgbClr val="FFFF00"/>
                </a:solidFill>
              </a:endParaRPr>
            </a:p>
          </p:txBody>
        </p:sp>
        <p:sp>
          <p:nvSpPr>
            <p:cNvPr id="19485" name="Line 18">
              <a:extLst>
                <a:ext uri="{FF2B5EF4-FFF2-40B4-BE49-F238E27FC236}">
                  <a16:creationId xmlns:a16="http://schemas.microsoft.com/office/drawing/2014/main" id="{33F1E47C-6928-7D2E-9BDD-CF27C3B52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3" y="2694"/>
              <a:ext cx="0" cy="96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18A7C0FD-4A56-1235-4628-B52A2D86A636}"/>
              </a:ext>
            </a:extLst>
          </p:cNvPr>
          <p:cNvGrpSpPr>
            <a:grpSpLocks/>
          </p:cNvGrpSpPr>
          <p:nvPr/>
        </p:nvGrpSpPr>
        <p:grpSpPr bwMode="auto">
          <a:xfrm>
            <a:off x="6964363" y="5776913"/>
            <a:ext cx="703262" cy="762000"/>
            <a:chOff x="4933" y="3654"/>
            <a:chExt cx="443" cy="480"/>
          </a:xfrm>
        </p:grpSpPr>
        <p:sp>
          <p:nvSpPr>
            <p:cNvPr id="19482" name="Line 20">
              <a:extLst>
                <a:ext uri="{FF2B5EF4-FFF2-40B4-BE49-F238E27FC236}">
                  <a16:creationId xmlns:a16="http://schemas.microsoft.com/office/drawing/2014/main" id="{1BD36967-212C-FA8E-73B9-00D063E64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" y="3654"/>
              <a:ext cx="0" cy="480"/>
            </a:xfrm>
            <a:prstGeom prst="line">
              <a:avLst/>
            </a:prstGeom>
            <a:noFill/>
            <a:ln w="38100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3" name="Object 21">
              <a:extLst>
                <a:ext uri="{FF2B5EF4-FFF2-40B4-BE49-F238E27FC236}">
                  <a16:creationId xmlns:a16="http://schemas.microsoft.com/office/drawing/2014/main" id="{B390659E-D9A9-119B-B85F-5EB0F85600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7" y="3815"/>
            <a:ext cx="29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7702" imgH="183046" progId="Equation.3">
                    <p:embed/>
                  </p:oleObj>
                </mc:Choice>
                <mc:Fallback>
                  <p:oleObj name="公式" r:id="rId10" imgW="167702" imgH="183046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7" y="3815"/>
                          <a:ext cx="299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8198" name="Rectangle 22">
            <a:extLst>
              <a:ext uri="{FF2B5EF4-FFF2-40B4-BE49-F238E27FC236}">
                <a16:creationId xmlns:a16="http://schemas.microsoft.com/office/drawing/2014/main" id="{9DCAC359-824F-81FA-6ED2-89DE8578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FFFF00"/>
                </a:solidFill>
              </a:rPr>
              <a:t>•  </a:t>
            </a:r>
            <a:r>
              <a:rPr lang="zh-CN" altLang="en-US" b="1">
                <a:solidFill>
                  <a:srgbClr val="66FFFF"/>
                </a:solidFill>
              </a:rPr>
              <a:t>点电荷的电势</a:t>
            </a:r>
          </a:p>
        </p:txBody>
      </p:sp>
      <p:graphicFrame>
        <p:nvGraphicFramePr>
          <p:cNvPr id="178199" name="Object 23">
            <a:extLst>
              <a:ext uri="{FF2B5EF4-FFF2-40B4-BE49-F238E27FC236}">
                <a16:creationId xmlns:a16="http://schemas.microsoft.com/office/drawing/2014/main" id="{87A49D0E-15A1-5029-1960-8F5650955C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4100" y="4652963"/>
          <a:ext cx="19526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7473" imgH="639914" progId="Equation.3">
                  <p:embed/>
                </p:oleObj>
              </mc:Choice>
              <mc:Fallback>
                <p:oleObj name="Equation" r:id="rId12" imgW="1897473" imgH="63991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4652963"/>
                        <a:ext cx="19526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0800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0" name="Object 24">
            <a:extLst>
              <a:ext uri="{FF2B5EF4-FFF2-40B4-BE49-F238E27FC236}">
                <a16:creationId xmlns:a16="http://schemas.microsoft.com/office/drawing/2014/main" id="{746D4CE7-7698-3D36-D76B-D460E26D3A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6575" y="4581525"/>
          <a:ext cx="20701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4322" imgH="868846" progId="Equation.3">
                  <p:embed/>
                </p:oleObj>
              </mc:Choice>
              <mc:Fallback>
                <p:oleObj name="Equation" r:id="rId14" imgW="2034322" imgH="86884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575" y="4581525"/>
                        <a:ext cx="20701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5">
            <a:extLst>
              <a:ext uri="{FF2B5EF4-FFF2-40B4-BE49-F238E27FC236}">
                <a16:creationId xmlns:a16="http://schemas.microsoft.com/office/drawing/2014/main" id="{2EA75C82-F996-EBEB-9936-5BA15AE95DBA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4130675"/>
            <a:ext cx="650875" cy="519113"/>
            <a:chOff x="4874" y="2496"/>
            <a:chExt cx="410" cy="327"/>
          </a:xfrm>
        </p:grpSpPr>
        <p:sp>
          <p:nvSpPr>
            <p:cNvPr id="19480" name="Oval 26">
              <a:extLst>
                <a:ext uri="{FF2B5EF4-FFF2-40B4-BE49-F238E27FC236}">
                  <a16:creationId xmlns:a16="http://schemas.microsoft.com/office/drawing/2014/main" id="{D1C67F87-9E79-77D2-C465-F9EDBD5D0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" y="2646"/>
              <a:ext cx="107" cy="107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81" name="Text Box 27">
              <a:extLst>
                <a:ext uri="{FF2B5EF4-FFF2-40B4-BE49-F238E27FC236}">
                  <a16:creationId xmlns:a16="http://schemas.microsoft.com/office/drawing/2014/main" id="{FC9A8700-33E4-53C4-2898-6D2A76816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6" y="249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CCFF"/>
                  </a:solidFill>
                </a:rPr>
                <a:t>q</a:t>
              </a:r>
            </a:p>
          </p:txBody>
        </p:sp>
      </p:grpSp>
      <p:graphicFrame>
        <p:nvGraphicFramePr>
          <p:cNvPr id="178204" name="Object 28">
            <a:extLst>
              <a:ext uri="{FF2B5EF4-FFF2-40B4-BE49-F238E27FC236}">
                <a16:creationId xmlns:a16="http://schemas.microsoft.com/office/drawing/2014/main" id="{EE28E85C-C57D-F92C-EB94-611C35497AED}"/>
              </a:ext>
            </a:extLst>
          </p:cNvPr>
          <p:cNvGraphicFramePr>
            <a:graphicFrameLocks/>
          </p:cNvGraphicFramePr>
          <p:nvPr/>
        </p:nvGraphicFramePr>
        <p:xfrm>
          <a:off x="1138238" y="5445125"/>
          <a:ext cx="218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41313" imgH="868846" progId="Equation.3">
                  <p:embed/>
                </p:oleObj>
              </mc:Choice>
              <mc:Fallback>
                <p:oleObj name="公式" r:id="rId16" imgW="2141313" imgH="868846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5445125"/>
                        <a:ext cx="2184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5" name="Object 29">
            <a:extLst>
              <a:ext uri="{FF2B5EF4-FFF2-40B4-BE49-F238E27FC236}">
                <a16:creationId xmlns:a16="http://schemas.microsoft.com/office/drawing/2014/main" id="{5ECAAE39-49A7-4584-56EA-CFF63B5179BE}"/>
              </a:ext>
            </a:extLst>
          </p:cNvPr>
          <p:cNvGraphicFramePr>
            <a:graphicFrameLocks/>
          </p:cNvGraphicFramePr>
          <p:nvPr/>
        </p:nvGraphicFramePr>
        <p:xfrm>
          <a:off x="3402013" y="5481638"/>
          <a:ext cx="11699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20171" imgH="868846" progId="Equation.3">
                  <p:embed/>
                </p:oleObj>
              </mc:Choice>
              <mc:Fallback>
                <p:oleObj name="Equation" r:id="rId18" imgW="1120171" imgH="868846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5481638"/>
                        <a:ext cx="11699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8206" name="Picture 30" descr="j0293240">
            <a:extLst>
              <a:ext uri="{FF2B5EF4-FFF2-40B4-BE49-F238E27FC236}">
                <a16:creationId xmlns:a16="http://schemas.microsoft.com/office/drawing/2014/main" id="{BB192810-37FC-982A-F93F-3C3B26DB8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207" name="Line 31">
            <a:extLst>
              <a:ext uri="{FF2B5EF4-FFF2-40B4-BE49-F238E27FC236}">
                <a16:creationId xmlns:a16="http://schemas.microsoft.com/office/drawing/2014/main" id="{3110A1ED-B53D-87A1-F7C6-FE9FCA441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068638"/>
            <a:ext cx="17272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 autoUpdateAnimBg="0"/>
      <p:bldP spid="178181" grpId="0" autoUpdateAnimBg="0"/>
      <p:bldP spid="178183" grpId="0" animBg="1"/>
      <p:bldP spid="178185" grpId="0" animBg="1" autoUpdateAnimBg="0"/>
      <p:bldP spid="178186" grpId="0" autoUpdateAnimBg="0"/>
      <p:bldP spid="178188" grpId="0" animBg="1" autoUpdateAnimBg="0"/>
      <p:bldP spid="178198" grpId="0" autoUpdateAnimBg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4470</TotalTime>
  <Words>1061</Words>
  <Application>Microsoft Office PowerPoint</Application>
  <PresentationFormat>全屏显示(4:3)</PresentationFormat>
  <Paragraphs>249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Monotype Sorts</vt:lpstr>
      <vt:lpstr>仿宋_GB2312</vt:lpstr>
      <vt:lpstr>黑体</vt:lpstr>
      <vt:lpstr>楷体_GB2312</vt:lpstr>
      <vt:lpstr>宋体</vt:lpstr>
      <vt:lpstr>Symbol</vt:lpstr>
      <vt:lpstr>Times New Roman</vt:lpstr>
      <vt:lpstr>1_默认设计模板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zhaoshumin</dc:creator>
  <cp:lastModifiedBy>mixi</cp:lastModifiedBy>
  <cp:revision>139</cp:revision>
  <dcterms:created xsi:type="dcterms:W3CDTF">2004-03-24T15:33:38Z</dcterms:created>
  <dcterms:modified xsi:type="dcterms:W3CDTF">2025-04-23T10:03:18Z</dcterms:modified>
</cp:coreProperties>
</file>